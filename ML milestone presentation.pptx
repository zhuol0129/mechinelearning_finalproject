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218.xml"/>
  <Override ContentType="application/vnd.openxmlformats-officedocument.presentationml.slideLayout+xml" PartName="/ppt/slideLayouts/slideLayout307.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29.xml"/>
  <Override ContentType="application/vnd.openxmlformats-officedocument.presentationml.slideLayout+xml" PartName="/ppt/slideLayouts/slideLayout29.xml"/>
  <Override ContentType="application/vnd.openxmlformats-officedocument.presentationml.slideLayout+xml" PartName="/ppt/slideLayouts/slideLayout315.xml"/>
  <Override ContentType="application/vnd.openxmlformats-officedocument.presentationml.slideLayout+xml" PartName="/ppt/slideLayouts/slideLayout137.xml"/>
  <Override ContentType="application/vnd.openxmlformats-officedocument.presentationml.slideLayout+xml" PartName="/ppt/slideLayouts/slideLayout226.xml"/>
  <Override ContentType="application/vnd.openxmlformats-officedocument.presentationml.slideLayout+xml" PartName="/ppt/slideLayouts/slideLayout96.xml"/>
  <Override ContentType="application/vnd.openxmlformats-officedocument.presentationml.slideLayout+xml" PartName="/ppt/slideLayouts/slideLayout269.xml"/>
  <Override ContentType="application/vnd.openxmlformats-officedocument.presentationml.slideLayout+xml" PartName="/ppt/slideLayouts/slideLayout285.xml"/>
  <Override ContentType="application/vnd.openxmlformats-officedocument.presentationml.slideLayout+xml" PartName="/ppt/slideLayouts/slideLayout110.xml"/>
  <Override ContentType="application/vnd.openxmlformats-officedocument.presentationml.slideLayout+xml" PartName="/ppt/slideLayouts/slideLayout153.xml"/>
  <Override ContentType="application/vnd.openxmlformats-officedocument.presentationml.slideLayout+xml" PartName="/ppt/slideLayouts/slideLayout61.xml"/>
  <Override ContentType="application/vnd.openxmlformats-officedocument.presentationml.slideLayout+xml" PartName="/ppt/slideLayouts/slideLayout250.xml"/>
  <Override ContentType="application/vnd.openxmlformats-officedocument.presentationml.slideLayout+xml" PartName="/ppt/slideLayouts/slideLayout145.xml"/>
  <Override ContentType="application/vnd.openxmlformats-officedocument.presentationml.slideLayout+xml" PartName="/ppt/slideLayouts/slideLayout277.xml"/>
  <Override ContentType="application/vnd.openxmlformats-officedocument.presentationml.slideLayout+xml" PartName="/ppt/slideLayouts/slideLayout196.xml"/>
  <Override ContentType="application/vnd.openxmlformats-officedocument.presentationml.slideLayout+xml" PartName="/ppt/slideLayouts/slideLayout234.xml"/>
  <Override ContentType="application/vnd.openxmlformats-officedocument.presentationml.slideLayout+xml" PartName="/ppt/slideLayouts/slideLayout102.xml"/>
  <Override ContentType="application/vnd.openxmlformats-officedocument.presentationml.slideLayout+xml" PartName="/ppt/slideLayouts/slideLayout188.xml"/>
  <Override ContentType="application/vnd.openxmlformats-officedocument.presentationml.slideLayout+xml" PartName="/ppt/slideLayouts/slideLayout242.xml"/>
  <Override ContentType="application/vnd.openxmlformats-officedocument.presentationml.slideLayout+xml" PartName="/ppt/slideLayouts/slideLayout165.xml"/>
  <Override ContentType="application/vnd.openxmlformats-officedocument.presentationml.slideLayout+xml" PartName="/ppt/slideLayouts/slideLayout262.xml"/>
  <Override ContentType="application/vnd.openxmlformats-officedocument.presentationml.slideLayout+xml" PartName="/ppt/slideLayouts/slideLayout65.xml"/>
  <Override ContentType="application/vnd.openxmlformats-officedocument.presentationml.slideLayout+xml" PartName="/ppt/slideLayouts/slideLayout289.xml"/>
  <Override ContentType="application/vnd.openxmlformats-officedocument.presentationml.slideLayout+xml" PartName="/ppt/slideLayouts/slideLayout300.xml"/>
  <Override ContentType="application/vnd.openxmlformats-officedocument.presentationml.slideLayout+xml" PartName="/ppt/slideLayouts/slideLayout22.xml"/>
  <Override ContentType="application/vnd.openxmlformats-officedocument.presentationml.slideLayout+xml" PartName="/ppt/slideLayouts/slideLayout293.xml"/>
  <Override ContentType="application/vnd.openxmlformats-officedocument.presentationml.slideLayout+xml" PartName="/ppt/slideLayouts/slideLayout122.xml"/>
  <Override ContentType="application/vnd.openxmlformats-officedocument.presentationml.slideLayout+xml" PartName="/ppt/slideLayouts/slideLayout49.xml"/>
  <Override ContentType="application/vnd.openxmlformats-officedocument.presentationml.slideLayout+xml" PartName="/ppt/slideLayouts/slideLayout117.xml"/>
  <Override ContentType="application/vnd.openxmlformats-officedocument.presentationml.slideLayout+xml" PartName="/ppt/slideLayouts/slideLayout53.xml"/>
  <Override ContentType="application/vnd.openxmlformats-officedocument.presentationml.slideLayout+xml" PartName="/ppt/slideLayouts/slideLayout181.xml"/>
  <Override ContentType="application/vnd.openxmlformats-officedocument.presentationml.slideLayout+xml" PartName="/ppt/slideLayouts/slideLayout10.xml"/>
  <Override ContentType="application/vnd.openxmlformats-officedocument.presentationml.slideLayout+xml" PartName="/ppt/slideLayouts/slideLayout311.xml"/>
  <Override ContentType="application/vnd.openxmlformats-officedocument.presentationml.slideLayout+xml" PartName="/ppt/slideLayouts/slideLayout257.xml"/>
  <Override ContentType="application/vnd.openxmlformats-officedocument.presentationml.slideLayout+xml" PartName="/ppt/slideLayouts/slideLayout41.xml"/>
  <Override ContentType="application/vnd.openxmlformats-officedocument.presentationml.slideLayout+xml" PartName="/ppt/slideLayouts/slideLayout84.xml"/>
  <Override ContentType="application/vnd.openxmlformats-officedocument.presentationml.slideLayout+xml" PartName="/ppt/slideLayouts/slideLayout214.xml"/>
  <Override ContentType="application/vnd.openxmlformats-officedocument.presentationml.slideLayout+xml" PartName="/ppt/slideLayouts/slideLayout92.xml"/>
  <Override ContentType="application/vnd.openxmlformats-officedocument.presentationml.slideLayout+xml" PartName="/ppt/slideLayouts/slideLayout150.xml"/>
  <Override ContentType="application/vnd.openxmlformats-officedocument.presentationml.slideLayout+xml" PartName="/ppt/slideLayouts/slideLayout193.xml"/>
  <Override ContentType="application/vnd.openxmlformats-officedocument.presentationml.slideLayout+xml" PartName="/ppt/slideLayouts/slideLayout185.xml"/>
  <Override ContentType="application/vnd.openxmlformats-officedocument.presentationml.slideLayout+xml" PartName="/ppt/slideLayouts/slideLayout133.xml"/>
  <Override ContentType="application/vnd.openxmlformats-officedocument.presentationml.slideLayout+xml" PartName="/ppt/slideLayouts/slideLayout176.xml"/>
  <Override ContentType="application/vnd.openxmlformats-officedocument.presentationml.slideLayout+xml" PartName="/ppt/slideLayouts/slideLayout17.xml"/>
  <Override ContentType="application/vnd.openxmlformats-officedocument.presentationml.slideLayout+xml" PartName="/ppt/slideLayouts/slideLayout34.xml"/>
  <Override ContentType="application/vnd.openxmlformats-officedocument.presentationml.slideLayout+xml" PartName="/ppt/slideLayouts/slideLayout149.xml"/>
  <Override ContentType="application/vnd.openxmlformats-officedocument.presentationml.slideLayout+xml" PartName="/ppt/slideLayouts/slideLayout6.xml"/>
  <Override ContentType="application/vnd.openxmlformats-officedocument.presentationml.slideLayout+xml" PartName="/ppt/slideLayouts/slideLayout106.xml"/>
  <Override ContentType="application/vnd.openxmlformats-officedocument.presentationml.slideLayout+xml" PartName="/ppt/slideLayouts/slideLayout238.xml"/>
  <Override ContentType="application/vnd.openxmlformats-officedocument.presentationml.slideLayout+xml" PartName="/ppt/slideLayouts/slideLayout77.xml"/>
  <Override ContentType="application/vnd.openxmlformats-officedocument.presentationml.slideLayout+xml" PartName="/ppt/slideLayouts/slideLayout281.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26.xml"/>
  <Override ContentType="application/vnd.openxmlformats-officedocument.presentationml.slideLayout+xml" PartName="/ppt/slideLayouts/slideLayout157.xml"/>
  <Override ContentType="application/vnd.openxmlformats-officedocument.presentationml.slideLayout+xml" PartName="/ppt/slideLayouts/slideLayout69.xml"/>
  <Override ContentType="application/vnd.openxmlformats-officedocument.presentationml.slideLayout+xml" PartName="/ppt/slideLayouts/slideLayout114.xml"/>
  <Override ContentType="application/vnd.openxmlformats-officedocument.presentationml.slideLayout+xml" PartName="/ppt/slideLayouts/slideLayout13.xml"/>
  <Override ContentType="application/vnd.openxmlformats-officedocument.presentationml.slideLayout+xml" PartName="/ppt/slideLayouts/slideLayout304.xml"/>
  <Override ContentType="application/vnd.openxmlformats-officedocument.presentationml.slideLayout+xml" PartName="/ppt/slideLayouts/slideLayout161.xml"/>
  <Override ContentType="application/vnd.openxmlformats-officedocument.presentationml.slideLayout+xml" PartName="/ppt/slideLayouts/slideLayout172.xml"/>
  <Override ContentType="application/vnd.openxmlformats-officedocument.presentationml.slideLayout+xml" PartName="/ppt/slideLayouts/slideLayout266.xml"/>
  <Override ContentType="application/vnd.openxmlformats-officedocument.presentationml.slideLayout+xml" PartName="/ppt/slideLayouts/slideLayout206.xml"/>
  <Override ContentType="application/vnd.openxmlformats-officedocument.presentationml.slideLayout+xml" PartName="/ppt/slideLayouts/slideLayout223.xml"/>
  <Override ContentType="application/vnd.openxmlformats-officedocument.presentationml.slideLayout+xml" PartName="/ppt/slideLayouts/slideLayout142.xml"/>
  <Override ContentType="application/vnd.openxmlformats-officedocument.presentationml.slideLayout+xml" PartName="/ppt/slideLayouts/slideLayout249.xml"/>
  <Override ContentType="application/vnd.openxmlformats-officedocument.presentationml.slideLayout+xml" PartName="/ppt/slideLayouts/slideLayout125.xml"/>
  <Override ContentType="application/vnd.openxmlformats-officedocument.presentationml.slideLayout+xml" PartName="/ppt/slideLayouts/slideLayout88.xml"/>
  <Override ContentType="application/vnd.openxmlformats-officedocument.presentationml.slideLayout+xml" PartName="/ppt/slideLayouts/slideLayout168.xml"/>
  <Override ContentType="application/vnd.openxmlformats-officedocument.presentationml.slideLayout+xml" PartName="/ppt/slideLayouts/slideLayout210.xml"/>
  <Override ContentType="application/vnd.openxmlformats-officedocument.presentationml.slideLayout+xml" PartName="/ppt/slideLayouts/slideLayout270.xml"/>
  <Override ContentType="application/vnd.openxmlformats-officedocument.presentationml.slideLayout+xml" PartName="/ppt/slideLayouts/slideLayout45.xml"/>
  <Override ContentType="application/vnd.openxmlformats-officedocument.presentationml.slideLayout+xml" PartName="/ppt/slideLayouts/slideLayout253.xml"/>
  <Override ContentType="application/vnd.openxmlformats-officedocument.presentationml.slideLayout+xml" PartName="/ppt/slideLayouts/slideLayout296.xml"/>
  <Override ContentType="application/vnd.openxmlformats-officedocument.presentationml.slideLayout+xml" PartName="/ppt/slideLayouts/slideLayout189.xml"/>
  <Override ContentType="application/vnd.openxmlformats-officedocument.presentationml.slideLayout+xml" PartName="/ppt/slideLayouts/slideLayout278.xml"/>
  <Override ContentType="application/vnd.openxmlformats-officedocument.presentationml.slideLayout+xml" PartName="/ppt/slideLayouts/slideLayout62.xml"/>
  <Override ContentType="application/vnd.openxmlformats-officedocument.presentationml.slideLayout+xml" PartName="/ppt/slideLayouts/slideLayout146.xml"/>
  <Override ContentType="application/vnd.openxmlformats-officedocument.presentationml.slideLayout+xml" PartName="/ppt/slideLayouts/slideLayout103.xml"/>
  <Override ContentType="application/vnd.openxmlformats-officedocument.presentationml.slideLayout+xml" PartName="/ppt/slideLayouts/slideLayout235.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219.xml"/>
  <Override ContentType="application/vnd.openxmlformats-officedocument.presentationml.slideLayout+xml" PartName="/ppt/slideLayouts/slideLayout70.xml"/>
  <Override ContentType="application/vnd.openxmlformats-officedocument.presentationml.slideLayout+xml" PartName="/ppt/slideLayouts/slideLayout217.xml"/>
  <Override ContentType="application/vnd.openxmlformats-officedocument.presentationml.slideLayout+xml" PartName="/ppt/slideLayouts/slideLayout308.xml"/>
  <Override ContentType="application/vnd.openxmlformats-officedocument.presentationml.slideLayout+xml" PartName="/ppt/slideLayouts/slideLayout314.xml"/>
  <Override ContentType="application/vnd.openxmlformats-officedocument.presentationml.slideLayout+xml" PartName="/ppt/slideLayouts/slideLayout128.xml"/>
  <Override ContentType="application/vnd.openxmlformats-officedocument.presentationml.slideLayout+xml" PartName="/ppt/slideLayouts/slideLayout225.xml"/>
  <Override ContentType="application/vnd.openxmlformats-officedocument.presentationml.slideLayout+xml" PartName="/ppt/slideLayouts/slideLayout2.xml"/>
  <Override ContentType="application/vnd.openxmlformats-officedocument.presentationml.slideLayout+xml" PartName="/ppt/slideLayouts/slideLayout180.xml"/>
  <Override ContentType="application/vnd.openxmlformats-officedocument.presentationml.slideLayout+xml" PartName="/ppt/slideLayouts/slideLayout52.xml"/>
  <Override ContentType="application/vnd.openxmlformats-officedocument.presentationml.slideLayout+xml" PartName="/ppt/slideLayouts/slideLayout95.xml"/>
  <Override ContentType="application/vnd.openxmlformats-officedocument.presentationml.slideLayout+xml" PartName="/ppt/slideLayouts/slideLayout162.xml"/>
  <Override ContentType="application/vnd.openxmlformats-officedocument.presentationml.slideLayout+xml" PartName="/ppt/slideLayouts/slideLayout64.xml"/>
  <Override ContentType="application/vnd.openxmlformats-officedocument.presentationml.slideLayout+xml" PartName="/ppt/slideLayouts/slideLayout251.xml"/>
  <Override ContentType="application/vnd.openxmlformats-officedocument.presentationml.slideLayout+xml" PartName="/ppt/slideLayouts/slideLayout99.xml"/>
  <Override ContentType="application/vnd.openxmlformats-officedocument.presentationml.slideLayout+xml" PartName="/ppt/slideLayouts/slideLayout268.xml"/>
  <Override ContentType="application/vnd.openxmlformats-officedocument.presentationml.slideLayout+xml" PartName="/ppt/slideLayouts/slideLayout21.xml"/>
  <Override ContentType="application/vnd.openxmlformats-officedocument.presentationml.slideLayout+xml" PartName="/ppt/slideLayouts/slideLayout294.xml"/>
  <Override ContentType="application/vnd.openxmlformats-officedocument.presentationml.slideLayout+xml" PartName="/ppt/slideLayouts/slideLayout152.xml"/>
  <Override ContentType="application/vnd.openxmlformats-officedocument.presentationml.slideLayout+xml" PartName="/ppt/slideLayouts/slideLayout18.xml"/>
  <Override ContentType="application/vnd.openxmlformats-officedocument.presentationml.slideLayout+xml" PartName="/ppt/slideLayouts/slideLayout118.xml"/>
  <Override ContentType="application/vnd.openxmlformats-officedocument.presentationml.slideLayout+xml" PartName="/ppt/slideLayouts/slideLayout195.xml"/>
  <Override ContentType="application/vnd.openxmlformats-officedocument.presentationml.slideLayout+xml" PartName="/ppt/slideLayouts/slideLayout288.xml"/>
  <Override ContentType="application/vnd.openxmlformats-officedocument.presentationml.slideLayout+xml" PartName="/ppt/slideLayouts/slideLayout245.xml"/>
  <Override ContentType="application/vnd.openxmlformats-officedocument.presentationml.slideLayout+xml" PartName="/ppt/slideLayouts/slideLayout85.xml"/>
  <Override ContentType="application/vnd.openxmlformats-officedocument.presentationml.slideLayout+xml" PartName="/ppt/slideLayouts/slideLayout202.xml"/>
  <Override ContentType="application/vnd.openxmlformats-officedocument.presentationml.slideLayout+xml" PartName="/ppt/slideLayouts/slideLayout177.xml"/>
  <Override ContentType="application/vnd.openxmlformats-officedocument.presentationml.slideLayout+xml" PartName="/ppt/slideLayouts/slideLayout79.xml"/>
  <Override ContentType="application/vnd.openxmlformats-officedocument.presentationml.slideLayout+xml" PartName="/ppt/slideLayouts/slideLayout134.xml"/>
  <Override ContentType="application/vnd.openxmlformats-officedocument.presentationml.slideLayout+xml" PartName="/ppt/slideLayouts/slideLayout36.xml"/>
  <Override ContentType="application/vnd.openxmlformats-officedocument.presentationml.slideLayout+xml" PartName="/ppt/slideLayouts/slideLayout231.xml"/>
  <Override ContentType="application/vnd.openxmlformats-officedocument.presentationml.slideLayout+xml" PartName="/ppt/slideLayouts/slideLayout274.xml"/>
  <Override ContentType="application/vnd.openxmlformats-officedocument.presentationml.slideLayout+xml" PartName="/ppt/slideLayouts/slideLayout273.xml"/>
  <Override ContentType="application/vnd.openxmlformats-officedocument.presentationml.slideLayout+xml" PartName="/ppt/slideLayouts/slideLayout184.xml"/>
  <Override ContentType="application/vnd.openxmlformats-officedocument.presentationml.slideLayout+xml" PartName="/ppt/slideLayouts/slideLayout230.xml"/>
  <Override ContentType="application/vnd.openxmlformats-officedocument.presentationml.slideLayout+xml" PartName="/ppt/slideLayouts/slideLayout141.xml"/>
  <Override ContentType="application/vnd.openxmlformats-officedocument.presentationml.slideLayout+xml" PartName="/ppt/slideLayouts/slideLayout239.xml"/>
  <Override ContentType="application/vnd.openxmlformats-officedocument.presentationml.slideLayout+xml" PartName="/ppt/slideLayouts/slideLayout7.xml"/>
  <Override ContentType="application/vnd.openxmlformats-officedocument.presentationml.slideLayout+xml" PartName="/ppt/slideLayouts/slideLayout167.xml"/>
  <Override ContentType="application/vnd.openxmlformats-officedocument.presentationml.slideLayout+xml" PartName="/ppt/slideLayouts/slideLayout107.xml"/>
  <Override ContentType="application/vnd.openxmlformats-officedocument.presentationml.slideLayout+xml" PartName="/ppt/slideLayouts/slideLayout299.xml"/>
  <Override ContentType="application/vnd.openxmlformats-officedocument.presentationml.slideLayout+xml" PartName="/ppt/slideLayouts/slideLayout256.xml"/>
  <Override ContentType="application/vnd.openxmlformats-officedocument.presentationml.slideLayout+xml" PartName="/ppt/slideLayouts/slideLayout124.xml"/>
  <Override ContentType="application/vnd.openxmlformats-officedocument.presentationml.slideLayout+xml" PartName="/ppt/slideLayouts/slideLayout21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220.xml"/>
  <Override ContentType="application/vnd.openxmlformats-officedocument.presentationml.slideLayout+xml" PartName="/ppt/slideLayouts/slideLayout263.xml"/>
  <Override ContentType="application/vnd.openxmlformats-officedocument.presentationml.slideLayout+xml" PartName="/ppt/slideLayouts/slideLayout68.xml"/>
  <Override ContentType="application/vnd.openxmlformats-officedocument.presentationml.slideLayout+xml" PartName="/ppt/slideLayouts/slideLayout203.xml"/>
  <Override ContentType="application/vnd.openxmlformats-officedocument.presentationml.slideLayout+xml" PartName="/ppt/slideLayouts/slideLayout246.xml"/>
  <Override ContentType="application/vnd.openxmlformats-officedocument.presentationml.slideLayout+xml" PartName="/ppt/slideLayouts/slideLayout290.xml"/>
  <Override ContentType="application/vnd.openxmlformats-officedocument.presentationml.slideLayout+xml" PartName="/ppt/slideLayouts/slideLayout229.xml"/>
  <Override ContentType="application/vnd.openxmlformats-officedocument.presentationml.slideLayout+xml" PartName="/ppt/slideLayouts/slideLayout190.xml"/>
  <Override ContentType="application/vnd.openxmlformats-officedocument.presentationml.slideLayout+xml" PartName="/ppt/slideLayouts/slideLayout224.xml"/>
  <Override ContentType="application/vnd.openxmlformats-officedocument.presentationml.slideLayout+xml" PartName="/ppt/slideLayouts/slideLayout267.xml"/>
  <Override ContentType="application/vnd.openxmlformats-officedocument.presentationml.slideLayout+xml" PartName="/ppt/slideLayouts/slideLayout284.xml"/>
  <Override ContentType="application/vnd.openxmlformats-officedocument.presentationml.slideLayout+xml" PartName="/ppt/slideLayouts/slideLayout207.xml"/>
  <Override ContentType="application/vnd.openxmlformats-officedocument.presentationml.slideLayout+xml" PartName="/ppt/slideLayouts/slideLayout130.xml"/>
  <Override ContentType="application/vnd.openxmlformats-officedocument.presentationml.slideLayout+xml" PartName="/ppt/slideLayouts/slideLayout113.xml"/>
  <Override ContentType="application/vnd.openxmlformats-officedocument.presentationml.slideLayout+xml" PartName="/ppt/slideLayouts/slideLayout57.xml"/>
  <Override ContentType="application/vnd.openxmlformats-officedocument.presentationml.slideLayout+xml" PartName="/ppt/slideLayouts/slideLayout241.xml"/>
  <Override ContentType="application/vnd.openxmlformats-officedocument.presentationml.slideLayout+xml" PartName="/ppt/slideLayouts/slideLayout31.xml"/>
  <Override ContentType="application/vnd.openxmlformats-officedocument.presentationml.slideLayout+xml" PartName="/ppt/slideLayouts/slideLayout80.xml"/>
  <Override ContentType="application/vnd.openxmlformats-officedocument.presentationml.slideLayout+xml" PartName="/ppt/slideLayouts/slideLayout139.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303.xml"/>
  <Override ContentType="application/vnd.openxmlformats-officedocument.presentationml.slideLayout+xml" PartName="/ppt/slideLayouts/slideLayout156.xml"/>
  <Override ContentType="application/vnd.openxmlformats-officedocument.presentationml.slideLayout+xml" PartName="/ppt/slideLayouts/slideLayout199.xml"/>
  <Override ContentType="application/vnd.openxmlformats-officedocument.presentationml.slideLayout+xml" PartName="/ppt/slideLayouts/slideLayout173.xml"/>
  <Override ContentType="application/vnd.openxmlformats-officedocument.presentationml.slideLayout+xml" PartName="/ppt/slideLayouts/slideLayout171.xml"/>
  <Override ContentType="application/vnd.openxmlformats-officedocument.presentationml.slideLayout+xml" PartName="/ppt/slideLayouts/slideLayout260.xml"/>
  <Override ContentType="application/vnd.openxmlformats-officedocument.presentationml.slideLayout+xml" PartName="/ppt/slideLayouts/slideLayout198.xml"/>
  <Override ContentType="application/vnd.openxmlformats-officedocument.presentationml.slideLayout+xml" PartName="/ppt/slideLayouts/slideLayout252.xml"/>
  <Override ContentType="application/vnd.openxmlformats-officedocument.presentationml.slideLayout+xml" PartName="/ppt/slideLayouts/slideLayout120.xml"/>
  <Override ContentType="application/vnd.openxmlformats-officedocument.presentationml.slideLayout+xml" PartName="/ppt/slideLayouts/slideLayout163.xml"/>
  <Override ContentType="application/vnd.openxmlformats-officedocument.presentationml.slideLayout+xml" PartName="/ppt/slideLayouts/slideLayout20.xml"/>
  <Override ContentType="application/vnd.openxmlformats-officedocument.presentationml.slideLayout+xml" PartName="/ppt/slideLayouts/slideLayout295.xml"/>
  <Override ContentType="application/vnd.openxmlformats-officedocument.presentationml.slideLayout+xml" PartName="/ppt/slideLayouts/slideLayout55.xml"/>
  <Override ContentType="application/vnd.openxmlformats-officedocument.presentationml.slideLayout+xml" PartName="/ppt/slideLayouts/slideLayout98.xml"/>
  <Override ContentType="application/vnd.openxmlformats-officedocument.presentationml.slideLayout+xml" PartName="/ppt/slideLayouts/slideLayout12.xml"/>
  <Override ContentType="application/vnd.openxmlformats-officedocument.presentationml.slideLayout+xml" PartName="/ppt/slideLayouts/slideLayout119.xml"/>
  <Override ContentType="application/vnd.openxmlformats-officedocument.presentationml.slideLayout+xml" PartName="/ppt/slideLayouts/slideLayout305.xml"/>
  <Override ContentType="application/vnd.openxmlformats-officedocument.presentationml.slideLayout+xml" PartName="/ppt/slideLayouts/slideLayout47.xml"/>
  <Override ContentType="application/vnd.openxmlformats-officedocument.presentationml.slideLayout+xml" PartName="/ppt/slideLayouts/slideLayout216.xml"/>
  <Override ContentType="application/vnd.openxmlformats-officedocument.presentationml.slideLayout+xml" PartName="/ppt/slideLayouts/slideLayout309.xml"/>
  <Override ContentType="application/vnd.openxmlformats-officedocument.presentationml.slideLayout+xml" PartName="/ppt/slideLayouts/slideLayout5.xml"/>
  <Override ContentType="application/vnd.openxmlformats-officedocument.presentationml.slideLayout+xml" PartName="/ppt/slideLayouts/slideLayout259.xml"/>
  <Override ContentType="application/vnd.openxmlformats-officedocument.presentationml.slideLayout+xml" PartName="/ppt/slideLayouts/slideLayout78.xml"/>
  <Override ContentType="application/vnd.openxmlformats-officedocument.presentationml.slideLayout+xml" PartName="/ppt/slideLayouts/slideLayout232.xml"/>
  <Override ContentType="application/vnd.openxmlformats-officedocument.presentationml.slideLayout+xml" PartName="/ppt/slideLayouts/slideLayout313.xml"/>
  <Override ContentType="application/vnd.openxmlformats-officedocument.presentationml.slideLayout+xml" PartName="/ppt/slideLayouts/slideLayout275.xml"/>
  <Override ContentType="application/vnd.openxmlformats-officedocument.presentationml.slideLayout+xml" PartName="/ppt/slideLayouts/slideLayout208.xml"/>
  <Override ContentType="application/vnd.openxmlformats-officedocument.presentationml.slideLayout+xml" PartName="/ppt/slideLayouts/slideLayout35.xml"/>
  <Override ContentType="application/vnd.openxmlformats-officedocument.presentationml.slideLayout+xml" PartName="/ppt/slideLayouts/slideLayout178.xml"/>
  <Override ContentType="application/vnd.openxmlformats-officedocument.presentationml.slideLayout+xml" PartName="/ppt/slideLayouts/slideLayout228.xml"/>
  <Override ContentType="application/vnd.openxmlformats-officedocument.presentationml.slideLayout+xml" PartName="/ppt/slideLayouts/slideLayout135.xml"/>
  <Override ContentType="application/vnd.openxmlformats-officedocument.presentationml.slideLayout+xml" PartName="/ppt/slideLayouts/slideLayout280.xml"/>
  <Override ContentType="application/vnd.openxmlformats-officedocument.presentationml.slideLayout+xml" PartName="/ppt/slideLayouts/slideLayout104.xml"/>
  <Override ContentType="application/vnd.openxmlformats-officedocument.presentationml.slideLayout+xml" PartName="/ppt/slideLayouts/slideLayout19.xml"/>
  <Override ContentType="application/vnd.openxmlformats-officedocument.presentationml.slideLayout+xml" PartName="/ppt/slideLayouts/slideLayout147.xml"/>
  <Override ContentType="application/vnd.openxmlformats-officedocument.presentationml.slideLayout+xml" PartName="/ppt/slideLayouts/slideLayout291.xml"/>
  <Override ContentType="application/vnd.openxmlformats-officedocument.presentationml.slideLayout+xml" PartName="/ppt/slideLayouts/slideLayout194.xml"/>
  <Override ContentType="application/vnd.openxmlformats-officedocument.presentationml.slideLayout+xml" PartName="/ppt/slideLayouts/slideLayout287.xml"/>
  <Override ContentType="application/vnd.openxmlformats-officedocument.presentationml.slideLayout+xml" PartName="/ppt/slideLayouts/slideLayout71.xml"/>
  <Override ContentType="application/vnd.openxmlformats-officedocument.presentationml.slideLayout+xml" PartName="/ppt/slideLayouts/slideLayout151.xml"/>
  <Override ContentType="application/vnd.openxmlformats-officedocument.presentationml.slideLayout+xml" PartName="/ppt/slideLayouts/slideLayout244.xml"/>
  <Override ContentType="application/vnd.openxmlformats-officedocument.presentationml.slideLayout+xml" PartName="/ppt/slideLayouts/slideLayout201.xml"/>
  <Override ContentType="application/vnd.openxmlformats-officedocument.presentationml.slideLayout+xml" PartName="/ppt/slideLayouts/slideLayout302.xml"/>
  <Override ContentType="application/vnd.openxmlformats-officedocument.presentationml.slideLayout+xml" PartName="/ppt/slideLayouts/slideLayout24.xml"/>
  <Override ContentType="application/vnd.openxmlformats-officedocument.presentationml.slideLayout+xml" PartName="/ppt/slideLayouts/slideLayout159.xml"/>
  <Override ContentType="application/vnd.openxmlformats-officedocument.presentationml.slideLayout+xml" PartName="/ppt/slideLayouts/slideLayout67.xml"/>
  <Override ContentType="application/vnd.openxmlformats-officedocument.presentationml.slideLayout+xml" PartName="/ppt/slideLayouts/slideLayout116.xml"/>
  <Override ContentType="application/vnd.openxmlformats-officedocument.presentationml.slideLayout+xml" PartName="/ppt/slideLayouts/slideLayout221.xml"/>
  <Override ContentType="application/vnd.openxmlformats-officedocument.presentationml.slideLayout+xml" PartName="/ppt/slideLayouts/slideLayout83.xml"/>
  <Override ContentType="application/vnd.openxmlformats-officedocument.presentationml.slideLayout+xml" PartName="/ppt/slideLayouts/slideLayout40.xml"/>
  <Override ContentType="application/vnd.openxmlformats-officedocument.presentationml.slideLayout+xml" PartName="/ppt/slideLayouts/slideLayout310.xml"/>
  <Override ContentType="application/vnd.openxmlformats-officedocument.presentationml.slideLayout+xml" PartName="/ppt/slideLayouts/slideLayout204.xml"/>
  <Override ContentType="application/vnd.openxmlformats-officedocument.presentationml.slideLayout+xml" PartName="/ppt/slideLayouts/slideLayout212.xml"/>
  <Override ContentType="application/vnd.openxmlformats-officedocument.presentationml.slideLayout+xml" PartName="/ppt/slideLayouts/slideLayout183.xml"/>
  <Override ContentType="application/vnd.openxmlformats-officedocument.presentationml.slideLayout+xml" PartName="/ppt/slideLayouts/slideLayout298.xml"/>
  <Override ContentType="application/vnd.openxmlformats-officedocument.presentationml.slideLayout+xml" PartName="/ppt/slideLayouts/slideLayout166.xml"/>
  <Override ContentType="application/vnd.openxmlformats-officedocument.presentationml.slideLayout+xml" PartName="/ppt/slideLayouts/slideLayout247.xml"/>
  <Override ContentType="application/vnd.openxmlformats-officedocument.presentationml.slideLayout+xml" PartName="/ppt/slideLayouts/slideLayout272.xml"/>
  <Override ContentType="application/vnd.openxmlformats-officedocument.presentationml.slideLayout+xml" PartName="/ppt/slideLayouts/slideLayout140.xml"/>
  <Override ContentType="application/vnd.openxmlformats-officedocument.presentationml.slideLayout+xml" PartName="/ppt/slideLayouts/slideLayout264.xml"/>
  <Override ContentType="application/vnd.openxmlformats-officedocument.presentationml.slideLayout+xml" PartName="/ppt/slideLayouts/slideLayout90.xml"/>
  <Override ContentType="application/vnd.openxmlformats-officedocument.presentationml.slideLayout+xml" PartName="/ppt/slideLayouts/slideLayout123.xml"/>
  <Override ContentType="application/vnd.openxmlformats-officedocument.presentationml.slideLayout+xml" PartName="/ppt/slideLayouts/slideLayout86.xml"/>
  <Override ContentType="application/vnd.openxmlformats-officedocument.presentationml.slideLayout+xml" PartName="/ppt/slideLayouts/slideLayout255.xml"/>
  <Override ContentType="application/vnd.openxmlformats-officedocument.presentationml.slideLayout+xml" PartName="/ppt/slideLayouts/slideLayout127.xml"/>
  <Override ContentType="application/vnd.openxmlformats-officedocument.presentationml.slideLayout+xml" PartName="/ppt/slideLayouts/slideLayout43.xml"/>
  <Override ContentType="application/vnd.openxmlformats-officedocument.presentationml.slideLayout+xml" PartName="/ppt/slideLayouts/slideLayout51.xml"/>
  <Override ContentType="application/vnd.openxmlformats-officedocument.presentationml.slideLayout+xml" PartName="/ppt/slideLayouts/slideLayout94.xml"/>
  <Override ContentType="application/vnd.openxmlformats-officedocument.presentationml.slideLayout+xml" PartName="/ppt/slideLayouts/slideLayout1.xml"/>
  <Override ContentType="application/vnd.openxmlformats-officedocument.presentationml.slideLayout+xml" PartName="/ppt/slideLayouts/slideLayout174.xml"/>
  <Override ContentType="application/vnd.openxmlformats-officedocument.presentationml.slideLayout+xml" PartName="/ppt/slideLayouts/slideLayout39.xml"/>
  <Override ContentType="application/vnd.openxmlformats-officedocument.presentationml.slideLayout+xml" PartName="/ppt/slideLayouts/slideLayout144.xml"/>
  <Override ContentType="application/vnd.openxmlformats-officedocument.presentationml.slideLayout+xml" PartName="/ppt/slideLayouts/slideLayout317.xml"/>
  <Override ContentType="application/vnd.openxmlformats-officedocument.presentationml.slideLayout+xml" PartName="/ppt/slideLayouts/slideLayout131.xml"/>
  <Override ContentType="application/vnd.openxmlformats-officedocument.presentationml.slideLayout+xml" PartName="/ppt/slideLayouts/slideLayout187.xml"/>
  <Override ContentType="application/vnd.openxmlformats-officedocument.presentationml.slideLayout+xml" PartName="/ppt/slideLayouts/slideLayout236.xml"/>
  <Override ContentType="application/vnd.openxmlformats-officedocument.presentationml.slideLayout+xml" PartName="/ppt/slideLayouts/slideLayout191.xml"/>
  <Override ContentType="application/vnd.openxmlformats-officedocument.presentationml.slideLayout+xml" PartName="/ppt/slideLayouts/slideLayout279.xml"/>
  <Override ContentType="application/vnd.openxmlformats-officedocument.presentationml.slideLayout+xml" PartName="/ppt/slideLayouts/slideLayout28.xml"/>
  <Override ContentType="application/vnd.openxmlformats-officedocument.presentationml.slideLayout+xml" PartName="/ppt/slideLayouts/slideLayout155.xml"/>
  <Override ContentType="application/vnd.openxmlformats-officedocument.presentationml.slideLayout+xml" PartName="/ppt/slideLayouts/slideLayout58.xml"/>
  <Override ContentType="application/vnd.openxmlformats-officedocument.presentationml.slideLayout+xml" PartName="/ppt/slideLayouts/slideLayout240.xml"/>
  <Override ContentType="application/vnd.openxmlformats-officedocument.presentationml.slideLayout+xml" PartName="/ppt/slideLayouts/slideLayout15.xml"/>
  <Override ContentType="application/vnd.openxmlformats-officedocument.presentationml.slideLayout+xml" PartName="/ppt/slideLayouts/slideLayout283.xml"/>
  <Override ContentType="application/vnd.openxmlformats-officedocument.presentationml.slideLayout+xml" PartName="/ppt/slideLayouts/slideLayout112.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108.xml"/>
  <Override ContentType="application/vnd.openxmlformats-officedocument.presentationml.slideLayout+xml" PartName="/ppt/slideLayouts/slideLayout138.xml"/>
  <Override ContentType="application/vnd.openxmlformats-officedocument.presentationml.slideLayout+xml" PartName="/ppt/slideLayouts/slideLayout32.xml"/>
  <Override ContentType="application/vnd.openxmlformats-officedocument.presentationml.slideLayout+xml" PartName="/ppt/slideLayouts/slideLayout200.xml"/>
  <Override ContentType="application/vnd.openxmlformats-officedocument.presentationml.slideLayout+xml" PartName="/ppt/slideLayouts/slideLayout243.xml"/>
  <Override ContentType="application/vnd.openxmlformats-officedocument.presentationml.slideLayout+xml" PartName="/ppt/slideLayouts/slideLayout97.xml"/>
  <Override ContentType="application/vnd.openxmlformats-officedocument.presentationml.slideLayout+xml" PartName="/ppt/slideLayouts/slideLayout111.xml"/>
  <Override ContentType="application/vnd.openxmlformats-officedocument.presentationml.slideLayout+xml" PartName="/ppt/slideLayouts/slideLayout286.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154.xml"/>
  <Override ContentType="application/vnd.openxmlformats-officedocument.presentationml.slideLayout+xml" PartName="/ppt/slideLayouts/slideLayout197.xml"/>
  <Override ContentType="application/vnd.openxmlformats-officedocument.presentationml.slideLayout+xml" PartName="/ppt/slideLayouts/slideLayout306.xml"/>
  <Override ContentType="application/vnd.openxmlformats-officedocument.presentationml.slideLayout+xml" PartName="/ppt/slideLayouts/slideLayout38.xml"/>
  <Override ContentType="application/vnd.openxmlformats-officedocument.presentationml.slideLayout+xml" PartName="/ppt/slideLayouts/slideLayout170.xml"/>
  <Override ContentType="application/vnd.openxmlformats-officedocument.presentationml.slideLayout+xml" PartName="/ppt/slideLayouts/slideLayout101.xml"/>
  <Override ContentType="application/vnd.openxmlformats-officedocument.presentationml.slideLayout+xml" PartName="/ppt/slideLayouts/slideLayout233.xml"/>
  <Override ContentType="application/vnd.openxmlformats-officedocument.presentationml.slideLayout+xml" PartName="/ppt/slideLayouts/slideLayout179.xml"/>
  <Override ContentType="application/vnd.openxmlformats-officedocument.presentationml.slideLayout+xml" PartName="/ppt/slideLayouts/slideLayout60.xml"/>
  <Override ContentType="application/vnd.openxmlformats-officedocument.presentationml.slideLayout+xml" PartName="/ppt/slideLayouts/slideLayout136.xml"/>
  <Override ContentType="application/vnd.openxmlformats-officedocument.presentationml.slideLayout+xml" PartName="/ppt/slideLayouts/slideLayout292.xml"/>
  <Override ContentType="application/vnd.openxmlformats-officedocument.presentationml.slideLayout+xml" PartName="/ppt/slideLayouts/slideLayout105.xml"/>
  <Override ContentType="application/vnd.openxmlformats-officedocument.presentationml.slideLayout+xml" PartName="/ppt/slideLayouts/slideLayout182.xml"/>
  <Override ContentType="application/vnd.openxmlformats-officedocument.presentationml.slideLayout+xml" PartName="/ppt/slideLayouts/slideLayout215.xml"/>
  <Override ContentType="application/vnd.openxmlformats-officedocument.presentationml.slideLayout+xml" PartName="/ppt/slideLayouts/slideLayout276.xml"/>
  <Override ContentType="application/vnd.openxmlformats-officedocument.presentationml.slideLayout+xml" PartName="/ppt/slideLayouts/slideLayout258.xml"/>
  <Override ContentType="application/vnd.openxmlformats-officedocument.presentationml.slideLayout+xml" PartName="/ppt/slideLayouts/slideLayout148.xml"/>
  <Override ContentType="application/vnd.openxmlformats-officedocument.presentationml.slideLayout+xml" PartName="/ppt/slideLayouts/slideLayout48.xml"/>
  <Override ContentType="application/vnd.openxmlformats-officedocument.presentationml.slideLayout+xml" PartName="/ppt/slideLayouts/slideLayout72.xml"/>
  <Override ContentType="application/vnd.openxmlformats-officedocument.presentationml.slideLayout+xml" PartName="/ppt/slideLayouts/slideLayout261.xml"/>
  <Override ContentType="application/vnd.openxmlformats-officedocument.presentationml.slideLayout+xml" PartName="/ppt/slideLayouts/slideLayout164.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312.xml"/>
  <Override ContentType="application/vnd.openxmlformats-officedocument.presentationml.slideLayout+xml" PartName="/ppt/slideLayouts/slideLayout209.xml"/>
  <Override ContentType="application/vnd.openxmlformats-officedocument.presentationml.slideLayout+xml" PartName="/ppt/slideLayouts/slideLayout227.xml"/>
  <Override ContentType="application/vnd.openxmlformats-officedocument.presentationml.slideLayout+xml" PartName="/ppt/slideLayouts/slideLayout23.xml"/>
  <Override ContentType="application/vnd.openxmlformats-officedocument.presentationml.slideLayout+xml" PartName="/ppt/slideLayouts/slideLayout121.xml"/>
  <Override ContentType="application/vnd.openxmlformats-officedocument.presentationml.slideLayout+xml" PartName="/ppt/slideLayouts/slideLayout248.xml"/>
  <Override ContentType="application/vnd.openxmlformats-officedocument.presentationml.slideLayout+xml" PartName="/ppt/slideLayouts/slideLayout205.xml"/>
  <Override ContentType="application/vnd.openxmlformats-officedocument.presentationml.slideLayout+xml" PartName="/ppt/slideLayouts/slideLayout222.xml"/>
  <Override ContentType="application/vnd.openxmlformats-officedocument.presentationml.slideLayout+xml" PartName="/ppt/slideLayouts/slideLayout282.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265.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109.xml"/>
  <Override ContentType="application/vnd.openxmlformats-officedocument.presentationml.slideLayout+xml" PartName="/ppt/slideLayouts/slideLayout158.xml"/>
  <Override ContentType="application/vnd.openxmlformats-officedocument.presentationml.slideLayout+xml" PartName="/ppt/slideLayouts/slideLayout115.xml"/>
  <Override ContentType="application/vnd.openxmlformats-officedocument.presentationml.slideLayout+xml" PartName="/ppt/slideLayouts/slideLayout301.xml"/>
  <Override ContentType="application/vnd.openxmlformats-officedocument.presentationml.slideLayout+xml" PartName="/ppt/slideLayouts/slideLayout192.xml"/>
  <Override ContentType="application/vnd.openxmlformats-officedocument.presentationml.slideLayout+xml" PartName="/ppt/slideLayouts/slideLayout82.xml"/>
  <Override ContentType="application/vnd.openxmlformats-officedocument.presentationml.slideLayout+xml" PartName="/ppt/slideLayouts/slideLayout132.xml"/>
  <Override ContentType="application/vnd.openxmlformats-officedocument.presentationml.slideLayout+xml" PartName="/ppt/slideLayouts/slideLayout175.xml"/>
  <Override ContentType="application/vnd.openxmlformats-officedocument.presentationml.slideLayout+xml" PartName="/ppt/slideLayouts/slideLayout297.xml"/>
  <Override ContentType="application/vnd.openxmlformats-officedocument.presentationml.slideLayout+xml" PartName="/ppt/slideLayouts/slideLayout211.xml"/>
  <Override ContentType="application/vnd.openxmlformats-officedocument.presentationml.slideLayout+xml" PartName="/ppt/slideLayouts/slideLayout100.xml"/>
  <Override ContentType="application/vnd.openxmlformats-officedocument.presentationml.slideLayout+xml" PartName="/ppt/slideLayouts/slideLayout237.xml"/>
  <Override ContentType="application/vnd.openxmlformats-officedocument.presentationml.slideLayout+xml" PartName="/ppt/slideLayouts/slideLayout143.xml"/>
  <Override ContentType="application/vnd.openxmlformats-officedocument.presentationml.slideLayout+xml" PartName="/ppt/slideLayouts/slideLayout271.xml"/>
  <Override ContentType="application/vnd.openxmlformats-officedocument.presentationml.slideLayout+xml" PartName="/ppt/slideLayouts/slideLayout126.xml"/>
  <Override ContentType="application/vnd.openxmlformats-officedocument.presentationml.slideLayout+xml" PartName="/ppt/slideLayouts/slideLayout87.xml"/>
  <Override ContentType="application/vnd.openxmlformats-officedocument.presentationml.slideLayout+xml" PartName="/ppt/slideLayouts/slideLayout254.xml"/>
  <Override ContentType="application/vnd.openxmlformats-officedocument.presentationml.slideLayout+xml" PartName="/ppt/slideLayouts/slideLayout9.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69.xml"/>
  <Override ContentType="application/vnd.openxmlformats-officedocument.presentationml.slideLayout+xml" PartName="/ppt/slideLayouts/slideLayout93.xml"/>
  <Override ContentType="application/vnd.openxmlformats-officedocument.presentationml.slideLayout+xml" PartName="/ppt/slideLayouts/slideLayout316.xml"/>
  <Override ContentType="application/vnd.openxmlformats-officedocument.presentationml.slideLayout+xml" PartName="/ppt/slideLayouts/slideLayout27.xml"/>
  <Override ContentType="application/vnd.openxmlformats-officedocument.presentationml.slideLayout+xml" PartName="/ppt/slideLayouts/slideLayout186.xml"/>
  <Override ContentType="application/vnd.openxmlformats-officedocument.presentationml.slideLayout+xml" PartName="/ppt/slideLayouts/slideLayout160.xml"/>
  <Override ContentType="application/vnd.openxmlformats-officedocument.presentationml.slideMaster+xml" PartName="/ppt/slideMasters/slideMaster8.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9.xml"/>
  <Override ContentType="application/vnd.openxmlformats-officedocument.presentationml.slideMaster+xml" PartName="/ppt/slideMasters/slideMaster10.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Master+xml" PartName="/ppt/slideMasters/slideMaster7.xml"/>
  <Override ContentType="application/vnd.openxmlformats-officedocument.presentationml.slideMaster+xml" PartName="/ppt/slideMasters/slideMaster6.xml"/>
  <Override ContentType="application/vnd.openxmlformats-officedocument.presentationml.slideMaster+xml" PartName="/ppt/slideMasters/slideMaster5.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7.xml"/>
  <Override ContentType="application/vnd.openxmlformats-officedocument.theme+xml" PartName="/ppt/theme/theme6.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11.xml"/>
  <Override ContentType="application/vnd.openxmlformats-officedocument.theme+xml" PartName="/ppt/theme/theme5.xml"/>
  <Override ContentType="application/vnd.openxmlformats-officedocument.theme+xml" PartName="/ppt/theme/theme8.xml"/>
  <Override ContentType="application/vnd.openxmlformats-officedocument.theme+xml" PartName="/ppt/theme/theme10.xml"/>
  <Override ContentType="application/vnd.openxmlformats-officedocument.theme+xml" PartName="/ppt/theme/theme9.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965" r:id="rId5"/>
    <p:sldMasterId id="2147483966" r:id="rId6"/>
    <p:sldMasterId id="2147483967" r:id="rId7"/>
    <p:sldMasterId id="2147483968" r:id="rId8"/>
    <p:sldMasterId id="2147483969" r:id="rId9"/>
    <p:sldMasterId id="2147483970" r:id="rId10"/>
    <p:sldMasterId id="2147483971" r:id="rId11"/>
    <p:sldMasterId id="2147483972" r:id="rId12"/>
    <p:sldMasterId id="2147483973" r:id="rId13"/>
    <p:sldMasterId id="2147483974" r:id="rId14"/>
  </p:sldMasterIdLst>
  <p:notesMasterIdLst>
    <p:notesMasterId r:id="rId15"/>
  </p:notesMasterIdLst>
  <p:sldIdLst>
    <p:sldId id="256" r:id="rId16"/>
    <p:sldId id="257" r:id="rId17"/>
    <p:sldId id="258" r:id="rId18"/>
    <p:sldId id="259" r:id="rId19"/>
    <p:sldId id="260" r:id="rId20"/>
    <p:sldId id="261" r:id="rId21"/>
    <p:sldId id="262" r:id="rId22"/>
    <p:sldId id="263" r:id="rId23"/>
    <p:sldId id="264" r:id="rId24"/>
    <p:sldId id="265" r:id="rId25"/>
    <p:sldId id="266" r:id="rId26"/>
    <p:sldId id="267" r:id="rId27"/>
    <p:sldId id="268" r:id="rId28"/>
    <p:sldId id="269" r:id="rId29"/>
    <p:sldId id="270" r:id="rId30"/>
    <p:sldId id="271" r:id="rId31"/>
    <p:sldId id="272" r:id="rId32"/>
    <p:sldId id="273" r:id="rId33"/>
    <p:sldId id="274" r:id="rId34"/>
    <p:sldId id="275" r:id="rId35"/>
    <p:sldId id="276" r:id="rId36"/>
    <p:sldId id="277" r:id="rId37"/>
    <p:sldId id="278" r:id="rId38"/>
    <p:sldId id="279" r:id="rId39"/>
    <p:sldId id="280" r:id="rId40"/>
    <p:sldId id="281" r:id="rId41"/>
    <p:sldId id="282" r:id="rId42"/>
    <p:sldId id="283" r:id="rId43"/>
    <p:sldId id="284" r:id="rId44"/>
    <p:sldId id="285" r:id="rId45"/>
    <p:sldId id="286" r:id="rId46"/>
    <p:sldId id="287" r:id="rId47"/>
    <p:sldId id="288" r:id="rId48"/>
    <p:sldId id="289" r:id="rId49"/>
  </p:sldIdLst>
  <p:sldSz cy="5143500" cx="9144000"/>
  <p:notesSz cx="6858000" cy="9144000"/>
  <p:embeddedFontLst>
    <p:embeddedFont>
      <p:font typeface="Lato"/>
      <p:regular r:id="rId50"/>
      <p:bold r:id="rId51"/>
      <p:italic r:id="rId52"/>
      <p:boldItalic r:id="rId53"/>
    </p:embeddedFont>
    <p:embeddedFont>
      <p:font typeface="Barlow"/>
      <p:regular r:id="rId54"/>
      <p:bold r:id="rId55"/>
      <p:italic r:id="rId56"/>
      <p:boldItalic r:id="rId5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8E34481-02A7-41A2-80F5-0ABD368C6211}">
  <a:tblStyle styleId="{68E34481-02A7-41A2-80F5-0ABD368C6211}"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25.xml"/><Relationship Id="rId42" Type="http://schemas.openxmlformats.org/officeDocument/2006/relationships/slide" Target="slides/slide27.xml"/><Relationship Id="rId41" Type="http://schemas.openxmlformats.org/officeDocument/2006/relationships/slide" Target="slides/slide26.xml"/><Relationship Id="rId44" Type="http://schemas.openxmlformats.org/officeDocument/2006/relationships/slide" Target="slides/slide29.xml"/><Relationship Id="rId43" Type="http://schemas.openxmlformats.org/officeDocument/2006/relationships/slide" Target="slides/slide28.xml"/><Relationship Id="rId46" Type="http://schemas.openxmlformats.org/officeDocument/2006/relationships/slide" Target="slides/slide31.xml"/><Relationship Id="rId45" Type="http://schemas.openxmlformats.org/officeDocument/2006/relationships/slide" Target="slides/slide3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Master" Target="slideMasters/slideMaster5.xml"/><Relationship Id="rId48" Type="http://schemas.openxmlformats.org/officeDocument/2006/relationships/slide" Target="slides/slide33.xml"/><Relationship Id="rId47" Type="http://schemas.openxmlformats.org/officeDocument/2006/relationships/slide" Target="slides/slide32.xml"/><Relationship Id="rId49" Type="http://schemas.openxmlformats.org/officeDocument/2006/relationships/slide" Target="slides/slide34.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slideMaster" Target="slideMasters/slideMaster4.xml"/><Relationship Id="rId31" Type="http://schemas.openxmlformats.org/officeDocument/2006/relationships/slide" Target="slides/slide16.xml"/><Relationship Id="rId30" Type="http://schemas.openxmlformats.org/officeDocument/2006/relationships/slide" Target="slides/slide15.xml"/><Relationship Id="rId33" Type="http://schemas.openxmlformats.org/officeDocument/2006/relationships/slide" Target="slides/slide18.xml"/><Relationship Id="rId32" Type="http://schemas.openxmlformats.org/officeDocument/2006/relationships/slide" Target="slides/slide17.xml"/><Relationship Id="rId35" Type="http://schemas.openxmlformats.org/officeDocument/2006/relationships/slide" Target="slides/slide20.xml"/><Relationship Id="rId34" Type="http://schemas.openxmlformats.org/officeDocument/2006/relationships/slide" Target="slides/slide19.xml"/><Relationship Id="rId37" Type="http://schemas.openxmlformats.org/officeDocument/2006/relationships/slide" Target="slides/slide22.xml"/><Relationship Id="rId36" Type="http://schemas.openxmlformats.org/officeDocument/2006/relationships/slide" Target="slides/slide21.xml"/><Relationship Id="rId39" Type="http://schemas.openxmlformats.org/officeDocument/2006/relationships/slide" Target="slides/slide24.xml"/><Relationship Id="rId38" Type="http://schemas.openxmlformats.org/officeDocument/2006/relationships/slide" Target="slides/slide23.xml"/><Relationship Id="rId20" Type="http://schemas.openxmlformats.org/officeDocument/2006/relationships/slide" Target="slides/slide5.xml"/><Relationship Id="rId22" Type="http://schemas.openxmlformats.org/officeDocument/2006/relationships/slide" Target="slides/slide7.xml"/><Relationship Id="rId21" Type="http://schemas.openxmlformats.org/officeDocument/2006/relationships/slide" Target="slides/slide6.xml"/><Relationship Id="rId24" Type="http://schemas.openxmlformats.org/officeDocument/2006/relationships/slide" Target="slides/slide9.xml"/><Relationship Id="rId23" Type="http://schemas.openxmlformats.org/officeDocument/2006/relationships/slide" Target="slides/slide8.xml"/><Relationship Id="rId26" Type="http://schemas.openxmlformats.org/officeDocument/2006/relationships/slide" Target="slides/slide11.xml"/><Relationship Id="rId25" Type="http://schemas.openxmlformats.org/officeDocument/2006/relationships/slide" Target="slides/slide10.xml"/><Relationship Id="rId28" Type="http://schemas.openxmlformats.org/officeDocument/2006/relationships/slide" Target="slides/slide13.xml"/><Relationship Id="rId27" Type="http://schemas.openxmlformats.org/officeDocument/2006/relationships/slide" Target="slides/slide12.xml"/><Relationship Id="rId29" Type="http://schemas.openxmlformats.org/officeDocument/2006/relationships/slide" Target="slides/slide14.xml"/><Relationship Id="rId51" Type="http://schemas.openxmlformats.org/officeDocument/2006/relationships/font" Target="fonts/Lato-bold.fntdata"/><Relationship Id="rId50" Type="http://schemas.openxmlformats.org/officeDocument/2006/relationships/font" Target="fonts/Lato-regular.fntdata"/><Relationship Id="rId53" Type="http://schemas.openxmlformats.org/officeDocument/2006/relationships/font" Target="fonts/Lato-boldItalic.fntdata"/><Relationship Id="rId52" Type="http://schemas.openxmlformats.org/officeDocument/2006/relationships/font" Target="fonts/Lato-italic.fntdata"/><Relationship Id="rId11" Type="http://schemas.openxmlformats.org/officeDocument/2006/relationships/slideMaster" Target="slideMasters/slideMaster7.xml"/><Relationship Id="rId55" Type="http://schemas.openxmlformats.org/officeDocument/2006/relationships/font" Target="fonts/Barlow-bold.fntdata"/><Relationship Id="rId10" Type="http://schemas.openxmlformats.org/officeDocument/2006/relationships/slideMaster" Target="slideMasters/slideMaster6.xml"/><Relationship Id="rId54" Type="http://schemas.openxmlformats.org/officeDocument/2006/relationships/font" Target="fonts/Barlow-regular.fntdata"/><Relationship Id="rId13" Type="http://schemas.openxmlformats.org/officeDocument/2006/relationships/slideMaster" Target="slideMasters/slideMaster9.xml"/><Relationship Id="rId57" Type="http://schemas.openxmlformats.org/officeDocument/2006/relationships/font" Target="fonts/Barlow-boldItalic.fntdata"/><Relationship Id="rId12" Type="http://schemas.openxmlformats.org/officeDocument/2006/relationships/slideMaster" Target="slideMasters/slideMaster8.xml"/><Relationship Id="rId56" Type="http://schemas.openxmlformats.org/officeDocument/2006/relationships/font" Target="fonts/Barlow-italic.fntdata"/><Relationship Id="rId15" Type="http://schemas.openxmlformats.org/officeDocument/2006/relationships/notesMaster" Target="notesMasters/notesMaster1.xml"/><Relationship Id="rId14" Type="http://schemas.openxmlformats.org/officeDocument/2006/relationships/slideMaster" Target="slideMasters/slideMaster10.xml"/><Relationship Id="rId17" Type="http://schemas.openxmlformats.org/officeDocument/2006/relationships/slide" Target="slides/slide2.xml"/><Relationship Id="rId16" Type="http://schemas.openxmlformats.org/officeDocument/2006/relationships/slide" Target="slides/slide1.xml"/><Relationship Id="rId19" Type="http://schemas.openxmlformats.org/officeDocument/2006/relationships/slide" Target="slides/slide4.xml"/><Relationship Id="rId1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85" name="Shape 8285"/>
        <p:cNvGrpSpPr/>
        <p:nvPr/>
      </p:nvGrpSpPr>
      <p:grpSpPr>
        <a:xfrm>
          <a:off x="0" y="0"/>
          <a:ext cx="0" cy="0"/>
          <a:chOff x="0" y="0"/>
          <a:chExt cx="0" cy="0"/>
        </a:xfrm>
      </p:grpSpPr>
      <p:sp>
        <p:nvSpPr>
          <p:cNvPr id="8286" name="Google Shape;8286;g3d876b8e9e6_2_1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87" name="Google Shape;8287;g3d876b8e9e6_2_1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84" name="Shape 8384"/>
        <p:cNvGrpSpPr/>
        <p:nvPr/>
      </p:nvGrpSpPr>
      <p:grpSpPr>
        <a:xfrm>
          <a:off x="0" y="0"/>
          <a:ext cx="0" cy="0"/>
          <a:chOff x="0" y="0"/>
          <a:chExt cx="0" cy="0"/>
        </a:xfrm>
      </p:grpSpPr>
      <p:sp>
        <p:nvSpPr>
          <p:cNvPr id="8385" name="Google Shape;8385;g3d876b8e9e6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86" name="Google Shape;8386;g3d876b8e9e6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200"/>
          </a:p>
          <a:p>
            <a:pPr indent="-317500" lvl="0" marL="457200" rtl="0" algn="l">
              <a:spcBef>
                <a:spcPts val="0"/>
              </a:spcBef>
              <a:spcAft>
                <a:spcPts val="0"/>
              </a:spcAft>
              <a:buSzPts val="1400"/>
              <a:buChar char="●"/>
            </a:pPr>
            <a:r>
              <a:rPr lang="en-CA" sz="1400"/>
              <a:t>B</a:t>
            </a:r>
            <a:r>
              <a:rPr lang="en-CA" sz="1400"/>
              <a:t>c symptoms worsen over the years, an early diagnosis can be incrediblt helpful in managig symptions and slowing progresson </a:t>
            </a:r>
            <a:endParaRPr sz="1400"/>
          </a:p>
          <a:p>
            <a:pPr indent="-317500" lvl="0" marL="457200" rtl="0" algn="l">
              <a:spcBef>
                <a:spcPts val="0"/>
              </a:spcBef>
              <a:spcAft>
                <a:spcPts val="0"/>
              </a:spcAft>
              <a:buSzPts val="1400"/>
              <a:buChar char="●"/>
            </a:pPr>
            <a:r>
              <a:rPr lang="en-CA" sz="1400"/>
              <a:t>Behavioral changes: confusion, personality changes</a:t>
            </a:r>
            <a:endParaRPr sz="1400"/>
          </a:p>
          <a:p>
            <a:pPr indent="-317500" lvl="0" marL="457200" rtl="0" algn="l">
              <a:spcBef>
                <a:spcPts val="0"/>
              </a:spcBef>
              <a:spcAft>
                <a:spcPts val="0"/>
              </a:spcAft>
              <a:buSzPts val="1400"/>
              <a:buChar char="●"/>
            </a:pPr>
            <a:r>
              <a:rPr lang="en-CA" sz="1400"/>
              <a:t>Lifestyle: heart health, blood pressure</a:t>
            </a:r>
            <a:endParaRPr sz="1400"/>
          </a:p>
          <a:p>
            <a:pPr indent="-317500" lvl="0" marL="457200" rtl="0" algn="l">
              <a:spcBef>
                <a:spcPts val="0"/>
              </a:spcBef>
              <a:spcAft>
                <a:spcPts val="0"/>
              </a:spcAft>
              <a:buClr>
                <a:schemeClr val="dk1"/>
              </a:buClr>
              <a:buSzPts val="1400"/>
              <a:buChar char="-"/>
            </a:pPr>
            <a:r>
              <a:rPr lang="en-CA" sz="1400">
                <a:solidFill>
                  <a:schemeClr val="dk1"/>
                </a:solidFill>
              </a:rPr>
              <a:t>This can be helpful bc a clinician cant necessarily consider all these factors, but a trained classifier would be able to screen patients and identify at risk individuals at an earlier stage</a:t>
            </a:r>
            <a:endParaRPr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21" name="Shape 8421"/>
        <p:cNvGrpSpPr/>
        <p:nvPr/>
      </p:nvGrpSpPr>
      <p:grpSpPr>
        <a:xfrm>
          <a:off x="0" y="0"/>
          <a:ext cx="0" cy="0"/>
          <a:chOff x="0" y="0"/>
          <a:chExt cx="0" cy="0"/>
        </a:xfrm>
      </p:grpSpPr>
      <p:sp>
        <p:nvSpPr>
          <p:cNvPr id="8422" name="Google Shape;8422;g3d876b8e9e6_2_3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23" name="Google Shape;8423;g3d876b8e9e6_2_3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CA" sz="1400"/>
              <a:t>building a classifier to identify alzheimer’s patients </a:t>
            </a:r>
            <a:endParaRPr sz="1400"/>
          </a:p>
          <a:p>
            <a:pPr indent="0" lvl="0" marL="0" rtl="0" algn="l">
              <a:spcBef>
                <a:spcPts val="0"/>
              </a:spcBef>
              <a:spcAft>
                <a:spcPts val="0"/>
              </a:spcAft>
              <a:buNone/>
            </a:pPr>
            <a:r>
              <a:rPr lang="en-CA" sz="1400"/>
              <a:t>Focus on risk factor identification, so will exclude symptom variables</a:t>
            </a:r>
            <a:endParaRPr sz="1400"/>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58" name="Shape 8458"/>
        <p:cNvGrpSpPr/>
        <p:nvPr/>
      </p:nvGrpSpPr>
      <p:grpSpPr>
        <a:xfrm>
          <a:off x="0" y="0"/>
          <a:ext cx="0" cy="0"/>
          <a:chOff x="0" y="0"/>
          <a:chExt cx="0" cy="0"/>
        </a:xfrm>
      </p:grpSpPr>
      <p:sp>
        <p:nvSpPr>
          <p:cNvPr id="8459" name="Google Shape;8459;g3d876b8e9e6_2_50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60" name="Google Shape;8460;g3d876b8e9e6_2_50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CA" sz="1400"/>
              <a:t>This is bc there isnt a single variable that clearly </a:t>
            </a:r>
            <a:r>
              <a:rPr lang="en-CA" sz="1400"/>
              <a:t>separates</a:t>
            </a:r>
            <a:r>
              <a:rPr lang="en-CA" sz="1400"/>
              <a:t> patients with Alzheimer’s from those without</a:t>
            </a:r>
            <a:endParaRPr sz="1400"/>
          </a:p>
          <a:p>
            <a:pPr indent="-317500" lvl="0" marL="457200" rtl="0" algn="l">
              <a:spcBef>
                <a:spcPts val="0"/>
              </a:spcBef>
              <a:spcAft>
                <a:spcPts val="0"/>
              </a:spcAft>
              <a:buSzPts val="1400"/>
              <a:buChar char="-"/>
            </a:pPr>
            <a:r>
              <a:rPr lang="en-CA" sz="1400"/>
              <a:t>As a result it is rarely identified early on, typically not until serious damage to the brain and neurons has been done</a:t>
            </a:r>
            <a:endParaRPr sz="1400"/>
          </a:p>
          <a:p>
            <a:pPr indent="-317500" lvl="0" marL="457200" rtl="0" algn="l">
              <a:spcBef>
                <a:spcPts val="0"/>
              </a:spcBef>
              <a:spcAft>
                <a:spcPts val="0"/>
              </a:spcAft>
              <a:buSzPts val="1400"/>
              <a:buChar char="-"/>
            </a:pPr>
            <a:r>
              <a:rPr lang="en-CA" sz="1400"/>
              <a:t>Since alzheimer’s likely involves non-linear identification and interaction between cognitive, lifestyle, and behavioral </a:t>
            </a:r>
            <a:r>
              <a:rPr lang="en-CA" sz="1400"/>
              <a:t>variables</a:t>
            </a:r>
            <a:r>
              <a:rPr lang="en-CA" sz="1400"/>
              <a:t>, ML classification can be used</a:t>
            </a:r>
            <a:endParaRPr sz="1400"/>
          </a:p>
          <a:p>
            <a:pPr indent="-317500" lvl="0" marL="457200" rtl="0" algn="l">
              <a:spcBef>
                <a:spcPts val="0"/>
              </a:spcBef>
              <a:spcAft>
                <a:spcPts val="0"/>
              </a:spcAft>
              <a:buSzPts val="1400"/>
              <a:buChar char="-"/>
            </a:pPr>
            <a:r>
              <a:rPr lang="en-CA" sz="1400"/>
              <a:t>Decision trees capture this interaction (so for example a combo of hypertension and low physical activity may indicate higher likelihood than just one alone)</a:t>
            </a:r>
            <a:endParaRPr sz="1400"/>
          </a:p>
          <a:p>
            <a:pPr indent="-317500" lvl="0" marL="457200" rtl="0" algn="l">
              <a:spcBef>
                <a:spcPts val="0"/>
              </a:spcBef>
              <a:spcAft>
                <a:spcPts val="0"/>
              </a:spcAft>
              <a:buSzPts val="1400"/>
              <a:buChar char="-"/>
            </a:pPr>
            <a:r>
              <a:rPr lang="en-CA" sz="1400"/>
              <a:t>SVC allows us to separate healthy patients from those with Alzheimer’s when there’s high dimensionality involved</a:t>
            </a:r>
            <a:endParaRPr sz="1400"/>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64" name="Shape 8464"/>
        <p:cNvGrpSpPr/>
        <p:nvPr/>
      </p:nvGrpSpPr>
      <p:grpSpPr>
        <a:xfrm>
          <a:off x="0" y="0"/>
          <a:ext cx="0" cy="0"/>
          <a:chOff x="0" y="0"/>
          <a:chExt cx="0" cy="0"/>
        </a:xfrm>
      </p:grpSpPr>
      <p:sp>
        <p:nvSpPr>
          <p:cNvPr id="8465" name="Google Shape;8465;g3d876b8e9e6_3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66" name="Google Shape;8466;g3d876b8e9e6_3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CA" sz="1400"/>
              <a:t>lifestyle factors like sleep quality will differentiate people more than demographics </a:t>
            </a:r>
            <a:endParaRPr sz="1400"/>
          </a:p>
          <a:p>
            <a:pPr indent="-317500" lvl="0" marL="457200" rtl="0" algn="l">
              <a:spcBef>
                <a:spcPts val="0"/>
              </a:spcBef>
              <a:spcAft>
                <a:spcPts val="0"/>
              </a:spcAft>
              <a:buSzPts val="1400"/>
              <a:buChar char="●"/>
            </a:pPr>
            <a:r>
              <a:rPr lang="en-CA" sz="1400"/>
              <a:t>Won’t get perfect results bc we’re not including symptoms, moderate model performance </a:t>
            </a:r>
            <a:endParaRPr sz="1400"/>
          </a:p>
          <a:p>
            <a:pPr indent="-317500" lvl="0" marL="457200" rtl="0" algn="l">
              <a:spcBef>
                <a:spcPts val="0"/>
              </a:spcBef>
              <a:spcAft>
                <a:spcPts val="0"/>
              </a:spcAft>
              <a:buSzPts val="1400"/>
              <a:buChar char="●"/>
            </a:pPr>
            <a:r>
              <a:rPr lang="en-CA" sz="1400"/>
              <a:t>Identify healthy partients better since there is an imbalance in our dataset</a:t>
            </a:r>
            <a:endParaRPr sz="1400"/>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01" name="Shape 8501"/>
        <p:cNvGrpSpPr/>
        <p:nvPr/>
      </p:nvGrpSpPr>
      <p:grpSpPr>
        <a:xfrm>
          <a:off x="0" y="0"/>
          <a:ext cx="0" cy="0"/>
          <a:chOff x="0" y="0"/>
          <a:chExt cx="0" cy="0"/>
        </a:xfrm>
      </p:grpSpPr>
      <p:sp>
        <p:nvSpPr>
          <p:cNvPr id="8502" name="Google Shape;8502;g3d876b8e9e6_3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03" name="Google Shape;8503;g3d876b8e9e6_3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Clr>
                <a:schemeClr val="dk1"/>
              </a:buClr>
              <a:buSzPts val="1100"/>
              <a:buChar char="●"/>
            </a:pPr>
            <a:r>
              <a:rPr lang="en-CA">
                <a:solidFill>
                  <a:schemeClr val="dk1"/>
                </a:solidFill>
              </a:rPr>
              <a:t>where did you find the dataset? How many datapoints? What are the properties of each datapoint?    It is useful to provide examples.</a:t>
            </a:r>
            <a:endParaRPr>
              <a:solidFill>
                <a:schemeClr val="dk1"/>
              </a:solidFill>
            </a:endParaRPr>
          </a:p>
          <a:p>
            <a:pPr indent="-298450" lvl="0" marL="457200" rtl="0" algn="l">
              <a:spcBef>
                <a:spcPts val="0"/>
              </a:spcBef>
              <a:spcAft>
                <a:spcPts val="0"/>
              </a:spcAft>
              <a:buClr>
                <a:schemeClr val="dk1"/>
              </a:buClr>
              <a:buSzPts val="1100"/>
              <a:buChar char="●"/>
            </a:pPr>
            <a:r>
              <a:rPr lang="en-CA">
                <a:solidFill>
                  <a:schemeClr val="dk1"/>
                </a:solidFill>
              </a:rPr>
              <a:t>Descriptive stats of the properties</a:t>
            </a:r>
            <a:endParaRPr>
              <a:solidFill>
                <a:schemeClr val="dk1"/>
              </a:solidFill>
            </a:endParaRPr>
          </a:p>
          <a:p>
            <a:pPr indent="-298450" lvl="0" marL="457200" rtl="0" algn="l">
              <a:spcBef>
                <a:spcPts val="0"/>
              </a:spcBef>
              <a:spcAft>
                <a:spcPts val="0"/>
              </a:spcAft>
              <a:buClr>
                <a:schemeClr val="dk1"/>
              </a:buClr>
              <a:buSzPts val="1100"/>
              <a:buChar char="●"/>
            </a:pPr>
            <a:r>
              <a:rPr lang="en-CA">
                <a:solidFill>
                  <a:schemeClr val="dk1"/>
                </a:solidFill>
              </a:rPr>
              <a:t>   e.g. , for the properties you are interested in, what do the histogram distributions look like? What are the mean, SD, minimal, and maximal values? Are there outliers? If so, do you plan to remove those outliers?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22" name="Shape 8522"/>
        <p:cNvGrpSpPr/>
        <p:nvPr/>
      </p:nvGrpSpPr>
      <p:grpSpPr>
        <a:xfrm>
          <a:off x="0" y="0"/>
          <a:ext cx="0" cy="0"/>
          <a:chOff x="0" y="0"/>
          <a:chExt cx="0" cy="0"/>
        </a:xfrm>
      </p:grpSpPr>
      <p:sp>
        <p:nvSpPr>
          <p:cNvPr id="8523" name="Google Shape;8523;g3d876b8e9e6_2_68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24" name="Google Shape;8524;g3d876b8e9e6_2_68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28" name="Shape 8528"/>
        <p:cNvGrpSpPr/>
        <p:nvPr/>
      </p:nvGrpSpPr>
      <p:grpSpPr>
        <a:xfrm>
          <a:off x="0" y="0"/>
          <a:ext cx="0" cy="0"/>
          <a:chOff x="0" y="0"/>
          <a:chExt cx="0" cy="0"/>
        </a:xfrm>
      </p:grpSpPr>
      <p:sp>
        <p:nvSpPr>
          <p:cNvPr id="8529" name="Google Shape;8529;g3d876b8e9e6_2_204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30" name="Google Shape;8530;g3d876b8e9e6_2_204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81" name="Shape 8581"/>
        <p:cNvGrpSpPr/>
        <p:nvPr/>
      </p:nvGrpSpPr>
      <p:grpSpPr>
        <a:xfrm>
          <a:off x="0" y="0"/>
          <a:ext cx="0" cy="0"/>
          <a:chOff x="0" y="0"/>
          <a:chExt cx="0" cy="0"/>
        </a:xfrm>
      </p:grpSpPr>
      <p:sp>
        <p:nvSpPr>
          <p:cNvPr id="8582" name="Google Shape;8582;g3d876b8e9e6_2_184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83" name="Google Shape;8583;g3d876b8e9e6_2_184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CA"/>
              <a:t>A decision tree is a model that makes predictions by asking a series of yes/no questions and splitting the data step by step.</a:t>
            </a:r>
            <a:endParaRPr/>
          </a:p>
          <a:p>
            <a:pPr indent="0" lvl="0" marL="0" rtl="0" algn="l">
              <a:spcBef>
                <a:spcPts val="0"/>
              </a:spcBef>
              <a:spcAft>
                <a:spcPts val="0"/>
              </a:spcAft>
              <a:buNone/>
            </a:pPr>
            <a:r>
              <a:rPr lang="en-CA"/>
              <a:t>An SVM is a model that finds the best boundary that separates different groups in the data.</a:t>
            </a:r>
            <a:endParaRPr/>
          </a:p>
          <a:p>
            <a:pPr indent="0" lvl="0" marL="0" rtl="0" algn="l">
              <a:spcBef>
                <a:spcPts val="0"/>
              </a:spcBef>
              <a:spcAft>
                <a:spcPts val="0"/>
              </a:spcAft>
              <a:buNone/>
            </a:pPr>
            <a:r>
              <a:t/>
            </a:r>
            <a:endParaRPr/>
          </a:p>
          <a:p>
            <a:pPr indent="0" lvl="0" marL="0" rtl="0" algn="l">
              <a:spcBef>
                <a:spcPts val="0"/>
              </a:spcBef>
              <a:spcAft>
                <a:spcPts val="0"/>
              </a:spcAft>
              <a:buNone/>
            </a:pPr>
            <a:r>
              <a:rPr lang="en-CA"/>
              <a:t>We chose a Decision Tree because:</a:t>
            </a:r>
            <a:endParaRPr/>
          </a:p>
          <a:p>
            <a:pPr indent="-298450" lvl="0" marL="457200" rtl="0" algn="l">
              <a:spcBef>
                <a:spcPts val="0"/>
              </a:spcBef>
              <a:spcAft>
                <a:spcPts val="0"/>
              </a:spcAft>
              <a:buSzPts val="1100"/>
              <a:buChar char="●"/>
            </a:pPr>
            <a:r>
              <a:rPr lang="en-CA"/>
              <a:t>Its </a:t>
            </a:r>
            <a:r>
              <a:rPr lang="en-CA"/>
              <a:t>easy to interpret: can </a:t>
            </a:r>
            <a:r>
              <a:rPr lang="en-CA"/>
              <a:t>help us see how different variables split the data and contribute to a diagnosis</a:t>
            </a:r>
            <a:endParaRPr/>
          </a:p>
          <a:p>
            <a:pPr indent="-298450" lvl="0" marL="457200" rtl="0" algn="l">
              <a:spcBef>
                <a:spcPts val="0"/>
              </a:spcBef>
              <a:spcAft>
                <a:spcPts val="0"/>
              </a:spcAft>
              <a:buSzPts val="1100"/>
              <a:buChar char="●"/>
            </a:pPr>
            <a:r>
              <a:rPr lang="en-CA"/>
              <a:t>shows us which features matter most, which is exactly what we’re interested in.</a:t>
            </a:r>
            <a:endParaRPr/>
          </a:p>
          <a:p>
            <a:pPr indent="0" lvl="0" marL="0" rtl="0" algn="l">
              <a:spcBef>
                <a:spcPts val="0"/>
              </a:spcBef>
              <a:spcAft>
                <a:spcPts val="0"/>
              </a:spcAft>
              <a:buNone/>
            </a:pPr>
            <a:r>
              <a:t/>
            </a:r>
            <a:endParaRPr/>
          </a:p>
          <a:p>
            <a:pPr indent="0" lvl="0" marL="0" rtl="0" algn="l">
              <a:spcBef>
                <a:spcPts val="0"/>
              </a:spcBef>
              <a:spcAft>
                <a:spcPts val="0"/>
              </a:spcAft>
              <a:buNone/>
            </a:pPr>
            <a:r>
              <a:rPr lang="en-CA"/>
              <a:t>We also chose an SVC because:</a:t>
            </a:r>
            <a:endParaRPr/>
          </a:p>
          <a:p>
            <a:pPr indent="-298450" lvl="0" marL="457200" rtl="0" algn="l">
              <a:spcBef>
                <a:spcPts val="0"/>
              </a:spcBef>
              <a:spcAft>
                <a:spcPts val="0"/>
              </a:spcAft>
              <a:buSzPts val="1100"/>
              <a:buChar char="●"/>
            </a:pPr>
            <a:r>
              <a:rPr lang="en-CA"/>
              <a:t>handle complex, high-dimensional data, and we have a lot of variables</a:t>
            </a:r>
            <a:endParaRPr/>
          </a:p>
          <a:p>
            <a:pPr indent="-298450" lvl="0" marL="457200" rtl="0" algn="l">
              <a:spcBef>
                <a:spcPts val="0"/>
              </a:spcBef>
              <a:spcAft>
                <a:spcPts val="0"/>
              </a:spcAft>
              <a:buSzPts val="1100"/>
              <a:buChar char="●"/>
            </a:pPr>
            <a:r>
              <a:rPr lang="en-CA"/>
              <a:t>Instead of simple splits, SVC finds the best boundary to classify people</a:t>
            </a:r>
            <a:endParaRPr/>
          </a:p>
          <a:p>
            <a:pPr indent="-298450" lvl="0" marL="457200" rtl="0" algn="l">
              <a:spcBef>
                <a:spcPts val="0"/>
              </a:spcBef>
              <a:spcAft>
                <a:spcPts val="0"/>
              </a:spcAft>
              <a:buSzPts val="1100"/>
              <a:buChar char="●"/>
            </a:pPr>
            <a:r>
              <a:rPr lang="en-CA"/>
              <a:t>Models more complicated, non-linear patterns using kernels, which is helpful since the relationships in our data probably aren’t simple</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72" name="Shape 8672"/>
        <p:cNvGrpSpPr/>
        <p:nvPr/>
      </p:nvGrpSpPr>
      <p:grpSpPr>
        <a:xfrm>
          <a:off x="0" y="0"/>
          <a:ext cx="0" cy="0"/>
          <a:chOff x="0" y="0"/>
          <a:chExt cx="0" cy="0"/>
        </a:xfrm>
      </p:grpSpPr>
      <p:sp>
        <p:nvSpPr>
          <p:cNvPr id="8673" name="Google Shape;8673;g3d876b8e9e6_2_27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74" name="Google Shape;8674;g3d876b8e9e6_2_27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CA">
                <a:solidFill>
                  <a:schemeClr val="dk1"/>
                </a:solidFill>
              </a:rPr>
              <a:t>So to prepare our dataset, we scale (mean 0, sd 1) all our continuous variables, as well as variables inputted into LLE for data reduction. This is because LLE is sensitive to the scale of its inputs (like if one variable can range from 100-1000, versus another frmo 1-10, it’ll bias the model), and to make our continuous variables more interpretable. Our categorical variables are already interpretable so we left those alone.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CA">
                <a:solidFill>
                  <a:schemeClr val="dk1"/>
                </a:solidFill>
              </a:rPr>
              <a:t>We remove irrelevant variables (so patient id and who their doctor was), as well as variables that were symptom focused (like cognitive measures) to focus our analyses on risk-assessment.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CA">
                <a:solidFill>
                  <a:schemeClr val="dk1"/>
                </a:solidFill>
              </a:rPr>
              <a:t>There’s no missing values and outliers so no other processing </a:t>
            </a:r>
            <a:r>
              <a:rPr lang="en-CA">
                <a:solidFill>
                  <a:schemeClr val="dk1"/>
                </a:solidFill>
              </a:rPr>
              <a:t>needed</a:t>
            </a:r>
            <a:r>
              <a:rPr lang="en-CA">
                <a:solidFill>
                  <a:schemeClr val="dk1"/>
                </a:solidFill>
              </a:rPr>
              <a: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CA">
                <a:solidFill>
                  <a:schemeClr val="dk1"/>
                </a:solidFill>
              </a:rPr>
              <a:t>We ran 4 conditions for our analyses, so either first reducing our dataset or not, and then doing a decision tree or support vector machine. Decision Tree is where variables are selected that maximally classify individuals on the basis of an Alzheimer’s diagnosis. There is subsequently a branching logic to continually classify individuals. For Support Vector Machines, decision boundaries are drawn in high dimensional space to attempt to classify individuals.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CA">
                <a:solidFill>
                  <a:schemeClr val="dk1"/>
                </a:solidFill>
              </a:rPr>
              <a:t>For all analyses, we will present a confusion matrix (so true positive and negative, as well as false positive and negative), which will inform sensitivity metrics (so how good the model is at capturing positive cases) as well as specificity metrics (so how good the model is at capturing negative cases). We will present a general accuracy measure and a more suitable ROC AUC curve metric. The ROC AUC is a measure of model accuracy that accounts for skewed datasets (so datasets that are not 50% one group and 50% another 50%, which is our case).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02" name="Shape 8702"/>
        <p:cNvGrpSpPr/>
        <p:nvPr/>
      </p:nvGrpSpPr>
      <p:grpSpPr>
        <a:xfrm>
          <a:off x="0" y="0"/>
          <a:ext cx="0" cy="0"/>
          <a:chOff x="0" y="0"/>
          <a:chExt cx="0" cy="0"/>
        </a:xfrm>
      </p:grpSpPr>
      <p:sp>
        <p:nvSpPr>
          <p:cNvPr id="8703" name="Google Shape;8703;g3d876b8e9e6_2_107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04" name="Google Shape;8704;g3d876b8e9e6_2_107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63" name="Shape 8763"/>
        <p:cNvGrpSpPr/>
        <p:nvPr/>
      </p:nvGrpSpPr>
      <p:grpSpPr>
        <a:xfrm>
          <a:off x="0" y="0"/>
          <a:ext cx="0" cy="0"/>
          <a:chOff x="0" y="0"/>
          <a:chExt cx="0" cy="0"/>
        </a:xfrm>
      </p:grpSpPr>
      <p:sp>
        <p:nvSpPr>
          <p:cNvPr id="8764" name="Google Shape;8764;g3d86dc8f86f_1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65" name="Google Shape;8765;g3d86dc8f86f_1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CA"/>
              <a:t>We used the ROC AUC metric to evaluate performance as well, which captures the area under the curve and tells us how good our model is at classifying our datasets in skewed datasets (meaning datasets that don’t have equal number of people with and without alzheimer’s).</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69" name="Shape 8769"/>
        <p:cNvGrpSpPr/>
        <p:nvPr/>
      </p:nvGrpSpPr>
      <p:grpSpPr>
        <a:xfrm>
          <a:off x="0" y="0"/>
          <a:ext cx="0" cy="0"/>
          <a:chOff x="0" y="0"/>
          <a:chExt cx="0" cy="0"/>
        </a:xfrm>
      </p:grpSpPr>
      <p:sp>
        <p:nvSpPr>
          <p:cNvPr id="8770" name="Google Shape;8770;g3d86dc8f86f_1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71" name="Google Shape;8771;g3d86dc8f86f_1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CA"/>
              <a:t>We used the ROC AUC metric to evaluate performance as well, which captures the area under the curve and tells us how good our model is at classifying our datasets in skewed datasets (meaning datasets that don’t have equal number of people with and without alzheimer’s).</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75" name="Shape 8775"/>
        <p:cNvGrpSpPr/>
        <p:nvPr/>
      </p:nvGrpSpPr>
      <p:grpSpPr>
        <a:xfrm>
          <a:off x="0" y="0"/>
          <a:ext cx="0" cy="0"/>
          <a:chOff x="0" y="0"/>
          <a:chExt cx="0" cy="0"/>
        </a:xfrm>
      </p:grpSpPr>
      <p:sp>
        <p:nvSpPr>
          <p:cNvPr id="8776" name="Google Shape;8776;g3d86dc8f86f_1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77" name="Google Shape;8777;g3d86dc8f86f_1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CA"/>
              <a:t>We used the ROC AUC metric to evaluate performance as well, which captures the area under the curve and tells us how good our model is at classifying our datasets in skewed datasets (meaning datasets that don’t have equal number of people with and without alzheimer’s).</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82" name="Shape 8782"/>
        <p:cNvGrpSpPr/>
        <p:nvPr/>
      </p:nvGrpSpPr>
      <p:grpSpPr>
        <a:xfrm>
          <a:off x="0" y="0"/>
          <a:ext cx="0" cy="0"/>
          <a:chOff x="0" y="0"/>
          <a:chExt cx="0" cy="0"/>
        </a:xfrm>
      </p:grpSpPr>
      <p:sp>
        <p:nvSpPr>
          <p:cNvPr id="8783" name="Google Shape;8783;g3d86dc8f86f_1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84" name="Google Shape;8784;g3d86dc8f86f_1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CA">
                <a:solidFill>
                  <a:schemeClr val="dk1"/>
                </a:solidFill>
              </a:rPr>
              <a:t>So when we evaluate the confusion matrix and ROC AUC curve. We can see:</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rPr lang="en-CA">
                <a:solidFill>
                  <a:schemeClr val="dk1"/>
                </a:solidFill>
              </a:rPr>
              <a:t>Our model is not detecting actual people with Alzherimers (true cases) and is getting a bit worse at detecting people without Alzheimer’s (true negatives). And since its a bit worse at detecting actual healthy people, our ROC drops again to just below 50%.</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87" name="Shape 8787"/>
        <p:cNvGrpSpPr/>
        <p:nvPr/>
      </p:nvGrpSpPr>
      <p:grpSpPr>
        <a:xfrm>
          <a:off x="0" y="0"/>
          <a:ext cx="0" cy="0"/>
          <a:chOff x="0" y="0"/>
          <a:chExt cx="0" cy="0"/>
        </a:xfrm>
      </p:grpSpPr>
      <p:sp>
        <p:nvSpPr>
          <p:cNvPr id="8788" name="Google Shape;8788;g3d86dc8f86f_1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89" name="Google Shape;8789;g3d86dc8f86f_1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CA"/>
              <a:t>We used the ROC AUC metric to evaluate performance as well, which captures the area under the curve and tells us how good our model is at classifying our datasets in skewed datasets (meaning datasets that don’t have equal number of people with and without alzheimer’s).</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93" name="Shape 8793"/>
        <p:cNvGrpSpPr/>
        <p:nvPr/>
      </p:nvGrpSpPr>
      <p:grpSpPr>
        <a:xfrm>
          <a:off x="0" y="0"/>
          <a:ext cx="0" cy="0"/>
          <a:chOff x="0" y="0"/>
          <a:chExt cx="0" cy="0"/>
        </a:xfrm>
      </p:grpSpPr>
      <p:sp>
        <p:nvSpPr>
          <p:cNvPr id="8794" name="Google Shape;8794;g3d86dc8f86f_1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95" name="Google Shape;8795;g3d86dc8f86f_1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CA"/>
              <a:t>We used the ROC AUC metric to evaluate performance as well, which captures the area under the curve and tells us how good our model is at classifying our datasets in skewed datasets (meaning datasets that don’t have equal number of people with and without alzheimer’s).</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99" name="Shape 8799"/>
        <p:cNvGrpSpPr/>
        <p:nvPr/>
      </p:nvGrpSpPr>
      <p:grpSpPr>
        <a:xfrm>
          <a:off x="0" y="0"/>
          <a:ext cx="0" cy="0"/>
          <a:chOff x="0" y="0"/>
          <a:chExt cx="0" cy="0"/>
        </a:xfrm>
      </p:grpSpPr>
      <p:sp>
        <p:nvSpPr>
          <p:cNvPr id="8800" name="Google Shape;8800;g3d86dc8f86f_1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01" name="Google Shape;8801;g3d86dc8f86f_1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CA"/>
              <a:t>We used the ROC AUC metric to evaluate performance as well, which captures the area under the curve and tells us how good our model is at classifying our datasets in skewed datasets (meaning datasets that don’t have equal number of people with and without alzheimer’s).</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06" name="Shape 8806"/>
        <p:cNvGrpSpPr/>
        <p:nvPr/>
      </p:nvGrpSpPr>
      <p:grpSpPr>
        <a:xfrm>
          <a:off x="0" y="0"/>
          <a:ext cx="0" cy="0"/>
          <a:chOff x="0" y="0"/>
          <a:chExt cx="0" cy="0"/>
        </a:xfrm>
      </p:grpSpPr>
      <p:sp>
        <p:nvSpPr>
          <p:cNvPr id="8807" name="Google Shape;8807;g3d86dc8f86f_1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08" name="Google Shape;8808;g3d86dc8f86f_1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12" name="Shape 8812"/>
        <p:cNvGrpSpPr/>
        <p:nvPr/>
      </p:nvGrpSpPr>
      <p:grpSpPr>
        <a:xfrm>
          <a:off x="0" y="0"/>
          <a:ext cx="0" cy="0"/>
          <a:chOff x="0" y="0"/>
          <a:chExt cx="0" cy="0"/>
        </a:xfrm>
      </p:grpSpPr>
      <p:sp>
        <p:nvSpPr>
          <p:cNvPr id="8813" name="Google Shape;8813;g3d876b8e9e6_2_117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14" name="Google Shape;8814;g3d876b8e9e6_2_117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73" name="Shape 8873"/>
        <p:cNvGrpSpPr/>
        <p:nvPr/>
      </p:nvGrpSpPr>
      <p:grpSpPr>
        <a:xfrm>
          <a:off x="0" y="0"/>
          <a:ext cx="0" cy="0"/>
          <a:chOff x="0" y="0"/>
          <a:chExt cx="0" cy="0"/>
        </a:xfrm>
      </p:grpSpPr>
      <p:sp>
        <p:nvSpPr>
          <p:cNvPr id="8874" name="Google Shape;8874;g3d876b8e9e6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75" name="Google Shape;8875;g3d876b8e9e6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CA"/>
              <a:t>Here is the confusion matrix and ROC curve for the first analysis. So we didn’t reduce the data through LEE + and used a linear SVM to </a:t>
            </a:r>
            <a:r>
              <a:rPr lang="en-CA"/>
              <a:t>attempt</a:t>
            </a:r>
            <a:r>
              <a:rPr lang="en-CA"/>
              <a:t> to classify the data. This model is classifying all people - healthy or with alzhiemers - as being healthy so this doesn’t work really well.</a:t>
            </a:r>
            <a:endParaRPr/>
          </a:p>
          <a:p>
            <a:pPr indent="0" lvl="0" marL="0" rtl="0" algn="l">
              <a:spcBef>
                <a:spcPts val="0"/>
              </a:spcBef>
              <a:spcAft>
                <a:spcPts val="0"/>
              </a:spcAft>
              <a:buNone/>
            </a:pPr>
            <a:r>
              <a:t/>
            </a:r>
            <a:endParaRPr/>
          </a:p>
          <a:p>
            <a:pPr indent="0" lvl="0" marL="0" rtl="0" algn="l">
              <a:spcBef>
                <a:spcPts val="0"/>
              </a:spcBef>
              <a:spcAft>
                <a:spcPts val="0"/>
              </a:spcAft>
              <a:buNone/>
            </a:pPr>
            <a:r>
              <a:rPr lang="en-CA"/>
              <a:t>We used the ROC AUC metric to </a:t>
            </a:r>
            <a:r>
              <a:rPr lang="en-CA"/>
              <a:t>evaluate</a:t>
            </a:r>
            <a:r>
              <a:rPr lang="en-CA"/>
              <a:t> performance as well, which captures the area under the curve and tells us how good our model is at classifying our datasets in skewed datasets (meaning datasets that don’t have equal number of people with and without alzheimer’s).</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80" name="Shape 8880"/>
        <p:cNvGrpSpPr/>
        <p:nvPr/>
      </p:nvGrpSpPr>
      <p:grpSpPr>
        <a:xfrm>
          <a:off x="0" y="0"/>
          <a:ext cx="0" cy="0"/>
          <a:chOff x="0" y="0"/>
          <a:chExt cx="0" cy="0"/>
        </a:xfrm>
      </p:grpSpPr>
      <p:sp>
        <p:nvSpPr>
          <p:cNvPr id="8881" name="Google Shape;8881;g3d876b8e9e6_2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82" name="Google Shape;8882;g3d876b8e9e6_2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CA"/>
              <a:t>When we evaluate the confusion matrix and the ROC curve, our model is a bit rough. Our model is the worse it could be at </a:t>
            </a:r>
            <a:r>
              <a:rPr lang="en-CA"/>
              <a:t>detecting positive</a:t>
            </a:r>
            <a:r>
              <a:rPr lang="en-CA"/>
              <a:t> cases (i.e. people with alzheimers), </a:t>
            </a:r>
            <a:r>
              <a:rPr lang="en-CA"/>
              <a:t>which</a:t>
            </a:r>
            <a:r>
              <a:rPr lang="en-CA"/>
              <a:t> is our sensitivity. Is amazing at </a:t>
            </a:r>
            <a:r>
              <a:rPr lang="en-CA"/>
              <a:t>capturing negative cases (i.e. people with healthy) which is our specificity. And our accuracy, taking into account skewed datasets, is less than 50%.</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85" name="Shape 8885"/>
        <p:cNvGrpSpPr/>
        <p:nvPr/>
      </p:nvGrpSpPr>
      <p:grpSpPr>
        <a:xfrm>
          <a:off x="0" y="0"/>
          <a:ext cx="0" cy="0"/>
          <a:chOff x="0" y="0"/>
          <a:chExt cx="0" cy="0"/>
        </a:xfrm>
      </p:grpSpPr>
      <p:sp>
        <p:nvSpPr>
          <p:cNvPr id="8886" name="Google Shape;8886;g3d76c402b11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87" name="Google Shape;8887;g3d76c402b11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CA">
                <a:solidFill>
                  <a:schemeClr val="dk1"/>
                </a:solidFill>
              </a:rPr>
              <a:t>Here is our next confusion matrix and ROC curve. So we reduced the data through LLE + and used a linear SVM again. This model is classifying all people again - healthy or with alzhiemers - as being healthy so this doesn’t work really well.</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92" name="Shape 8892"/>
        <p:cNvGrpSpPr/>
        <p:nvPr/>
      </p:nvGrpSpPr>
      <p:grpSpPr>
        <a:xfrm>
          <a:off x="0" y="0"/>
          <a:ext cx="0" cy="0"/>
          <a:chOff x="0" y="0"/>
          <a:chExt cx="0" cy="0"/>
        </a:xfrm>
      </p:grpSpPr>
      <p:sp>
        <p:nvSpPr>
          <p:cNvPr id="8893" name="Google Shape;8893;g3d876b8e9e6_2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94" name="Google Shape;8894;g3d876b8e9e6_2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CA"/>
              <a:t>When we crunch the confusion matrix numbers and </a:t>
            </a:r>
            <a:r>
              <a:rPr lang="en-CA"/>
              <a:t>calculate</a:t>
            </a:r>
            <a:r>
              <a:rPr lang="en-CA"/>
              <a:t> the ROC curve, we get another rough model.</a:t>
            </a:r>
            <a:endParaRPr/>
          </a:p>
          <a:p>
            <a:pPr indent="0" lvl="0" marL="0" rtl="0" algn="l">
              <a:spcBef>
                <a:spcPts val="0"/>
              </a:spcBef>
              <a:spcAft>
                <a:spcPts val="0"/>
              </a:spcAft>
              <a:buNone/>
            </a:pPr>
            <a:r>
              <a:t/>
            </a:r>
            <a:endParaRPr/>
          </a:p>
          <a:p>
            <a:pPr indent="0" lvl="0" marL="0" rtl="0" algn="l">
              <a:spcBef>
                <a:spcPts val="0"/>
              </a:spcBef>
              <a:spcAft>
                <a:spcPts val="0"/>
              </a:spcAft>
              <a:buNone/>
            </a:pPr>
            <a:r>
              <a:rPr lang="en-CA">
                <a:solidFill>
                  <a:schemeClr val="dk1"/>
                </a:solidFill>
              </a:rPr>
              <a:t>Our model is not detecting actual people with Alzherimers (true cases) and is amazing at detecting people without Alzheimer’s (true negatives). Our ROC accuracy improved a bit with the data reduction preprocessing step, but not dramatically as it’s just over 50%.</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98" name="Shape 8898"/>
        <p:cNvGrpSpPr/>
        <p:nvPr/>
      </p:nvGrpSpPr>
      <p:grpSpPr>
        <a:xfrm>
          <a:off x="0" y="0"/>
          <a:ext cx="0" cy="0"/>
          <a:chOff x="0" y="0"/>
          <a:chExt cx="0" cy="0"/>
        </a:xfrm>
      </p:grpSpPr>
      <p:sp>
        <p:nvSpPr>
          <p:cNvPr id="8899" name="Google Shape;8899;g3d876b8e9e6_2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00" name="Google Shape;8900;g3d876b8e9e6_2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CA">
                <a:solidFill>
                  <a:schemeClr val="dk1"/>
                </a:solidFill>
              </a:rPr>
              <a:t>Here is our next confusion matrix and ROC curve. So we go back to not reducing through LLE + and used a rbf kernel for our SVM - which essentially draws a non-linear decision boundary to attempt to classify the data. This model is classifying most people - healthy or with alzhiemers - as being healthy so it’s a step up but not great.</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05" name="Shape 8905"/>
        <p:cNvGrpSpPr/>
        <p:nvPr/>
      </p:nvGrpSpPr>
      <p:grpSpPr>
        <a:xfrm>
          <a:off x="0" y="0"/>
          <a:ext cx="0" cy="0"/>
          <a:chOff x="0" y="0"/>
          <a:chExt cx="0" cy="0"/>
        </a:xfrm>
      </p:grpSpPr>
      <p:sp>
        <p:nvSpPr>
          <p:cNvPr id="8906" name="Google Shape;8906;g3d876b8e9e6_2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07" name="Google Shape;8907;g3d876b8e9e6_2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CA">
                <a:solidFill>
                  <a:schemeClr val="dk1"/>
                </a:solidFill>
              </a:rPr>
              <a:t>So when we evaluate the confusion matrix and ROC AUC curve. We can see:</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rPr lang="en-CA">
                <a:solidFill>
                  <a:schemeClr val="dk1"/>
                </a:solidFill>
              </a:rPr>
              <a:t>Our model is not detecting actual people with Alzherimers (true cases) and is getting a bit worse at detecting people without Alzheimer’s (true negatives). And since its a bit worse at detecting actual healthy people, our ROC drops again to just below 50%.</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12" name="Shape 8912"/>
        <p:cNvGrpSpPr/>
        <p:nvPr/>
      </p:nvGrpSpPr>
      <p:grpSpPr>
        <a:xfrm>
          <a:off x="0" y="0"/>
          <a:ext cx="0" cy="0"/>
          <a:chOff x="0" y="0"/>
          <a:chExt cx="0" cy="0"/>
        </a:xfrm>
      </p:grpSpPr>
      <p:sp>
        <p:nvSpPr>
          <p:cNvPr id="8913" name="Google Shape;8913;g3d876b8e9e6_2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14" name="Google Shape;8914;g3d876b8e9e6_2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CA">
                <a:solidFill>
                  <a:schemeClr val="dk1"/>
                </a:solidFill>
              </a:rPr>
              <a:t>Here is our last confusion matrix and ROC curve. So we did reduce the data through LEE + and used a rbf non-linear kernel for our SVM. This model is classifying most people - healthy or with alzhiemers - as being healthy still.</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19" name="Shape 8919"/>
        <p:cNvGrpSpPr/>
        <p:nvPr/>
      </p:nvGrpSpPr>
      <p:grpSpPr>
        <a:xfrm>
          <a:off x="0" y="0"/>
          <a:ext cx="0" cy="0"/>
          <a:chOff x="0" y="0"/>
          <a:chExt cx="0" cy="0"/>
        </a:xfrm>
      </p:grpSpPr>
      <p:sp>
        <p:nvSpPr>
          <p:cNvPr id="8920" name="Google Shape;8920;g3d876b8e9e6_2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21" name="Google Shape;8921;g3d876b8e9e6_2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CA">
                <a:solidFill>
                  <a:schemeClr val="dk1"/>
                </a:solidFill>
              </a:rPr>
              <a:t>W</a:t>
            </a:r>
            <a:r>
              <a:rPr lang="en-CA">
                <a:solidFill>
                  <a:schemeClr val="dk1"/>
                </a:solidFill>
              </a:rPr>
              <a:t>hen we evaluate the confusion matrix and ROC AUC curve. We can see:</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CA">
                <a:solidFill>
                  <a:schemeClr val="dk1"/>
                </a:solidFill>
              </a:rPr>
              <a:t>Our model is getting a wee bit better at detecting actual people with Alzherimers (true cases) and is getting a bit worse at detecting people without Alzheimer’s (true negatives). But overall we are moving in the right direction as our ROC AUC is going up to 54%.</a:t>
            </a:r>
            <a:endParaRPr>
              <a:solidFill>
                <a:schemeClr val="dk1"/>
              </a:solidFill>
            </a:endParaRPr>
          </a:p>
          <a:p>
            <a:pPr indent="0" lvl="0" marL="0" rtl="0" algn="l">
              <a:spcBef>
                <a:spcPts val="0"/>
              </a:spcBef>
              <a:spcAft>
                <a:spcPts val="0"/>
              </a:spcAft>
              <a:buNone/>
            </a:pPr>
            <a:r>
              <a:t/>
            </a:r>
            <a:endParaRPr b="1"/>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27" name="Shape 8927"/>
        <p:cNvGrpSpPr/>
        <p:nvPr/>
      </p:nvGrpSpPr>
      <p:grpSpPr>
        <a:xfrm>
          <a:off x="0" y="0"/>
          <a:ext cx="0" cy="0"/>
          <a:chOff x="0" y="0"/>
          <a:chExt cx="0" cy="0"/>
        </a:xfrm>
      </p:grpSpPr>
      <p:sp>
        <p:nvSpPr>
          <p:cNvPr id="8928" name="Google Shape;8928;g3d876b8e9e6_2_165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29" name="Google Shape;8929;g3d876b8e9e6_2_165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92" name="Shape 8992"/>
        <p:cNvGrpSpPr/>
        <p:nvPr/>
      </p:nvGrpSpPr>
      <p:grpSpPr>
        <a:xfrm>
          <a:off x="0" y="0"/>
          <a:ext cx="0" cy="0"/>
          <a:chOff x="0" y="0"/>
          <a:chExt cx="0" cy="0"/>
        </a:xfrm>
      </p:grpSpPr>
      <p:sp>
        <p:nvSpPr>
          <p:cNvPr id="8993" name="Google Shape;8993;g3d876b8e9e6_7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94" name="Google Shape;8994;g3d876b8e9e6_7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57" name="Shape 9057"/>
        <p:cNvGrpSpPr/>
        <p:nvPr/>
      </p:nvGrpSpPr>
      <p:grpSpPr>
        <a:xfrm>
          <a:off x="0" y="0"/>
          <a:ext cx="0" cy="0"/>
          <a:chOff x="0" y="0"/>
          <a:chExt cx="0" cy="0"/>
        </a:xfrm>
      </p:grpSpPr>
      <p:sp>
        <p:nvSpPr>
          <p:cNvPr id="9058" name="Google Shape;9058;g3d876b8e9e6_4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59" name="Google Shape;9059;g3d876b8e9e6_4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10" name="Shape 9110"/>
        <p:cNvGrpSpPr/>
        <p:nvPr/>
      </p:nvGrpSpPr>
      <p:grpSpPr>
        <a:xfrm>
          <a:off x="0" y="0"/>
          <a:ext cx="0" cy="0"/>
          <a:chOff x="0" y="0"/>
          <a:chExt cx="0" cy="0"/>
        </a:xfrm>
      </p:grpSpPr>
      <p:sp>
        <p:nvSpPr>
          <p:cNvPr id="9111" name="Google Shape;9111;g3d876b8e9e6_4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12" name="Google Shape;9112;g3d876b8e9e6_4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63" name="Shape 9163"/>
        <p:cNvGrpSpPr/>
        <p:nvPr/>
      </p:nvGrpSpPr>
      <p:grpSpPr>
        <a:xfrm>
          <a:off x="0" y="0"/>
          <a:ext cx="0" cy="0"/>
          <a:chOff x="0" y="0"/>
          <a:chExt cx="0" cy="0"/>
        </a:xfrm>
      </p:grpSpPr>
      <p:sp>
        <p:nvSpPr>
          <p:cNvPr id="9164" name="Google Shape;9164;g3d876b8e9e6_4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65" name="Google Shape;9165;g3d876b8e9e6_4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16" name="Shape 9216"/>
        <p:cNvGrpSpPr/>
        <p:nvPr/>
      </p:nvGrpSpPr>
      <p:grpSpPr>
        <a:xfrm>
          <a:off x="0" y="0"/>
          <a:ext cx="0" cy="0"/>
          <a:chOff x="0" y="0"/>
          <a:chExt cx="0" cy="0"/>
        </a:xfrm>
      </p:grpSpPr>
      <p:sp>
        <p:nvSpPr>
          <p:cNvPr id="9217" name="Google Shape;9217;g3d876b8e9e6_4_1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18" name="Google Shape;9218;g3d876b8e9e6_4_1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 Id="rId5" Type="http://schemas.openxmlformats.org/officeDocument/2006/relationships/hyperlink" Target="https://storyset.com/?utm_source=slidesgo_template&amp;utm_medium=referral-link&amp;utm_campaign=slidesgo_contents_of_this_template&amp;utm_term=storyset&amp;utm_content=storyset" TargetMode="Externa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 Id="rId5" Type="http://schemas.openxmlformats.org/officeDocument/2006/relationships/hyperlink" Target="https://storyset.com/?utm_source=slidesgo_template&amp;utm_medium=referral-link&amp;utm_campaign=slidesgo_contents_of_this_template&amp;utm_term=storyset&amp;utm_content=storyset" TargetMode="Externa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 Id="rId5" Type="http://schemas.openxmlformats.org/officeDocument/2006/relationships/hyperlink" Target="https://storyset.com/?utm_source=slidesgo_template&amp;utm_medium=referral-link&amp;utm_campaign=slidesgo_contents_of_this_template&amp;utm_term=storyset&amp;utm_content=storyset" TargetMode="Externa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 Id="rId5" Type="http://schemas.openxmlformats.org/officeDocument/2006/relationships/hyperlink" Target="https://storyset.com/?utm_source=slidesgo_template&amp;utm_medium=referral-link&amp;utm_campaign=slidesgo_contents_of_this_template&amp;utm_term=storyset&amp;utm_content=storyset" TargetMode="Externa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 Id="rId5" Type="http://schemas.openxmlformats.org/officeDocument/2006/relationships/hyperlink" Target="https://storyset.com/?utm_source=slidesgo_template&amp;utm_medium=referral-link&amp;utm_campaign=slidesgo_contents_of_this_template&amp;utm_term=storyset&amp;utm_content=storyset" TargetMode="Externa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 Id="rId5" Type="http://schemas.openxmlformats.org/officeDocument/2006/relationships/hyperlink" Target="https://storyset.com/?utm_source=slidesgo_template&amp;utm_medium=referral-link&amp;utm_campaign=slidesgo_contents_of_this_template&amp;utm_term=storyset&amp;utm_content=storyset" TargetMode="Externa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3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3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3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3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3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 Id="rId5" Type="http://schemas.openxmlformats.org/officeDocument/2006/relationships/hyperlink" Target="https://storyset.com/?utm_source=slidesgo_template&amp;utm_medium=referral-link&amp;utm_campaign=slidesgo_contents_of_this_template&amp;utm_term=storyset&amp;utm_content=storyset" TargetMode="External"/></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4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5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5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5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5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5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5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5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5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6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6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6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6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6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6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6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6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6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6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7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7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7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7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7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7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7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7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7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7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8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81.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 Id="rId5" Type="http://schemas.openxmlformats.org/officeDocument/2006/relationships/hyperlink" Target="https://storyset.com/?utm_source=slidesgo_template&amp;utm_medium=referral-link&amp;utm_campaign=slidesgo_contents_of_this_template&amp;utm_term=storyset&amp;utm_content=storyset" TargetMode="External"/></Relationships>
</file>

<file path=ppt/slideLayouts/_rels/slideLayout28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8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8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8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8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8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8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8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9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9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9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9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9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9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9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9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9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9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0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0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0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0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0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0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0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0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0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0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1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1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1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1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15.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 Id="rId5" Type="http://schemas.openxmlformats.org/officeDocument/2006/relationships/hyperlink" Target="https://storyset.com/?utm_source=slidesgo_template&amp;utm_medium=referral-link&amp;utm_campaign=slidesgo_contents_of_this_template&amp;utm_term=storyset&amp;utm_content=storyset" TargetMode="External"/></Relationships>
</file>

<file path=ppt/slideLayouts/_rels/slideLayout31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1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sp>
        <p:nvSpPr>
          <p:cNvPr id="55" name="Google Shape;55;p14"/>
          <p:cNvSpPr/>
          <p:nvPr/>
        </p:nvSpPr>
        <p:spPr>
          <a:xfrm>
            <a:off x="-298976" y="-442224"/>
            <a:ext cx="6067158" cy="4878696"/>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14"/>
          <p:cNvSpPr/>
          <p:nvPr/>
        </p:nvSpPr>
        <p:spPr>
          <a:xfrm>
            <a:off x="-418150" y="-442225"/>
            <a:ext cx="1232275" cy="1091025"/>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14"/>
          <p:cNvSpPr txBox="1"/>
          <p:nvPr>
            <p:ph type="ctrTitle"/>
          </p:nvPr>
        </p:nvSpPr>
        <p:spPr>
          <a:xfrm>
            <a:off x="1041050" y="995375"/>
            <a:ext cx="4159800" cy="2145600"/>
          </a:xfrm>
          <a:prstGeom prst="rect">
            <a:avLst/>
          </a:prstGeom>
        </p:spPr>
        <p:txBody>
          <a:bodyPr anchorCtr="0" anchor="ctr" bIns="91425" lIns="91425" spcFirstLastPara="1" rIns="91425" wrap="square" tIns="91425">
            <a:noAutofit/>
          </a:bodyPr>
          <a:lstStyle>
            <a:lvl1pPr lvl="0">
              <a:lnSpc>
                <a:spcPct val="90000"/>
              </a:lnSpc>
              <a:spcBef>
                <a:spcPts val="0"/>
              </a:spcBef>
              <a:spcAft>
                <a:spcPts val="0"/>
              </a:spcAft>
              <a:buSzPts val="5200"/>
              <a:buNone/>
              <a:defRPr sz="5200"/>
            </a:lvl1pPr>
            <a:lvl2pPr lvl="1">
              <a:spcBef>
                <a:spcPts val="0"/>
              </a:spcBef>
              <a:spcAft>
                <a:spcPts val="0"/>
              </a:spcAft>
              <a:buSzPts val="5200"/>
              <a:buNone/>
              <a:defRPr sz="5200"/>
            </a:lvl2pPr>
            <a:lvl3pPr lvl="2">
              <a:spcBef>
                <a:spcPts val="0"/>
              </a:spcBef>
              <a:spcAft>
                <a:spcPts val="0"/>
              </a:spcAft>
              <a:buSzPts val="5200"/>
              <a:buNone/>
              <a:defRPr sz="5200"/>
            </a:lvl3pPr>
            <a:lvl4pPr lvl="3">
              <a:spcBef>
                <a:spcPts val="0"/>
              </a:spcBef>
              <a:spcAft>
                <a:spcPts val="0"/>
              </a:spcAft>
              <a:buSzPts val="5200"/>
              <a:buNone/>
              <a:defRPr sz="5200"/>
            </a:lvl4pPr>
            <a:lvl5pPr lvl="4">
              <a:spcBef>
                <a:spcPts val="0"/>
              </a:spcBef>
              <a:spcAft>
                <a:spcPts val="0"/>
              </a:spcAft>
              <a:buSzPts val="5200"/>
              <a:buNone/>
              <a:defRPr sz="5200"/>
            </a:lvl5pPr>
            <a:lvl6pPr lvl="5">
              <a:spcBef>
                <a:spcPts val="0"/>
              </a:spcBef>
              <a:spcAft>
                <a:spcPts val="0"/>
              </a:spcAft>
              <a:buSzPts val="5200"/>
              <a:buNone/>
              <a:defRPr sz="5200"/>
            </a:lvl6pPr>
            <a:lvl7pPr lvl="6">
              <a:spcBef>
                <a:spcPts val="0"/>
              </a:spcBef>
              <a:spcAft>
                <a:spcPts val="0"/>
              </a:spcAft>
              <a:buSzPts val="5200"/>
              <a:buNone/>
              <a:defRPr sz="5200"/>
            </a:lvl7pPr>
            <a:lvl8pPr lvl="7">
              <a:spcBef>
                <a:spcPts val="0"/>
              </a:spcBef>
              <a:spcAft>
                <a:spcPts val="0"/>
              </a:spcAft>
              <a:buSzPts val="5200"/>
              <a:buNone/>
              <a:defRPr sz="5200"/>
            </a:lvl8pPr>
            <a:lvl9pPr lvl="8">
              <a:spcBef>
                <a:spcPts val="0"/>
              </a:spcBef>
              <a:spcAft>
                <a:spcPts val="0"/>
              </a:spcAft>
              <a:buSzPts val="5200"/>
              <a:buNone/>
              <a:defRPr sz="5200"/>
            </a:lvl9pPr>
          </a:lstStyle>
          <a:p/>
        </p:txBody>
      </p:sp>
      <p:sp>
        <p:nvSpPr>
          <p:cNvPr id="58" name="Google Shape;58;p14"/>
          <p:cNvSpPr txBox="1"/>
          <p:nvPr>
            <p:ph idx="1" type="subTitle"/>
          </p:nvPr>
        </p:nvSpPr>
        <p:spPr>
          <a:xfrm>
            <a:off x="1041050" y="3140985"/>
            <a:ext cx="5488500" cy="336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800"/>
              <a:buNone/>
              <a:defRPr sz="18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59" name="Google Shape;59;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grpSp>
        <p:nvGrpSpPr>
          <p:cNvPr id="60" name="Google Shape;60;p14"/>
          <p:cNvGrpSpPr/>
          <p:nvPr/>
        </p:nvGrpSpPr>
        <p:grpSpPr>
          <a:xfrm>
            <a:off x="-1113715" y="3104082"/>
            <a:ext cx="3240940" cy="3045231"/>
            <a:chOff x="-1113715" y="3104082"/>
            <a:chExt cx="3240940" cy="3045231"/>
          </a:xfrm>
        </p:grpSpPr>
        <p:sp>
          <p:nvSpPr>
            <p:cNvPr id="61" name="Google Shape;61;p14"/>
            <p:cNvSpPr/>
            <p:nvPr/>
          </p:nvSpPr>
          <p:spPr>
            <a:xfrm rot="-6150387">
              <a:off x="-934264" y="3408221"/>
              <a:ext cx="2578600" cy="2436953"/>
            </a:xfrm>
            <a:custGeom>
              <a:rect b="b" l="l" r="r" t="t"/>
              <a:pathLst>
                <a:path extrusionOk="0" h="49900" w="54584">
                  <a:moveTo>
                    <a:pt x="39803" y="0"/>
                  </a:moveTo>
                  <a:cubicBezTo>
                    <a:pt x="38029" y="0"/>
                    <a:pt x="36248" y="409"/>
                    <a:pt x="34570" y="1238"/>
                  </a:cubicBezTo>
                  <a:cubicBezTo>
                    <a:pt x="31367" y="2802"/>
                    <a:pt x="28886" y="5448"/>
                    <a:pt x="25683" y="7012"/>
                  </a:cubicBezTo>
                  <a:cubicBezTo>
                    <a:pt x="21308" y="9163"/>
                    <a:pt x="16511" y="10320"/>
                    <a:pt x="12090" y="12380"/>
                  </a:cubicBezTo>
                  <a:cubicBezTo>
                    <a:pt x="7684" y="14425"/>
                    <a:pt x="3444" y="17628"/>
                    <a:pt x="1865" y="22244"/>
                  </a:cubicBezTo>
                  <a:cubicBezTo>
                    <a:pt x="1" y="27673"/>
                    <a:pt x="647" y="34078"/>
                    <a:pt x="3504" y="39040"/>
                  </a:cubicBezTo>
                  <a:cubicBezTo>
                    <a:pt x="8069" y="46988"/>
                    <a:pt x="17031" y="49899"/>
                    <a:pt x="25743" y="49899"/>
                  </a:cubicBezTo>
                  <a:cubicBezTo>
                    <a:pt x="25898" y="49899"/>
                    <a:pt x="26054" y="49898"/>
                    <a:pt x="26209" y="49897"/>
                  </a:cubicBezTo>
                  <a:cubicBezTo>
                    <a:pt x="44945" y="49671"/>
                    <a:pt x="54583" y="26996"/>
                    <a:pt x="51531" y="10696"/>
                  </a:cubicBezTo>
                  <a:cubicBezTo>
                    <a:pt x="50869" y="7163"/>
                    <a:pt x="49230" y="3779"/>
                    <a:pt x="46118" y="1840"/>
                  </a:cubicBezTo>
                  <a:cubicBezTo>
                    <a:pt x="44160" y="620"/>
                    <a:pt x="41987" y="0"/>
                    <a:pt x="39803"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14"/>
            <p:cNvSpPr/>
            <p:nvPr/>
          </p:nvSpPr>
          <p:spPr>
            <a:xfrm rot="5828283">
              <a:off x="677849" y="4406018"/>
              <a:ext cx="958577" cy="1835297"/>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3" name="Shape 63"/>
        <p:cNvGrpSpPr/>
        <p:nvPr/>
      </p:nvGrpSpPr>
      <p:grpSpPr>
        <a:xfrm>
          <a:off x="0" y="0"/>
          <a:ext cx="0" cy="0"/>
          <a:chOff x="0" y="0"/>
          <a:chExt cx="0" cy="0"/>
        </a:xfrm>
      </p:grpSpPr>
      <p:sp>
        <p:nvSpPr>
          <p:cNvPr id="64" name="Google Shape;64;p15"/>
          <p:cNvSpPr txBox="1"/>
          <p:nvPr>
            <p:ph type="title"/>
          </p:nvPr>
        </p:nvSpPr>
        <p:spPr>
          <a:xfrm>
            <a:off x="3920952" y="2223325"/>
            <a:ext cx="4551600" cy="749100"/>
          </a:xfrm>
          <a:prstGeom prst="rect">
            <a:avLst/>
          </a:prstGeom>
        </p:spPr>
        <p:txBody>
          <a:bodyPr anchorCtr="0" anchor="ctr" bIns="91425" lIns="91425" spcFirstLastPara="1" rIns="91425" wrap="square" tIns="91425">
            <a:noAutofit/>
          </a:bodyPr>
          <a:lstStyle>
            <a:lvl1pPr lvl="0">
              <a:spcBef>
                <a:spcPts val="0"/>
              </a:spcBef>
              <a:spcAft>
                <a:spcPts val="0"/>
              </a:spcAft>
              <a:buSzPts val="3600"/>
              <a:buNone/>
              <a:defRPr sz="4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65" name="Google Shape;65;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66" name="Google Shape;66;p15"/>
          <p:cNvSpPr txBox="1"/>
          <p:nvPr>
            <p:ph idx="1" type="subTitle"/>
          </p:nvPr>
        </p:nvSpPr>
        <p:spPr>
          <a:xfrm>
            <a:off x="3907975" y="2905550"/>
            <a:ext cx="4551600" cy="383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800"/>
              <a:buNone/>
              <a:defRPr sz="18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67" name="Google Shape;67;p15"/>
          <p:cNvSpPr txBox="1"/>
          <p:nvPr>
            <p:ph hasCustomPrompt="1" idx="2" type="title"/>
          </p:nvPr>
        </p:nvSpPr>
        <p:spPr>
          <a:xfrm>
            <a:off x="3907970" y="1278475"/>
            <a:ext cx="1595700" cy="898500"/>
          </a:xfrm>
          <a:prstGeom prst="rect">
            <a:avLst/>
          </a:prstGeom>
        </p:spPr>
        <p:txBody>
          <a:bodyPr anchorCtr="0" anchor="ctr" bIns="91425" lIns="91425" spcFirstLastPara="1" rIns="91425" wrap="square" tIns="91425">
            <a:noAutofit/>
          </a:bodyPr>
          <a:lstStyle>
            <a:lvl1pPr lvl="0">
              <a:spcBef>
                <a:spcPts val="0"/>
              </a:spcBef>
              <a:spcAft>
                <a:spcPts val="0"/>
              </a:spcAft>
              <a:buSzPts val="8000"/>
              <a:buNone/>
              <a:defRPr sz="8000">
                <a:solidFill>
                  <a:schemeClr val="accent2"/>
                </a:solidFill>
              </a:defRPr>
            </a:lvl1pPr>
            <a:lvl2pPr lvl="1" algn="ctr">
              <a:spcBef>
                <a:spcPts val="0"/>
              </a:spcBef>
              <a:spcAft>
                <a:spcPts val="0"/>
              </a:spcAft>
              <a:buSzPts val="8000"/>
              <a:buNone/>
              <a:defRPr sz="8000"/>
            </a:lvl2pPr>
            <a:lvl3pPr lvl="2" algn="ctr">
              <a:spcBef>
                <a:spcPts val="0"/>
              </a:spcBef>
              <a:spcAft>
                <a:spcPts val="0"/>
              </a:spcAft>
              <a:buSzPts val="8000"/>
              <a:buNone/>
              <a:defRPr sz="8000"/>
            </a:lvl3pPr>
            <a:lvl4pPr lvl="3" algn="ctr">
              <a:spcBef>
                <a:spcPts val="0"/>
              </a:spcBef>
              <a:spcAft>
                <a:spcPts val="0"/>
              </a:spcAft>
              <a:buSzPts val="8000"/>
              <a:buNone/>
              <a:defRPr sz="8000"/>
            </a:lvl4pPr>
            <a:lvl5pPr lvl="4" algn="ctr">
              <a:spcBef>
                <a:spcPts val="0"/>
              </a:spcBef>
              <a:spcAft>
                <a:spcPts val="0"/>
              </a:spcAft>
              <a:buSzPts val="8000"/>
              <a:buNone/>
              <a:defRPr sz="8000"/>
            </a:lvl5pPr>
            <a:lvl6pPr lvl="5" algn="ctr">
              <a:spcBef>
                <a:spcPts val="0"/>
              </a:spcBef>
              <a:spcAft>
                <a:spcPts val="0"/>
              </a:spcAft>
              <a:buSzPts val="8000"/>
              <a:buNone/>
              <a:defRPr sz="8000"/>
            </a:lvl6pPr>
            <a:lvl7pPr lvl="6" algn="ctr">
              <a:spcBef>
                <a:spcPts val="0"/>
              </a:spcBef>
              <a:spcAft>
                <a:spcPts val="0"/>
              </a:spcAft>
              <a:buSzPts val="8000"/>
              <a:buNone/>
              <a:defRPr sz="8000"/>
            </a:lvl7pPr>
            <a:lvl8pPr lvl="7" algn="ctr">
              <a:spcBef>
                <a:spcPts val="0"/>
              </a:spcBef>
              <a:spcAft>
                <a:spcPts val="0"/>
              </a:spcAft>
              <a:buSzPts val="8000"/>
              <a:buNone/>
              <a:defRPr sz="8000"/>
            </a:lvl8pPr>
            <a:lvl9pPr lvl="8" algn="ctr">
              <a:spcBef>
                <a:spcPts val="0"/>
              </a:spcBef>
              <a:spcAft>
                <a:spcPts val="0"/>
              </a:spcAft>
              <a:buSzPts val="8000"/>
              <a:buNone/>
              <a:defRPr sz="8000"/>
            </a:lvl9pPr>
          </a:lstStyle>
          <a:p>
            <a:r>
              <a:t>xx%</a:t>
            </a:r>
          </a:p>
        </p:txBody>
      </p:sp>
      <p:grpSp>
        <p:nvGrpSpPr>
          <p:cNvPr id="68" name="Google Shape;68;p15"/>
          <p:cNvGrpSpPr/>
          <p:nvPr/>
        </p:nvGrpSpPr>
        <p:grpSpPr>
          <a:xfrm>
            <a:off x="8269426" y="4107105"/>
            <a:ext cx="1691968" cy="1546775"/>
            <a:chOff x="8269426" y="4107105"/>
            <a:chExt cx="1691968" cy="1546775"/>
          </a:xfrm>
        </p:grpSpPr>
        <p:sp>
          <p:nvSpPr>
            <p:cNvPr id="69" name="Google Shape;69;p15"/>
            <p:cNvSpPr/>
            <p:nvPr/>
          </p:nvSpPr>
          <p:spPr>
            <a:xfrm>
              <a:off x="8269426" y="4107105"/>
              <a:ext cx="1691968" cy="1546775"/>
            </a:xfrm>
            <a:custGeom>
              <a:rect b="b" l="l" r="r" t="t"/>
              <a:pathLst>
                <a:path extrusionOk="0" h="49900" w="54584">
                  <a:moveTo>
                    <a:pt x="39803" y="0"/>
                  </a:moveTo>
                  <a:cubicBezTo>
                    <a:pt x="38029" y="0"/>
                    <a:pt x="36248" y="409"/>
                    <a:pt x="34570" y="1238"/>
                  </a:cubicBezTo>
                  <a:cubicBezTo>
                    <a:pt x="31367" y="2802"/>
                    <a:pt x="28886" y="5448"/>
                    <a:pt x="25683" y="7012"/>
                  </a:cubicBezTo>
                  <a:cubicBezTo>
                    <a:pt x="21308" y="9163"/>
                    <a:pt x="16511" y="10320"/>
                    <a:pt x="12090" y="12380"/>
                  </a:cubicBezTo>
                  <a:cubicBezTo>
                    <a:pt x="7684" y="14425"/>
                    <a:pt x="3444" y="17628"/>
                    <a:pt x="1865" y="22244"/>
                  </a:cubicBezTo>
                  <a:cubicBezTo>
                    <a:pt x="1" y="27673"/>
                    <a:pt x="647" y="34078"/>
                    <a:pt x="3504" y="39040"/>
                  </a:cubicBezTo>
                  <a:cubicBezTo>
                    <a:pt x="8069" y="46988"/>
                    <a:pt x="17031" y="49899"/>
                    <a:pt x="25743" y="49899"/>
                  </a:cubicBezTo>
                  <a:cubicBezTo>
                    <a:pt x="25898" y="49899"/>
                    <a:pt x="26054" y="49898"/>
                    <a:pt x="26209" y="49897"/>
                  </a:cubicBezTo>
                  <a:cubicBezTo>
                    <a:pt x="44945" y="49671"/>
                    <a:pt x="54583" y="26996"/>
                    <a:pt x="51531" y="10696"/>
                  </a:cubicBezTo>
                  <a:cubicBezTo>
                    <a:pt x="50869" y="7163"/>
                    <a:pt x="49230" y="3779"/>
                    <a:pt x="46118" y="1840"/>
                  </a:cubicBezTo>
                  <a:cubicBezTo>
                    <a:pt x="44160" y="620"/>
                    <a:pt x="41987" y="0"/>
                    <a:pt x="39803" y="0"/>
                  </a:cubicBezTo>
                  <a:close/>
                </a:path>
              </a:pathLst>
            </a:custGeom>
            <a:solidFill>
              <a:srgbClr val="F0F0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15"/>
            <p:cNvSpPr/>
            <p:nvPr/>
          </p:nvSpPr>
          <p:spPr>
            <a:xfrm>
              <a:off x="8602429" y="4538820"/>
              <a:ext cx="991119" cy="877511"/>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 name="Google Shape;71;p15"/>
          <p:cNvGrpSpPr/>
          <p:nvPr/>
        </p:nvGrpSpPr>
        <p:grpSpPr>
          <a:xfrm>
            <a:off x="6194195" y="289400"/>
            <a:ext cx="2508782" cy="1009939"/>
            <a:chOff x="6194195" y="289400"/>
            <a:chExt cx="2508782" cy="1009939"/>
          </a:xfrm>
        </p:grpSpPr>
        <p:sp>
          <p:nvSpPr>
            <p:cNvPr id="72" name="Google Shape;72;p15"/>
            <p:cNvSpPr/>
            <p:nvPr/>
          </p:nvSpPr>
          <p:spPr>
            <a:xfrm>
              <a:off x="7081200" y="1193950"/>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5"/>
            <p:cNvSpPr/>
            <p:nvPr/>
          </p:nvSpPr>
          <p:spPr>
            <a:xfrm>
              <a:off x="7997076" y="289400"/>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74" name="Google Shape;74;p15"/>
            <p:cNvGrpSpPr/>
            <p:nvPr/>
          </p:nvGrpSpPr>
          <p:grpSpPr>
            <a:xfrm>
              <a:off x="8597520" y="1140738"/>
              <a:ext cx="105457" cy="105457"/>
              <a:chOff x="7812545" y="194375"/>
              <a:chExt cx="105457" cy="105457"/>
            </a:xfrm>
          </p:grpSpPr>
          <p:sp>
            <p:nvSpPr>
              <p:cNvPr id="75" name="Google Shape;75;p15"/>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5"/>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15"/>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15"/>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9" name="Google Shape;79;p15"/>
            <p:cNvGrpSpPr/>
            <p:nvPr/>
          </p:nvGrpSpPr>
          <p:grpSpPr>
            <a:xfrm>
              <a:off x="6194195" y="551338"/>
              <a:ext cx="105457" cy="105457"/>
              <a:chOff x="7812545" y="194375"/>
              <a:chExt cx="105457" cy="105457"/>
            </a:xfrm>
          </p:grpSpPr>
          <p:sp>
            <p:nvSpPr>
              <p:cNvPr id="80" name="Google Shape;80;p15"/>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15"/>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5"/>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15"/>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84" name="Google Shape;84;p15"/>
          <p:cNvGrpSpPr/>
          <p:nvPr/>
        </p:nvGrpSpPr>
        <p:grpSpPr>
          <a:xfrm>
            <a:off x="5001120" y="3928038"/>
            <a:ext cx="1828507" cy="817002"/>
            <a:chOff x="5001120" y="3928038"/>
            <a:chExt cx="1828507" cy="817002"/>
          </a:xfrm>
        </p:grpSpPr>
        <p:sp>
          <p:nvSpPr>
            <p:cNvPr id="85" name="Google Shape;85;p15"/>
            <p:cNvSpPr/>
            <p:nvPr/>
          </p:nvSpPr>
          <p:spPr>
            <a:xfrm>
              <a:off x="6724175" y="4639650"/>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6" name="Google Shape;86;p15"/>
            <p:cNvGrpSpPr/>
            <p:nvPr/>
          </p:nvGrpSpPr>
          <p:grpSpPr>
            <a:xfrm>
              <a:off x="5001120" y="3928038"/>
              <a:ext cx="105457" cy="105457"/>
              <a:chOff x="7812545" y="194375"/>
              <a:chExt cx="105457" cy="105457"/>
            </a:xfrm>
          </p:grpSpPr>
          <p:sp>
            <p:nvSpPr>
              <p:cNvPr id="87" name="Google Shape;87;p15"/>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15"/>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15"/>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5"/>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91" name="Shape 91"/>
        <p:cNvGrpSpPr/>
        <p:nvPr/>
      </p:nvGrpSpPr>
      <p:grpSpPr>
        <a:xfrm>
          <a:off x="0" y="0"/>
          <a:ext cx="0" cy="0"/>
          <a:chOff x="0" y="0"/>
          <a:chExt cx="0" cy="0"/>
        </a:xfrm>
      </p:grpSpPr>
      <p:sp>
        <p:nvSpPr>
          <p:cNvPr id="92" name="Google Shape;92;p16"/>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3" name="Google Shape;93;p16"/>
          <p:cNvSpPr txBox="1"/>
          <p:nvPr>
            <p:ph idx="1" type="body"/>
          </p:nvPr>
        </p:nvSpPr>
        <p:spPr>
          <a:xfrm>
            <a:off x="685800" y="1152475"/>
            <a:ext cx="7786800" cy="3416400"/>
          </a:xfrm>
          <a:prstGeom prst="rect">
            <a:avLst/>
          </a:prstGeom>
        </p:spPr>
        <p:txBody>
          <a:bodyPr anchorCtr="0" anchor="t" bIns="91425" lIns="91425" spcFirstLastPara="1" rIns="91425" wrap="square" tIns="91425">
            <a:noAutofit/>
          </a:bodyPr>
          <a:lstStyle>
            <a:lvl1pPr indent="-304800" lvl="0" marL="457200">
              <a:lnSpc>
                <a:spcPct val="100000"/>
              </a:lnSpc>
              <a:spcBef>
                <a:spcPts val="0"/>
              </a:spcBef>
              <a:spcAft>
                <a:spcPts val="0"/>
              </a:spcAft>
              <a:buSzPts val="1200"/>
              <a:buChar char="●"/>
              <a:defRPr sz="1200"/>
            </a:lvl1pPr>
            <a:lvl2pPr indent="-304800" lvl="1" marL="914400">
              <a:lnSpc>
                <a:spcPct val="100000"/>
              </a:lnSpc>
              <a:spcBef>
                <a:spcPts val="0"/>
              </a:spcBef>
              <a:spcAft>
                <a:spcPts val="0"/>
              </a:spcAft>
              <a:buSzPts val="1200"/>
              <a:buChar char="○"/>
              <a:defRPr sz="1200"/>
            </a:lvl2pPr>
            <a:lvl3pPr indent="-304800" lvl="2" marL="1371600">
              <a:lnSpc>
                <a:spcPct val="100000"/>
              </a:lnSpc>
              <a:spcBef>
                <a:spcPts val="0"/>
              </a:spcBef>
              <a:spcAft>
                <a:spcPts val="0"/>
              </a:spcAft>
              <a:buSzPts val="1200"/>
              <a:buChar char="■"/>
              <a:defRPr sz="1200"/>
            </a:lvl3pPr>
            <a:lvl4pPr indent="-304800" lvl="3" marL="1828800">
              <a:lnSpc>
                <a:spcPct val="100000"/>
              </a:lnSpc>
              <a:spcBef>
                <a:spcPts val="0"/>
              </a:spcBef>
              <a:spcAft>
                <a:spcPts val="0"/>
              </a:spcAft>
              <a:buSzPts val="1200"/>
              <a:buChar char="●"/>
              <a:defRPr sz="1200"/>
            </a:lvl4pPr>
            <a:lvl5pPr indent="-304800" lvl="4" marL="2286000">
              <a:lnSpc>
                <a:spcPct val="100000"/>
              </a:lnSpc>
              <a:spcBef>
                <a:spcPts val="0"/>
              </a:spcBef>
              <a:spcAft>
                <a:spcPts val="0"/>
              </a:spcAft>
              <a:buSzPts val="1200"/>
              <a:buChar char="○"/>
              <a:defRPr sz="1200"/>
            </a:lvl5pPr>
            <a:lvl6pPr indent="-304800" lvl="5" marL="2743200">
              <a:lnSpc>
                <a:spcPct val="100000"/>
              </a:lnSpc>
              <a:spcBef>
                <a:spcPts val="0"/>
              </a:spcBef>
              <a:spcAft>
                <a:spcPts val="0"/>
              </a:spcAft>
              <a:buSzPts val="1200"/>
              <a:buChar char="■"/>
              <a:defRPr sz="1200"/>
            </a:lvl6pPr>
            <a:lvl7pPr indent="-304800" lvl="6" marL="3200400">
              <a:lnSpc>
                <a:spcPct val="100000"/>
              </a:lnSpc>
              <a:spcBef>
                <a:spcPts val="0"/>
              </a:spcBef>
              <a:spcAft>
                <a:spcPts val="0"/>
              </a:spcAft>
              <a:buSzPts val="1200"/>
              <a:buChar char="●"/>
              <a:defRPr sz="1200"/>
            </a:lvl7pPr>
            <a:lvl8pPr indent="-304800" lvl="7" marL="3657600">
              <a:lnSpc>
                <a:spcPct val="100000"/>
              </a:lnSpc>
              <a:spcBef>
                <a:spcPts val="0"/>
              </a:spcBef>
              <a:spcAft>
                <a:spcPts val="0"/>
              </a:spcAft>
              <a:buSzPts val="1200"/>
              <a:buChar char="○"/>
              <a:defRPr sz="1200"/>
            </a:lvl8pPr>
            <a:lvl9pPr indent="-304800" lvl="8" marL="4114800">
              <a:lnSpc>
                <a:spcPct val="100000"/>
              </a:lnSpc>
              <a:spcBef>
                <a:spcPts val="0"/>
              </a:spcBef>
              <a:spcAft>
                <a:spcPts val="0"/>
              </a:spcAft>
              <a:buSzPts val="1200"/>
              <a:buChar char="■"/>
              <a:defRPr sz="1200"/>
            </a:lvl9pPr>
          </a:lstStyle>
          <a:p/>
        </p:txBody>
      </p:sp>
      <p:sp>
        <p:nvSpPr>
          <p:cNvPr id="94" name="Google Shape;94;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grpSp>
        <p:nvGrpSpPr>
          <p:cNvPr id="95" name="Google Shape;95;p16"/>
          <p:cNvGrpSpPr/>
          <p:nvPr/>
        </p:nvGrpSpPr>
        <p:grpSpPr>
          <a:xfrm>
            <a:off x="215745" y="152937"/>
            <a:ext cx="470057" cy="586177"/>
            <a:chOff x="215745" y="152938"/>
            <a:chExt cx="470057" cy="586177"/>
          </a:xfrm>
        </p:grpSpPr>
        <p:sp>
          <p:nvSpPr>
            <p:cNvPr id="96" name="Google Shape;96;p16"/>
            <p:cNvSpPr/>
            <p:nvPr/>
          </p:nvSpPr>
          <p:spPr>
            <a:xfrm>
              <a:off x="215750" y="633725"/>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16"/>
            <p:cNvSpPr/>
            <p:nvPr/>
          </p:nvSpPr>
          <p:spPr>
            <a:xfrm>
              <a:off x="607851" y="22487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98" name="Google Shape;98;p16"/>
            <p:cNvGrpSpPr/>
            <p:nvPr/>
          </p:nvGrpSpPr>
          <p:grpSpPr>
            <a:xfrm>
              <a:off x="215745" y="152938"/>
              <a:ext cx="105457" cy="105457"/>
              <a:chOff x="7812545" y="194375"/>
              <a:chExt cx="105457" cy="105457"/>
            </a:xfrm>
          </p:grpSpPr>
          <p:sp>
            <p:nvSpPr>
              <p:cNvPr id="99" name="Google Shape;99;p16"/>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16"/>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16"/>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6"/>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03" name="Google Shape;103;p16"/>
          <p:cNvGrpSpPr/>
          <p:nvPr/>
        </p:nvGrpSpPr>
        <p:grpSpPr>
          <a:xfrm rot="10800000">
            <a:off x="8496297" y="4349552"/>
            <a:ext cx="470057" cy="586177"/>
            <a:chOff x="215745" y="152938"/>
            <a:chExt cx="470057" cy="586177"/>
          </a:xfrm>
        </p:grpSpPr>
        <p:sp>
          <p:nvSpPr>
            <p:cNvPr id="104" name="Google Shape;104;p16"/>
            <p:cNvSpPr/>
            <p:nvPr/>
          </p:nvSpPr>
          <p:spPr>
            <a:xfrm>
              <a:off x="215750" y="633725"/>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6"/>
            <p:cNvSpPr/>
            <p:nvPr/>
          </p:nvSpPr>
          <p:spPr>
            <a:xfrm>
              <a:off x="607851" y="22487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106" name="Google Shape;106;p16"/>
            <p:cNvGrpSpPr/>
            <p:nvPr/>
          </p:nvGrpSpPr>
          <p:grpSpPr>
            <a:xfrm>
              <a:off x="215745" y="152938"/>
              <a:ext cx="105457" cy="105457"/>
              <a:chOff x="7812545" y="194375"/>
              <a:chExt cx="105457" cy="105457"/>
            </a:xfrm>
          </p:grpSpPr>
          <p:sp>
            <p:nvSpPr>
              <p:cNvPr id="107" name="Google Shape;107;p16"/>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6"/>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6"/>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6"/>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11" name="Google Shape;111;p16"/>
          <p:cNvGrpSpPr/>
          <p:nvPr/>
        </p:nvGrpSpPr>
        <p:grpSpPr>
          <a:xfrm>
            <a:off x="7610270" y="-737025"/>
            <a:ext cx="2476138" cy="1789104"/>
            <a:chOff x="7610270" y="-737025"/>
            <a:chExt cx="2476138" cy="1789104"/>
          </a:xfrm>
        </p:grpSpPr>
        <p:sp>
          <p:nvSpPr>
            <p:cNvPr id="112" name="Google Shape;112;p16"/>
            <p:cNvSpPr/>
            <p:nvPr/>
          </p:nvSpPr>
          <p:spPr>
            <a:xfrm flipH="1">
              <a:off x="7861475" y="-737025"/>
              <a:ext cx="2224933" cy="1789104"/>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6"/>
            <p:cNvSpPr/>
            <p:nvPr/>
          </p:nvSpPr>
          <p:spPr>
            <a:xfrm flipH="1">
              <a:off x="8506983" y="-551625"/>
              <a:ext cx="1232275" cy="1091025"/>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4" name="Google Shape;114;p16"/>
            <p:cNvGrpSpPr/>
            <p:nvPr/>
          </p:nvGrpSpPr>
          <p:grpSpPr>
            <a:xfrm>
              <a:off x="7610270" y="211113"/>
              <a:ext cx="105457" cy="105457"/>
              <a:chOff x="7812545" y="194375"/>
              <a:chExt cx="105457" cy="105457"/>
            </a:xfrm>
          </p:grpSpPr>
          <p:sp>
            <p:nvSpPr>
              <p:cNvPr id="115" name="Google Shape;115;p16"/>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6"/>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6"/>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6"/>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19" name="Google Shape;119;p16"/>
          <p:cNvSpPr/>
          <p:nvPr/>
        </p:nvSpPr>
        <p:spPr>
          <a:xfrm rot="-6150494">
            <a:off x="-869858" y="4348040"/>
            <a:ext cx="1855548" cy="1753582"/>
          </a:xfrm>
          <a:custGeom>
            <a:rect b="b" l="l" r="r" t="t"/>
            <a:pathLst>
              <a:path extrusionOk="0" h="49900" w="54584">
                <a:moveTo>
                  <a:pt x="39803" y="0"/>
                </a:moveTo>
                <a:cubicBezTo>
                  <a:pt x="38029" y="0"/>
                  <a:pt x="36248" y="409"/>
                  <a:pt x="34570" y="1238"/>
                </a:cubicBezTo>
                <a:cubicBezTo>
                  <a:pt x="31367" y="2802"/>
                  <a:pt x="28886" y="5448"/>
                  <a:pt x="25683" y="7012"/>
                </a:cubicBezTo>
                <a:cubicBezTo>
                  <a:pt x="21308" y="9163"/>
                  <a:pt x="16511" y="10320"/>
                  <a:pt x="12090" y="12380"/>
                </a:cubicBezTo>
                <a:cubicBezTo>
                  <a:pt x="7684" y="14425"/>
                  <a:pt x="3444" y="17628"/>
                  <a:pt x="1865" y="22244"/>
                </a:cubicBezTo>
                <a:cubicBezTo>
                  <a:pt x="1" y="27673"/>
                  <a:pt x="647" y="34078"/>
                  <a:pt x="3504" y="39040"/>
                </a:cubicBezTo>
                <a:cubicBezTo>
                  <a:pt x="8069" y="46988"/>
                  <a:pt x="17031" y="49899"/>
                  <a:pt x="25743" y="49899"/>
                </a:cubicBezTo>
                <a:cubicBezTo>
                  <a:pt x="25898" y="49899"/>
                  <a:pt x="26054" y="49898"/>
                  <a:pt x="26209" y="49897"/>
                </a:cubicBezTo>
                <a:cubicBezTo>
                  <a:pt x="44945" y="49671"/>
                  <a:pt x="54583" y="26996"/>
                  <a:pt x="51531" y="10696"/>
                </a:cubicBezTo>
                <a:cubicBezTo>
                  <a:pt x="50869" y="7163"/>
                  <a:pt x="49230" y="3779"/>
                  <a:pt x="46118" y="1840"/>
                </a:cubicBezTo>
                <a:cubicBezTo>
                  <a:pt x="44160" y="620"/>
                  <a:pt x="41987" y="0"/>
                  <a:pt x="39803" y="0"/>
                </a:cubicBezTo>
                <a:close/>
              </a:path>
            </a:pathLst>
          </a:custGeom>
          <a:solidFill>
            <a:srgbClr val="DED0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20" name="Shape 120"/>
        <p:cNvGrpSpPr/>
        <p:nvPr/>
      </p:nvGrpSpPr>
      <p:grpSpPr>
        <a:xfrm>
          <a:off x="0" y="0"/>
          <a:ext cx="0" cy="0"/>
          <a:chOff x="0" y="0"/>
          <a:chExt cx="0" cy="0"/>
        </a:xfrm>
      </p:grpSpPr>
      <p:sp>
        <p:nvSpPr>
          <p:cNvPr id="121" name="Google Shape;121;p17"/>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22" name="Google Shape;122;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123" name="Google Shape;123;p17"/>
          <p:cNvSpPr txBox="1"/>
          <p:nvPr>
            <p:ph idx="1" type="subTitle"/>
          </p:nvPr>
        </p:nvSpPr>
        <p:spPr>
          <a:xfrm>
            <a:off x="1516375" y="2804150"/>
            <a:ext cx="2554500" cy="387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800"/>
              <a:buNone/>
              <a:defRPr b="1" sz="2000">
                <a:solidFill>
                  <a:schemeClr val="accent2"/>
                </a:solidFill>
                <a:latin typeface="Barlow"/>
                <a:ea typeface="Barlow"/>
                <a:cs typeface="Barlow"/>
                <a:sym typeface="Barlow"/>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124" name="Google Shape;124;p17"/>
          <p:cNvSpPr txBox="1"/>
          <p:nvPr>
            <p:ph idx="2" type="subTitle"/>
          </p:nvPr>
        </p:nvSpPr>
        <p:spPr>
          <a:xfrm>
            <a:off x="5073125" y="2804150"/>
            <a:ext cx="2554500" cy="387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800"/>
              <a:buNone/>
              <a:defRPr b="1" sz="2000">
                <a:solidFill>
                  <a:schemeClr val="accent2"/>
                </a:solidFill>
                <a:latin typeface="Barlow"/>
                <a:ea typeface="Barlow"/>
                <a:cs typeface="Barlow"/>
                <a:sym typeface="Barlow"/>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125" name="Google Shape;125;p17"/>
          <p:cNvSpPr txBox="1"/>
          <p:nvPr>
            <p:ph idx="3" type="subTitle"/>
          </p:nvPr>
        </p:nvSpPr>
        <p:spPr>
          <a:xfrm>
            <a:off x="1516375" y="3198215"/>
            <a:ext cx="2554500" cy="9405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8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126" name="Google Shape;126;p17"/>
          <p:cNvSpPr txBox="1"/>
          <p:nvPr>
            <p:ph idx="4" type="subTitle"/>
          </p:nvPr>
        </p:nvSpPr>
        <p:spPr>
          <a:xfrm>
            <a:off x="5073125" y="3198215"/>
            <a:ext cx="2554500" cy="9405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8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127" name="Google Shape;127;p17"/>
          <p:cNvGrpSpPr/>
          <p:nvPr/>
        </p:nvGrpSpPr>
        <p:grpSpPr>
          <a:xfrm>
            <a:off x="-1307617" y="3655381"/>
            <a:ext cx="2984172" cy="2871184"/>
            <a:chOff x="-1307617" y="3655381"/>
            <a:chExt cx="2984172" cy="2871184"/>
          </a:xfrm>
        </p:grpSpPr>
        <p:sp>
          <p:nvSpPr>
            <p:cNvPr id="128" name="Google Shape;128;p17"/>
            <p:cNvSpPr/>
            <p:nvPr/>
          </p:nvSpPr>
          <p:spPr>
            <a:xfrm flipH="1" rot="638420">
              <a:off x="-1104798" y="3872484"/>
              <a:ext cx="2578535" cy="2436978"/>
            </a:xfrm>
            <a:custGeom>
              <a:rect b="b" l="l" r="r" t="t"/>
              <a:pathLst>
                <a:path extrusionOk="0" h="49900" w="54584">
                  <a:moveTo>
                    <a:pt x="39803" y="0"/>
                  </a:moveTo>
                  <a:cubicBezTo>
                    <a:pt x="38029" y="0"/>
                    <a:pt x="36248" y="409"/>
                    <a:pt x="34570" y="1238"/>
                  </a:cubicBezTo>
                  <a:cubicBezTo>
                    <a:pt x="31367" y="2802"/>
                    <a:pt x="28886" y="5448"/>
                    <a:pt x="25683" y="7012"/>
                  </a:cubicBezTo>
                  <a:cubicBezTo>
                    <a:pt x="21308" y="9163"/>
                    <a:pt x="16511" y="10320"/>
                    <a:pt x="12090" y="12380"/>
                  </a:cubicBezTo>
                  <a:cubicBezTo>
                    <a:pt x="7684" y="14425"/>
                    <a:pt x="3444" y="17628"/>
                    <a:pt x="1865" y="22244"/>
                  </a:cubicBezTo>
                  <a:cubicBezTo>
                    <a:pt x="1" y="27673"/>
                    <a:pt x="647" y="34078"/>
                    <a:pt x="3504" y="39040"/>
                  </a:cubicBezTo>
                  <a:cubicBezTo>
                    <a:pt x="8069" y="46988"/>
                    <a:pt x="17031" y="49899"/>
                    <a:pt x="25743" y="49899"/>
                  </a:cubicBezTo>
                  <a:cubicBezTo>
                    <a:pt x="25898" y="49899"/>
                    <a:pt x="26054" y="49898"/>
                    <a:pt x="26209" y="49897"/>
                  </a:cubicBezTo>
                  <a:cubicBezTo>
                    <a:pt x="44945" y="49671"/>
                    <a:pt x="54583" y="26996"/>
                    <a:pt x="51531" y="10696"/>
                  </a:cubicBezTo>
                  <a:cubicBezTo>
                    <a:pt x="50869" y="7163"/>
                    <a:pt x="49230" y="3779"/>
                    <a:pt x="46118" y="1840"/>
                  </a:cubicBezTo>
                  <a:cubicBezTo>
                    <a:pt x="44160" y="620"/>
                    <a:pt x="41987" y="0"/>
                    <a:pt x="3980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17"/>
            <p:cNvSpPr/>
            <p:nvPr/>
          </p:nvSpPr>
          <p:spPr>
            <a:xfrm rot="7710264">
              <a:off x="-15001" y="4173334"/>
              <a:ext cx="958502" cy="1835274"/>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0" name="Google Shape;130;p17"/>
          <p:cNvGrpSpPr/>
          <p:nvPr/>
        </p:nvGrpSpPr>
        <p:grpSpPr>
          <a:xfrm>
            <a:off x="8526097" y="4420947"/>
            <a:ext cx="396476" cy="526844"/>
            <a:chOff x="8526097" y="4420947"/>
            <a:chExt cx="396476" cy="526844"/>
          </a:xfrm>
        </p:grpSpPr>
        <p:sp>
          <p:nvSpPr>
            <p:cNvPr id="131" name="Google Shape;131;p17"/>
            <p:cNvSpPr/>
            <p:nvPr/>
          </p:nvSpPr>
          <p:spPr>
            <a:xfrm rot="10800000">
              <a:off x="8526097" y="4842402"/>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17"/>
            <p:cNvSpPr/>
            <p:nvPr/>
          </p:nvSpPr>
          <p:spPr>
            <a:xfrm rot="10800000">
              <a:off x="8844622" y="462626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133" name="Google Shape;133;p17"/>
            <p:cNvGrpSpPr/>
            <p:nvPr/>
          </p:nvGrpSpPr>
          <p:grpSpPr>
            <a:xfrm rot="10800000">
              <a:off x="8526097" y="4420947"/>
              <a:ext cx="105457" cy="105457"/>
              <a:chOff x="7812545" y="194375"/>
              <a:chExt cx="105457" cy="105457"/>
            </a:xfrm>
          </p:grpSpPr>
          <p:sp>
            <p:nvSpPr>
              <p:cNvPr id="134" name="Google Shape;134;p17"/>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7"/>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17"/>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17"/>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38" name="Google Shape;138;p17"/>
          <p:cNvGrpSpPr/>
          <p:nvPr/>
        </p:nvGrpSpPr>
        <p:grpSpPr>
          <a:xfrm>
            <a:off x="7917051" y="-242512"/>
            <a:ext cx="1773412" cy="1460069"/>
            <a:chOff x="7917051" y="-242512"/>
            <a:chExt cx="1773412" cy="1460069"/>
          </a:xfrm>
        </p:grpSpPr>
        <p:sp>
          <p:nvSpPr>
            <p:cNvPr id="139" name="Google Shape;139;p17"/>
            <p:cNvSpPr/>
            <p:nvPr/>
          </p:nvSpPr>
          <p:spPr>
            <a:xfrm flipH="1">
              <a:off x="8458188" y="-242512"/>
              <a:ext cx="1232275" cy="1091025"/>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17"/>
            <p:cNvSpPr/>
            <p:nvPr/>
          </p:nvSpPr>
          <p:spPr>
            <a:xfrm>
              <a:off x="7917051" y="19137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141" name="Google Shape;141;p17"/>
            <p:cNvGrpSpPr/>
            <p:nvPr/>
          </p:nvGrpSpPr>
          <p:grpSpPr>
            <a:xfrm>
              <a:off x="8723170" y="1112100"/>
              <a:ext cx="105457" cy="105457"/>
              <a:chOff x="7812545" y="194375"/>
              <a:chExt cx="105457" cy="105457"/>
            </a:xfrm>
          </p:grpSpPr>
          <p:sp>
            <p:nvSpPr>
              <p:cNvPr id="142" name="Google Shape;142;p17"/>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17"/>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17"/>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7"/>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46" name="Shape 146"/>
        <p:cNvGrpSpPr/>
        <p:nvPr/>
      </p:nvGrpSpPr>
      <p:grpSpPr>
        <a:xfrm>
          <a:off x="0" y="0"/>
          <a:ext cx="0" cy="0"/>
          <a:chOff x="0" y="0"/>
          <a:chExt cx="0" cy="0"/>
        </a:xfrm>
      </p:grpSpPr>
      <p:sp>
        <p:nvSpPr>
          <p:cNvPr id="147" name="Google Shape;147;p18"/>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48" name="Google Shape;148;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grpSp>
        <p:nvGrpSpPr>
          <p:cNvPr id="149" name="Google Shape;149;p18"/>
          <p:cNvGrpSpPr/>
          <p:nvPr/>
        </p:nvGrpSpPr>
        <p:grpSpPr>
          <a:xfrm>
            <a:off x="7254626" y="137295"/>
            <a:ext cx="1638498" cy="1140836"/>
            <a:chOff x="7254626" y="137295"/>
            <a:chExt cx="1638498" cy="1140836"/>
          </a:xfrm>
        </p:grpSpPr>
        <p:sp>
          <p:nvSpPr>
            <p:cNvPr id="150" name="Google Shape;150;p18"/>
            <p:cNvSpPr/>
            <p:nvPr/>
          </p:nvSpPr>
          <p:spPr>
            <a:xfrm>
              <a:off x="7602574" y="286875"/>
              <a:ext cx="1254440" cy="401698"/>
            </a:xfrm>
            <a:custGeom>
              <a:rect b="b" l="l" r="r" t="t"/>
              <a:pathLst>
                <a:path extrusionOk="0" fill="none" h="4647" w="14511">
                  <a:moveTo>
                    <a:pt x="13894" y="3805"/>
                  </a:moveTo>
                  <a:cubicBezTo>
                    <a:pt x="13263" y="3459"/>
                    <a:pt x="12977" y="3744"/>
                    <a:pt x="12766" y="3459"/>
                  </a:cubicBezTo>
                  <a:cubicBezTo>
                    <a:pt x="12541" y="3173"/>
                    <a:pt x="13383" y="2436"/>
                    <a:pt x="11684" y="1699"/>
                  </a:cubicBezTo>
                  <a:cubicBezTo>
                    <a:pt x="11684" y="1699"/>
                    <a:pt x="11578" y="121"/>
                    <a:pt x="9248" y="60"/>
                  </a:cubicBezTo>
                  <a:cubicBezTo>
                    <a:pt x="6917" y="0"/>
                    <a:pt x="7549" y="1654"/>
                    <a:pt x="6917" y="2045"/>
                  </a:cubicBezTo>
                  <a:cubicBezTo>
                    <a:pt x="6286" y="2436"/>
                    <a:pt x="6120" y="1820"/>
                    <a:pt x="5504" y="2211"/>
                  </a:cubicBezTo>
                  <a:cubicBezTo>
                    <a:pt x="4872" y="2617"/>
                    <a:pt x="5158" y="3399"/>
                    <a:pt x="4647" y="3519"/>
                  </a:cubicBezTo>
                  <a:cubicBezTo>
                    <a:pt x="4135" y="3624"/>
                    <a:pt x="3459" y="3008"/>
                    <a:pt x="2842" y="3399"/>
                  </a:cubicBezTo>
                  <a:cubicBezTo>
                    <a:pt x="2211" y="3805"/>
                    <a:pt x="2211" y="4135"/>
                    <a:pt x="1925" y="4135"/>
                  </a:cubicBezTo>
                  <a:cubicBezTo>
                    <a:pt x="1654" y="4135"/>
                    <a:pt x="1083" y="3910"/>
                    <a:pt x="737" y="4135"/>
                  </a:cubicBezTo>
                  <a:cubicBezTo>
                    <a:pt x="406" y="4376"/>
                    <a:pt x="0" y="4647"/>
                    <a:pt x="0" y="4647"/>
                  </a:cubicBezTo>
                  <a:lnTo>
                    <a:pt x="14345" y="4647"/>
                  </a:lnTo>
                  <a:cubicBezTo>
                    <a:pt x="14345" y="4647"/>
                    <a:pt x="14511" y="4135"/>
                    <a:pt x="13894" y="3805"/>
                  </a:cubicBezTo>
                  <a:close/>
                </a:path>
              </a:pathLst>
            </a:custGeom>
            <a:solidFill>
              <a:schemeClr val="lt1"/>
            </a:solid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1" name="Google Shape;151;p18"/>
            <p:cNvGrpSpPr/>
            <p:nvPr/>
          </p:nvGrpSpPr>
          <p:grpSpPr>
            <a:xfrm flipH="1">
              <a:off x="8799889" y="1184897"/>
              <a:ext cx="93234" cy="93234"/>
              <a:chOff x="7812545" y="194375"/>
              <a:chExt cx="105457" cy="105457"/>
            </a:xfrm>
          </p:grpSpPr>
          <p:sp>
            <p:nvSpPr>
              <p:cNvPr id="152" name="Google Shape;152;p18"/>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8"/>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18"/>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18"/>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6" name="Google Shape;156;p18"/>
            <p:cNvSpPr/>
            <p:nvPr/>
          </p:nvSpPr>
          <p:spPr>
            <a:xfrm flipH="1">
              <a:off x="7254626" y="137295"/>
              <a:ext cx="93231" cy="93173"/>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7" name="Google Shape;157;p18"/>
          <p:cNvGrpSpPr/>
          <p:nvPr/>
        </p:nvGrpSpPr>
        <p:grpSpPr>
          <a:xfrm>
            <a:off x="-390446" y="-390230"/>
            <a:ext cx="991119" cy="1268681"/>
            <a:chOff x="-390446" y="-390230"/>
            <a:chExt cx="991119" cy="1268681"/>
          </a:xfrm>
        </p:grpSpPr>
        <p:sp>
          <p:nvSpPr>
            <p:cNvPr id="158" name="Google Shape;158;p18"/>
            <p:cNvSpPr/>
            <p:nvPr/>
          </p:nvSpPr>
          <p:spPr>
            <a:xfrm flipH="1">
              <a:off x="-390446" y="-390230"/>
              <a:ext cx="991119" cy="877511"/>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18"/>
            <p:cNvSpPr/>
            <p:nvPr/>
          </p:nvSpPr>
          <p:spPr>
            <a:xfrm>
              <a:off x="289550" y="773062"/>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0" name="Google Shape;160;p18"/>
          <p:cNvGrpSpPr/>
          <p:nvPr/>
        </p:nvGrpSpPr>
        <p:grpSpPr>
          <a:xfrm>
            <a:off x="289550" y="4060749"/>
            <a:ext cx="1207951" cy="872639"/>
            <a:chOff x="289550" y="4060749"/>
            <a:chExt cx="1207951" cy="872639"/>
          </a:xfrm>
        </p:grpSpPr>
        <p:sp>
          <p:nvSpPr>
            <p:cNvPr id="161" name="Google Shape;161;p18"/>
            <p:cNvSpPr/>
            <p:nvPr/>
          </p:nvSpPr>
          <p:spPr>
            <a:xfrm>
              <a:off x="289550" y="4060749"/>
              <a:ext cx="171626" cy="171626"/>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162" name="Google Shape;162;p18"/>
            <p:cNvGrpSpPr/>
            <p:nvPr/>
          </p:nvGrpSpPr>
          <p:grpSpPr>
            <a:xfrm>
              <a:off x="322632" y="4794848"/>
              <a:ext cx="105457" cy="105457"/>
              <a:chOff x="7812545" y="194375"/>
              <a:chExt cx="105457" cy="105457"/>
            </a:xfrm>
          </p:grpSpPr>
          <p:sp>
            <p:nvSpPr>
              <p:cNvPr id="163" name="Google Shape;163;p18"/>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18"/>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8"/>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8"/>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7" name="Google Shape;167;p18"/>
            <p:cNvSpPr/>
            <p:nvPr/>
          </p:nvSpPr>
          <p:spPr>
            <a:xfrm>
              <a:off x="1325875" y="4761762"/>
              <a:ext cx="171626" cy="171626"/>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grpSp>
        <p:nvGrpSpPr>
          <p:cNvPr id="168" name="Google Shape;168;p18"/>
          <p:cNvGrpSpPr/>
          <p:nvPr/>
        </p:nvGrpSpPr>
        <p:grpSpPr>
          <a:xfrm>
            <a:off x="8567767" y="4635659"/>
            <a:ext cx="1140940" cy="858935"/>
            <a:chOff x="8112408" y="-304605"/>
            <a:chExt cx="1502819" cy="1131369"/>
          </a:xfrm>
        </p:grpSpPr>
        <p:sp>
          <p:nvSpPr>
            <p:cNvPr id="169" name="Google Shape;169;p18"/>
            <p:cNvSpPr/>
            <p:nvPr/>
          </p:nvSpPr>
          <p:spPr>
            <a:xfrm flipH="1">
              <a:off x="8112408" y="-304600"/>
              <a:ext cx="1406967" cy="1131364"/>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18"/>
            <p:cNvSpPr/>
            <p:nvPr/>
          </p:nvSpPr>
          <p:spPr>
            <a:xfrm flipH="1">
              <a:off x="8624108" y="-304605"/>
              <a:ext cx="991119" cy="877511"/>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71" name="Shape 171"/>
        <p:cNvGrpSpPr/>
        <p:nvPr/>
      </p:nvGrpSpPr>
      <p:grpSpPr>
        <a:xfrm>
          <a:off x="0" y="0"/>
          <a:ext cx="0" cy="0"/>
          <a:chOff x="0" y="0"/>
          <a:chExt cx="0" cy="0"/>
        </a:xfrm>
      </p:grpSpPr>
      <p:sp>
        <p:nvSpPr>
          <p:cNvPr id="172" name="Google Shape;172;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173" name="Google Shape;173;p19"/>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74" name="Google Shape;174;p19"/>
          <p:cNvSpPr txBox="1"/>
          <p:nvPr>
            <p:ph idx="1" type="subTitle"/>
          </p:nvPr>
        </p:nvSpPr>
        <p:spPr>
          <a:xfrm>
            <a:off x="685800" y="1760150"/>
            <a:ext cx="4574100" cy="22353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accent1"/>
              </a:buClr>
              <a:buSzPts val="1400"/>
              <a:buChar char="●"/>
              <a:defRPr/>
            </a:lvl1pPr>
            <a:lvl2pPr lvl="1" algn="ctr">
              <a:lnSpc>
                <a:spcPct val="100000"/>
              </a:lnSpc>
              <a:spcBef>
                <a:spcPts val="0"/>
              </a:spcBef>
              <a:spcAft>
                <a:spcPts val="0"/>
              </a:spcAft>
              <a:buSzPts val="2100"/>
              <a:buChar char="○"/>
              <a:defRPr sz="2100"/>
            </a:lvl2pPr>
            <a:lvl3pPr lvl="2" algn="ctr">
              <a:lnSpc>
                <a:spcPct val="100000"/>
              </a:lnSpc>
              <a:spcBef>
                <a:spcPts val="0"/>
              </a:spcBef>
              <a:spcAft>
                <a:spcPts val="0"/>
              </a:spcAft>
              <a:buSzPts val="2100"/>
              <a:buChar char="■"/>
              <a:defRPr sz="2100"/>
            </a:lvl3pPr>
            <a:lvl4pPr lvl="3" algn="ctr">
              <a:lnSpc>
                <a:spcPct val="100000"/>
              </a:lnSpc>
              <a:spcBef>
                <a:spcPts val="0"/>
              </a:spcBef>
              <a:spcAft>
                <a:spcPts val="0"/>
              </a:spcAft>
              <a:buSzPts val="2100"/>
              <a:buChar char="●"/>
              <a:defRPr sz="2100"/>
            </a:lvl4pPr>
            <a:lvl5pPr lvl="4" algn="ctr">
              <a:lnSpc>
                <a:spcPct val="100000"/>
              </a:lnSpc>
              <a:spcBef>
                <a:spcPts val="0"/>
              </a:spcBef>
              <a:spcAft>
                <a:spcPts val="0"/>
              </a:spcAft>
              <a:buSzPts val="2100"/>
              <a:buChar char="○"/>
              <a:defRPr sz="2100"/>
            </a:lvl5pPr>
            <a:lvl6pPr lvl="5" algn="ctr">
              <a:lnSpc>
                <a:spcPct val="100000"/>
              </a:lnSpc>
              <a:spcBef>
                <a:spcPts val="0"/>
              </a:spcBef>
              <a:spcAft>
                <a:spcPts val="0"/>
              </a:spcAft>
              <a:buSzPts val="2100"/>
              <a:buChar char="■"/>
              <a:defRPr sz="2100"/>
            </a:lvl6pPr>
            <a:lvl7pPr lvl="6" algn="ctr">
              <a:lnSpc>
                <a:spcPct val="100000"/>
              </a:lnSpc>
              <a:spcBef>
                <a:spcPts val="0"/>
              </a:spcBef>
              <a:spcAft>
                <a:spcPts val="0"/>
              </a:spcAft>
              <a:buSzPts val="2100"/>
              <a:buChar char="●"/>
              <a:defRPr sz="2100"/>
            </a:lvl7pPr>
            <a:lvl8pPr lvl="7" algn="ctr">
              <a:lnSpc>
                <a:spcPct val="100000"/>
              </a:lnSpc>
              <a:spcBef>
                <a:spcPts val="0"/>
              </a:spcBef>
              <a:spcAft>
                <a:spcPts val="0"/>
              </a:spcAft>
              <a:buSzPts val="2100"/>
              <a:buChar char="○"/>
              <a:defRPr sz="2100"/>
            </a:lvl8pPr>
            <a:lvl9pPr lvl="8" algn="ctr">
              <a:lnSpc>
                <a:spcPct val="100000"/>
              </a:lnSpc>
              <a:spcBef>
                <a:spcPts val="0"/>
              </a:spcBef>
              <a:spcAft>
                <a:spcPts val="0"/>
              </a:spcAft>
              <a:buSzPts val="2100"/>
              <a:buChar char="■"/>
              <a:defRPr sz="2100"/>
            </a:lvl9pPr>
          </a:lstStyle>
          <a:p/>
        </p:txBody>
      </p:sp>
      <p:grpSp>
        <p:nvGrpSpPr>
          <p:cNvPr id="175" name="Google Shape;175;p19"/>
          <p:cNvGrpSpPr/>
          <p:nvPr/>
        </p:nvGrpSpPr>
        <p:grpSpPr>
          <a:xfrm flipH="1">
            <a:off x="-534624" y="-277337"/>
            <a:ext cx="1773412" cy="1460069"/>
            <a:chOff x="7917051" y="-242512"/>
            <a:chExt cx="1773412" cy="1460069"/>
          </a:xfrm>
        </p:grpSpPr>
        <p:sp>
          <p:nvSpPr>
            <p:cNvPr id="176" name="Google Shape;176;p19"/>
            <p:cNvSpPr/>
            <p:nvPr/>
          </p:nvSpPr>
          <p:spPr>
            <a:xfrm flipH="1">
              <a:off x="8458188" y="-242512"/>
              <a:ext cx="1232275" cy="1091025"/>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9"/>
            <p:cNvSpPr/>
            <p:nvPr/>
          </p:nvSpPr>
          <p:spPr>
            <a:xfrm>
              <a:off x="7917051" y="19137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178" name="Google Shape;178;p19"/>
            <p:cNvGrpSpPr/>
            <p:nvPr/>
          </p:nvGrpSpPr>
          <p:grpSpPr>
            <a:xfrm>
              <a:off x="8723170" y="1112100"/>
              <a:ext cx="105457" cy="105457"/>
              <a:chOff x="7812545" y="194375"/>
              <a:chExt cx="105457" cy="105457"/>
            </a:xfrm>
          </p:grpSpPr>
          <p:sp>
            <p:nvSpPr>
              <p:cNvPr id="179" name="Google Shape;179;p19"/>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9"/>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9"/>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9"/>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83" name="Google Shape;183;p19"/>
          <p:cNvGrpSpPr/>
          <p:nvPr/>
        </p:nvGrpSpPr>
        <p:grpSpPr>
          <a:xfrm>
            <a:off x="259745" y="4220645"/>
            <a:ext cx="5232560" cy="653431"/>
            <a:chOff x="259745" y="4220645"/>
            <a:chExt cx="5232560" cy="653431"/>
          </a:xfrm>
        </p:grpSpPr>
        <p:grpSp>
          <p:nvGrpSpPr>
            <p:cNvPr id="184" name="Google Shape;184;p19"/>
            <p:cNvGrpSpPr/>
            <p:nvPr/>
          </p:nvGrpSpPr>
          <p:grpSpPr>
            <a:xfrm flipH="1" rot="10800000">
              <a:off x="5399081" y="4220645"/>
              <a:ext cx="93224" cy="93255"/>
              <a:chOff x="7812545" y="194375"/>
              <a:chExt cx="105457" cy="105457"/>
            </a:xfrm>
          </p:grpSpPr>
          <p:sp>
            <p:nvSpPr>
              <p:cNvPr id="185" name="Google Shape;185;p19"/>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9"/>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9"/>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9"/>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9" name="Google Shape;189;p19"/>
            <p:cNvSpPr/>
            <p:nvPr/>
          </p:nvSpPr>
          <p:spPr>
            <a:xfrm>
              <a:off x="4106676" y="4640545"/>
              <a:ext cx="93231" cy="93173"/>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90" name="Google Shape;190;p19"/>
            <p:cNvGrpSpPr/>
            <p:nvPr/>
          </p:nvGrpSpPr>
          <p:grpSpPr>
            <a:xfrm>
              <a:off x="259745" y="4407982"/>
              <a:ext cx="735782" cy="466094"/>
              <a:chOff x="259745" y="4407982"/>
              <a:chExt cx="735782" cy="466094"/>
            </a:xfrm>
          </p:grpSpPr>
          <p:sp>
            <p:nvSpPr>
              <p:cNvPr id="191" name="Google Shape;191;p19"/>
              <p:cNvSpPr/>
              <p:nvPr/>
            </p:nvSpPr>
            <p:spPr>
              <a:xfrm flipH="1" rot="10800000">
                <a:off x="917576" y="479612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192" name="Google Shape;192;p19"/>
              <p:cNvGrpSpPr/>
              <p:nvPr/>
            </p:nvGrpSpPr>
            <p:grpSpPr>
              <a:xfrm flipH="1" rot="10800000">
                <a:off x="259745" y="4407982"/>
                <a:ext cx="105457" cy="105457"/>
                <a:chOff x="7812545" y="194375"/>
                <a:chExt cx="105457" cy="105457"/>
              </a:xfrm>
            </p:grpSpPr>
            <p:sp>
              <p:nvSpPr>
                <p:cNvPr id="193" name="Google Shape;193;p19"/>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19"/>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19"/>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9"/>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97" name="Shape 197"/>
        <p:cNvGrpSpPr/>
        <p:nvPr/>
      </p:nvGrpSpPr>
      <p:grpSpPr>
        <a:xfrm>
          <a:off x="0" y="0"/>
          <a:ext cx="0" cy="0"/>
          <a:chOff x="0" y="0"/>
          <a:chExt cx="0" cy="0"/>
        </a:xfrm>
      </p:grpSpPr>
      <p:sp>
        <p:nvSpPr>
          <p:cNvPr id="198" name="Google Shape;198;p20"/>
          <p:cNvSpPr/>
          <p:nvPr/>
        </p:nvSpPr>
        <p:spPr>
          <a:xfrm>
            <a:off x="969350" y="330918"/>
            <a:ext cx="7205328" cy="4511037"/>
          </a:xfrm>
          <a:custGeom>
            <a:rect b="b" l="l" r="r" t="t"/>
            <a:pathLst>
              <a:path extrusionOk="0" h="48924" w="60102">
                <a:moveTo>
                  <a:pt x="31550" y="1"/>
                </a:moveTo>
                <a:cubicBezTo>
                  <a:pt x="28688" y="1"/>
                  <a:pt x="25391" y="541"/>
                  <a:pt x="22089" y="2238"/>
                </a:cubicBezTo>
                <a:cubicBezTo>
                  <a:pt x="12977" y="6900"/>
                  <a:pt x="8196" y="17230"/>
                  <a:pt x="4091" y="25485"/>
                </a:cubicBezTo>
                <a:cubicBezTo>
                  <a:pt x="1" y="33725"/>
                  <a:pt x="2016" y="42612"/>
                  <a:pt x="8767" y="47123"/>
                </a:cubicBezTo>
                <a:cubicBezTo>
                  <a:pt x="10764" y="48461"/>
                  <a:pt x="12590" y="48924"/>
                  <a:pt x="14421" y="48924"/>
                </a:cubicBezTo>
                <a:cubicBezTo>
                  <a:pt x="18514" y="48924"/>
                  <a:pt x="22630" y="46611"/>
                  <a:pt x="28730" y="46611"/>
                </a:cubicBezTo>
                <a:cubicBezTo>
                  <a:pt x="29125" y="46611"/>
                  <a:pt x="29527" y="46621"/>
                  <a:pt x="29939" y="46641"/>
                </a:cubicBezTo>
                <a:cubicBezTo>
                  <a:pt x="34134" y="46851"/>
                  <a:pt x="36984" y="47278"/>
                  <a:pt x="39535" y="47278"/>
                </a:cubicBezTo>
                <a:cubicBezTo>
                  <a:pt x="42835" y="47278"/>
                  <a:pt x="45637" y="46563"/>
                  <a:pt x="50208" y="43739"/>
                </a:cubicBezTo>
                <a:cubicBezTo>
                  <a:pt x="58328" y="38732"/>
                  <a:pt x="60102" y="25500"/>
                  <a:pt x="54042" y="15140"/>
                </a:cubicBezTo>
                <a:cubicBezTo>
                  <a:pt x="47997" y="4779"/>
                  <a:pt x="40254" y="1667"/>
                  <a:pt x="40254" y="1667"/>
                </a:cubicBezTo>
                <a:cubicBezTo>
                  <a:pt x="40254" y="1667"/>
                  <a:pt x="36573" y="1"/>
                  <a:pt x="31550"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99" name="Google Shape;199;p20"/>
          <p:cNvGrpSpPr/>
          <p:nvPr/>
        </p:nvGrpSpPr>
        <p:grpSpPr>
          <a:xfrm flipH="1">
            <a:off x="6191707" y="2901140"/>
            <a:ext cx="3799354" cy="3569925"/>
            <a:chOff x="-1113715" y="3104082"/>
            <a:chExt cx="3240940" cy="3045231"/>
          </a:xfrm>
        </p:grpSpPr>
        <p:sp>
          <p:nvSpPr>
            <p:cNvPr id="200" name="Google Shape;200;p20"/>
            <p:cNvSpPr/>
            <p:nvPr/>
          </p:nvSpPr>
          <p:spPr>
            <a:xfrm rot="-6150387">
              <a:off x="-934264" y="3408221"/>
              <a:ext cx="2578600" cy="2436953"/>
            </a:xfrm>
            <a:custGeom>
              <a:rect b="b" l="l" r="r" t="t"/>
              <a:pathLst>
                <a:path extrusionOk="0" h="49900" w="54584">
                  <a:moveTo>
                    <a:pt x="39803" y="0"/>
                  </a:moveTo>
                  <a:cubicBezTo>
                    <a:pt x="38029" y="0"/>
                    <a:pt x="36248" y="409"/>
                    <a:pt x="34570" y="1238"/>
                  </a:cubicBezTo>
                  <a:cubicBezTo>
                    <a:pt x="31367" y="2802"/>
                    <a:pt x="28886" y="5448"/>
                    <a:pt x="25683" y="7012"/>
                  </a:cubicBezTo>
                  <a:cubicBezTo>
                    <a:pt x="21308" y="9163"/>
                    <a:pt x="16511" y="10320"/>
                    <a:pt x="12090" y="12380"/>
                  </a:cubicBezTo>
                  <a:cubicBezTo>
                    <a:pt x="7684" y="14425"/>
                    <a:pt x="3444" y="17628"/>
                    <a:pt x="1865" y="22244"/>
                  </a:cubicBezTo>
                  <a:cubicBezTo>
                    <a:pt x="1" y="27673"/>
                    <a:pt x="647" y="34078"/>
                    <a:pt x="3504" y="39040"/>
                  </a:cubicBezTo>
                  <a:cubicBezTo>
                    <a:pt x="8069" y="46988"/>
                    <a:pt x="17031" y="49899"/>
                    <a:pt x="25743" y="49899"/>
                  </a:cubicBezTo>
                  <a:cubicBezTo>
                    <a:pt x="25898" y="49899"/>
                    <a:pt x="26054" y="49898"/>
                    <a:pt x="26209" y="49897"/>
                  </a:cubicBezTo>
                  <a:cubicBezTo>
                    <a:pt x="44945" y="49671"/>
                    <a:pt x="54583" y="26996"/>
                    <a:pt x="51531" y="10696"/>
                  </a:cubicBezTo>
                  <a:cubicBezTo>
                    <a:pt x="50869" y="7163"/>
                    <a:pt x="49230" y="3779"/>
                    <a:pt x="46118" y="1840"/>
                  </a:cubicBezTo>
                  <a:cubicBezTo>
                    <a:pt x="44160" y="620"/>
                    <a:pt x="41987" y="0"/>
                    <a:pt x="39803"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20"/>
            <p:cNvSpPr/>
            <p:nvPr/>
          </p:nvSpPr>
          <p:spPr>
            <a:xfrm rot="5828283">
              <a:off x="677849" y="4406018"/>
              <a:ext cx="958577" cy="1835297"/>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2" name="Google Shape;202;p20"/>
          <p:cNvSpPr txBox="1"/>
          <p:nvPr>
            <p:ph type="title"/>
          </p:nvPr>
        </p:nvSpPr>
        <p:spPr>
          <a:xfrm>
            <a:off x="1483650" y="1518095"/>
            <a:ext cx="6176700" cy="21222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SzPts val="4800"/>
              <a:buNone/>
              <a:defRPr sz="80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203" name="Google Shape;203;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grpSp>
        <p:nvGrpSpPr>
          <p:cNvPr id="204" name="Google Shape;204;p20"/>
          <p:cNvGrpSpPr/>
          <p:nvPr/>
        </p:nvGrpSpPr>
        <p:grpSpPr>
          <a:xfrm>
            <a:off x="271470" y="2863025"/>
            <a:ext cx="1124357" cy="1900014"/>
            <a:chOff x="271470" y="2863025"/>
            <a:chExt cx="1124357" cy="1900014"/>
          </a:xfrm>
        </p:grpSpPr>
        <p:grpSp>
          <p:nvGrpSpPr>
            <p:cNvPr id="205" name="Google Shape;205;p20"/>
            <p:cNvGrpSpPr/>
            <p:nvPr/>
          </p:nvGrpSpPr>
          <p:grpSpPr>
            <a:xfrm>
              <a:off x="271470" y="3633150"/>
              <a:ext cx="105457" cy="105457"/>
              <a:chOff x="7812545" y="194375"/>
              <a:chExt cx="105457" cy="105457"/>
            </a:xfrm>
          </p:grpSpPr>
          <p:sp>
            <p:nvSpPr>
              <p:cNvPr id="206" name="Google Shape;206;p20"/>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20"/>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20"/>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20"/>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0" name="Google Shape;210;p20"/>
            <p:cNvSpPr/>
            <p:nvPr/>
          </p:nvSpPr>
          <p:spPr>
            <a:xfrm>
              <a:off x="440338" y="4657650"/>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20"/>
            <p:cNvSpPr/>
            <p:nvPr/>
          </p:nvSpPr>
          <p:spPr>
            <a:xfrm>
              <a:off x="801601" y="286302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212" name="Google Shape;212;p20"/>
            <p:cNvGrpSpPr/>
            <p:nvPr/>
          </p:nvGrpSpPr>
          <p:grpSpPr>
            <a:xfrm>
              <a:off x="1290370" y="4390325"/>
              <a:ext cx="105457" cy="105457"/>
              <a:chOff x="7812545" y="194375"/>
              <a:chExt cx="105457" cy="105457"/>
            </a:xfrm>
          </p:grpSpPr>
          <p:sp>
            <p:nvSpPr>
              <p:cNvPr id="213" name="Google Shape;213;p20"/>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20"/>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20"/>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20"/>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17" name="Google Shape;217;p20"/>
          <p:cNvSpPr/>
          <p:nvPr/>
        </p:nvSpPr>
        <p:spPr>
          <a:xfrm rot="5400000">
            <a:off x="-437566" y="-329796"/>
            <a:ext cx="1400300" cy="1233925"/>
          </a:xfrm>
          <a:custGeom>
            <a:rect b="b" l="l" r="r" t="t"/>
            <a:pathLst>
              <a:path extrusionOk="0" h="49357" w="56012">
                <a:moveTo>
                  <a:pt x="29954" y="0"/>
                </a:moveTo>
                <a:cubicBezTo>
                  <a:pt x="26409" y="0"/>
                  <a:pt x="22321" y="902"/>
                  <a:pt x="17654" y="3034"/>
                </a:cubicBezTo>
                <a:cubicBezTo>
                  <a:pt x="17654" y="3034"/>
                  <a:pt x="8827" y="7530"/>
                  <a:pt x="4406" y="14477"/>
                </a:cubicBezTo>
                <a:cubicBezTo>
                  <a:pt x="1" y="21424"/>
                  <a:pt x="347" y="30340"/>
                  <a:pt x="5715" y="36971"/>
                </a:cubicBezTo>
                <a:cubicBezTo>
                  <a:pt x="11068" y="43588"/>
                  <a:pt x="21308" y="42730"/>
                  <a:pt x="29878" y="46926"/>
                </a:cubicBezTo>
                <a:cubicBezTo>
                  <a:pt x="33082" y="48494"/>
                  <a:pt x="36410" y="49356"/>
                  <a:pt x="39533" y="49356"/>
                </a:cubicBezTo>
                <a:cubicBezTo>
                  <a:pt x="44766" y="49356"/>
                  <a:pt x="49425" y="46936"/>
                  <a:pt x="51967" y="41362"/>
                </a:cubicBezTo>
                <a:cubicBezTo>
                  <a:pt x="56012" y="32476"/>
                  <a:pt x="49907" y="29137"/>
                  <a:pt x="48854" y="18852"/>
                </a:cubicBezTo>
                <a:cubicBezTo>
                  <a:pt x="48037" y="10867"/>
                  <a:pt x="42263" y="0"/>
                  <a:pt x="29954"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18" name="Google Shape;218;p20"/>
          <p:cNvGrpSpPr/>
          <p:nvPr/>
        </p:nvGrpSpPr>
        <p:grpSpPr>
          <a:xfrm>
            <a:off x="7400320" y="248200"/>
            <a:ext cx="1552557" cy="1766094"/>
            <a:chOff x="7400320" y="248200"/>
            <a:chExt cx="1552557" cy="1766094"/>
          </a:xfrm>
        </p:grpSpPr>
        <p:sp>
          <p:nvSpPr>
            <p:cNvPr id="219" name="Google Shape;219;p20"/>
            <p:cNvSpPr/>
            <p:nvPr/>
          </p:nvSpPr>
          <p:spPr>
            <a:xfrm>
              <a:off x="8405475" y="1190225"/>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20"/>
            <p:cNvSpPr/>
            <p:nvPr/>
          </p:nvSpPr>
          <p:spPr>
            <a:xfrm>
              <a:off x="8861176" y="248200"/>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221" name="Google Shape;221;p20"/>
            <p:cNvGrpSpPr/>
            <p:nvPr/>
          </p:nvGrpSpPr>
          <p:grpSpPr>
            <a:xfrm>
              <a:off x="8847420" y="1908838"/>
              <a:ext cx="105457" cy="105457"/>
              <a:chOff x="7812545" y="194375"/>
              <a:chExt cx="105457" cy="105457"/>
            </a:xfrm>
          </p:grpSpPr>
          <p:sp>
            <p:nvSpPr>
              <p:cNvPr id="222" name="Google Shape;222;p20"/>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20"/>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20"/>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20"/>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6" name="Google Shape;226;p20"/>
            <p:cNvGrpSpPr/>
            <p:nvPr/>
          </p:nvGrpSpPr>
          <p:grpSpPr>
            <a:xfrm>
              <a:off x="7400320" y="473138"/>
              <a:ext cx="105457" cy="105457"/>
              <a:chOff x="7812545" y="194375"/>
              <a:chExt cx="105457" cy="105457"/>
            </a:xfrm>
          </p:grpSpPr>
          <p:sp>
            <p:nvSpPr>
              <p:cNvPr id="227" name="Google Shape;227;p20"/>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20"/>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20"/>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20"/>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31" name="Shape 231"/>
        <p:cNvGrpSpPr/>
        <p:nvPr/>
      </p:nvGrpSpPr>
      <p:grpSpPr>
        <a:xfrm>
          <a:off x="0" y="0"/>
          <a:ext cx="0" cy="0"/>
          <a:chOff x="0" y="0"/>
          <a:chExt cx="0" cy="0"/>
        </a:xfrm>
      </p:grpSpPr>
      <p:sp>
        <p:nvSpPr>
          <p:cNvPr id="232" name="Google Shape;232;p21"/>
          <p:cNvSpPr txBox="1"/>
          <p:nvPr>
            <p:ph type="title"/>
          </p:nvPr>
        </p:nvSpPr>
        <p:spPr>
          <a:xfrm>
            <a:off x="685800" y="1577467"/>
            <a:ext cx="4045200" cy="934800"/>
          </a:xfrm>
          <a:prstGeom prst="rect">
            <a:avLst/>
          </a:prstGeom>
        </p:spPr>
        <p:txBody>
          <a:bodyPr anchorCtr="0" anchor="ctr" bIns="91425" lIns="91425" spcFirstLastPara="1" rIns="91425" wrap="square" tIns="91425">
            <a:noAutofit/>
          </a:bodyPr>
          <a:lstStyle>
            <a:lvl1pPr lvl="0" algn="ctr">
              <a:spcBef>
                <a:spcPts val="0"/>
              </a:spcBef>
              <a:spcAft>
                <a:spcPts val="0"/>
              </a:spcAft>
              <a:buSzPts val="2800"/>
              <a:buNone/>
              <a:defRPr/>
            </a:lvl1pPr>
            <a:lvl2pPr lvl="1" algn="ctr">
              <a:spcBef>
                <a:spcPts val="0"/>
              </a:spcBef>
              <a:spcAft>
                <a:spcPts val="0"/>
              </a:spcAft>
              <a:buSzPts val="2800"/>
              <a:buNone/>
              <a:defRPr/>
            </a:lvl2pPr>
            <a:lvl3pPr lvl="2" algn="ctr">
              <a:spcBef>
                <a:spcPts val="0"/>
              </a:spcBef>
              <a:spcAft>
                <a:spcPts val="0"/>
              </a:spcAft>
              <a:buSzPts val="2800"/>
              <a:buNone/>
              <a:defRPr/>
            </a:lvl3pPr>
            <a:lvl4pPr lvl="3" algn="ctr">
              <a:spcBef>
                <a:spcPts val="0"/>
              </a:spcBef>
              <a:spcAft>
                <a:spcPts val="0"/>
              </a:spcAft>
              <a:buSzPts val="2800"/>
              <a:buNone/>
              <a:defRPr/>
            </a:lvl4pPr>
            <a:lvl5pPr lvl="4" algn="ctr">
              <a:spcBef>
                <a:spcPts val="0"/>
              </a:spcBef>
              <a:spcAft>
                <a:spcPts val="0"/>
              </a:spcAft>
              <a:buSzPts val="2800"/>
              <a:buNone/>
              <a:defRPr/>
            </a:lvl5pPr>
            <a:lvl6pPr lvl="5" algn="ctr">
              <a:spcBef>
                <a:spcPts val="0"/>
              </a:spcBef>
              <a:spcAft>
                <a:spcPts val="0"/>
              </a:spcAft>
              <a:buSzPts val="2800"/>
              <a:buNone/>
              <a:defRPr/>
            </a:lvl6pPr>
            <a:lvl7pPr lvl="6" algn="ctr">
              <a:spcBef>
                <a:spcPts val="0"/>
              </a:spcBef>
              <a:spcAft>
                <a:spcPts val="0"/>
              </a:spcAft>
              <a:buSzPts val="2800"/>
              <a:buNone/>
              <a:defRPr/>
            </a:lvl7pPr>
            <a:lvl8pPr lvl="7" algn="ctr">
              <a:spcBef>
                <a:spcPts val="0"/>
              </a:spcBef>
              <a:spcAft>
                <a:spcPts val="0"/>
              </a:spcAft>
              <a:buSzPts val="2800"/>
              <a:buNone/>
              <a:defRPr/>
            </a:lvl8pPr>
            <a:lvl9pPr lvl="8" algn="ctr">
              <a:spcBef>
                <a:spcPts val="0"/>
              </a:spcBef>
              <a:spcAft>
                <a:spcPts val="0"/>
              </a:spcAft>
              <a:buSzPts val="2800"/>
              <a:buNone/>
              <a:defRPr/>
            </a:lvl9pPr>
          </a:lstStyle>
          <a:p/>
        </p:txBody>
      </p:sp>
      <p:sp>
        <p:nvSpPr>
          <p:cNvPr id="233" name="Google Shape;233;p21"/>
          <p:cNvSpPr txBox="1"/>
          <p:nvPr>
            <p:ph idx="1" type="subTitle"/>
          </p:nvPr>
        </p:nvSpPr>
        <p:spPr>
          <a:xfrm>
            <a:off x="685800" y="2627166"/>
            <a:ext cx="4045200" cy="9348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234" name="Google Shape;234;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grpSp>
        <p:nvGrpSpPr>
          <p:cNvPr id="235" name="Google Shape;235;p21"/>
          <p:cNvGrpSpPr/>
          <p:nvPr/>
        </p:nvGrpSpPr>
        <p:grpSpPr>
          <a:xfrm flipH="1">
            <a:off x="-534624" y="-277337"/>
            <a:ext cx="1773412" cy="1460069"/>
            <a:chOff x="7917051" y="-242512"/>
            <a:chExt cx="1773412" cy="1460069"/>
          </a:xfrm>
        </p:grpSpPr>
        <p:sp>
          <p:nvSpPr>
            <p:cNvPr id="236" name="Google Shape;236;p21"/>
            <p:cNvSpPr/>
            <p:nvPr/>
          </p:nvSpPr>
          <p:spPr>
            <a:xfrm flipH="1">
              <a:off x="8458188" y="-242512"/>
              <a:ext cx="1232275" cy="1091025"/>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21"/>
            <p:cNvSpPr/>
            <p:nvPr/>
          </p:nvSpPr>
          <p:spPr>
            <a:xfrm>
              <a:off x="7917051" y="19137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238" name="Google Shape;238;p21"/>
            <p:cNvGrpSpPr/>
            <p:nvPr/>
          </p:nvGrpSpPr>
          <p:grpSpPr>
            <a:xfrm>
              <a:off x="8723170" y="1112100"/>
              <a:ext cx="105457" cy="105457"/>
              <a:chOff x="7812545" y="194375"/>
              <a:chExt cx="105457" cy="105457"/>
            </a:xfrm>
          </p:grpSpPr>
          <p:sp>
            <p:nvSpPr>
              <p:cNvPr id="239" name="Google Shape;239;p21"/>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21"/>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21"/>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21"/>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43" name="Google Shape;243;p21"/>
          <p:cNvGrpSpPr/>
          <p:nvPr/>
        </p:nvGrpSpPr>
        <p:grpSpPr>
          <a:xfrm>
            <a:off x="-1490517" y="3598506"/>
            <a:ext cx="2984172" cy="2871184"/>
            <a:chOff x="-1307617" y="3655381"/>
            <a:chExt cx="2984172" cy="2871184"/>
          </a:xfrm>
        </p:grpSpPr>
        <p:sp>
          <p:nvSpPr>
            <p:cNvPr id="244" name="Google Shape;244;p21"/>
            <p:cNvSpPr/>
            <p:nvPr/>
          </p:nvSpPr>
          <p:spPr>
            <a:xfrm flipH="1" rot="638420">
              <a:off x="-1104798" y="3872484"/>
              <a:ext cx="2578535" cy="2436978"/>
            </a:xfrm>
            <a:custGeom>
              <a:rect b="b" l="l" r="r" t="t"/>
              <a:pathLst>
                <a:path extrusionOk="0" h="49900" w="54584">
                  <a:moveTo>
                    <a:pt x="39803" y="0"/>
                  </a:moveTo>
                  <a:cubicBezTo>
                    <a:pt x="38029" y="0"/>
                    <a:pt x="36248" y="409"/>
                    <a:pt x="34570" y="1238"/>
                  </a:cubicBezTo>
                  <a:cubicBezTo>
                    <a:pt x="31367" y="2802"/>
                    <a:pt x="28886" y="5448"/>
                    <a:pt x="25683" y="7012"/>
                  </a:cubicBezTo>
                  <a:cubicBezTo>
                    <a:pt x="21308" y="9163"/>
                    <a:pt x="16511" y="10320"/>
                    <a:pt x="12090" y="12380"/>
                  </a:cubicBezTo>
                  <a:cubicBezTo>
                    <a:pt x="7684" y="14425"/>
                    <a:pt x="3444" y="17628"/>
                    <a:pt x="1865" y="22244"/>
                  </a:cubicBezTo>
                  <a:cubicBezTo>
                    <a:pt x="1" y="27673"/>
                    <a:pt x="647" y="34078"/>
                    <a:pt x="3504" y="39040"/>
                  </a:cubicBezTo>
                  <a:cubicBezTo>
                    <a:pt x="8069" y="46988"/>
                    <a:pt x="17031" y="49899"/>
                    <a:pt x="25743" y="49899"/>
                  </a:cubicBezTo>
                  <a:cubicBezTo>
                    <a:pt x="25898" y="49899"/>
                    <a:pt x="26054" y="49898"/>
                    <a:pt x="26209" y="49897"/>
                  </a:cubicBezTo>
                  <a:cubicBezTo>
                    <a:pt x="44945" y="49671"/>
                    <a:pt x="54583" y="26996"/>
                    <a:pt x="51531" y="10696"/>
                  </a:cubicBezTo>
                  <a:cubicBezTo>
                    <a:pt x="50869" y="7163"/>
                    <a:pt x="49230" y="3779"/>
                    <a:pt x="46118" y="1840"/>
                  </a:cubicBezTo>
                  <a:cubicBezTo>
                    <a:pt x="44160" y="620"/>
                    <a:pt x="41987" y="0"/>
                    <a:pt x="3980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21"/>
            <p:cNvSpPr/>
            <p:nvPr/>
          </p:nvSpPr>
          <p:spPr>
            <a:xfrm rot="7710264">
              <a:off x="-15001" y="4173334"/>
              <a:ext cx="958502" cy="1835274"/>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6" name="Google Shape;246;p21"/>
          <p:cNvGrpSpPr/>
          <p:nvPr/>
        </p:nvGrpSpPr>
        <p:grpSpPr>
          <a:xfrm>
            <a:off x="5096454" y="406120"/>
            <a:ext cx="3821429" cy="1518424"/>
            <a:chOff x="5096454" y="406120"/>
            <a:chExt cx="3821429" cy="1518424"/>
          </a:xfrm>
        </p:grpSpPr>
        <p:sp>
          <p:nvSpPr>
            <p:cNvPr id="247" name="Google Shape;247;p21"/>
            <p:cNvSpPr/>
            <p:nvPr/>
          </p:nvSpPr>
          <p:spPr>
            <a:xfrm>
              <a:off x="5096454" y="539393"/>
              <a:ext cx="1089450" cy="348874"/>
            </a:xfrm>
            <a:custGeom>
              <a:rect b="b" l="l" r="r" t="t"/>
              <a:pathLst>
                <a:path extrusionOk="0" fill="none" h="4647" w="14511">
                  <a:moveTo>
                    <a:pt x="13894" y="3805"/>
                  </a:moveTo>
                  <a:cubicBezTo>
                    <a:pt x="13263" y="3459"/>
                    <a:pt x="12977" y="3744"/>
                    <a:pt x="12766" y="3459"/>
                  </a:cubicBezTo>
                  <a:cubicBezTo>
                    <a:pt x="12541" y="3173"/>
                    <a:pt x="13383" y="2436"/>
                    <a:pt x="11684" y="1699"/>
                  </a:cubicBezTo>
                  <a:cubicBezTo>
                    <a:pt x="11684" y="1699"/>
                    <a:pt x="11578" y="121"/>
                    <a:pt x="9248" y="60"/>
                  </a:cubicBezTo>
                  <a:cubicBezTo>
                    <a:pt x="6917" y="0"/>
                    <a:pt x="7549" y="1654"/>
                    <a:pt x="6917" y="2045"/>
                  </a:cubicBezTo>
                  <a:cubicBezTo>
                    <a:pt x="6286" y="2436"/>
                    <a:pt x="6120" y="1820"/>
                    <a:pt x="5504" y="2211"/>
                  </a:cubicBezTo>
                  <a:cubicBezTo>
                    <a:pt x="4872" y="2617"/>
                    <a:pt x="5158" y="3399"/>
                    <a:pt x="4647" y="3519"/>
                  </a:cubicBezTo>
                  <a:cubicBezTo>
                    <a:pt x="4135" y="3624"/>
                    <a:pt x="3459" y="3008"/>
                    <a:pt x="2842" y="3399"/>
                  </a:cubicBezTo>
                  <a:cubicBezTo>
                    <a:pt x="2211" y="3805"/>
                    <a:pt x="2211" y="4135"/>
                    <a:pt x="1925" y="4135"/>
                  </a:cubicBezTo>
                  <a:cubicBezTo>
                    <a:pt x="1654" y="4135"/>
                    <a:pt x="1083" y="3910"/>
                    <a:pt x="737" y="4135"/>
                  </a:cubicBezTo>
                  <a:cubicBezTo>
                    <a:pt x="406" y="4376"/>
                    <a:pt x="0" y="4647"/>
                    <a:pt x="0" y="4647"/>
                  </a:cubicBezTo>
                  <a:lnTo>
                    <a:pt x="14345" y="4647"/>
                  </a:lnTo>
                  <a:cubicBezTo>
                    <a:pt x="14345" y="4647"/>
                    <a:pt x="14511" y="4135"/>
                    <a:pt x="13894" y="3805"/>
                  </a:cubicBezTo>
                  <a:close/>
                </a:path>
              </a:pathLst>
            </a:custGeom>
            <a:solidFill>
              <a:schemeClr val="lt1"/>
            </a:solid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21"/>
            <p:cNvSpPr/>
            <p:nvPr/>
          </p:nvSpPr>
          <p:spPr>
            <a:xfrm flipH="1">
              <a:off x="7828433" y="748130"/>
              <a:ext cx="1089450" cy="348874"/>
            </a:xfrm>
            <a:custGeom>
              <a:rect b="b" l="l" r="r" t="t"/>
              <a:pathLst>
                <a:path extrusionOk="0" fill="none" h="4647" w="14511">
                  <a:moveTo>
                    <a:pt x="13894" y="3805"/>
                  </a:moveTo>
                  <a:cubicBezTo>
                    <a:pt x="13263" y="3459"/>
                    <a:pt x="12977" y="3744"/>
                    <a:pt x="12766" y="3459"/>
                  </a:cubicBezTo>
                  <a:cubicBezTo>
                    <a:pt x="12541" y="3173"/>
                    <a:pt x="13383" y="2436"/>
                    <a:pt x="11684" y="1699"/>
                  </a:cubicBezTo>
                  <a:cubicBezTo>
                    <a:pt x="11684" y="1699"/>
                    <a:pt x="11578" y="121"/>
                    <a:pt x="9248" y="60"/>
                  </a:cubicBezTo>
                  <a:cubicBezTo>
                    <a:pt x="6917" y="0"/>
                    <a:pt x="7549" y="1654"/>
                    <a:pt x="6917" y="2045"/>
                  </a:cubicBezTo>
                  <a:cubicBezTo>
                    <a:pt x="6286" y="2436"/>
                    <a:pt x="6120" y="1820"/>
                    <a:pt x="5504" y="2211"/>
                  </a:cubicBezTo>
                  <a:cubicBezTo>
                    <a:pt x="4872" y="2617"/>
                    <a:pt x="5158" y="3399"/>
                    <a:pt x="4647" y="3519"/>
                  </a:cubicBezTo>
                  <a:cubicBezTo>
                    <a:pt x="4135" y="3624"/>
                    <a:pt x="3459" y="3008"/>
                    <a:pt x="2842" y="3399"/>
                  </a:cubicBezTo>
                  <a:cubicBezTo>
                    <a:pt x="2211" y="3805"/>
                    <a:pt x="2211" y="4135"/>
                    <a:pt x="1925" y="4135"/>
                  </a:cubicBezTo>
                  <a:cubicBezTo>
                    <a:pt x="1654" y="4135"/>
                    <a:pt x="1083" y="3910"/>
                    <a:pt x="737" y="4135"/>
                  </a:cubicBezTo>
                  <a:cubicBezTo>
                    <a:pt x="406" y="4376"/>
                    <a:pt x="0" y="4647"/>
                    <a:pt x="0" y="4647"/>
                  </a:cubicBezTo>
                  <a:lnTo>
                    <a:pt x="14345" y="4647"/>
                  </a:lnTo>
                  <a:cubicBezTo>
                    <a:pt x="14345" y="4647"/>
                    <a:pt x="14511" y="4135"/>
                    <a:pt x="13894" y="3805"/>
                  </a:cubicBezTo>
                  <a:close/>
                </a:path>
              </a:pathLst>
            </a:custGeom>
            <a:solidFill>
              <a:schemeClr val="lt1"/>
            </a:solid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21"/>
            <p:cNvSpPr/>
            <p:nvPr/>
          </p:nvSpPr>
          <p:spPr>
            <a:xfrm>
              <a:off x="8824638" y="406120"/>
              <a:ext cx="93231" cy="93173"/>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0" name="Google Shape;250;p21"/>
            <p:cNvGrpSpPr/>
            <p:nvPr/>
          </p:nvGrpSpPr>
          <p:grpSpPr>
            <a:xfrm>
              <a:off x="8629946" y="1831310"/>
              <a:ext cx="93234" cy="93234"/>
              <a:chOff x="7812545" y="194375"/>
              <a:chExt cx="105457" cy="105457"/>
            </a:xfrm>
          </p:grpSpPr>
          <p:sp>
            <p:nvSpPr>
              <p:cNvPr id="251" name="Google Shape;251;p21"/>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21"/>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21"/>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21"/>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5" name="Google Shape;255;p21"/>
            <p:cNvGrpSpPr/>
            <p:nvPr/>
          </p:nvGrpSpPr>
          <p:grpSpPr>
            <a:xfrm flipH="1" rot="10800000">
              <a:off x="7254006" y="492770"/>
              <a:ext cx="93224" cy="93255"/>
              <a:chOff x="7812545" y="194375"/>
              <a:chExt cx="105457" cy="105457"/>
            </a:xfrm>
          </p:grpSpPr>
          <p:sp>
            <p:nvSpPr>
              <p:cNvPr id="256" name="Google Shape;256;p21"/>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21"/>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21"/>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21"/>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60" name="Shape 260"/>
        <p:cNvGrpSpPr/>
        <p:nvPr/>
      </p:nvGrpSpPr>
      <p:grpSpPr>
        <a:xfrm>
          <a:off x="0" y="0"/>
          <a:ext cx="0" cy="0"/>
          <a:chOff x="0" y="0"/>
          <a:chExt cx="0" cy="0"/>
        </a:xfrm>
      </p:grpSpPr>
      <p:sp>
        <p:nvSpPr>
          <p:cNvPr id="261" name="Google Shape;261;p22"/>
          <p:cNvSpPr txBox="1"/>
          <p:nvPr>
            <p:ph idx="1" type="body"/>
          </p:nvPr>
        </p:nvSpPr>
        <p:spPr>
          <a:xfrm>
            <a:off x="685800" y="3601550"/>
            <a:ext cx="2993100" cy="8235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2000"/>
              <a:buFont typeface="Barlow"/>
              <a:buNone/>
              <a:defRPr b="1" sz="2200">
                <a:latin typeface="Barlow"/>
                <a:ea typeface="Barlow"/>
                <a:cs typeface="Barlow"/>
                <a:sym typeface="Barlow"/>
              </a:defRPr>
            </a:lvl1pPr>
          </a:lstStyle>
          <a:p/>
        </p:txBody>
      </p:sp>
      <p:sp>
        <p:nvSpPr>
          <p:cNvPr id="262" name="Google Shape;262;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263" name="Shape 263"/>
        <p:cNvGrpSpPr/>
        <p:nvPr/>
      </p:nvGrpSpPr>
      <p:grpSpPr>
        <a:xfrm>
          <a:off x="0" y="0"/>
          <a:ext cx="0" cy="0"/>
          <a:chOff x="0" y="0"/>
          <a:chExt cx="0" cy="0"/>
        </a:xfrm>
      </p:grpSpPr>
      <p:sp>
        <p:nvSpPr>
          <p:cNvPr id="264" name="Google Shape;264;p23"/>
          <p:cNvSpPr txBox="1"/>
          <p:nvPr>
            <p:ph hasCustomPrompt="1" type="title"/>
          </p:nvPr>
        </p:nvSpPr>
        <p:spPr>
          <a:xfrm>
            <a:off x="1226850" y="1830050"/>
            <a:ext cx="6690300" cy="1113600"/>
          </a:xfrm>
          <a:prstGeom prst="rect">
            <a:avLst/>
          </a:prstGeom>
        </p:spPr>
        <p:txBody>
          <a:bodyPr anchorCtr="0" anchor="ctr" bIns="91425" lIns="91425" spcFirstLastPara="1" rIns="91425" wrap="square" tIns="91425">
            <a:noAutofit/>
          </a:bodyPr>
          <a:lstStyle>
            <a:lvl1pPr lvl="0" algn="ctr">
              <a:spcBef>
                <a:spcPts val="0"/>
              </a:spcBef>
              <a:spcAft>
                <a:spcPts val="0"/>
              </a:spcAft>
              <a:buSzPts val="8000"/>
              <a:buNone/>
              <a:defRPr sz="9000">
                <a:solidFill>
                  <a:schemeClr val="accent2"/>
                </a:solidFill>
              </a:defRPr>
            </a:lvl1pPr>
            <a:lvl2pPr lvl="1" algn="ctr">
              <a:spcBef>
                <a:spcPts val="0"/>
              </a:spcBef>
              <a:spcAft>
                <a:spcPts val="0"/>
              </a:spcAft>
              <a:buSzPts val="8000"/>
              <a:buNone/>
              <a:defRPr sz="8000"/>
            </a:lvl2pPr>
            <a:lvl3pPr lvl="2" algn="ctr">
              <a:spcBef>
                <a:spcPts val="0"/>
              </a:spcBef>
              <a:spcAft>
                <a:spcPts val="0"/>
              </a:spcAft>
              <a:buSzPts val="8000"/>
              <a:buNone/>
              <a:defRPr sz="8000"/>
            </a:lvl3pPr>
            <a:lvl4pPr lvl="3" algn="ctr">
              <a:spcBef>
                <a:spcPts val="0"/>
              </a:spcBef>
              <a:spcAft>
                <a:spcPts val="0"/>
              </a:spcAft>
              <a:buSzPts val="8000"/>
              <a:buNone/>
              <a:defRPr sz="8000"/>
            </a:lvl4pPr>
            <a:lvl5pPr lvl="4" algn="ctr">
              <a:spcBef>
                <a:spcPts val="0"/>
              </a:spcBef>
              <a:spcAft>
                <a:spcPts val="0"/>
              </a:spcAft>
              <a:buSzPts val="8000"/>
              <a:buNone/>
              <a:defRPr sz="8000"/>
            </a:lvl5pPr>
            <a:lvl6pPr lvl="5" algn="ctr">
              <a:spcBef>
                <a:spcPts val="0"/>
              </a:spcBef>
              <a:spcAft>
                <a:spcPts val="0"/>
              </a:spcAft>
              <a:buSzPts val="8000"/>
              <a:buNone/>
              <a:defRPr sz="8000"/>
            </a:lvl6pPr>
            <a:lvl7pPr lvl="6" algn="ctr">
              <a:spcBef>
                <a:spcPts val="0"/>
              </a:spcBef>
              <a:spcAft>
                <a:spcPts val="0"/>
              </a:spcAft>
              <a:buSzPts val="8000"/>
              <a:buNone/>
              <a:defRPr sz="8000"/>
            </a:lvl7pPr>
            <a:lvl8pPr lvl="7" algn="ctr">
              <a:spcBef>
                <a:spcPts val="0"/>
              </a:spcBef>
              <a:spcAft>
                <a:spcPts val="0"/>
              </a:spcAft>
              <a:buSzPts val="8000"/>
              <a:buNone/>
              <a:defRPr sz="8000"/>
            </a:lvl8pPr>
            <a:lvl9pPr lvl="8" algn="ctr">
              <a:spcBef>
                <a:spcPts val="0"/>
              </a:spcBef>
              <a:spcAft>
                <a:spcPts val="0"/>
              </a:spcAft>
              <a:buSzPts val="8000"/>
              <a:buNone/>
              <a:defRPr sz="8000"/>
            </a:lvl9pPr>
          </a:lstStyle>
          <a:p>
            <a:r>
              <a:t>xx%</a:t>
            </a:r>
          </a:p>
        </p:txBody>
      </p:sp>
      <p:sp>
        <p:nvSpPr>
          <p:cNvPr id="265" name="Google Shape;265;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266" name="Google Shape;266;p23"/>
          <p:cNvSpPr txBox="1"/>
          <p:nvPr>
            <p:ph idx="1" type="subTitle"/>
          </p:nvPr>
        </p:nvSpPr>
        <p:spPr>
          <a:xfrm>
            <a:off x="1516375" y="3002275"/>
            <a:ext cx="6144300" cy="3417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8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267" name="Google Shape;267;p23"/>
          <p:cNvSpPr/>
          <p:nvPr/>
        </p:nvSpPr>
        <p:spPr>
          <a:xfrm rot="2700000">
            <a:off x="5376368" y="-1160318"/>
            <a:ext cx="5591744" cy="3399428"/>
          </a:xfrm>
          <a:custGeom>
            <a:rect b="b" l="l" r="r" t="t"/>
            <a:pathLst>
              <a:path extrusionOk="0" h="48924" w="60102">
                <a:moveTo>
                  <a:pt x="31550" y="1"/>
                </a:moveTo>
                <a:cubicBezTo>
                  <a:pt x="28688" y="1"/>
                  <a:pt x="25391" y="541"/>
                  <a:pt x="22089" y="2238"/>
                </a:cubicBezTo>
                <a:cubicBezTo>
                  <a:pt x="12977" y="6900"/>
                  <a:pt x="8196" y="17230"/>
                  <a:pt x="4091" y="25485"/>
                </a:cubicBezTo>
                <a:cubicBezTo>
                  <a:pt x="1" y="33725"/>
                  <a:pt x="2016" y="42612"/>
                  <a:pt x="8767" y="47123"/>
                </a:cubicBezTo>
                <a:cubicBezTo>
                  <a:pt x="10764" y="48461"/>
                  <a:pt x="12590" y="48924"/>
                  <a:pt x="14421" y="48924"/>
                </a:cubicBezTo>
                <a:cubicBezTo>
                  <a:pt x="18514" y="48924"/>
                  <a:pt x="22630" y="46611"/>
                  <a:pt x="28730" y="46611"/>
                </a:cubicBezTo>
                <a:cubicBezTo>
                  <a:pt x="29125" y="46611"/>
                  <a:pt x="29527" y="46621"/>
                  <a:pt x="29939" y="46641"/>
                </a:cubicBezTo>
                <a:cubicBezTo>
                  <a:pt x="34134" y="46851"/>
                  <a:pt x="36984" y="47278"/>
                  <a:pt x="39535" y="47278"/>
                </a:cubicBezTo>
                <a:cubicBezTo>
                  <a:pt x="42835" y="47278"/>
                  <a:pt x="45637" y="46563"/>
                  <a:pt x="50208" y="43739"/>
                </a:cubicBezTo>
                <a:cubicBezTo>
                  <a:pt x="58328" y="38732"/>
                  <a:pt x="60102" y="25500"/>
                  <a:pt x="54042" y="15140"/>
                </a:cubicBezTo>
                <a:cubicBezTo>
                  <a:pt x="47997" y="4779"/>
                  <a:pt x="40254" y="1667"/>
                  <a:pt x="40254" y="1667"/>
                </a:cubicBezTo>
                <a:cubicBezTo>
                  <a:pt x="40254" y="1667"/>
                  <a:pt x="36573" y="1"/>
                  <a:pt x="31550"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68" name="Google Shape;268;p23"/>
          <p:cNvGrpSpPr/>
          <p:nvPr/>
        </p:nvGrpSpPr>
        <p:grpSpPr>
          <a:xfrm>
            <a:off x="405960" y="-304605"/>
            <a:ext cx="9209266" cy="1854619"/>
            <a:chOff x="405960" y="-304605"/>
            <a:chExt cx="9209266" cy="1854619"/>
          </a:xfrm>
        </p:grpSpPr>
        <p:sp>
          <p:nvSpPr>
            <p:cNvPr id="269" name="Google Shape;269;p23"/>
            <p:cNvSpPr/>
            <p:nvPr/>
          </p:nvSpPr>
          <p:spPr>
            <a:xfrm>
              <a:off x="6209226" y="478878"/>
              <a:ext cx="1324564" cy="424178"/>
            </a:xfrm>
            <a:custGeom>
              <a:rect b="b" l="l" r="r" t="t"/>
              <a:pathLst>
                <a:path extrusionOk="0" fill="none" h="4647" w="14511">
                  <a:moveTo>
                    <a:pt x="13894" y="3805"/>
                  </a:moveTo>
                  <a:cubicBezTo>
                    <a:pt x="13263" y="3459"/>
                    <a:pt x="12977" y="3744"/>
                    <a:pt x="12766" y="3459"/>
                  </a:cubicBezTo>
                  <a:cubicBezTo>
                    <a:pt x="12541" y="3173"/>
                    <a:pt x="13383" y="2436"/>
                    <a:pt x="11684" y="1699"/>
                  </a:cubicBezTo>
                  <a:cubicBezTo>
                    <a:pt x="11684" y="1699"/>
                    <a:pt x="11578" y="121"/>
                    <a:pt x="9248" y="60"/>
                  </a:cubicBezTo>
                  <a:cubicBezTo>
                    <a:pt x="6917" y="0"/>
                    <a:pt x="7549" y="1654"/>
                    <a:pt x="6917" y="2045"/>
                  </a:cubicBezTo>
                  <a:cubicBezTo>
                    <a:pt x="6286" y="2436"/>
                    <a:pt x="6120" y="1820"/>
                    <a:pt x="5504" y="2211"/>
                  </a:cubicBezTo>
                  <a:cubicBezTo>
                    <a:pt x="4872" y="2617"/>
                    <a:pt x="5158" y="3399"/>
                    <a:pt x="4647" y="3519"/>
                  </a:cubicBezTo>
                  <a:cubicBezTo>
                    <a:pt x="4135" y="3624"/>
                    <a:pt x="3459" y="3008"/>
                    <a:pt x="2842" y="3399"/>
                  </a:cubicBezTo>
                  <a:cubicBezTo>
                    <a:pt x="2211" y="3805"/>
                    <a:pt x="2211" y="4135"/>
                    <a:pt x="1925" y="4135"/>
                  </a:cubicBezTo>
                  <a:cubicBezTo>
                    <a:pt x="1654" y="4135"/>
                    <a:pt x="1083" y="3910"/>
                    <a:pt x="737" y="4135"/>
                  </a:cubicBezTo>
                  <a:cubicBezTo>
                    <a:pt x="406" y="4376"/>
                    <a:pt x="0" y="4647"/>
                    <a:pt x="0" y="4647"/>
                  </a:cubicBezTo>
                  <a:lnTo>
                    <a:pt x="14345" y="4647"/>
                  </a:lnTo>
                  <a:cubicBezTo>
                    <a:pt x="14345" y="4647"/>
                    <a:pt x="14511" y="4135"/>
                    <a:pt x="13894" y="3805"/>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23"/>
            <p:cNvSpPr/>
            <p:nvPr/>
          </p:nvSpPr>
          <p:spPr>
            <a:xfrm flipH="1">
              <a:off x="405960" y="399116"/>
              <a:ext cx="991138" cy="317437"/>
            </a:xfrm>
            <a:custGeom>
              <a:rect b="b" l="l" r="r" t="t"/>
              <a:pathLst>
                <a:path extrusionOk="0" fill="none" h="4647" w="14511">
                  <a:moveTo>
                    <a:pt x="13894" y="3805"/>
                  </a:moveTo>
                  <a:cubicBezTo>
                    <a:pt x="13263" y="3459"/>
                    <a:pt x="12977" y="3744"/>
                    <a:pt x="12766" y="3459"/>
                  </a:cubicBezTo>
                  <a:cubicBezTo>
                    <a:pt x="12541" y="3173"/>
                    <a:pt x="13383" y="2436"/>
                    <a:pt x="11684" y="1699"/>
                  </a:cubicBezTo>
                  <a:cubicBezTo>
                    <a:pt x="11684" y="1699"/>
                    <a:pt x="11578" y="121"/>
                    <a:pt x="9248" y="60"/>
                  </a:cubicBezTo>
                  <a:cubicBezTo>
                    <a:pt x="6917" y="0"/>
                    <a:pt x="7549" y="1654"/>
                    <a:pt x="6917" y="2045"/>
                  </a:cubicBezTo>
                  <a:cubicBezTo>
                    <a:pt x="6286" y="2436"/>
                    <a:pt x="6120" y="1820"/>
                    <a:pt x="5504" y="2211"/>
                  </a:cubicBezTo>
                  <a:cubicBezTo>
                    <a:pt x="4872" y="2617"/>
                    <a:pt x="5158" y="3399"/>
                    <a:pt x="4647" y="3519"/>
                  </a:cubicBezTo>
                  <a:cubicBezTo>
                    <a:pt x="4135" y="3624"/>
                    <a:pt x="3459" y="3008"/>
                    <a:pt x="2842" y="3399"/>
                  </a:cubicBezTo>
                  <a:cubicBezTo>
                    <a:pt x="2211" y="3805"/>
                    <a:pt x="2211" y="4135"/>
                    <a:pt x="1925" y="4135"/>
                  </a:cubicBezTo>
                  <a:cubicBezTo>
                    <a:pt x="1654" y="4135"/>
                    <a:pt x="1083" y="3910"/>
                    <a:pt x="737" y="4135"/>
                  </a:cubicBezTo>
                  <a:cubicBezTo>
                    <a:pt x="406" y="4376"/>
                    <a:pt x="0" y="4647"/>
                    <a:pt x="0" y="4647"/>
                  </a:cubicBezTo>
                  <a:lnTo>
                    <a:pt x="14345" y="4647"/>
                  </a:lnTo>
                  <a:cubicBezTo>
                    <a:pt x="14345" y="4647"/>
                    <a:pt x="14511" y="4135"/>
                    <a:pt x="13894" y="3805"/>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23"/>
            <p:cNvSpPr/>
            <p:nvPr/>
          </p:nvSpPr>
          <p:spPr>
            <a:xfrm>
              <a:off x="3935325" y="338641"/>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2" name="Google Shape;272;p23"/>
            <p:cNvGrpSpPr/>
            <p:nvPr/>
          </p:nvGrpSpPr>
          <p:grpSpPr>
            <a:xfrm>
              <a:off x="2179520" y="1113216"/>
              <a:ext cx="105457" cy="105457"/>
              <a:chOff x="7812545" y="194375"/>
              <a:chExt cx="105457" cy="105457"/>
            </a:xfrm>
          </p:grpSpPr>
          <p:sp>
            <p:nvSpPr>
              <p:cNvPr id="273" name="Google Shape;273;p23"/>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23"/>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23"/>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23"/>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7" name="Google Shape;277;p23"/>
            <p:cNvGrpSpPr/>
            <p:nvPr/>
          </p:nvGrpSpPr>
          <p:grpSpPr>
            <a:xfrm>
              <a:off x="5288520" y="1007766"/>
              <a:ext cx="105457" cy="105457"/>
              <a:chOff x="7812545" y="194375"/>
              <a:chExt cx="105457" cy="105457"/>
            </a:xfrm>
          </p:grpSpPr>
          <p:sp>
            <p:nvSpPr>
              <p:cNvPr id="278" name="Google Shape;278;p23"/>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23"/>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23"/>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23"/>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2" name="Google Shape;282;p23"/>
            <p:cNvSpPr/>
            <p:nvPr/>
          </p:nvSpPr>
          <p:spPr>
            <a:xfrm>
              <a:off x="8211200" y="1444625"/>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83" name="Google Shape;283;p23"/>
            <p:cNvGrpSpPr/>
            <p:nvPr/>
          </p:nvGrpSpPr>
          <p:grpSpPr>
            <a:xfrm>
              <a:off x="7988195" y="154325"/>
              <a:ext cx="105457" cy="105457"/>
              <a:chOff x="7812545" y="194375"/>
              <a:chExt cx="105457" cy="105457"/>
            </a:xfrm>
          </p:grpSpPr>
          <p:sp>
            <p:nvSpPr>
              <p:cNvPr id="284" name="Google Shape;284;p23"/>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23"/>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23"/>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23"/>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8" name="Google Shape;288;p23"/>
            <p:cNvSpPr/>
            <p:nvPr/>
          </p:nvSpPr>
          <p:spPr>
            <a:xfrm flipH="1">
              <a:off x="8624108" y="-304605"/>
              <a:ext cx="991119" cy="877511"/>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9" name="Google Shape;289;p23"/>
          <p:cNvGrpSpPr/>
          <p:nvPr/>
        </p:nvGrpSpPr>
        <p:grpSpPr>
          <a:xfrm>
            <a:off x="-1391383" y="2943501"/>
            <a:ext cx="2967633" cy="3117497"/>
            <a:chOff x="-1391383" y="2943501"/>
            <a:chExt cx="2967633" cy="3117497"/>
          </a:xfrm>
        </p:grpSpPr>
        <p:sp>
          <p:nvSpPr>
            <p:cNvPr id="290" name="Google Shape;290;p23"/>
            <p:cNvSpPr/>
            <p:nvPr/>
          </p:nvSpPr>
          <p:spPr>
            <a:xfrm flipH="1">
              <a:off x="-1391383" y="2943501"/>
              <a:ext cx="2967633" cy="3117497"/>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23"/>
            <p:cNvSpPr/>
            <p:nvPr/>
          </p:nvSpPr>
          <p:spPr>
            <a:xfrm>
              <a:off x="-533479" y="4183785"/>
              <a:ext cx="1643608" cy="1455209"/>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92" name="Google Shape;292;p23"/>
            <p:cNvGrpSpPr/>
            <p:nvPr/>
          </p:nvGrpSpPr>
          <p:grpSpPr>
            <a:xfrm>
              <a:off x="448432" y="3524550"/>
              <a:ext cx="105457" cy="105457"/>
              <a:chOff x="7812545" y="194375"/>
              <a:chExt cx="105457" cy="105457"/>
            </a:xfrm>
          </p:grpSpPr>
          <p:sp>
            <p:nvSpPr>
              <p:cNvPr id="293" name="Google Shape;293;p23"/>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23"/>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23"/>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23"/>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97" name="Google Shape;297;p23"/>
          <p:cNvGrpSpPr/>
          <p:nvPr/>
        </p:nvGrpSpPr>
        <p:grpSpPr>
          <a:xfrm rot="10800000">
            <a:off x="8496297" y="4349552"/>
            <a:ext cx="470057" cy="586177"/>
            <a:chOff x="215745" y="152938"/>
            <a:chExt cx="470057" cy="586177"/>
          </a:xfrm>
        </p:grpSpPr>
        <p:sp>
          <p:nvSpPr>
            <p:cNvPr id="298" name="Google Shape;298;p23"/>
            <p:cNvSpPr/>
            <p:nvPr/>
          </p:nvSpPr>
          <p:spPr>
            <a:xfrm>
              <a:off x="215750" y="633725"/>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23"/>
            <p:cNvSpPr/>
            <p:nvPr/>
          </p:nvSpPr>
          <p:spPr>
            <a:xfrm>
              <a:off x="607851" y="22487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300" name="Google Shape;300;p23"/>
            <p:cNvGrpSpPr/>
            <p:nvPr/>
          </p:nvGrpSpPr>
          <p:grpSpPr>
            <a:xfrm>
              <a:off x="215745" y="152938"/>
              <a:ext cx="105457" cy="105457"/>
              <a:chOff x="7812545" y="194375"/>
              <a:chExt cx="105457" cy="105457"/>
            </a:xfrm>
          </p:grpSpPr>
          <p:sp>
            <p:nvSpPr>
              <p:cNvPr id="301" name="Google Shape;301;p23"/>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23"/>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23"/>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23"/>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05" name="Google Shape;305;p23"/>
          <p:cNvGrpSpPr/>
          <p:nvPr/>
        </p:nvGrpSpPr>
        <p:grpSpPr>
          <a:xfrm>
            <a:off x="3186400" y="4032125"/>
            <a:ext cx="3326023" cy="808356"/>
            <a:chOff x="3186400" y="4032125"/>
            <a:chExt cx="3326023" cy="808356"/>
          </a:xfrm>
        </p:grpSpPr>
        <p:sp>
          <p:nvSpPr>
            <p:cNvPr id="306" name="Google Shape;306;p23"/>
            <p:cNvSpPr/>
            <p:nvPr/>
          </p:nvSpPr>
          <p:spPr>
            <a:xfrm>
              <a:off x="3186400" y="4234775"/>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07" name="Google Shape;307;p23"/>
            <p:cNvGrpSpPr/>
            <p:nvPr/>
          </p:nvGrpSpPr>
          <p:grpSpPr>
            <a:xfrm>
              <a:off x="4750482" y="4735025"/>
              <a:ext cx="105457" cy="105457"/>
              <a:chOff x="7812545" y="194375"/>
              <a:chExt cx="105457" cy="105457"/>
            </a:xfrm>
          </p:grpSpPr>
          <p:sp>
            <p:nvSpPr>
              <p:cNvPr id="308" name="Google Shape;308;p23"/>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23"/>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23"/>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23"/>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12" name="Google Shape;312;p23"/>
            <p:cNvSpPr/>
            <p:nvPr/>
          </p:nvSpPr>
          <p:spPr>
            <a:xfrm flipH="1">
              <a:off x="5521285" y="4032125"/>
              <a:ext cx="991138" cy="317437"/>
            </a:xfrm>
            <a:custGeom>
              <a:rect b="b" l="l" r="r" t="t"/>
              <a:pathLst>
                <a:path extrusionOk="0" fill="none" h="4647" w="14511">
                  <a:moveTo>
                    <a:pt x="13894" y="3805"/>
                  </a:moveTo>
                  <a:cubicBezTo>
                    <a:pt x="13263" y="3459"/>
                    <a:pt x="12977" y="3744"/>
                    <a:pt x="12766" y="3459"/>
                  </a:cubicBezTo>
                  <a:cubicBezTo>
                    <a:pt x="12541" y="3173"/>
                    <a:pt x="13383" y="2436"/>
                    <a:pt x="11684" y="1699"/>
                  </a:cubicBezTo>
                  <a:cubicBezTo>
                    <a:pt x="11684" y="1699"/>
                    <a:pt x="11578" y="121"/>
                    <a:pt x="9248" y="60"/>
                  </a:cubicBezTo>
                  <a:cubicBezTo>
                    <a:pt x="6917" y="0"/>
                    <a:pt x="7549" y="1654"/>
                    <a:pt x="6917" y="2045"/>
                  </a:cubicBezTo>
                  <a:cubicBezTo>
                    <a:pt x="6286" y="2436"/>
                    <a:pt x="6120" y="1820"/>
                    <a:pt x="5504" y="2211"/>
                  </a:cubicBezTo>
                  <a:cubicBezTo>
                    <a:pt x="4872" y="2617"/>
                    <a:pt x="5158" y="3399"/>
                    <a:pt x="4647" y="3519"/>
                  </a:cubicBezTo>
                  <a:cubicBezTo>
                    <a:pt x="4135" y="3624"/>
                    <a:pt x="3459" y="3008"/>
                    <a:pt x="2842" y="3399"/>
                  </a:cubicBezTo>
                  <a:cubicBezTo>
                    <a:pt x="2211" y="3805"/>
                    <a:pt x="2211" y="4135"/>
                    <a:pt x="1925" y="4135"/>
                  </a:cubicBezTo>
                  <a:cubicBezTo>
                    <a:pt x="1654" y="4135"/>
                    <a:pt x="1083" y="3910"/>
                    <a:pt x="737" y="4135"/>
                  </a:cubicBezTo>
                  <a:cubicBezTo>
                    <a:pt x="406" y="4376"/>
                    <a:pt x="0" y="4647"/>
                    <a:pt x="0" y="4647"/>
                  </a:cubicBezTo>
                  <a:lnTo>
                    <a:pt x="14345" y="4647"/>
                  </a:lnTo>
                  <a:cubicBezTo>
                    <a:pt x="14345" y="4647"/>
                    <a:pt x="14511" y="4135"/>
                    <a:pt x="13894" y="3805"/>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lt1"/>
        </a:solidFill>
      </p:bgPr>
    </p:bg>
    <p:spTree>
      <p:nvGrpSpPr>
        <p:cNvPr id="313" name="Shape 313"/>
        <p:cNvGrpSpPr/>
        <p:nvPr/>
      </p:nvGrpSpPr>
      <p:grpSpPr>
        <a:xfrm>
          <a:off x="0" y="0"/>
          <a:ext cx="0" cy="0"/>
          <a:chOff x="0" y="0"/>
          <a:chExt cx="0" cy="0"/>
        </a:xfrm>
      </p:grpSpPr>
      <p:sp>
        <p:nvSpPr>
          <p:cNvPr id="314" name="Google Shape;314;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BLANK_10">
    <p:spTree>
      <p:nvGrpSpPr>
        <p:cNvPr id="315" name="Shape 315"/>
        <p:cNvGrpSpPr/>
        <p:nvPr/>
      </p:nvGrpSpPr>
      <p:grpSpPr>
        <a:xfrm>
          <a:off x="0" y="0"/>
          <a:ext cx="0" cy="0"/>
          <a:chOff x="0" y="0"/>
          <a:chExt cx="0" cy="0"/>
        </a:xfrm>
      </p:grpSpPr>
      <p:sp>
        <p:nvSpPr>
          <p:cNvPr id="316" name="Google Shape;316;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317" name="Google Shape;317;p25"/>
          <p:cNvSpPr txBox="1"/>
          <p:nvPr>
            <p:ph type="title"/>
          </p:nvPr>
        </p:nvSpPr>
        <p:spPr>
          <a:xfrm>
            <a:off x="698777" y="2223325"/>
            <a:ext cx="4551600" cy="749100"/>
          </a:xfrm>
          <a:prstGeom prst="rect">
            <a:avLst/>
          </a:prstGeom>
        </p:spPr>
        <p:txBody>
          <a:bodyPr anchorCtr="0" anchor="ctr" bIns="91425" lIns="91425" spcFirstLastPara="1" rIns="91425" wrap="square" tIns="91425">
            <a:noAutofit/>
          </a:bodyPr>
          <a:lstStyle>
            <a:lvl1pPr lvl="0">
              <a:spcBef>
                <a:spcPts val="0"/>
              </a:spcBef>
              <a:spcAft>
                <a:spcPts val="0"/>
              </a:spcAft>
              <a:buSzPts val="3600"/>
              <a:buNone/>
              <a:defRPr sz="4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318" name="Google Shape;318;p25"/>
          <p:cNvSpPr txBox="1"/>
          <p:nvPr>
            <p:ph idx="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319" name="Google Shape;319;p25"/>
          <p:cNvSpPr txBox="1"/>
          <p:nvPr>
            <p:ph idx="1" type="subTitle"/>
          </p:nvPr>
        </p:nvSpPr>
        <p:spPr>
          <a:xfrm>
            <a:off x="685800" y="2905550"/>
            <a:ext cx="4551600" cy="383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800"/>
              <a:buNone/>
              <a:defRPr sz="18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320" name="Google Shape;320;p25"/>
          <p:cNvSpPr txBox="1"/>
          <p:nvPr>
            <p:ph hasCustomPrompt="1" idx="3" type="title"/>
          </p:nvPr>
        </p:nvSpPr>
        <p:spPr>
          <a:xfrm>
            <a:off x="685795" y="1278475"/>
            <a:ext cx="1595700" cy="898500"/>
          </a:xfrm>
          <a:prstGeom prst="rect">
            <a:avLst/>
          </a:prstGeom>
        </p:spPr>
        <p:txBody>
          <a:bodyPr anchorCtr="0" anchor="ctr" bIns="91425" lIns="91425" spcFirstLastPara="1" rIns="91425" wrap="square" tIns="91425">
            <a:noAutofit/>
          </a:bodyPr>
          <a:lstStyle>
            <a:lvl1pPr lvl="0">
              <a:spcBef>
                <a:spcPts val="0"/>
              </a:spcBef>
              <a:spcAft>
                <a:spcPts val="0"/>
              </a:spcAft>
              <a:buSzPts val="8000"/>
              <a:buNone/>
              <a:defRPr sz="8000">
                <a:solidFill>
                  <a:schemeClr val="accent2"/>
                </a:solidFill>
              </a:defRPr>
            </a:lvl1pPr>
            <a:lvl2pPr lvl="1" algn="ctr">
              <a:spcBef>
                <a:spcPts val="0"/>
              </a:spcBef>
              <a:spcAft>
                <a:spcPts val="0"/>
              </a:spcAft>
              <a:buSzPts val="8000"/>
              <a:buNone/>
              <a:defRPr sz="8000"/>
            </a:lvl2pPr>
            <a:lvl3pPr lvl="2" algn="ctr">
              <a:spcBef>
                <a:spcPts val="0"/>
              </a:spcBef>
              <a:spcAft>
                <a:spcPts val="0"/>
              </a:spcAft>
              <a:buSzPts val="8000"/>
              <a:buNone/>
              <a:defRPr sz="8000"/>
            </a:lvl3pPr>
            <a:lvl4pPr lvl="3" algn="ctr">
              <a:spcBef>
                <a:spcPts val="0"/>
              </a:spcBef>
              <a:spcAft>
                <a:spcPts val="0"/>
              </a:spcAft>
              <a:buSzPts val="8000"/>
              <a:buNone/>
              <a:defRPr sz="8000"/>
            </a:lvl4pPr>
            <a:lvl5pPr lvl="4" algn="ctr">
              <a:spcBef>
                <a:spcPts val="0"/>
              </a:spcBef>
              <a:spcAft>
                <a:spcPts val="0"/>
              </a:spcAft>
              <a:buSzPts val="8000"/>
              <a:buNone/>
              <a:defRPr sz="8000"/>
            </a:lvl5pPr>
            <a:lvl6pPr lvl="5" algn="ctr">
              <a:spcBef>
                <a:spcPts val="0"/>
              </a:spcBef>
              <a:spcAft>
                <a:spcPts val="0"/>
              </a:spcAft>
              <a:buSzPts val="8000"/>
              <a:buNone/>
              <a:defRPr sz="8000"/>
            </a:lvl6pPr>
            <a:lvl7pPr lvl="6" algn="ctr">
              <a:spcBef>
                <a:spcPts val="0"/>
              </a:spcBef>
              <a:spcAft>
                <a:spcPts val="0"/>
              </a:spcAft>
              <a:buSzPts val="8000"/>
              <a:buNone/>
              <a:defRPr sz="8000"/>
            </a:lvl7pPr>
            <a:lvl8pPr lvl="7" algn="ctr">
              <a:spcBef>
                <a:spcPts val="0"/>
              </a:spcBef>
              <a:spcAft>
                <a:spcPts val="0"/>
              </a:spcAft>
              <a:buSzPts val="8000"/>
              <a:buNone/>
              <a:defRPr sz="8000"/>
            </a:lvl8pPr>
            <a:lvl9pPr lvl="8" algn="ctr">
              <a:spcBef>
                <a:spcPts val="0"/>
              </a:spcBef>
              <a:spcAft>
                <a:spcPts val="0"/>
              </a:spcAft>
              <a:buSzPts val="8000"/>
              <a:buNone/>
              <a:defRPr sz="8000"/>
            </a:lvl9pPr>
          </a:lstStyle>
          <a:p>
            <a:r>
              <a:t>xx%</a:t>
            </a:r>
          </a:p>
        </p:txBody>
      </p:sp>
      <p:grpSp>
        <p:nvGrpSpPr>
          <p:cNvPr id="321" name="Google Shape;321;p25"/>
          <p:cNvGrpSpPr/>
          <p:nvPr/>
        </p:nvGrpSpPr>
        <p:grpSpPr>
          <a:xfrm>
            <a:off x="-354378" y="3834438"/>
            <a:ext cx="3893180" cy="1785854"/>
            <a:chOff x="-354378" y="3834438"/>
            <a:chExt cx="3893180" cy="1785854"/>
          </a:xfrm>
        </p:grpSpPr>
        <p:sp>
          <p:nvSpPr>
            <p:cNvPr id="322" name="Google Shape;322;p25"/>
            <p:cNvSpPr/>
            <p:nvPr/>
          </p:nvSpPr>
          <p:spPr>
            <a:xfrm>
              <a:off x="1835075" y="4676425"/>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25"/>
            <p:cNvSpPr/>
            <p:nvPr/>
          </p:nvSpPr>
          <p:spPr>
            <a:xfrm>
              <a:off x="2382226" y="394162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324" name="Google Shape;324;p25"/>
            <p:cNvGrpSpPr/>
            <p:nvPr/>
          </p:nvGrpSpPr>
          <p:grpSpPr>
            <a:xfrm>
              <a:off x="3433345" y="4523988"/>
              <a:ext cx="105457" cy="105457"/>
              <a:chOff x="7812545" y="194375"/>
              <a:chExt cx="105457" cy="105457"/>
            </a:xfrm>
          </p:grpSpPr>
          <p:sp>
            <p:nvSpPr>
              <p:cNvPr id="325" name="Google Shape;325;p25"/>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25"/>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25"/>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25"/>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9" name="Google Shape;329;p25"/>
            <p:cNvGrpSpPr/>
            <p:nvPr/>
          </p:nvGrpSpPr>
          <p:grpSpPr>
            <a:xfrm>
              <a:off x="385570" y="3834438"/>
              <a:ext cx="105457" cy="105457"/>
              <a:chOff x="7812545" y="194375"/>
              <a:chExt cx="105457" cy="105457"/>
            </a:xfrm>
          </p:grpSpPr>
          <p:sp>
            <p:nvSpPr>
              <p:cNvPr id="330" name="Google Shape;330;p25"/>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25"/>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25"/>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25"/>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4" name="Google Shape;334;p25"/>
            <p:cNvSpPr/>
            <p:nvPr/>
          </p:nvSpPr>
          <p:spPr>
            <a:xfrm rot="5400000">
              <a:off x="-437566" y="4303179"/>
              <a:ext cx="1400300" cy="1233925"/>
            </a:xfrm>
            <a:custGeom>
              <a:rect b="b" l="l" r="r" t="t"/>
              <a:pathLst>
                <a:path extrusionOk="0" h="49357" w="56012">
                  <a:moveTo>
                    <a:pt x="29954" y="0"/>
                  </a:moveTo>
                  <a:cubicBezTo>
                    <a:pt x="26409" y="0"/>
                    <a:pt x="22321" y="902"/>
                    <a:pt x="17654" y="3034"/>
                  </a:cubicBezTo>
                  <a:cubicBezTo>
                    <a:pt x="17654" y="3034"/>
                    <a:pt x="8827" y="7530"/>
                    <a:pt x="4406" y="14477"/>
                  </a:cubicBezTo>
                  <a:cubicBezTo>
                    <a:pt x="1" y="21424"/>
                    <a:pt x="347" y="30340"/>
                    <a:pt x="5715" y="36971"/>
                  </a:cubicBezTo>
                  <a:cubicBezTo>
                    <a:pt x="11068" y="43588"/>
                    <a:pt x="21308" y="42730"/>
                    <a:pt x="29878" y="46926"/>
                  </a:cubicBezTo>
                  <a:cubicBezTo>
                    <a:pt x="33082" y="48494"/>
                    <a:pt x="36410" y="49356"/>
                    <a:pt x="39533" y="49356"/>
                  </a:cubicBezTo>
                  <a:cubicBezTo>
                    <a:pt x="44766" y="49356"/>
                    <a:pt x="49425" y="46936"/>
                    <a:pt x="51967" y="41362"/>
                  </a:cubicBezTo>
                  <a:cubicBezTo>
                    <a:pt x="56012" y="32476"/>
                    <a:pt x="49907" y="29137"/>
                    <a:pt x="48854" y="18852"/>
                  </a:cubicBezTo>
                  <a:cubicBezTo>
                    <a:pt x="48037" y="10867"/>
                    <a:pt x="42263" y="0"/>
                    <a:pt x="29954"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
    <p:spTree>
      <p:nvGrpSpPr>
        <p:cNvPr id="335" name="Shape 335"/>
        <p:cNvGrpSpPr/>
        <p:nvPr/>
      </p:nvGrpSpPr>
      <p:grpSpPr>
        <a:xfrm>
          <a:off x="0" y="0"/>
          <a:ext cx="0" cy="0"/>
          <a:chOff x="0" y="0"/>
          <a:chExt cx="0" cy="0"/>
        </a:xfrm>
      </p:grpSpPr>
      <p:sp>
        <p:nvSpPr>
          <p:cNvPr id="336" name="Google Shape;336;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337" name="Google Shape;337;p26"/>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38" name="Google Shape;338;p26"/>
          <p:cNvSpPr txBox="1"/>
          <p:nvPr>
            <p:ph idx="2" type="title"/>
          </p:nvPr>
        </p:nvSpPr>
        <p:spPr>
          <a:xfrm>
            <a:off x="1850175" y="2086662"/>
            <a:ext cx="2629200" cy="3936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sz="2000">
                <a:solidFill>
                  <a:schemeClr val="accent2"/>
                </a:solidFill>
              </a:defRPr>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sp>
        <p:nvSpPr>
          <p:cNvPr id="339" name="Google Shape;339;p26"/>
          <p:cNvSpPr txBox="1"/>
          <p:nvPr>
            <p:ph idx="1" type="subTitle"/>
          </p:nvPr>
        </p:nvSpPr>
        <p:spPr>
          <a:xfrm>
            <a:off x="1853175" y="2480262"/>
            <a:ext cx="2629200" cy="4680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40" name="Google Shape;340;p26"/>
          <p:cNvSpPr txBox="1"/>
          <p:nvPr>
            <p:ph hasCustomPrompt="1" idx="3" type="title"/>
          </p:nvPr>
        </p:nvSpPr>
        <p:spPr>
          <a:xfrm>
            <a:off x="1776168" y="1586400"/>
            <a:ext cx="792600" cy="528300"/>
          </a:xfrm>
          <a:prstGeom prst="rect">
            <a:avLst/>
          </a:prstGeom>
        </p:spPr>
        <p:txBody>
          <a:bodyPr anchorCtr="0" anchor="ctr" bIns="91425" lIns="91425" spcFirstLastPara="1" rIns="91425" wrap="square" tIns="91425">
            <a:noAutofit/>
          </a:bodyPr>
          <a:lstStyle>
            <a:lvl1pPr lvl="0" algn="r">
              <a:spcBef>
                <a:spcPts val="0"/>
              </a:spcBef>
              <a:spcAft>
                <a:spcPts val="0"/>
              </a:spcAft>
              <a:buSzPts val="3000"/>
              <a:buNone/>
              <a:defRPr sz="3000"/>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grpSp>
        <p:nvGrpSpPr>
          <p:cNvPr id="341" name="Google Shape;341;p26"/>
          <p:cNvGrpSpPr/>
          <p:nvPr/>
        </p:nvGrpSpPr>
        <p:grpSpPr>
          <a:xfrm>
            <a:off x="-1260750" y="4247400"/>
            <a:ext cx="2224933" cy="1789104"/>
            <a:chOff x="-1260750" y="4247400"/>
            <a:chExt cx="2224933" cy="1789104"/>
          </a:xfrm>
        </p:grpSpPr>
        <p:sp>
          <p:nvSpPr>
            <p:cNvPr id="342" name="Google Shape;342;p26"/>
            <p:cNvSpPr/>
            <p:nvPr/>
          </p:nvSpPr>
          <p:spPr>
            <a:xfrm flipH="1">
              <a:off x="-1260750" y="4247400"/>
              <a:ext cx="2224933" cy="1789104"/>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26"/>
            <p:cNvSpPr/>
            <p:nvPr/>
          </p:nvSpPr>
          <p:spPr>
            <a:xfrm>
              <a:off x="-708950" y="4596438"/>
              <a:ext cx="1232275" cy="1091025"/>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4" name="Google Shape;344;p26"/>
          <p:cNvSpPr/>
          <p:nvPr/>
        </p:nvSpPr>
        <p:spPr>
          <a:xfrm>
            <a:off x="-708950" y="-242512"/>
            <a:ext cx="1232275" cy="1091025"/>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26"/>
          <p:cNvSpPr txBox="1"/>
          <p:nvPr>
            <p:ph idx="4" type="title"/>
          </p:nvPr>
        </p:nvSpPr>
        <p:spPr>
          <a:xfrm>
            <a:off x="5162350" y="2086662"/>
            <a:ext cx="2629200" cy="3936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sz="2000">
                <a:solidFill>
                  <a:schemeClr val="accent2"/>
                </a:solidFill>
              </a:defRPr>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sp>
        <p:nvSpPr>
          <p:cNvPr id="346" name="Google Shape;346;p26"/>
          <p:cNvSpPr txBox="1"/>
          <p:nvPr>
            <p:ph idx="5" type="subTitle"/>
          </p:nvPr>
        </p:nvSpPr>
        <p:spPr>
          <a:xfrm>
            <a:off x="5165350" y="2480262"/>
            <a:ext cx="2629200" cy="4680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47" name="Google Shape;347;p26"/>
          <p:cNvSpPr txBox="1"/>
          <p:nvPr>
            <p:ph hasCustomPrompt="1" idx="6" type="title"/>
          </p:nvPr>
        </p:nvSpPr>
        <p:spPr>
          <a:xfrm>
            <a:off x="5088343" y="1586400"/>
            <a:ext cx="792600" cy="528300"/>
          </a:xfrm>
          <a:prstGeom prst="rect">
            <a:avLst/>
          </a:prstGeom>
        </p:spPr>
        <p:txBody>
          <a:bodyPr anchorCtr="0" anchor="ctr" bIns="91425" lIns="91425" spcFirstLastPara="1" rIns="91425" wrap="square" tIns="91425">
            <a:noAutofit/>
          </a:bodyPr>
          <a:lstStyle>
            <a:lvl1pPr lvl="0" algn="r">
              <a:spcBef>
                <a:spcPts val="0"/>
              </a:spcBef>
              <a:spcAft>
                <a:spcPts val="0"/>
              </a:spcAft>
              <a:buSzPts val="3000"/>
              <a:buNone/>
              <a:defRPr sz="3000"/>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sp>
        <p:nvSpPr>
          <p:cNvPr id="348" name="Google Shape;348;p26"/>
          <p:cNvSpPr txBox="1"/>
          <p:nvPr>
            <p:ph idx="7" type="title"/>
          </p:nvPr>
        </p:nvSpPr>
        <p:spPr>
          <a:xfrm>
            <a:off x="1850175" y="3728737"/>
            <a:ext cx="2629200" cy="3936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sz="2000">
                <a:solidFill>
                  <a:schemeClr val="accent2"/>
                </a:solidFill>
              </a:defRPr>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sp>
        <p:nvSpPr>
          <p:cNvPr id="349" name="Google Shape;349;p26"/>
          <p:cNvSpPr txBox="1"/>
          <p:nvPr>
            <p:ph idx="8" type="subTitle"/>
          </p:nvPr>
        </p:nvSpPr>
        <p:spPr>
          <a:xfrm>
            <a:off x="1853175" y="4122337"/>
            <a:ext cx="2629200" cy="4680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50" name="Google Shape;350;p26"/>
          <p:cNvSpPr txBox="1"/>
          <p:nvPr>
            <p:ph hasCustomPrompt="1" idx="9" type="title"/>
          </p:nvPr>
        </p:nvSpPr>
        <p:spPr>
          <a:xfrm>
            <a:off x="1776168" y="3228475"/>
            <a:ext cx="792600" cy="528300"/>
          </a:xfrm>
          <a:prstGeom prst="rect">
            <a:avLst/>
          </a:prstGeom>
        </p:spPr>
        <p:txBody>
          <a:bodyPr anchorCtr="0" anchor="ctr" bIns="91425" lIns="91425" spcFirstLastPara="1" rIns="91425" wrap="square" tIns="91425">
            <a:noAutofit/>
          </a:bodyPr>
          <a:lstStyle>
            <a:lvl1pPr lvl="0" algn="r">
              <a:spcBef>
                <a:spcPts val="0"/>
              </a:spcBef>
              <a:spcAft>
                <a:spcPts val="0"/>
              </a:spcAft>
              <a:buSzPts val="3000"/>
              <a:buNone/>
              <a:defRPr sz="3000"/>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sp>
        <p:nvSpPr>
          <p:cNvPr id="351" name="Google Shape;351;p26"/>
          <p:cNvSpPr txBox="1"/>
          <p:nvPr>
            <p:ph idx="13" type="title"/>
          </p:nvPr>
        </p:nvSpPr>
        <p:spPr>
          <a:xfrm>
            <a:off x="5162350" y="3728737"/>
            <a:ext cx="2629200" cy="3936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sz="2000">
                <a:solidFill>
                  <a:schemeClr val="accent2"/>
                </a:solidFill>
              </a:defRPr>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sp>
        <p:nvSpPr>
          <p:cNvPr id="352" name="Google Shape;352;p26"/>
          <p:cNvSpPr txBox="1"/>
          <p:nvPr>
            <p:ph idx="14" type="subTitle"/>
          </p:nvPr>
        </p:nvSpPr>
        <p:spPr>
          <a:xfrm>
            <a:off x="5165350" y="4122337"/>
            <a:ext cx="2629200" cy="4680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53" name="Google Shape;353;p26"/>
          <p:cNvSpPr txBox="1"/>
          <p:nvPr>
            <p:ph hasCustomPrompt="1" idx="15" type="title"/>
          </p:nvPr>
        </p:nvSpPr>
        <p:spPr>
          <a:xfrm>
            <a:off x="5088343" y="3228475"/>
            <a:ext cx="792600" cy="528300"/>
          </a:xfrm>
          <a:prstGeom prst="rect">
            <a:avLst/>
          </a:prstGeom>
        </p:spPr>
        <p:txBody>
          <a:bodyPr anchorCtr="0" anchor="ctr" bIns="91425" lIns="91425" spcFirstLastPara="1" rIns="91425" wrap="square" tIns="91425">
            <a:noAutofit/>
          </a:bodyPr>
          <a:lstStyle>
            <a:lvl1pPr lvl="0" algn="r">
              <a:spcBef>
                <a:spcPts val="0"/>
              </a:spcBef>
              <a:spcAft>
                <a:spcPts val="0"/>
              </a:spcAft>
              <a:buSzPts val="3000"/>
              <a:buNone/>
              <a:defRPr sz="3000"/>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grpSp>
        <p:nvGrpSpPr>
          <p:cNvPr id="354" name="Google Shape;354;p26"/>
          <p:cNvGrpSpPr/>
          <p:nvPr/>
        </p:nvGrpSpPr>
        <p:grpSpPr>
          <a:xfrm>
            <a:off x="7034570" y="168075"/>
            <a:ext cx="1757682" cy="951244"/>
            <a:chOff x="7034570" y="168075"/>
            <a:chExt cx="1757682" cy="951244"/>
          </a:xfrm>
        </p:grpSpPr>
        <p:sp>
          <p:nvSpPr>
            <p:cNvPr id="355" name="Google Shape;355;p26"/>
            <p:cNvSpPr/>
            <p:nvPr/>
          </p:nvSpPr>
          <p:spPr>
            <a:xfrm flipH="1">
              <a:off x="7187129" y="453924"/>
              <a:ext cx="1232274" cy="394612"/>
            </a:xfrm>
            <a:custGeom>
              <a:rect b="b" l="l" r="r" t="t"/>
              <a:pathLst>
                <a:path extrusionOk="0" fill="none" h="4647" w="14511">
                  <a:moveTo>
                    <a:pt x="13894" y="3805"/>
                  </a:moveTo>
                  <a:cubicBezTo>
                    <a:pt x="13263" y="3459"/>
                    <a:pt x="12977" y="3744"/>
                    <a:pt x="12766" y="3459"/>
                  </a:cubicBezTo>
                  <a:cubicBezTo>
                    <a:pt x="12541" y="3173"/>
                    <a:pt x="13383" y="2436"/>
                    <a:pt x="11684" y="1699"/>
                  </a:cubicBezTo>
                  <a:cubicBezTo>
                    <a:pt x="11684" y="1699"/>
                    <a:pt x="11578" y="121"/>
                    <a:pt x="9248" y="60"/>
                  </a:cubicBezTo>
                  <a:cubicBezTo>
                    <a:pt x="6917" y="0"/>
                    <a:pt x="7549" y="1654"/>
                    <a:pt x="6917" y="2045"/>
                  </a:cubicBezTo>
                  <a:cubicBezTo>
                    <a:pt x="6286" y="2436"/>
                    <a:pt x="6120" y="1820"/>
                    <a:pt x="5504" y="2211"/>
                  </a:cubicBezTo>
                  <a:cubicBezTo>
                    <a:pt x="4872" y="2617"/>
                    <a:pt x="5158" y="3399"/>
                    <a:pt x="4647" y="3519"/>
                  </a:cubicBezTo>
                  <a:cubicBezTo>
                    <a:pt x="4135" y="3624"/>
                    <a:pt x="3459" y="3008"/>
                    <a:pt x="2842" y="3399"/>
                  </a:cubicBezTo>
                  <a:cubicBezTo>
                    <a:pt x="2211" y="3805"/>
                    <a:pt x="2211" y="4135"/>
                    <a:pt x="1925" y="4135"/>
                  </a:cubicBezTo>
                  <a:cubicBezTo>
                    <a:pt x="1654" y="4135"/>
                    <a:pt x="1083" y="3910"/>
                    <a:pt x="737" y="4135"/>
                  </a:cubicBezTo>
                  <a:cubicBezTo>
                    <a:pt x="406" y="4376"/>
                    <a:pt x="0" y="4647"/>
                    <a:pt x="0" y="4647"/>
                  </a:cubicBezTo>
                  <a:lnTo>
                    <a:pt x="14345" y="4647"/>
                  </a:lnTo>
                  <a:cubicBezTo>
                    <a:pt x="14345" y="4647"/>
                    <a:pt x="14511" y="4135"/>
                    <a:pt x="13894" y="3805"/>
                  </a:cubicBezTo>
                  <a:close/>
                </a:path>
              </a:pathLst>
            </a:custGeom>
            <a:solidFill>
              <a:schemeClr val="lt1"/>
            </a:solid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26"/>
            <p:cNvSpPr/>
            <p:nvPr/>
          </p:nvSpPr>
          <p:spPr>
            <a:xfrm>
              <a:off x="8655275" y="168075"/>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7" name="Google Shape;357;p26"/>
            <p:cNvGrpSpPr/>
            <p:nvPr/>
          </p:nvGrpSpPr>
          <p:grpSpPr>
            <a:xfrm>
              <a:off x="8686795" y="1013863"/>
              <a:ext cx="105457" cy="105457"/>
              <a:chOff x="7812545" y="194375"/>
              <a:chExt cx="105457" cy="105457"/>
            </a:xfrm>
          </p:grpSpPr>
          <p:sp>
            <p:nvSpPr>
              <p:cNvPr id="358" name="Google Shape;358;p26"/>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26"/>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26"/>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26"/>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2" name="Google Shape;362;p26"/>
            <p:cNvGrpSpPr/>
            <p:nvPr/>
          </p:nvGrpSpPr>
          <p:grpSpPr>
            <a:xfrm>
              <a:off x="7034570" y="192113"/>
              <a:ext cx="105457" cy="105457"/>
              <a:chOff x="7812545" y="194375"/>
              <a:chExt cx="105457" cy="105457"/>
            </a:xfrm>
          </p:grpSpPr>
          <p:sp>
            <p:nvSpPr>
              <p:cNvPr id="363" name="Google Shape;363;p26"/>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26"/>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26"/>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26"/>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67" name="Google Shape;367;p26"/>
          <p:cNvGrpSpPr/>
          <p:nvPr/>
        </p:nvGrpSpPr>
        <p:grpSpPr>
          <a:xfrm>
            <a:off x="8587992" y="4703163"/>
            <a:ext cx="172728" cy="172727"/>
            <a:chOff x="7812545" y="194375"/>
            <a:chExt cx="105457" cy="105457"/>
          </a:xfrm>
        </p:grpSpPr>
        <p:sp>
          <p:nvSpPr>
            <p:cNvPr id="368" name="Google Shape;368;p26"/>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26"/>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26"/>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26"/>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2">
    <p:spTree>
      <p:nvGrpSpPr>
        <p:cNvPr id="372" name="Shape 372"/>
        <p:cNvGrpSpPr/>
        <p:nvPr/>
      </p:nvGrpSpPr>
      <p:grpSpPr>
        <a:xfrm>
          <a:off x="0" y="0"/>
          <a:ext cx="0" cy="0"/>
          <a:chOff x="0" y="0"/>
          <a:chExt cx="0" cy="0"/>
        </a:xfrm>
      </p:grpSpPr>
      <p:sp>
        <p:nvSpPr>
          <p:cNvPr id="373" name="Google Shape;373;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374" name="Google Shape;374;p27"/>
          <p:cNvSpPr txBox="1"/>
          <p:nvPr>
            <p:ph type="title"/>
          </p:nvPr>
        </p:nvSpPr>
        <p:spPr>
          <a:xfrm>
            <a:off x="685800" y="3668238"/>
            <a:ext cx="3936300" cy="3936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sz="2000"/>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sp>
        <p:nvSpPr>
          <p:cNvPr id="375" name="Google Shape;375;p27"/>
          <p:cNvSpPr txBox="1"/>
          <p:nvPr>
            <p:ph idx="1" type="subTitle"/>
          </p:nvPr>
        </p:nvSpPr>
        <p:spPr>
          <a:xfrm>
            <a:off x="685800" y="1386463"/>
            <a:ext cx="6442500" cy="21948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800"/>
              <a:buFont typeface="Barlow"/>
              <a:buNone/>
              <a:defRPr b="1" sz="3400">
                <a:solidFill>
                  <a:schemeClr val="accent2"/>
                </a:solidFill>
              </a:defRPr>
            </a:lvl1pPr>
            <a:lvl2pPr lvl="1" algn="ctr">
              <a:lnSpc>
                <a:spcPct val="100000"/>
              </a:lnSpc>
              <a:spcBef>
                <a:spcPts val="0"/>
              </a:spcBef>
              <a:spcAft>
                <a:spcPts val="0"/>
              </a:spcAft>
              <a:buSzPts val="2800"/>
              <a:buFont typeface="Barlow"/>
              <a:buNone/>
              <a:defRPr b="1" sz="2800">
                <a:latin typeface="Barlow"/>
                <a:ea typeface="Barlow"/>
                <a:cs typeface="Barlow"/>
                <a:sym typeface="Barlow"/>
              </a:defRPr>
            </a:lvl2pPr>
            <a:lvl3pPr lvl="2" algn="ctr">
              <a:lnSpc>
                <a:spcPct val="100000"/>
              </a:lnSpc>
              <a:spcBef>
                <a:spcPts val="0"/>
              </a:spcBef>
              <a:spcAft>
                <a:spcPts val="0"/>
              </a:spcAft>
              <a:buSzPts val="2800"/>
              <a:buFont typeface="Barlow"/>
              <a:buNone/>
              <a:defRPr b="1" sz="2800">
                <a:latin typeface="Barlow"/>
                <a:ea typeface="Barlow"/>
                <a:cs typeface="Barlow"/>
                <a:sym typeface="Barlow"/>
              </a:defRPr>
            </a:lvl3pPr>
            <a:lvl4pPr lvl="3" algn="ctr">
              <a:lnSpc>
                <a:spcPct val="100000"/>
              </a:lnSpc>
              <a:spcBef>
                <a:spcPts val="0"/>
              </a:spcBef>
              <a:spcAft>
                <a:spcPts val="0"/>
              </a:spcAft>
              <a:buSzPts val="2800"/>
              <a:buFont typeface="Barlow"/>
              <a:buNone/>
              <a:defRPr b="1" sz="2800">
                <a:latin typeface="Barlow"/>
                <a:ea typeface="Barlow"/>
                <a:cs typeface="Barlow"/>
                <a:sym typeface="Barlow"/>
              </a:defRPr>
            </a:lvl4pPr>
            <a:lvl5pPr lvl="4" algn="ctr">
              <a:lnSpc>
                <a:spcPct val="100000"/>
              </a:lnSpc>
              <a:spcBef>
                <a:spcPts val="0"/>
              </a:spcBef>
              <a:spcAft>
                <a:spcPts val="0"/>
              </a:spcAft>
              <a:buSzPts val="2800"/>
              <a:buFont typeface="Barlow"/>
              <a:buNone/>
              <a:defRPr b="1" sz="2800">
                <a:latin typeface="Barlow"/>
                <a:ea typeface="Barlow"/>
                <a:cs typeface="Barlow"/>
                <a:sym typeface="Barlow"/>
              </a:defRPr>
            </a:lvl5pPr>
            <a:lvl6pPr lvl="5" algn="ctr">
              <a:lnSpc>
                <a:spcPct val="100000"/>
              </a:lnSpc>
              <a:spcBef>
                <a:spcPts val="0"/>
              </a:spcBef>
              <a:spcAft>
                <a:spcPts val="0"/>
              </a:spcAft>
              <a:buSzPts val="2800"/>
              <a:buFont typeface="Barlow"/>
              <a:buNone/>
              <a:defRPr b="1" sz="2800">
                <a:latin typeface="Barlow"/>
                <a:ea typeface="Barlow"/>
                <a:cs typeface="Barlow"/>
                <a:sym typeface="Barlow"/>
              </a:defRPr>
            </a:lvl6pPr>
            <a:lvl7pPr lvl="6" algn="ctr">
              <a:lnSpc>
                <a:spcPct val="100000"/>
              </a:lnSpc>
              <a:spcBef>
                <a:spcPts val="0"/>
              </a:spcBef>
              <a:spcAft>
                <a:spcPts val="0"/>
              </a:spcAft>
              <a:buSzPts val="2800"/>
              <a:buFont typeface="Barlow"/>
              <a:buNone/>
              <a:defRPr b="1" sz="2800">
                <a:latin typeface="Barlow"/>
                <a:ea typeface="Barlow"/>
                <a:cs typeface="Barlow"/>
                <a:sym typeface="Barlow"/>
              </a:defRPr>
            </a:lvl7pPr>
            <a:lvl8pPr lvl="7" algn="ctr">
              <a:lnSpc>
                <a:spcPct val="100000"/>
              </a:lnSpc>
              <a:spcBef>
                <a:spcPts val="0"/>
              </a:spcBef>
              <a:spcAft>
                <a:spcPts val="0"/>
              </a:spcAft>
              <a:buSzPts val="2800"/>
              <a:buFont typeface="Barlow"/>
              <a:buNone/>
              <a:defRPr b="1" sz="2800">
                <a:latin typeface="Barlow"/>
                <a:ea typeface="Barlow"/>
                <a:cs typeface="Barlow"/>
                <a:sym typeface="Barlow"/>
              </a:defRPr>
            </a:lvl8pPr>
            <a:lvl9pPr lvl="8" algn="ctr">
              <a:lnSpc>
                <a:spcPct val="100000"/>
              </a:lnSpc>
              <a:spcBef>
                <a:spcPts val="0"/>
              </a:spcBef>
              <a:spcAft>
                <a:spcPts val="0"/>
              </a:spcAft>
              <a:buSzPts val="2800"/>
              <a:buFont typeface="Barlow"/>
              <a:buNone/>
              <a:defRPr b="1" sz="2800">
                <a:latin typeface="Barlow"/>
                <a:ea typeface="Barlow"/>
                <a:cs typeface="Barlow"/>
                <a:sym typeface="Barlow"/>
              </a:defRPr>
            </a:lvl9pPr>
          </a:lstStyle>
          <a:p/>
        </p:txBody>
      </p:sp>
      <p:grpSp>
        <p:nvGrpSpPr>
          <p:cNvPr id="376" name="Google Shape;376;p27"/>
          <p:cNvGrpSpPr/>
          <p:nvPr/>
        </p:nvGrpSpPr>
        <p:grpSpPr>
          <a:xfrm>
            <a:off x="-270492" y="4323675"/>
            <a:ext cx="2205369" cy="1645127"/>
            <a:chOff x="-270492" y="4323675"/>
            <a:chExt cx="2205369" cy="1645127"/>
          </a:xfrm>
        </p:grpSpPr>
        <p:sp>
          <p:nvSpPr>
            <p:cNvPr id="377" name="Google Shape;377;p27"/>
            <p:cNvSpPr/>
            <p:nvPr/>
          </p:nvSpPr>
          <p:spPr>
            <a:xfrm flipH="1">
              <a:off x="-270492" y="4323675"/>
              <a:ext cx="1406967" cy="1131364"/>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27"/>
            <p:cNvSpPr/>
            <p:nvPr/>
          </p:nvSpPr>
          <p:spPr>
            <a:xfrm rot="5828238">
              <a:off x="294226" y="4262605"/>
              <a:ext cx="1085117" cy="2077472"/>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9" name="Google Shape;379;p27"/>
          <p:cNvGrpSpPr/>
          <p:nvPr/>
        </p:nvGrpSpPr>
        <p:grpSpPr>
          <a:xfrm>
            <a:off x="380257" y="228264"/>
            <a:ext cx="797231" cy="676888"/>
            <a:chOff x="380257" y="228264"/>
            <a:chExt cx="797231" cy="676888"/>
          </a:xfrm>
        </p:grpSpPr>
        <p:sp>
          <p:nvSpPr>
            <p:cNvPr id="380" name="Google Shape;380;p27"/>
            <p:cNvSpPr/>
            <p:nvPr/>
          </p:nvSpPr>
          <p:spPr>
            <a:xfrm>
              <a:off x="380263" y="799762"/>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81" name="Google Shape;381;p27"/>
            <p:cNvGrpSpPr/>
            <p:nvPr/>
          </p:nvGrpSpPr>
          <p:grpSpPr>
            <a:xfrm>
              <a:off x="380257" y="294338"/>
              <a:ext cx="105457" cy="105457"/>
              <a:chOff x="7812545" y="194375"/>
              <a:chExt cx="105457" cy="105457"/>
            </a:xfrm>
          </p:grpSpPr>
          <p:sp>
            <p:nvSpPr>
              <p:cNvPr id="382" name="Google Shape;382;p27"/>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27"/>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27"/>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27"/>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86" name="Google Shape;386;p27"/>
            <p:cNvSpPr/>
            <p:nvPr/>
          </p:nvSpPr>
          <p:spPr>
            <a:xfrm>
              <a:off x="1005861" y="228264"/>
              <a:ext cx="171626" cy="171542"/>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BLANK_7">
    <p:spTree>
      <p:nvGrpSpPr>
        <p:cNvPr id="387" name="Shape 387"/>
        <p:cNvGrpSpPr/>
        <p:nvPr/>
      </p:nvGrpSpPr>
      <p:grpSpPr>
        <a:xfrm>
          <a:off x="0" y="0"/>
          <a:ext cx="0" cy="0"/>
          <a:chOff x="0" y="0"/>
          <a:chExt cx="0" cy="0"/>
        </a:xfrm>
      </p:grpSpPr>
      <p:sp>
        <p:nvSpPr>
          <p:cNvPr id="388" name="Google Shape;388;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389" name="Google Shape;389;p28"/>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90" name="Google Shape;390;p28"/>
          <p:cNvSpPr txBox="1"/>
          <p:nvPr>
            <p:ph idx="1" type="subTitle"/>
          </p:nvPr>
        </p:nvSpPr>
        <p:spPr>
          <a:xfrm>
            <a:off x="5284651" y="3218278"/>
            <a:ext cx="2538600" cy="38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800"/>
              <a:buNone/>
              <a:defRPr b="1" sz="2000">
                <a:solidFill>
                  <a:schemeClr val="accent2"/>
                </a:solidFill>
                <a:latin typeface="Barlow"/>
                <a:ea typeface="Barlow"/>
                <a:cs typeface="Barlow"/>
                <a:sym typeface="Barlow"/>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391" name="Google Shape;391;p28"/>
          <p:cNvSpPr txBox="1"/>
          <p:nvPr>
            <p:ph idx="2" type="subTitle"/>
          </p:nvPr>
        </p:nvSpPr>
        <p:spPr>
          <a:xfrm>
            <a:off x="5284651" y="3612350"/>
            <a:ext cx="2538600" cy="497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8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392" name="Google Shape;392;p28"/>
          <p:cNvSpPr txBox="1"/>
          <p:nvPr>
            <p:ph idx="3" type="subTitle"/>
          </p:nvPr>
        </p:nvSpPr>
        <p:spPr>
          <a:xfrm>
            <a:off x="5284651" y="1917775"/>
            <a:ext cx="2538600" cy="38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800"/>
              <a:buNone/>
              <a:defRPr b="1" sz="2000">
                <a:solidFill>
                  <a:schemeClr val="accent2"/>
                </a:solidFill>
                <a:latin typeface="Barlow"/>
                <a:ea typeface="Barlow"/>
                <a:cs typeface="Barlow"/>
                <a:sym typeface="Barlow"/>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393" name="Google Shape;393;p28"/>
          <p:cNvSpPr txBox="1"/>
          <p:nvPr>
            <p:ph idx="4" type="subTitle"/>
          </p:nvPr>
        </p:nvSpPr>
        <p:spPr>
          <a:xfrm>
            <a:off x="5284651" y="2311850"/>
            <a:ext cx="2538600" cy="497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8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394" name="Google Shape;394;p28"/>
          <p:cNvSpPr/>
          <p:nvPr/>
        </p:nvSpPr>
        <p:spPr>
          <a:xfrm rot="-1858022">
            <a:off x="-666282" y="4523640"/>
            <a:ext cx="1257303" cy="1273910"/>
          </a:xfrm>
          <a:custGeom>
            <a:rect b="b" l="l" r="r" t="t"/>
            <a:pathLst>
              <a:path extrusionOk="0" h="49357" w="56012">
                <a:moveTo>
                  <a:pt x="29954" y="0"/>
                </a:moveTo>
                <a:cubicBezTo>
                  <a:pt x="26409" y="0"/>
                  <a:pt x="22321" y="902"/>
                  <a:pt x="17654" y="3034"/>
                </a:cubicBezTo>
                <a:cubicBezTo>
                  <a:pt x="17654" y="3034"/>
                  <a:pt x="8827" y="7530"/>
                  <a:pt x="4406" y="14477"/>
                </a:cubicBezTo>
                <a:cubicBezTo>
                  <a:pt x="1" y="21424"/>
                  <a:pt x="347" y="30340"/>
                  <a:pt x="5715" y="36971"/>
                </a:cubicBezTo>
                <a:cubicBezTo>
                  <a:pt x="11068" y="43588"/>
                  <a:pt x="21308" y="42730"/>
                  <a:pt x="29878" y="46926"/>
                </a:cubicBezTo>
                <a:cubicBezTo>
                  <a:pt x="33082" y="48494"/>
                  <a:pt x="36410" y="49356"/>
                  <a:pt x="39533" y="49356"/>
                </a:cubicBezTo>
                <a:cubicBezTo>
                  <a:pt x="44766" y="49356"/>
                  <a:pt x="49425" y="46936"/>
                  <a:pt x="51967" y="41362"/>
                </a:cubicBezTo>
                <a:cubicBezTo>
                  <a:pt x="56012" y="32476"/>
                  <a:pt x="49907" y="29137"/>
                  <a:pt x="48854" y="18852"/>
                </a:cubicBezTo>
                <a:cubicBezTo>
                  <a:pt x="48037" y="10867"/>
                  <a:pt x="42263" y="0"/>
                  <a:pt x="29954"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5" name="Google Shape;395;p28"/>
          <p:cNvGrpSpPr/>
          <p:nvPr/>
        </p:nvGrpSpPr>
        <p:grpSpPr>
          <a:xfrm>
            <a:off x="7421634" y="154775"/>
            <a:ext cx="1313073" cy="580503"/>
            <a:chOff x="7421634" y="154775"/>
            <a:chExt cx="1313073" cy="580503"/>
          </a:xfrm>
        </p:grpSpPr>
        <p:sp>
          <p:nvSpPr>
            <p:cNvPr id="396" name="Google Shape;396;p28"/>
            <p:cNvSpPr/>
            <p:nvPr/>
          </p:nvSpPr>
          <p:spPr>
            <a:xfrm>
              <a:off x="7421637" y="386405"/>
              <a:ext cx="1089450" cy="348874"/>
            </a:xfrm>
            <a:custGeom>
              <a:rect b="b" l="l" r="r" t="t"/>
              <a:pathLst>
                <a:path extrusionOk="0" fill="none" h="4647" w="14511">
                  <a:moveTo>
                    <a:pt x="13894" y="3805"/>
                  </a:moveTo>
                  <a:cubicBezTo>
                    <a:pt x="13263" y="3459"/>
                    <a:pt x="12977" y="3744"/>
                    <a:pt x="12766" y="3459"/>
                  </a:cubicBezTo>
                  <a:cubicBezTo>
                    <a:pt x="12541" y="3173"/>
                    <a:pt x="13383" y="2436"/>
                    <a:pt x="11684" y="1699"/>
                  </a:cubicBezTo>
                  <a:cubicBezTo>
                    <a:pt x="11684" y="1699"/>
                    <a:pt x="11578" y="121"/>
                    <a:pt x="9248" y="60"/>
                  </a:cubicBezTo>
                  <a:cubicBezTo>
                    <a:pt x="6917" y="0"/>
                    <a:pt x="7549" y="1654"/>
                    <a:pt x="6917" y="2045"/>
                  </a:cubicBezTo>
                  <a:cubicBezTo>
                    <a:pt x="6286" y="2436"/>
                    <a:pt x="6120" y="1820"/>
                    <a:pt x="5504" y="2211"/>
                  </a:cubicBezTo>
                  <a:cubicBezTo>
                    <a:pt x="4872" y="2617"/>
                    <a:pt x="5158" y="3399"/>
                    <a:pt x="4647" y="3519"/>
                  </a:cubicBezTo>
                  <a:cubicBezTo>
                    <a:pt x="4135" y="3624"/>
                    <a:pt x="3459" y="3008"/>
                    <a:pt x="2842" y="3399"/>
                  </a:cubicBezTo>
                  <a:cubicBezTo>
                    <a:pt x="2211" y="3805"/>
                    <a:pt x="2211" y="4135"/>
                    <a:pt x="1925" y="4135"/>
                  </a:cubicBezTo>
                  <a:cubicBezTo>
                    <a:pt x="1654" y="4135"/>
                    <a:pt x="1083" y="3910"/>
                    <a:pt x="737" y="4135"/>
                  </a:cubicBezTo>
                  <a:cubicBezTo>
                    <a:pt x="406" y="4376"/>
                    <a:pt x="0" y="4647"/>
                    <a:pt x="0" y="4647"/>
                  </a:cubicBezTo>
                  <a:lnTo>
                    <a:pt x="14345" y="4647"/>
                  </a:lnTo>
                  <a:cubicBezTo>
                    <a:pt x="14345" y="4647"/>
                    <a:pt x="14511" y="4135"/>
                    <a:pt x="13894" y="3805"/>
                  </a:cubicBezTo>
                  <a:close/>
                </a:path>
              </a:pathLst>
            </a:custGeom>
            <a:solidFill>
              <a:schemeClr val="lt1"/>
            </a:solid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7" name="Google Shape;397;p28"/>
            <p:cNvGrpSpPr/>
            <p:nvPr/>
          </p:nvGrpSpPr>
          <p:grpSpPr>
            <a:xfrm flipH="1">
              <a:off x="7421634" y="154775"/>
              <a:ext cx="93234" cy="93234"/>
              <a:chOff x="7812545" y="194375"/>
              <a:chExt cx="105457" cy="105457"/>
            </a:xfrm>
          </p:grpSpPr>
          <p:sp>
            <p:nvSpPr>
              <p:cNvPr id="398" name="Google Shape;398;p28"/>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28"/>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28"/>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28"/>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2" name="Google Shape;402;p28"/>
            <p:cNvSpPr/>
            <p:nvPr/>
          </p:nvSpPr>
          <p:spPr>
            <a:xfrm flipH="1">
              <a:off x="8641476" y="154795"/>
              <a:ext cx="93231" cy="93173"/>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3" name="Google Shape;403;p28"/>
          <p:cNvGrpSpPr/>
          <p:nvPr/>
        </p:nvGrpSpPr>
        <p:grpSpPr>
          <a:xfrm>
            <a:off x="7319770" y="4322625"/>
            <a:ext cx="1421044" cy="650202"/>
            <a:chOff x="7319770" y="4322625"/>
            <a:chExt cx="1421044" cy="650202"/>
          </a:xfrm>
        </p:grpSpPr>
        <p:sp>
          <p:nvSpPr>
            <p:cNvPr id="404" name="Google Shape;404;p28"/>
            <p:cNvSpPr/>
            <p:nvPr/>
          </p:nvSpPr>
          <p:spPr>
            <a:xfrm>
              <a:off x="8205375" y="4867437"/>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28"/>
            <p:cNvSpPr/>
            <p:nvPr/>
          </p:nvSpPr>
          <p:spPr>
            <a:xfrm>
              <a:off x="7868626" y="432262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406" name="Google Shape;406;p28"/>
            <p:cNvGrpSpPr/>
            <p:nvPr/>
          </p:nvGrpSpPr>
          <p:grpSpPr>
            <a:xfrm>
              <a:off x="8635357" y="4441263"/>
              <a:ext cx="105457" cy="105457"/>
              <a:chOff x="7812545" y="194375"/>
              <a:chExt cx="105457" cy="105457"/>
            </a:xfrm>
          </p:grpSpPr>
          <p:sp>
            <p:nvSpPr>
              <p:cNvPr id="407" name="Google Shape;407;p28"/>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28"/>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28"/>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28"/>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1" name="Google Shape;411;p28"/>
            <p:cNvGrpSpPr/>
            <p:nvPr/>
          </p:nvGrpSpPr>
          <p:grpSpPr>
            <a:xfrm>
              <a:off x="7319770" y="4672638"/>
              <a:ext cx="105457" cy="105457"/>
              <a:chOff x="7812545" y="194375"/>
              <a:chExt cx="105457" cy="105457"/>
            </a:xfrm>
          </p:grpSpPr>
          <p:sp>
            <p:nvSpPr>
              <p:cNvPr id="412" name="Google Shape;412;p28"/>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28"/>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28"/>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28"/>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16" name="Google Shape;416;p28"/>
          <p:cNvGrpSpPr/>
          <p:nvPr/>
        </p:nvGrpSpPr>
        <p:grpSpPr>
          <a:xfrm>
            <a:off x="-761575" y="-488764"/>
            <a:ext cx="1578128" cy="1318359"/>
            <a:chOff x="-761575" y="-488764"/>
            <a:chExt cx="1578128" cy="1318359"/>
          </a:xfrm>
        </p:grpSpPr>
        <p:sp>
          <p:nvSpPr>
            <p:cNvPr id="417" name="Google Shape;417;p28"/>
            <p:cNvSpPr/>
            <p:nvPr/>
          </p:nvSpPr>
          <p:spPr>
            <a:xfrm>
              <a:off x="-761575" y="-455027"/>
              <a:ext cx="1578128" cy="1284622"/>
            </a:xfrm>
            <a:custGeom>
              <a:rect b="b" l="l" r="r" t="t"/>
              <a:pathLst>
                <a:path extrusionOk="0" h="48924" w="60102">
                  <a:moveTo>
                    <a:pt x="31550" y="1"/>
                  </a:moveTo>
                  <a:cubicBezTo>
                    <a:pt x="28688" y="1"/>
                    <a:pt x="25391" y="541"/>
                    <a:pt x="22089" y="2238"/>
                  </a:cubicBezTo>
                  <a:cubicBezTo>
                    <a:pt x="12977" y="6900"/>
                    <a:pt x="8196" y="17230"/>
                    <a:pt x="4091" y="25485"/>
                  </a:cubicBezTo>
                  <a:cubicBezTo>
                    <a:pt x="1" y="33725"/>
                    <a:pt x="2016" y="42612"/>
                    <a:pt x="8767" y="47123"/>
                  </a:cubicBezTo>
                  <a:cubicBezTo>
                    <a:pt x="10764" y="48461"/>
                    <a:pt x="12590" y="48924"/>
                    <a:pt x="14421" y="48924"/>
                  </a:cubicBezTo>
                  <a:cubicBezTo>
                    <a:pt x="18514" y="48924"/>
                    <a:pt x="22630" y="46611"/>
                    <a:pt x="28730" y="46611"/>
                  </a:cubicBezTo>
                  <a:cubicBezTo>
                    <a:pt x="29125" y="46611"/>
                    <a:pt x="29527" y="46621"/>
                    <a:pt x="29939" y="46641"/>
                  </a:cubicBezTo>
                  <a:cubicBezTo>
                    <a:pt x="34134" y="46851"/>
                    <a:pt x="36984" y="47278"/>
                    <a:pt x="39535" y="47278"/>
                  </a:cubicBezTo>
                  <a:cubicBezTo>
                    <a:pt x="42835" y="47278"/>
                    <a:pt x="45637" y="46563"/>
                    <a:pt x="50208" y="43739"/>
                  </a:cubicBezTo>
                  <a:cubicBezTo>
                    <a:pt x="58328" y="38732"/>
                    <a:pt x="60102" y="25500"/>
                    <a:pt x="54042" y="15140"/>
                  </a:cubicBezTo>
                  <a:cubicBezTo>
                    <a:pt x="47997" y="4779"/>
                    <a:pt x="40254" y="1667"/>
                    <a:pt x="40254" y="1667"/>
                  </a:cubicBezTo>
                  <a:cubicBezTo>
                    <a:pt x="40254" y="1667"/>
                    <a:pt x="36573" y="1"/>
                    <a:pt x="31550"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28"/>
            <p:cNvSpPr/>
            <p:nvPr/>
          </p:nvSpPr>
          <p:spPr>
            <a:xfrm rot="899878">
              <a:off x="-523899" y="-362625"/>
              <a:ext cx="1102774" cy="971749"/>
            </a:xfrm>
            <a:custGeom>
              <a:rect b="b" l="l" r="r" t="t"/>
              <a:pathLst>
                <a:path extrusionOk="0" h="49357" w="56012">
                  <a:moveTo>
                    <a:pt x="29954" y="0"/>
                  </a:moveTo>
                  <a:cubicBezTo>
                    <a:pt x="26409" y="0"/>
                    <a:pt x="22321" y="902"/>
                    <a:pt x="17654" y="3034"/>
                  </a:cubicBezTo>
                  <a:cubicBezTo>
                    <a:pt x="17654" y="3034"/>
                    <a:pt x="8827" y="7530"/>
                    <a:pt x="4406" y="14477"/>
                  </a:cubicBezTo>
                  <a:cubicBezTo>
                    <a:pt x="1" y="21424"/>
                    <a:pt x="347" y="30340"/>
                    <a:pt x="5715" y="36971"/>
                  </a:cubicBezTo>
                  <a:cubicBezTo>
                    <a:pt x="11068" y="43588"/>
                    <a:pt x="21308" y="42730"/>
                    <a:pt x="29878" y="46926"/>
                  </a:cubicBezTo>
                  <a:cubicBezTo>
                    <a:pt x="33082" y="48494"/>
                    <a:pt x="36410" y="49356"/>
                    <a:pt x="39533" y="49356"/>
                  </a:cubicBezTo>
                  <a:cubicBezTo>
                    <a:pt x="44766" y="49356"/>
                    <a:pt x="49425" y="46936"/>
                    <a:pt x="51967" y="41362"/>
                  </a:cubicBezTo>
                  <a:cubicBezTo>
                    <a:pt x="56012" y="32476"/>
                    <a:pt x="49907" y="29137"/>
                    <a:pt x="48854" y="18852"/>
                  </a:cubicBezTo>
                  <a:cubicBezTo>
                    <a:pt x="48037" y="10867"/>
                    <a:pt x="42263" y="0"/>
                    <a:pt x="29954"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BLANK_18">
    <p:spTree>
      <p:nvGrpSpPr>
        <p:cNvPr id="419" name="Shape 419"/>
        <p:cNvGrpSpPr/>
        <p:nvPr/>
      </p:nvGrpSpPr>
      <p:grpSpPr>
        <a:xfrm>
          <a:off x="0" y="0"/>
          <a:ext cx="0" cy="0"/>
          <a:chOff x="0" y="0"/>
          <a:chExt cx="0" cy="0"/>
        </a:xfrm>
      </p:grpSpPr>
      <p:sp>
        <p:nvSpPr>
          <p:cNvPr id="420" name="Google Shape;420;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421" name="Google Shape;421;p29"/>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22" name="Google Shape;422;p29"/>
          <p:cNvSpPr txBox="1"/>
          <p:nvPr>
            <p:ph idx="1" type="subTitle"/>
          </p:nvPr>
        </p:nvSpPr>
        <p:spPr>
          <a:xfrm>
            <a:off x="4998625" y="1632940"/>
            <a:ext cx="3459600" cy="38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800"/>
              <a:buNone/>
              <a:defRPr b="1" sz="2000">
                <a:solidFill>
                  <a:schemeClr val="accent2"/>
                </a:solidFill>
                <a:latin typeface="Barlow"/>
                <a:ea typeface="Barlow"/>
                <a:cs typeface="Barlow"/>
                <a:sym typeface="Barlow"/>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423" name="Google Shape;423;p29"/>
          <p:cNvSpPr txBox="1"/>
          <p:nvPr>
            <p:ph idx="2" type="subTitle"/>
          </p:nvPr>
        </p:nvSpPr>
        <p:spPr>
          <a:xfrm>
            <a:off x="4998625" y="2118453"/>
            <a:ext cx="3459600" cy="20013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accent1"/>
              </a:buClr>
              <a:buSzPts val="1800"/>
              <a:buChar char="●"/>
              <a:defRPr/>
            </a:lvl1pPr>
            <a:lvl2pPr lvl="1" algn="ctr">
              <a:lnSpc>
                <a:spcPct val="100000"/>
              </a:lnSpc>
              <a:spcBef>
                <a:spcPts val="0"/>
              </a:spcBef>
              <a:spcAft>
                <a:spcPts val="0"/>
              </a:spcAft>
              <a:buSzPts val="1800"/>
              <a:buChar char="○"/>
              <a:defRPr sz="1800"/>
            </a:lvl2pPr>
            <a:lvl3pPr lvl="2" algn="ctr">
              <a:lnSpc>
                <a:spcPct val="100000"/>
              </a:lnSpc>
              <a:spcBef>
                <a:spcPts val="0"/>
              </a:spcBef>
              <a:spcAft>
                <a:spcPts val="0"/>
              </a:spcAft>
              <a:buSzPts val="1800"/>
              <a:buChar char="■"/>
              <a:defRPr sz="1800"/>
            </a:lvl3pPr>
            <a:lvl4pPr lvl="3" algn="ctr">
              <a:lnSpc>
                <a:spcPct val="100000"/>
              </a:lnSpc>
              <a:spcBef>
                <a:spcPts val="0"/>
              </a:spcBef>
              <a:spcAft>
                <a:spcPts val="0"/>
              </a:spcAft>
              <a:buSzPts val="1800"/>
              <a:buChar char="●"/>
              <a:defRPr sz="1800"/>
            </a:lvl4pPr>
            <a:lvl5pPr lvl="4" algn="ctr">
              <a:lnSpc>
                <a:spcPct val="100000"/>
              </a:lnSpc>
              <a:spcBef>
                <a:spcPts val="0"/>
              </a:spcBef>
              <a:spcAft>
                <a:spcPts val="0"/>
              </a:spcAft>
              <a:buSzPts val="1800"/>
              <a:buChar char="○"/>
              <a:defRPr sz="1800"/>
            </a:lvl5pPr>
            <a:lvl6pPr lvl="5" algn="ctr">
              <a:lnSpc>
                <a:spcPct val="100000"/>
              </a:lnSpc>
              <a:spcBef>
                <a:spcPts val="0"/>
              </a:spcBef>
              <a:spcAft>
                <a:spcPts val="0"/>
              </a:spcAft>
              <a:buSzPts val="1800"/>
              <a:buChar char="■"/>
              <a:defRPr sz="1800"/>
            </a:lvl6pPr>
            <a:lvl7pPr lvl="6" algn="ctr">
              <a:lnSpc>
                <a:spcPct val="100000"/>
              </a:lnSpc>
              <a:spcBef>
                <a:spcPts val="0"/>
              </a:spcBef>
              <a:spcAft>
                <a:spcPts val="0"/>
              </a:spcAft>
              <a:buSzPts val="1800"/>
              <a:buChar char="●"/>
              <a:defRPr sz="1800"/>
            </a:lvl7pPr>
            <a:lvl8pPr lvl="7" algn="ctr">
              <a:lnSpc>
                <a:spcPct val="100000"/>
              </a:lnSpc>
              <a:spcBef>
                <a:spcPts val="0"/>
              </a:spcBef>
              <a:spcAft>
                <a:spcPts val="0"/>
              </a:spcAft>
              <a:buSzPts val="1800"/>
              <a:buChar char="○"/>
              <a:defRPr sz="1800"/>
            </a:lvl8pPr>
            <a:lvl9pPr lvl="8" algn="ctr">
              <a:lnSpc>
                <a:spcPct val="100000"/>
              </a:lnSpc>
              <a:spcBef>
                <a:spcPts val="0"/>
              </a:spcBef>
              <a:spcAft>
                <a:spcPts val="0"/>
              </a:spcAft>
              <a:buSzPts val="1800"/>
              <a:buChar char="■"/>
              <a:defRPr sz="1800"/>
            </a:lvl9pPr>
          </a:lstStyle>
          <a:p/>
        </p:txBody>
      </p:sp>
      <p:sp>
        <p:nvSpPr>
          <p:cNvPr id="424" name="Google Shape;424;p29"/>
          <p:cNvSpPr txBox="1"/>
          <p:nvPr>
            <p:ph idx="3" type="subTitle"/>
          </p:nvPr>
        </p:nvSpPr>
        <p:spPr>
          <a:xfrm>
            <a:off x="685800" y="1632940"/>
            <a:ext cx="3459600" cy="38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800"/>
              <a:buNone/>
              <a:defRPr b="1" sz="2000">
                <a:solidFill>
                  <a:schemeClr val="accent2"/>
                </a:solidFill>
                <a:latin typeface="Barlow"/>
                <a:ea typeface="Barlow"/>
                <a:cs typeface="Barlow"/>
                <a:sym typeface="Barlow"/>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425" name="Google Shape;425;p29"/>
          <p:cNvSpPr txBox="1"/>
          <p:nvPr>
            <p:ph idx="4" type="subTitle"/>
          </p:nvPr>
        </p:nvSpPr>
        <p:spPr>
          <a:xfrm>
            <a:off x="685800" y="2118455"/>
            <a:ext cx="3459600" cy="20013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accent1"/>
              </a:buClr>
              <a:buSzPts val="1800"/>
              <a:buChar char="●"/>
              <a:defRPr/>
            </a:lvl1pPr>
            <a:lvl2pPr lvl="1" algn="ctr">
              <a:lnSpc>
                <a:spcPct val="100000"/>
              </a:lnSpc>
              <a:spcBef>
                <a:spcPts val="0"/>
              </a:spcBef>
              <a:spcAft>
                <a:spcPts val="0"/>
              </a:spcAft>
              <a:buSzPts val="1800"/>
              <a:buChar char="○"/>
              <a:defRPr sz="1800"/>
            </a:lvl2pPr>
            <a:lvl3pPr lvl="2" algn="ctr">
              <a:lnSpc>
                <a:spcPct val="100000"/>
              </a:lnSpc>
              <a:spcBef>
                <a:spcPts val="0"/>
              </a:spcBef>
              <a:spcAft>
                <a:spcPts val="0"/>
              </a:spcAft>
              <a:buSzPts val="1800"/>
              <a:buChar char="■"/>
              <a:defRPr sz="1800"/>
            </a:lvl3pPr>
            <a:lvl4pPr lvl="3" algn="ctr">
              <a:lnSpc>
                <a:spcPct val="100000"/>
              </a:lnSpc>
              <a:spcBef>
                <a:spcPts val="0"/>
              </a:spcBef>
              <a:spcAft>
                <a:spcPts val="0"/>
              </a:spcAft>
              <a:buSzPts val="1800"/>
              <a:buChar char="●"/>
              <a:defRPr sz="1800"/>
            </a:lvl4pPr>
            <a:lvl5pPr lvl="4" algn="ctr">
              <a:lnSpc>
                <a:spcPct val="100000"/>
              </a:lnSpc>
              <a:spcBef>
                <a:spcPts val="0"/>
              </a:spcBef>
              <a:spcAft>
                <a:spcPts val="0"/>
              </a:spcAft>
              <a:buSzPts val="1800"/>
              <a:buChar char="○"/>
              <a:defRPr sz="1800"/>
            </a:lvl5pPr>
            <a:lvl6pPr lvl="5" algn="ctr">
              <a:lnSpc>
                <a:spcPct val="100000"/>
              </a:lnSpc>
              <a:spcBef>
                <a:spcPts val="0"/>
              </a:spcBef>
              <a:spcAft>
                <a:spcPts val="0"/>
              </a:spcAft>
              <a:buSzPts val="1800"/>
              <a:buChar char="■"/>
              <a:defRPr sz="1800"/>
            </a:lvl6pPr>
            <a:lvl7pPr lvl="6" algn="ctr">
              <a:lnSpc>
                <a:spcPct val="100000"/>
              </a:lnSpc>
              <a:spcBef>
                <a:spcPts val="0"/>
              </a:spcBef>
              <a:spcAft>
                <a:spcPts val="0"/>
              </a:spcAft>
              <a:buSzPts val="1800"/>
              <a:buChar char="●"/>
              <a:defRPr sz="1800"/>
            </a:lvl7pPr>
            <a:lvl8pPr lvl="7" algn="ctr">
              <a:lnSpc>
                <a:spcPct val="100000"/>
              </a:lnSpc>
              <a:spcBef>
                <a:spcPts val="0"/>
              </a:spcBef>
              <a:spcAft>
                <a:spcPts val="0"/>
              </a:spcAft>
              <a:buSzPts val="1800"/>
              <a:buChar char="○"/>
              <a:defRPr sz="1800"/>
            </a:lvl8pPr>
            <a:lvl9pPr lvl="8" algn="ctr">
              <a:lnSpc>
                <a:spcPct val="100000"/>
              </a:lnSpc>
              <a:spcBef>
                <a:spcPts val="0"/>
              </a:spcBef>
              <a:spcAft>
                <a:spcPts val="0"/>
              </a:spcAft>
              <a:buSzPts val="1800"/>
              <a:buChar char="■"/>
              <a:defRPr sz="1800"/>
            </a:lvl9pPr>
          </a:lstStyle>
          <a:p/>
        </p:txBody>
      </p:sp>
      <p:grpSp>
        <p:nvGrpSpPr>
          <p:cNvPr id="426" name="Google Shape;426;p29"/>
          <p:cNvGrpSpPr/>
          <p:nvPr/>
        </p:nvGrpSpPr>
        <p:grpSpPr>
          <a:xfrm>
            <a:off x="8084850" y="4293850"/>
            <a:ext cx="1463600" cy="1388798"/>
            <a:chOff x="8084850" y="4293850"/>
            <a:chExt cx="1463600" cy="1388798"/>
          </a:xfrm>
        </p:grpSpPr>
        <p:sp>
          <p:nvSpPr>
            <p:cNvPr id="427" name="Google Shape;427;p29"/>
            <p:cNvSpPr/>
            <p:nvPr/>
          </p:nvSpPr>
          <p:spPr>
            <a:xfrm flipH="1">
              <a:off x="8084857" y="4293850"/>
              <a:ext cx="1463593" cy="1176898"/>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29"/>
            <p:cNvSpPr/>
            <p:nvPr/>
          </p:nvSpPr>
          <p:spPr>
            <a:xfrm>
              <a:off x="8084850" y="4432988"/>
              <a:ext cx="1411448" cy="1249660"/>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9" name="Google Shape;429;p29"/>
          <p:cNvGrpSpPr/>
          <p:nvPr/>
        </p:nvGrpSpPr>
        <p:grpSpPr>
          <a:xfrm>
            <a:off x="-717350" y="3957135"/>
            <a:ext cx="1914569" cy="1586363"/>
            <a:chOff x="-717350" y="3957135"/>
            <a:chExt cx="1914569" cy="1586363"/>
          </a:xfrm>
        </p:grpSpPr>
        <p:sp>
          <p:nvSpPr>
            <p:cNvPr id="430" name="Google Shape;430;p29"/>
            <p:cNvSpPr/>
            <p:nvPr/>
          </p:nvSpPr>
          <p:spPr>
            <a:xfrm>
              <a:off x="1103988" y="4872095"/>
              <a:ext cx="93231" cy="93173"/>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31" name="Google Shape;431;p29"/>
            <p:cNvGrpSpPr/>
            <p:nvPr/>
          </p:nvGrpSpPr>
          <p:grpSpPr>
            <a:xfrm>
              <a:off x="361171" y="3957135"/>
              <a:ext cx="93234" cy="93234"/>
              <a:chOff x="7812545" y="194375"/>
              <a:chExt cx="105457" cy="105457"/>
            </a:xfrm>
          </p:grpSpPr>
          <p:sp>
            <p:nvSpPr>
              <p:cNvPr id="432" name="Google Shape;432;p29"/>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29"/>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29"/>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29"/>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36" name="Google Shape;436;p29"/>
            <p:cNvSpPr/>
            <p:nvPr/>
          </p:nvSpPr>
          <p:spPr>
            <a:xfrm>
              <a:off x="-717350" y="4293838"/>
              <a:ext cx="1411448" cy="1249660"/>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7" name="Google Shape;437;p29"/>
          <p:cNvGrpSpPr/>
          <p:nvPr/>
        </p:nvGrpSpPr>
        <p:grpSpPr>
          <a:xfrm>
            <a:off x="221846" y="184375"/>
            <a:ext cx="644290" cy="401656"/>
            <a:chOff x="221846" y="184375"/>
            <a:chExt cx="644290" cy="401656"/>
          </a:xfrm>
        </p:grpSpPr>
        <p:grpSp>
          <p:nvGrpSpPr>
            <p:cNvPr id="438" name="Google Shape;438;p29"/>
            <p:cNvGrpSpPr/>
            <p:nvPr/>
          </p:nvGrpSpPr>
          <p:grpSpPr>
            <a:xfrm>
              <a:off x="772902" y="184375"/>
              <a:ext cx="93234" cy="93234"/>
              <a:chOff x="7812545" y="194375"/>
              <a:chExt cx="105457" cy="105457"/>
            </a:xfrm>
          </p:grpSpPr>
          <p:sp>
            <p:nvSpPr>
              <p:cNvPr id="439" name="Google Shape;439;p29"/>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29"/>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29"/>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29"/>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3" name="Google Shape;443;p29"/>
            <p:cNvGrpSpPr/>
            <p:nvPr/>
          </p:nvGrpSpPr>
          <p:grpSpPr>
            <a:xfrm>
              <a:off x="221846" y="492797"/>
              <a:ext cx="93234" cy="93234"/>
              <a:chOff x="7812545" y="194375"/>
              <a:chExt cx="105457" cy="105457"/>
            </a:xfrm>
          </p:grpSpPr>
          <p:sp>
            <p:nvSpPr>
              <p:cNvPr id="444" name="Google Shape;444;p29"/>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29"/>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29"/>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29"/>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3">
  <p:cSld name="BLANK_22">
    <p:spTree>
      <p:nvGrpSpPr>
        <p:cNvPr id="448" name="Shape 448"/>
        <p:cNvGrpSpPr/>
        <p:nvPr/>
      </p:nvGrpSpPr>
      <p:grpSpPr>
        <a:xfrm>
          <a:off x="0" y="0"/>
          <a:ext cx="0" cy="0"/>
          <a:chOff x="0" y="0"/>
          <a:chExt cx="0" cy="0"/>
        </a:xfrm>
      </p:grpSpPr>
      <p:sp>
        <p:nvSpPr>
          <p:cNvPr id="449" name="Google Shape;449;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450" name="Google Shape;450;p30"/>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51" name="Google Shape;451;p30"/>
          <p:cNvSpPr txBox="1"/>
          <p:nvPr>
            <p:ph idx="1" type="subTitle"/>
          </p:nvPr>
        </p:nvSpPr>
        <p:spPr>
          <a:xfrm>
            <a:off x="2286745" y="3114078"/>
            <a:ext cx="4265700" cy="38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800"/>
              <a:buNone/>
              <a:defRPr b="1" sz="2000">
                <a:solidFill>
                  <a:schemeClr val="accent2"/>
                </a:solidFill>
                <a:latin typeface="Barlow"/>
                <a:ea typeface="Barlow"/>
                <a:cs typeface="Barlow"/>
                <a:sym typeface="Barlow"/>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452" name="Google Shape;452;p30"/>
          <p:cNvSpPr txBox="1"/>
          <p:nvPr>
            <p:ph idx="2" type="subTitle"/>
          </p:nvPr>
        </p:nvSpPr>
        <p:spPr>
          <a:xfrm>
            <a:off x="2286745" y="3508150"/>
            <a:ext cx="4265700" cy="497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8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453" name="Google Shape;453;p30"/>
          <p:cNvSpPr txBox="1"/>
          <p:nvPr>
            <p:ph idx="3" type="subTitle"/>
          </p:nvPr>
        </p:nvSpPr>
        <p:spPr>
          <a:xfrm>
            <a:off x="2286745" y="1737375"/>
            <a:ext cx="4265700" cy="38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800"/>
              <a:buNone/>
              <a:defRPr b="1" sz="2000">
                <a:solidFill>
                  <a:schemeClr val="accent2"/>
                </a:solidFill>
                <a:latin typeface="Barlow"/>
                <a:ea typeface="Barlow"/>
                <a:cs typeface="Barlow"/>
                <a:sym typeface="Barlow"/>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454" name="Google Shape;454;p30"/>
          <p:cNvSpPr txBox="1"/>
          <p:nvPr>
            <p:ph idx="4" type="subTitle"/>
          </p:nvPr>
        </p:nvSpPr>
        <p:spPr>
          <a:xfrm>
            <a:off x="2286745" y="2131450"/>
            <a:ext cx="4265700" cy="497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8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455" name="Google Shape;455;p30"/>
          <p:cNvSpPr txBox="1"/>
          <p:nvPr>
            <p:ph hasCustomPrompt="1" idx="5" type="title"/>
          </p:nvPr>
        </p:nvSpPr>
        <p:spPr>
          <a:xfrm>
            <a:off x="7001304" y="2043438"/>
            <a:ext cx="1280700" cy="528300"/>
          </a:xfrm>
          <a:prstGeom prst="rect">
            <a:avLst/>
          </a:prstGeom>
        </p:spPr>
        <p:txBody>
          <a:bodyPr anchorCtr="0" anchor="ctr" bIns="91425" lIns="91425" spcFirstLastPara="1" rIns="91425" wrap="square" tIns="91425">
            <a:noAutofit/>
          </a:bodyPr>
          <a:lstStyle>
            <a:lvl1pPr lvl="0" algn="ctr">
              <a:spcBef>
                <a:spcPts val="0"/>
              </a:spcBef>
              <a:spcAft>
                <a:spcPts val="0"/>
              </a:spcAft>
              <a:buSzPts val="3000"/>
              <a:buNone/>
              <a:defRPr sz="3000">
                <a:solidFill>
                  <a:schemeClr val="accent2"/>
                </a:solidFill>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sp>
        <p:nvSpPr>
          <p:cNvPr id="456" name="Google Shape;456;p30"/>
          <p:cNvSpPr txBox="1"/>
          <p:nvPr>
            <p:ph hasCustomPrompt="1" idx="6" type="title"/>
          </p:nvPr>
        </p:nvSpPr>
        <p:spPr>
          <a:xfrm>
            <a:off x="7001304" y="3421613"/>
            <a:ext cx="1280700" cy="528300"/>
          </a:xfrm>
          <a:prstGeom prst="rect">
            <a:avLst/>
          </a:prstGeom>
        </p:spPr>
        <p:txBody>
          <a:bodyPr anchorCtr="0" anchor="ctr" bIns="91425" lIns="91425" spcFirstLastPara="1" rIns="91425" wrap="square" tIns="91425">
            <a:noAutofit/>
          </a:bodyPr>
          <a:lstStyle>
            <a:lvl1pPr lvl="0" algn="ctr">
              <a:spcBef>
                <a:spcPts val="0"/>
              </a:spcBef>
              <a:spcAft>
                <a:spcPts val="0"/>
              </a:spcAft>
              <a:buSzPts val="3000"/>
              <a:buNone/>
              <a:defRPr sz="3000">
                <a:solidFill>
                  <a:schemeClr val="accent2"/>
                </a:solidFill>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grpSp>
        <p:nvGrpSpPr>
          <p:cNvPr id="457" name="Google Shape;457;p30"/>
          <p:cNvGrpSpPr/>
          <p:nvPr/>
        </p:nvGrpSpPr>
        <p:grpSpPr>
          <a:xfrm>
            <a:off x="-427206" y="4089303"/>
            <a:ext cx="1802175" cy="1760346"/>
            <a:chOff x="-427206" y="4089303"/>
            <a:chExt cx="1802175" cy="1760346"/>
          </a:xfrm>
        </p:grpSpPr>
        <p:sp>
          <p:nvSpPr>
            <p:cNvPr id="458" name="Google Shape;458;p30"/>
            <p:cNvSpPr/>
            <p:nvPr/>
          </p:nvSpPr>
          <p:spPr>
            <a:xfrm flipH="1">
              <a:off x="-427206" y="4089303"/>
              <a:ext cx="1802175" cy="1449157"/>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30"/>
            <p:cNvSpPr/>
            <p:nvPr/>
          </p:nvSpPr>
          <p:spPr>
            <a:xfrm rot="5828238">
              <a:off x="-16738" y="4485381"/>
              <a:ext cx="1085117" cy="1469222"/>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0" name="Google Shape;460;p30"/>
          <p:cNvGrpSpPr/>
          <p:nvPr/>
        </p:nvGrpSpPr>
        <p:grpSpPr>
          <a:xfrm>
            <a:off x="241711" y="191700"/>
            <a:ext cx="706103" cy="747169"/>
            <a:chOff x="241711" y="191700"/>
            <a:chExt cx="706103" cy="747169"/>
          </a:xfrm>
        </p:grpSpPr>
        <p:sp>
          <p:nvSpPr>
            <p:cNvPr id="461" name="Google Shape;461;p30"/>
            <p:cNvSpPr/>
            <p:nvPr/>
          </p:nvSpPr>
          <p:spPr>
            <a:xfrm>
              <a:off x="842363" y="191700"/>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62" name="Google Shape;462;p30"/>
            <p:cNvGrpSpPr/>
            <p:nvPr/>
          </p:nvGrpSpPr>
          <p:grpSpPr>
            <a:xfrm>
              <a:off x="307895" y="833413"/>
              <a:ext cx="105457" cy="105457"/>
              <a:chOff x="7812545" y="194375"/>
              <a:chExt cx="105457" cy="105457"/>
            </a:xfrm>
          </p:grpSpPr>
          <p:sp>
            <p:nvSpPr>
              <p:cNvPr id="463" name="Google Shape;463;p30"/>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30"/>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30"/>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30"/>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7" name="Google Shape;467;p30"/>
            <p:cNvSpPr/>
            <p:nvPr/>
          </p:nvSpPr>
          <p:spPr>
            <a:xfrm>
              <a:off x="241711" y="244839"/>
              <a:ext cx="171626" cy="171542"/>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8" name="Google Shape;468;p30"/>
          <p:cNvSpPr/>
          <p:nvPr/>
        </p:nvSpPr>
        <p:spPr>
          <a:xfrm rot="2700000">
            <a:off x="8490124" y="4034762"/>
            <a:ext cx="1085154" cy="1469202"/>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4">
  <p:cSld name="BLANK_25">
    <p:spTree>
      <p:nvGrpSpPr>
        <p:cNvPr id="469" name="Shape 469"/>
        <p:cNvGrpSpPr/>
        <p:nvPr/>
      </p:nvGrpSpPr>
      <p:grpSpPr>
        <a:xfrm>
          <a:off x="0" y="0"/>
          <a:ext cx="0" cy="0"/>
          <a:chOff x="0" y="0"/>
          <a:chExt cx="0" cy="0"/>
        </a:xfrm>
      </p:grpSpPr>
      <p:sp>
        <p:nvSpPr>
          <p:cNvPr id="470" name="Google Shape;470;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471" name="Google Shape;471;p31"/>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72" name="Google Shape;472;p31"/>
          <p:cNvSpPr txBox="1"/>
          <p:nvPr>
            <p:ph idx="1" type="subTitle"/>
          </p:nvPr>
        </p:nvSpPr>
        <p:spPr>
          <a:xfrm>
            <a:off x="4998625" y="1284148"/>
            <a:ext cx="3459600" cy="2938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accent1"/>
              </a:buClr>
              <a:buSzPts val="1400"/>
              <a:buChar char="●"/>
              <a:defRPr b="1"/>
            </a:lvl1pPr>
            <a:lvl2pPr lvl="1" algn="ctr">
              <a:lnSpc>
                <a:spcPct val="100000"/>
              </a:lnSpc>
              <a:spcBef>
                <a:spcPts val="0"/>
              </a:spcBef>
              <a:spcAft>
                <a:spcPts val="0"/>
              </a:spcAft>
              <a:buSzPts val="1400"/>
              <a:buChar char="○"/>
              <a:defRPr sz="1800"/>
            </a:lvl2pPr>
            <a:lvl3pPr lvl="2" algn="ctr">
              <a:lnSpc>
                <a:spcPct val="100000"/>
              </a:lnSpc>
              <a:spcBef>
                <a:spcPts val="0"/>
              </a:spcBef>
              <a:spcAft>
                <a:spcPts val="0"/>
              </a:spcAft>
              <a:buSzPts val="1400"/>
              <a:buChar char="■"/>
              <a:defRPr sz="1800"/>
            </a:lvl3pPr>
            <a:lvl4pPr lvl="3" algn="ctr">
              <a:lnSpc>
                <a:spcPct val="100000"/>
              </a:lnSpc>
              <a:spcBef>
                <a:spcPts val="0"/>
              </a:spcBef>
              <a:spcAft>
                <a:spcPts val="0"/>
              </a:spcAft>
              <a:buSzPts val="1400"/>
              <a:buChar char="●"/>
              <a:defRPr sz="1800"/>
            </a:lvl4pPr>
            <a:lvl5pPr lvl="4" algn="ctr">
              <a:lnSpc>
                <a:spcPct val="100000"/>
              </a:lnSpc>
              <a:spcBef>
                <a:spcPts val="0"/>
              </a:spcBef>
              <a:spcAft>
                <a:spcPts val="0"/>
              </a:spcAft>
              <a:buSzPts val="1400"/>
              <a:buChar char="○"/>
              <a:defRPr sz="1800"/>
            </a:lvl5pPr>
            <a:lvl6pPr lvl="5" algn="ctr">
              <a:lnSpc>
                <a:spcPct val="100000"/>
              </a:lnSpc>
              <a:spcBef>
                <a:spcPts val="0"/>
              </a:spcBef>
              <a:spcAft>
                <a:spcPts val="0"/>
              </a:spcAft>
              <a:buSzPts val="1400"/>
              <a:buChar char="■"/>
              <a:defRPr sz="1800"/>
            </a:lvl6pPr>
            <a:lvl7pPr lvl="6" algn="ctr">
              <a:lnSpc>
                <a:spcPct val="100000"/>
              </a:lnSpc>
              <a:spcBef>
                <a:spcPts val="0"/>
              </a:spcBef>
              <a:spcAft>
                <a:spcPts val="0"/>
              </a:spcAft>
              <a:buSzPts val="1400"/>
              <a:buChar char="●"/>
              <a:defRPr sz="1800"/>
            </a:lvl7pPr>
            <a:lvl8pPr lvl="7" algn="ctr">
              <a:lnSpc>
                <a:spcPct val="100000"/>
              </a:lnSpc>
              <a:spcBef>
                <a:spcPts val="0"/>
              </a:spcBef>
              <a:spcAft>
                <a:spcPts val="0"/>
              </a:spcAft>
              <a:buSzPts val="1400"/>
              <a:buChar char="○"/>
              <a:defRPr sz="1800"/>
            </a:lvl8pPr>
            <a:lvl9pPr lvl="8" algn="ctr">
              <a:lnSpc>
                <a:spcPct val="100000"/>
              </a:lnSpc>
              <a:spcBef>
                <a:spcPts val="0"/>
              </a:spcBef>
              <a:spcAft>
                <a:spcPts val="0"/>
              </a:spcAft>
              <a:buSzPts val="1400"/>
              <a:buChar char="■"/>
              <a:defRPr sz="1800"/>
            </a:lvl9pPr>
          </a:lstStyle>
          <a:p/>
        </p:txBody>
      </p:sp>
      <p:sp>
        <p:nvSpPr>
          <p:cNvPr id="473" name="Google Shape;473;p31"/>
          <p:cNvSpPr txBox="1"/>
          <p:nvPr>
            <p:ph idx="2" type="subTitle"/>
          </p:nvPr>
        </p:nvSpPr>
        <p:spPr>
          <a:xfrm>
            <a:off x="685800" y="1284151"/>
            <a:ext cx="3459600" cy="2938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400"/>
              <a:buChar char="●"/>
              <a:defRPr/>
            </a:lvl1pPr>
            <a:lvl2pPr lvl="1" algn="ctr">
              <a:lnSpc>
                <a:spcPct val="100000"/>
              </a:lnSpc>
              <a:spcBef>
                <a:spcPts val="0"/>
              </a:spcBef>
              <a:spcAft>
                <a:spcPts val="0"/>
              </a:spcAft>
              <a:buSzPts val="1400"/>
              <a:buChar char="○"/>
              <a:defRPr sz="1800"/>
            </a:lvl2pPr>
            <a:lvl3pPr lvl="2" algn="ctr">
              <a:lnSpc>
                <a:spcPct val="100000"/>
              </a:lnSpc>
              <a:spcBef>
                <a:spcPts val="0"/>
              </a:spcBef>
              <a:spcAft>
                <a:spcPts val="0"/>
              </a:spcAft>
              <a:buSzPts val="1400"/>
              <a:buChar char="■"/>
              <a:defRPr sz="1800"/>
            </a:lvl3pPr>
            <a:lvl4pPr lvl="3" algn="ctr">
              <a:lnSpc>
                <a:spcPct val="100000"/>
              </a:lnSpc>
              <a:spcBef>
                <a:spcPts val="0"/>
              </a:spcBef>
              <a:spcAft>
                <a:spcPts val="0"/>
              </a:spcAft>
              <a:buSzPts val="1400"/>
              <a:buChar char="●"/>
              <a:defRPr sz="1800"/>
            </a:lvl4pPr>
            <a:lvl5pPr lvl="4" algn="ctr">
              <a:lnSpc>
                <a:spcPct val="100000"/>
              </a:lnSpc>
              <a:spcBef>
                <a:spcPts val="0"/>
              </a:spcBef>
              <a:spcAft>
                <a:spcPts val="0"/>
              </a:spcAft>
              <a:buSzPts val="1400"/>
              <a:buChar char="○"/>
              <a:defRPr sz="1800"/>
            </a:lvl5pPr>
            <a:lvl6pPr lvl="5" algn="ctr">
              <a:lnSpc>
                <a:spcPct val="100000"/>
              </a:lnSpc>
              <a:spcBef>
                <a:spcPts val="0"/>
              </a:spcBef>
              <a:spcAft>
                <a:spcPts val="0"/>
              </a:spcAft>
              <a:buSzPts val="1400"/>
              <a:buChar char="■"/>
              <a:defRPr sz="1800"/>
            </a:lvl6pPr>
            <a:lvl7pPr lvl="6" algn="ctr">
              <a:lnSpc>
                <a:spcPct val="100000"/>
              </a:lnSpc>
              <a:spcBef>
                <a:spcPts val="0"/>
              </a:spcBef>
              <a:spcAft>
                <a:spcPts val="0"/>
              </a:spcAft>
              <a:buSzPts val="1400"/>
              <a:buChar char="●"/>
              <a:defRPr sz="1800"/>
            </a:lvl7pPr>
            <a:lvl8pPr lvl="7" algn="ctr">
              <a:lnSpc>
                <a:spcPct val="100000"/>
              </a:lnSpc>
              <a:spcBef>
                <a:spcPts val="0"/>
              </a:spcBef>
              <a:spcAft>
                <a:spcPts val="0"/>
              </a:spcAft>
              <a:buSzPts val="1400"/>
              <a:buChar char="○"/>
              <a:defRPr sz="1800"/>
            </a:lvl8pPr>
            <a:lvl9pPr lvl="8" algn="ctr">
              <a:lnSpc>
                <a:spcPct val="100000"/>
              </a:lnSpc>
              <a:spcBef>
                <a:spcPts val="0"/>
              </a:spcBef>
              <a:spcAft>
                <a:spcPts val="0"/>
              </a:spcAft>
              <a:buSzPts val="1400"/>
              <a:buChar char="■"/>
              <a:defRPr sz="1800"/>
            </a:lvl9pPr>
          </a:lstStyle>
          <a:p/>
        </p:txBody>
      </p:sp>
      <p:grpSp>
        <p:nvGrpSpPr>
          <p:cNvPr id="474" name="Google Shape;474;p31"/>
          <p:cNvGrpSpPr/>
          <p:nvPr/>
        </p:nvGrpSpPr>
        <p:grpSpPr>
          <a:xfrm>
            <a:off x="-741940" y="4176741"/>
            <a:ext cx="1671890" cy="1554246"/>
            <a:chOff x="-741940" y="4176741"/>
            <a:chExt cx="1671890" cy="1554246"/>
          </a:xfrm>
        </p:grpSpPr>
        <p:sp>
          <p:nvSpPr>
            <p:cNvPr id="475" name="Google Shape;475;p31"/>
            <p:cNvSpPr/>
            <p:nvPr/>
          </p:nvSpPr>
          <p:spPr>
            <a:xfrm>
              <a:off x="-702500" y="4176749"/>
              <a:ext cx="1593004" cy="1296731"/>
            </a:xfrm>
            <a:custGeom>
              <a:rect b="b" l="l" r="r" t="t"/>
              <a:pathLst>
                <a:path extrusionOk="0" h="48924" w="60102">
                  <a:moveTo>
                    <a:pt x="31550" y="1"/>
                  </a:moveTo>
                  <a:cubicBezTo>
                    <a:pt x="28688" y="1"/>
                    <a:pt x="25391" y="541"/>
                    <a:pt x="22089" y="2238"/>
                  </a:cubicBezTo>
                  <a:cubicBezTo>
                    <a:pt x="12977" y="6900"/>
                    <a:pt x="8196" y="17230"/>
                    <a:pt x="4091" y="25485"/>
                  </a:cubicBezTo>
                  <a:cubicBezTo>
                    <a:pt x="1" y="33725"/>
                    <a:pt x="2016" y="42612"/>
                    <a:pt x="8767" y="47123"/>
                  </a:cubicBezTo>
                  <a:cubicBezTo>
                    <a:pt x="10764" y="48461"/>
                    <a:pt x="12590" y="48924"/>
                    <a:pt x="14421" y="48924"/>
                  </a:cubicBezTo>
                  <a:cubicBezTo>
                    <a:pt x="18514" y="48924"/>
                    <a:pt x="22630" y="46611"/>
                    <a:pt x="28730" y="46611"/>
                  </a:cubicBezTo>
                  <a:cubicBezTo>
                    <a:pt x="29125" y="46611"/>
                    <a:pt x="29527" y="46621"/>
                    <a:pt x="29939" y="46641"/>
                  </a:cubicBezTo>
                  <a:cubicBezTo>
                    <a:pt x="34134" y="46851"/>
                    <a:pt x="36984" y="47278"/>
                    <a:pt x="39535" y="47278"/>
                  </a:cubicBezTo>
                  <a:cubicBezTo>
                    <a:pt x="42835" y="47278"/>
                    <a:pt x="45637" y="46563"/>
                    <a:pt x="50208" y="43739"/>
                  </a:cubicBezTo>
                  <a:cubicBezTo>
                    <a:pt x="58328" y="38732"/>
                    <a:pt x="60102" y="25500"/>
                    <a:pt x="54042" y="15140"/>
                  </a:cubicBezTo>
                  <a:cubicBezTo>
                    <a:pt x="47997" y="4779"/>
                    <a:pt x="40254" y="1667"/>
                    <a:pt x="40254" y="1667"/>
                  </a:cubicBezTo>
                  <a:cubicBezTo>
                    <a:pt x="40254" y="1667"/>
                    <a:pt x="36573" y="1"/>
                    <a:pt x="31550"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31"/>
            <p:cNvSpPr/>
            <p:nvPr/>
          </p:nvSpPr>
          <p:spPr>
            <a:xfrm rot="-899960">
              <a:off x="-606125" y="4336919"/>
              <a:ext cx="1400258" cy="1233888"/>
            </a:xfrm>
            <a:custGeom>
              <a:rect b="b" l="l" r="r" t="t"/>
              <a:pathLst>
                <a:path extrusionOk="0" h="49357" w="56012">
                  <a:moveTo>
                    <a:pt x="29954" y="0"/>
                  </a:moveTo>
                  <a:cubicBezTo>
                    <a:pt x="26409" y="0"/>
                    <a:pt x="22321" y="902"/>
                    <a:pt x="17654" y="3034"/>
                  </a:cubicBezTo>
                  <a:cubicBezTo>
                    <a:pt x="17654" y="3034"/>
                    <a:pt x="8827" y="7530"/>
                    <a:pt x="4406" y="14477"/>
                  </a:cubicBezTo>
                  <a:cubicBezTo>
                    <a:pt x="1" y="21424"/>
                    <a:pt x="347" y="30340"/>
                    <a:pt x="5715" y="36971"/>
                  </a:cubicBezTo>
                  <a:cubicBezTo>
                    <a:pt x="11068" y="43588"/>
                    <a:pt x="21308" y="42730"/>
                    <a:pt x="29878" y="46926"/>
                  </a:cubicBezTo>
                  <a:cubicBezTo>
                    <a:pt x="33082" y="48494"/>
                    <a:pt x="36410" y="49356"/>
                    <a:pt x="39533" y="49356"/>
                  </a:cubicBezTo>
                  <a:cubicBezTo>
                    <a:pt x="44766" y="49356"/>
                    <a:pt x="49425" y="46936"/>
                    <a:pt x="51967" y="41362"/>
                  </a:cubicBezTo>
                  <a:cubicBezTo>
                    <a:pt x="56012" y="32476"/>
                    <a:pt x="49907" y="29137"/>
                    <a:pt x="48854" y="18852"/>
                  </a:cubicBezTo>
                  <a:cubicBezTo>
                    <a:pt x="48037" y="10867"/>
                    <a:pt x="42263" y="0"/>
                    <a:pt x="29954"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77" name="Google Shape;477;p31"/>
          <p:cNvGrpSpPr/>
          <p:nvPr/>
        </p:nvGrpSpPr>
        <p:grpSpPr>
          <a:xfrm>
            <a:off x="3317375" y="4356350"/>
            <a:ext cx="2768739" cy="650202"/>
            <a:chOff x="3317375" y="4356350"/>
            <a:chExt cx="2768739" cy="650202"/>
          </a:xfrm>
        </p:grpSpPr>
        <p:sp>
          <p:nvSpPr>
            <p:cNvPr id="478" name="Google Shape;478;p31"/>
            <p:cNvSpPr/>
            <p:nvPr/>
          </p:nvSpPr>
          <p:spPr>
            <a:xfrm>
              <a:off x="5449575" y="4811825"/>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31"/>
            <p:cNvSpPr/>
            <p:nvPr/>
          </p:nvSpPr>
          <p:spPr>
            <a:xfrm>
              <a:off x="4792551" y="4356350"/>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480" name="Google Shape;480;p31"/>
            <p:cNvGrpSpPr/>
            <p:nvPr/>
          </p:nvGrpSpPr>
          <p:grpSpPr>
            <a:xfrm>
              <a:off x="5980657" y="4474988"/>
              <a:ext cx="105457" cy="105457"/>
              <a:chOff x="7812545" y="194375"/>
              <a:chExt cx="105457" cy="105457"/>
            </a:xfrm>
          </p:grpSpPr>
          <p:sp>
            <p:nvSpPr>
              <p:cNvPr id="481" name="Google Shape;481;p31"/>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31"/>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31"/>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31"/>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85" name="Google Shape;485;p31"/>
            <p:cNvGrpSpPr/>
            <p:nvPr/>
          </p:nvGrpSpPr>
          <p:grpSpPr>
            <a:xfrm>
              <a:off x="4243695" y="4706363"/>
              <a:ext cx="105457" cy="105457"/>
              <a:chOff x="7812545" y="194375"/>
              <a:chExt cx="105457" cy="105457"/>
            </a:xfrm>
          </p:grpSpPr>
          <p:sp>
            <p:nvSpPr>
              <p:cNvPr id="486" name="Google Shape;486;p31"/>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31"/>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31"/>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31"/>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90" name="Google Shape;490;p31"/>
            <p:cNvSpPr/>
            <p:nvPr/>
          </p:nvSpPr>
          <p:spPr>
            <a:xfrm>
              <a:off x="3317375" y="4901162"/>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91" name="Google Shape;491;p31"/>
          <p:cNvGrpSpPr/>
          <p:nvPr/>
        </p:nvGrpSpPr>
        <p:grpSpPr>
          <a:xfrm>
            <a:off x="7489059" y="249150"/>
            <a:ext cx="1447898" cy="1070793"/>
            <a:chOff x="7489059" y="249150"/>
            <a:chExt cx="1447898" cy="1070793"/>
          </a:xfrm>
        </p:grpSpPr>
        <p:sp>
          <p:nvSpPr>
            <p:cNvPr id="492" name="Google Shape;492;p31"/>
            <p:cNvSpPr/>
            <p:nvPr/>
          </p:nvSpPr>
          <p:spPr>
            <a:xfrm>
              <a:off x="7489062" y="480780"/>
              <a:ext cx="1089450" cy="348874"/>
            </a:xfrm>
            <a:custGeom>
              <a:rect b="b" l="l" r="r" t="t"/>
              <a:pathLst>
                <a:path extrusionOk="0" fill="none" h="4647" w="14511">
                  <a:moveTo>
                    <a:pt x="13894" y="3805"/>
                  </a:moveTo>
                  <a:cubicBezTo>
                    <a:pt x="13263" y="3459"/>
                    <a:pt x="12977" y="3744"/>
                    <a:pt x="12766" y="3459"/>
                  </a:cubicBezTo>
                  <a:cubicBezTo>
                    <a:pt x="12541" y="3173"/>
                    <a:pt x="13383" y="2436"/>
                    <a:pt x="11684" y="1699"/>
                  </a:cubicBezTo>
                  <a:cubicBezTo>
                    <a:pt x="11684" y="1699"/>
                    <a:pt x="11578" y="121"/>
                    <a:pt x="9248" y="60"/>
                  </a:cubicBezTo>
                  <a:cubicBezTo>
                    <a:pt x="6917" y="0"/>
                    <a:pt x="7549" y="1654"/>
                    <a:pt x="6917" y="2045"/>
                  </a:cubicBezTo>
                  <a:cubicBezTo>
                    <a:pt x="6286" y="2436"/>
                    <a:pt x="6120" y="1820"/>
                    <a:pt x="5504" y="2211"/>
                  </a:cubicBezTo>
                  <a:cubicBezTo>
                    <a:pt x="4872" y="2617"/>
                    <a:pt x="5158" y="3399"/>
                    <a:pt x="4647" y="3519"/>
                  </a:cubicBezTo>
                  <a:cubicBezTo>
                    <a:pt x="4135" y="3624"/>
                    <a:pt x="3459" y="3008"/>
                    <a:pt x="2842" y="3399"/>
                  </a:cubicBezTo>
                  <a:cubicBezTo>
                    <a:pt x="2211" y="3805"/>
                    <a:pt x="2211" y="4135"/>
                    <a:pt x="1925" y="4135"/>
                  </a:cubicBezTo>
                  <a:cubicBezTo>
                    <a:pt x="1654" y="4135"/>
                    <a:pt x="1083" y="3910"/>
                    <a:pt x="737" y="4135"/>
                  </a:cubicBezTo>
                  <a:cubicBezTo>
                    <a:pt x="406" y="4376"/>
                    <a:pt x="0" y="4647"/>
                    <a:pt x="0" y="4647"/>
                  </a:cubicBezTo>
                  <a:lnTo>
                    <a:pt x="14345" y="4647"/>
                  </a:lnTo>
                  <a:cubicBezTo>
                    <a:pt x="14345" y="4647"/>
                    <a:pt x="14511" y="4135"/>
                    <a:pt x="13894" y="3805"/>
                  </a:cubicBezTo>
                  <a:close/>
                </a:path>
              </a:pathLst>
            </a:custGeom>
            <a:solidFill>
              <a:schemeClr val="lt1"/>
            </a:solid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3" name="Google Shape;493;p31"/>
            <p:cNvGrpSpPr/>
            <p:nvPr/>
          </p:nvGrpSpPr>
          <p:grpSpPr>
            <a:xfrm flipH="1">
              <a:off x="7489059" y="249150"/>
              <a:ext cx="93234" cy="93234"/>
              <a:chOff x="7812545" y="194375"/>
              <a:chExt cx="105457" cy="105457"/>
            </a:xfrm>
          </p:grpSpPr>
          <p:sp>
            <p:nvSpPr>
              <p:cNvPr id="494" name="Google Shape;494;p31"/>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31"/>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31"/>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31"/>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98" name="Google Shape;498;p31"/>
            <p:cNvSpPr/>
            <p:nvPr/>
          </p:nvSpPr>
          <p:spPr>
            <a:xfrm flipH="1">
              <a:off x="8708901" y="249170"/>
              <a:ext cx="93231" cy="93173"/>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31"/>
            <p:cNvSpPr/>
            <p:nvPr/>
          </p:nvSpPr>
          <p:spPr>
            <a:xfrm flipH="1">
              <a:off x="8843726" y="1226770"/>
              <a:ext cx="93231" cy="93173"/>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00" name="Google Shape;500;p31"/>
          <p:cNvSpPr/>
          <p:nvPr/>
        </p:nvSpPr>
        <p:spPr>
          <a:xfrm rot="5828238">
            <a:off x="8273326" y="4219055"/>
            <a:ext cx="1085117" cy="2077472"/>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BLANK_4">
    <p:spTree>
      <p:nvGrpSpPr>
        <p:cNvPr id="501" name="Shape 501"/>
        <p:cNvGrpSpPr/>
        <p:nvPr/>
      </p:nvGrpSpPr>
      <p:grpSpPr>
        <a:xfrm>
          <a:off x="0" y="0"/>
          <a:ext cx="0" cy="0"/>
          <a:chOff x="0" y="0"/>
          <a:chExt cx="0" cy="0"/>
        </a:xfrm>
      </p:grpSpPr>
      <p:sp>
        <p:nvSpPr>
          <p:cNvPr id="502" name="Google Shape;502;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503" name="Google Shape;503;p32"/>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04" name="Google Shape;504;p32"/>
          <p:cNvSpPr txBox="1"/>
          <p:nvPr>
            <p:ph idx="1" type="subTitle"/>
          </p:nvPr>
        </p:nvSpPr>
        <p:spPr>
          <a:xfrm>
            <a:off x="685800" y="3395721"/>
            <a:ext cx="2353500" cy="6720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05" name="Google Shape;505;p32"/>
          <p:cNvSpPr txBox="1"/>
          <p:nvPr>
            <p:ph idx="2" type="subTitle"/>
          </p:nvPr>
        </p:nvSpPr>
        <p:spPr>
          <a:xfrm>
            <a:off x="685800" y="3022400"/>
            <a:ext cx="2353500" cy="321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sp>
        <p:nvSpPr>
          <p:cNvPr id="506" name="Google Shape;506;p32"/>
          <p:cNvSpPr txBox="1"/>
          <p:nvPr>
            <p:ph idx="3" type="subTitle"/>
          </p:nvPr>
        </p:nvSpPr>
        <p:spPr>
          <a:xfrm>
            <a:off x="3395250" y="3395721"/>
            <a:ext cx="2353500" cy="6720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07" name="Google Shape;507;p32"/>
          <p:cNvSpPr txBox="1"/>
          <p:nvPr>
            <p:ph idx="4" type="subTitle"/>
          </p:nvPr>
        </p:nvSpPr>
        <p:spPr>
          <a:xfrm>
            <a:off x="3395250" y="3022400"/>
            <a:ext cx="2353500" cy="321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sp>
        <p:nvSpPr>
          <p:cNvPr id="508" name="Google Shape;508;p32"/>
          <p:cNvSpPr txBox="1"/>
          <p:nvPr>
            <p:ph idx="5" type="subTitle"/>
          </p:nvPr>
        </p:nvSpPr>
        <p:spPr>
          <a:xfrm>
            <a:off x="6104700" y="3395721"/>
            <a:ext cx="2353500" cy="6720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09" name="Google Shape;509;p32"/>
          <p:cNvSpPr txBox="1"/>
          <p:nvPr>
            <p:ph idx="6" type="subTitle"/>
          </p:nvPr>
        </p:nvSpPr>
        <p:spPr>
          <a:xfrm>
            <a:off x="6104700" y="3022400"/>
            <a:ext cx="2353500" cy="321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sp>
        <p:nvSpPr>
          <p:cNvPr id="510" name="Google Shape;510;p32"/>
          <p:cNvSpPr/>
          <p:nvPr/>
        </p:nvSpPr>
        <p:spPr>
          <a:xfrm>
            <a:off x="-486246" y="4538820"/>
            <a:ext cx="991119" cy="877511"/>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32"/>
          <p:cNvSpPr/>
          <p:nvPr/>
        </p:nvSpPr>
        <p:spPr>
          <a:xfrm>
            <a:off x="-708950" y="-242512"/>
            <a:ext cx="1232275" cy="1091025"/>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12" name="Google Shape;512;p32"/>
          <p:cNvGrpSpPr/>
          <p:nvPr/>
        </p:nvGrpSpPr>
        <p:grpSpPr>
          <a:xfrm>
            <a:off x="6725000" y="4484900"/>
            <a:ext cx="1916852" cy="488594"/>
            <a:chOff x="6725000" y="4484900"/>
            <a:chExt cx="1916852" cy="488594"/>
          </a:xfrm>
        </p:grpSpPr>
        <p:sp>
          <p:nvSpPr>
            <p:cNvPr id="513" name="Google Shape;513;p32"/>
            <p:cNvSpPr/>
            <p:nvPr/>
          </p:nvSpPr>
          <p:spPr>
            <a:xfrm>
              <a:off x="8536400" y="4484900"/>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14" name="Google Shape;514;p32"/>
            <p:cNvGrpSpPr/>
            <p:nvPr/>
          </p:nvGrpSpPr>
          <p:grpSpPr>
            <a:xfrm>
              <a:off x="7801920" y="4868038"/>
              <a:ext cx="105457" cy="105457"/>
              <a:chOff x="7812545" y="194375"/>
              <a:chExt cx="105457" cy="105457"/>
            </a:xfrm>
          </p:grpSpPr>
          <p:sp>
            <p:nvSpPr>
              <p:cNvPr id="515" name="Google Shape;515;p32"/>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32"/>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32"/>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32"/>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19" name="Google Shape;519;p32"/>
            <p:cNvSpPr/>
            <p:nvPr/>
          </p:nvSpPr>
          <p:spPr>
            <a:xfrm>
              <a:off x="6725000" y="4762662"/>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BLANK_17">
    <p:spTree>
      <p:nvGrpSpPr>
        <p:cNvPr id="520" name="Shape 520"/>
        <p:cNvGrpSpPr/>
        <p:nvPr/>
      </p:nvGrpSpPr>
      <p:grpSpPr>
        <a:xfrm>
          <a:off x="0" y="0"/>
          <a:ext cx="0" cy="0"/>
          <a:chOff x="0" y="0"/>
          <a:chExt cx="0" cy="0"/>
        </a:xfrm>
      </p:grpSpPr>
      <p:sp>
        <p:nvSpPr>
          <p:cNvPr id="521" name="Google Shape;521;p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522" name="Google Shape;522;p33"/>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23" name="Google Shape;523;p33"/>
          <p:cNvSpPr txBox="1"/>
          <p:nvPr>
            <p:ph idx="2" type="title"/>
          </p:nvPr>
        </p:nvSpPr>
        <p:spPr>
          <a:xfrm>
            <a:off x="1850175" y="1419750"/>
            <a:ext cx="3249300" cy="3936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sz="2000">
                <a:solidFill>
                  <a:schemeClr val="accent2"/>
                </a:solidFill>
              </a:defRPr>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sp>
        <p:nvSpPr>
          <p:cNvPr id="524" name="Google Shape;524;p33"/>
          <p:cNvSpPr txBox="1"/>
          <p:nvPr>
            <p:ph idx="1" type="subTitle"/>
          </p:nvPr>
        </p:nvSpPr>
        <p:spPr>
          <a:xfrm>
            <a:off x="1853883" y="1813350"/>
            <a:ext cx="3249300" cy="4680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25" name="Google Shape;525;p33"/>
          <p:cNvSpPr txBox="1"/>
          <p:nvPr>
            <p:ph hasCustomPrompt="1" idx="3" type="title"/>
          </p:nvPr>
        </p:nvSpPr>
        <p:spPr>
          <a:xfrm>
            <a:off x="851618" y="1586400"/>
            <a:ext cx="792600" cy="528300"/>
          </a:xfrm>
          <a:prstGeom prst="rect">
            <a:avLst/>
          </a:prstGeom>
        </p:spPr>
        <p:txBody>
          <a:bodyPr anchorCtr="0" anchor="ctr" bIns="91425" lIns="91425" spcFirstLastPara="1" rIns="91425" wrap="square" tIns="91425">
            <a:noAutofit/>
          </a:bodyPr>
          <a:lstStyle>
            <a:lvl1pPr lvl="0" algn="r">
              <a:spcBef>
                <a:spcPts val="0"/>
              </a:spcBef>
              <a:spcAft>
                <a:spcPts val="0"/>
              </a:spcAft>
              <a:buSzPts val="3000"/>
              <a:buNone/>
              <a:defRPr sz="3000">
                <a:solidFill>
                  <a:schemeClr val="accent2"/>
                </a:solidFill>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sp>
        <p:nvSpPr>
          <p:cNvPr id="526" name="Google Shape;526;p33"/>
          <p:cNvSpPr txBox="1"/>
          <p:nvPr>
            <p:ph idx="4" type="title"/>
          </p:nvPr>
        </p:nvSpPr>
        <p:spPr>
          <a:xfrm>
            <a:off x="1850175" y="2503025"/>
            <a:ext cx="3249300" cy="3936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sz="2000">
                <a:solidFill>
                  <a:schemeClr val="accent2"/>
                </a:solidFill>
              </a:defRPr>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sp>
        <p:nvSpPr>
          <p:cNvPr id="527" name="Google Shape;527;p33"/>
          <p:cNvSpPr txBox="1"/>
          <p:nvPr>
            <p:ph idx="5" type="subTitle"/>
          </p:nvPr>
        </p:nvSpPr>
        <p:spPr>
          <a:xfrm>
            <a:off x="1853883" y="2896625"/>
            <a:ext cx="3249300" cy="4680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28" name="Google Shape;528;p33"/>
          <p:cNvSpPr txBox="1"/>
          <p:nvPr>
            <p:ph hasCustomPrompt="1" idx="6" type="title"/>
          </p:nvPr>
        </p:nvSpPr>
        <p:spPr>
          <a:xfrm>
            <a:off x="851618" y="2669675"/>
            <a:ext cx="792600" cy="528300"/>
          </a:xfrm>
          <a:prstGeom prst="rect">
            <a:avLst/>
          </a:prstGeom>
        </p:spPr>
        <p:txBody>
          <a:bodyPr anchorCtr="0" anchor="ctr" bIns="91425" lIns="91425" spcFirstLastPara="1" rIns="91425" wrap="square" tIns="91425">
            <a:noAutofit/>
          </a:bodyPr>
          <a:lstStyle>
            <a:lvl1pPr lvl="0" algn="r">
              <a:spcBef>
                <a:spcPts val="0"/>
              </a:spcBef>
              <a:spcAft>
                <a:spcPts val="0"/>
              </a:spcAft>
              <a:buSzPts val="3000"/>
              <a:buNone/>
              <a:defRPr sz="3000">
                <a:solidFill>
                  <a:schemeClr val="accent2"/>
                </a:solidFill>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sp>
        <p:nvSpPr>
          <p:cNvPr id="529" name="Google Shape;529;p33"/>
          <p:cNvSpPr txBox="1"/>
          <p:nvPr>
            <p:ph idx="7" type="title"/>
          </p:nvPr>
        </p:nvSpPr>
        <p:spPr>
          <a:xfrm>
            <a:off x="1850175" y="3586300"/>
            <a:ext cx="3249300" cy="3936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sz="2000">
                <a:solidFill>
                  <a:schemeClr val="accent2"/>
                </a:solidFill>
              </a:defRPr>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sp>
        <p:nvSpPr>
          <p:cNvPr id="530" name="Google Shape;530;p33"/>
          <p:cNvSpPr txBox="1"/>
          <p:nvPr>
            <p:ph idx="8" type="subTitle"/>
          </p:nvPr>
        </p:nvSpPr>
        <p:spPr>
          <a:xfrm>
            <a:off x="1853883" y="3979900"/>
            <a:ext cx="3249300" cy="4680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31" name="Google Shape;531;p33"/>
          <p:cNvSpPr txBox="1"/>
          <p:nvPr>
            <p:ph hasCustomPrompt="1" idx="9" type="title"/>
          </p:nvPr>
        </p:nvSpPr>
        <p:spPr>
          <a:xfrm>
            <a:off x="851618" y="3752950"/>
            <a:ext cx="792600" cy="528300"/>
          </a:xfrm>
          <a:prstGeom prst="rect">
            <a:avLst/>
          </a:prstGeom>
        </p:spPr>
        <p:txBody>
          <a:bodyPr anchorCtr="0" anchor="ctr" bIns="91425" lIns="91425" spcFirstLastPara="1" rIns="91425" wrap="square" tIns="91425">
            <a:noAutofit/>
          </a:bodyPr>
          <a:lstStyle>
            <a:lvl1pPr lvl="0" algn="r">
              <a:spcBef>
                <a:spcPts val="0"/>
              </a:spcBef>
              <a:spcAft>
                <a:spcPts val="0"/>
              </a:spcAft>
              <a:buSzPts val="3000"/>
              <a:buNone/>
              <a:defRPr sz="3000">
                <a:solidFill>
                  <a:schemeClr val="accent2"/>
                </a:solidFill>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grpSp>
        <p:nvGrpSpPr>
          <p:cNvPr id="532" name="Google Shape;532;p33"/>
          <p:cNvGrpSpPr/>
          <p:nvPr/>
        </p:nvGrpSpPr>
        <p:grpSpPr>
          <a:xfrm>
            <a:off x="8195401" y="151622"/>
            <a:ext cx="609155" cy="610375"/>
            <a:chOff x="8195401" y="151622"/>
            <a:chExt cx="609155" cy="610375"/>
          </a:xfrm>
        </p:grpSpPr>
        <p:sp>
          <p:nvSpPr>
            <p:cNvPr id="533" name="Google Shape;533;p33"/>
            <p:cNvSpPr/>
            <p:nvPr/>
          </p:nvSpPr>
          <p:spPr>
            <a:xfrm>
              <a:off x="8195401" y="192608"/>
              <a:ext cx="93231" cy="93173"/>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34" name="Google Shape;534;p33"/>
            <p:cNvGrpSpPr/>
            <p:nvPr/>
          </p:nvGrpSpPr>
          <p:grpSpPr>
            <a:xfrm>
              <a:off x="8711321" y="151622"/>
              <a:ext cx="93234" cy="93234"/>
              <a:chOff x="7812545" y="194375"/>
              <a:chExt cx="105457" cy="105457"/>
            </a:xfrm>
          </p:grpSpPr>
          <p:sp>
            <p:nvSpPr>
              <p:cNvPr id="535" name="Google Shape;535;p33"/>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33"/>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33"/>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33"/>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39" name="Google Shape;539;p33"/>
            <p:cNvSpPr/>
            <p:nvPr/>
          </p:nvSpPr>
          <p:spPr>
            <a:xfrm>
              <a:off x="8670497" y="628022"/>
              <a:ext cx="134050" cy="133976"/>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0" name="Google Shape;540;p33"/>
          <p:cNvGrpSpPr/>
          <p:nvPr/>
        </p:nvGrpSpPr>
        <p:grpSpPr>
          <a:xfrm>
            <a:off x="172645" y="4524332"/>
            <a:ext cx="552132" cy="431244"/>
            <a:chOff x="172645" y="4524332"/>
            <a:chExt cx="552132" cy="431244"/>
          </a:xfrm>
        </p:grpSpPr>
        <p:sp>
          <p:nvSpPr>
            <p:cNvPr id="541" name="Google Shape;541;p33"/>
            <p:cNvSpPr/>
            <p:nvPr/>
          </p:nvSpPr>
          <p:spPr>
            <a:xfrm flipH="1" rot="10800000">
              <a:off x="646826" y="487762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542" name="Google Shape;542;p33"/>
            <p:cNvGrpSpPr/>
            <p:nvPr/>
          </p:nvGrpSpPr>
          <p:grpSpPr>
            <a:xfrm flipH="1" rot="10800000">
              <a:off x="172645" y="4524332"/>
              <a:ext cx="105457" cy="105457"/>
              <a:chOff x="7812545" y="194375"/>
              <a:chExt cx="105457" cy="105457"/>
            </a:xfrm>
          </p:grpSpPr>
          <p:sp>
            <p:nvSpPr>
              <p:cNvPr id="543" name="Google Shape;543;p33"/>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33"/>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33"/>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33"/>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47" name="Google Shape;547;p33"/>
          <p:cNvGrpSpPr/>
          <p:nvPr/>
        </p:nvGrpSpPr>
        <p:grpSpPr>
          <a:xfrm>
            <a:off x="198551" y="248100"/>
            <a:ext cx="340151" cy="550476"/>
            <a:chOff x="198551" y="248100"/>
            <a:chExt cx="340151" cy="550476"/>
          </a:xfrm>
        </p:grpSpPr>
        <p:sp>
          <p:nvSpPr>
            <p:cNvPr id="548" name="Google Shape;548;p33"/>
            <p:cNvSpPr/>
            <p:nvPr/>
          </p:nvSpPr>
          <p:spPr>
            <a:xfrm>
              <a:off x="198551" y="72062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549" name="Google Shape;549;p33"/>
            <p:cNvGrpSpPr/>
            <p:nvPr/>
          </p:nvGrpSpPr>
          <p:grpSpPr>
            <a:xfrm>
              <a:off x="433245" y="248100"/>
              <a:ext cx="105457" cy="105457"/>
              <a:chOff x="7812545" y="194375"/>
              <a:chExt cx="105457" cy="105457"/>
            </a:xfrm>
          </p:grpSpPr>
          <p:sp>
            <p:nvSpPr>
              <p:cNvPr id="550" name="Google Shape;550;p33"/>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33"/>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33"/>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33"/>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554" name="Google Shape;554;p33"/>
          <p:cNvSpPr/>
          <p:nvPr/>
        </p:nvSpPr>
        <p:spPr>
          <a:xfrm rot="-2505920">
            <a:off x="8402181" y="4360827"/>
            <a:ext cx="1232310" cy="1091056"/>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2">
  <p:cSld name="BLANK_24">
    <p:spTree>
      <p:nvGrpSpPr>
        <p:cNvPr id="555" name="Shape 555"/>
        <p:cNvGrpSpPr/>
        <p:nvPr/>
      </p:nvGrpSpPr>
      <p:grpSpPr>
        <a:xfrm>
          <a:off x="0" y="0"/>
          <a:ext cx="0" cy="0"/>
          <a:chOff x="0" y="0"/>
          <a:chExt cx="0" cy="0"/>
        </a:xfrm>
      </p:grpSpPr>
      <p:sp>
        <p:nvSpPr>
          <p:cNvPr id="556" name="Google Shape;556;p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557" name="Google Shape;557;p34"/>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58" name="Google Shape;558;p34"/>
          <p:cNvSpPr txBox="1"/>
          <p:nvPr>
            <p:ph idx="2" type="title"/>
          </p:nvPr>
        </p:nvSpPr>
        <p:spPr>
          <a:xfrm>
            <a:off x="4641675" y="1480725"/>
            <a:ext cx="3812100" cy="3936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sz="2000">
                <a:solidFill>
                  <a:schemeClr val="accent2"/>
                </a:solidFill>
              </a:defRPr>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sp>
        <p:nvSpPr>
          <p:cNvPr id="559" name="Google Shape;559;p34"/>
          <p:cNvSpPr txBox="1"/>
          <p:nvPr>
            <p:ph idx="1" type="subTitle"/>
          </p:nvPr>
        </p:nvSpPr>
        <p:spPr>
          <a:xfrm>
            <a:off x="4646025" y="1874325"/>
            <a:ext cx="3812100" cy="4680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60" name="Google Shape;560;p34"/>
          <p:cNvSpPr txBox="1"/>
          <p:nvPr>
            <p:ph idx="3" type="title"/>
          </p:nvPr>
        </p:nvSpPr>
        <p:spPr>
          <a:xfrm>
            <a:off x="4641675" y="2564000"/>
            <a:ext cx="3812100" cy="3936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sz="2000">
                <a:solidFill>
                  <a:schemeClr val="accent2"/>
                </a:solidFill>
              </a:defRPr>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sp>
        <p:nvSpPr>
          <p:cNvPr id="561" name="Google Shape;561;p34"/>
          <p:cNvSpPr txBox="1"/>
          <p:nvPr>
            <p:ph idx="4" type="subTitle"/>
          </p:nvPr>
        </p:nvSpPr>
        <p:spPr>
          <a:xfrm>
            <a:off x="4646025" y="2957600"/>
            <a:ext cx="3812100" cy="4680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62" name="Google Shape;562;p34"/>
          <p:cNvSpPr txBox="1"/>
          <p:nvPr>
            <p:ph idx="5" type="title"/>
          </p:nvPr>
        </p:nvSpPr>
        <p:spPr>
          <a:xfrm>
            <a:off x="4641675" y="3647275"/>
            <a:ext cx="3812100" cy="3936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sz="2000">
                <a:solidFill>
                  <a:schemeClr val="accent2"/>
                </a:solidFill>
              </a:defRPr>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sp>
        <p:nvSpPr>
          <p:cNvPr id="563" name="Google Shape;563;p34"/>
          <p:cNvSpPr txBox="1"/>
          <p:nvPr>
            <p:ph idx="6" type="subTitle"/>
          </p:nvPr>
        </p:nvSpPr>
        <p:spPr>
          <a:xfrm>
            <a:off x="4646025" y="4040875"/>
            <a:ext cx="3812100" cy="4680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64" name="Google Shape;564;p34"/>
          <p:cNvSpPr/>
          <p:nvPr/>
        </p:nvSpPr>
        <p:spPr>
          <a:xfrm>
            <a:off x="-615151" y="1413475"/>
            <a:ext cx="4960669" cy="4038065"/>
          </a:xfrm>
          <a:custGeom>
            <a:rect b="b" l="l" r="r" t="t"/>
            <a:pathLst>
              <a:path extrusionOk="0" h="48924" w="60102">
                <a:moveTo>
                  <a:pt x="31550" y="1"/>
                </a:moveTo>
                <a:cubicBezTo>
                  <a:pt x="28688" y="1"/>
                  <a:pt x="25391" y="541"/>
                  <a:pt x="22089" y="2238"/>
                </a:cubicBezTo>
                <a:cubicBezTo>
                  <a:pt x="12977" y="6900"/>
                  <a:pt x="8196" y="17230"/>
                  <a:pt x="4091" y="25485"/>
                </a:cubicBezTo>
                <a:cubicBezTo>
                  <a:pt x="1" y="33725"/>
                  <a:pt x="2016" y="42612"/>
                  <a:pt x="8767" y="47123"/>
                </a:cubicBezTo>
                <a:cubicBezTo>
                  <a:pt x="10764" y="48461"/>
                  <a:pt x="12590" y="48924"/>
                  <a:pt x="14421" y="48924"/>
                </a:cubicBezTo>
                <a:cubicBezTo>
                  <a:pt x="18514" y="48924"/>
                  <a:pt x="22630" y="46611"/>
                  <a:pt x="28730" y="46611"/>
                </a:cubicBezTo>
                <a:cubicBezTo>
                  <a:pt x="29125" y="46611"/>
                  <a:pt x="29527" y="46621"/>
                  <a:pt x="29939" y="46641"/>
                </a:cubicBezTo>
                <a:cubicBezTo>
                  <a:pt x="34134" y="46851"/>
                  <a:pt x="36984" y="47278"/>
                  <a:pt x="39535" y="47278"/>
                </a:cubicBezTo>
                <a:cubicBezTo>
                  <a:pt x="42835" y="47278"/>
                  <a:pt x="45637" y="46563"/>
                  <a:pt x="50208" y="43739"/>
                </a:cubicBezTo>
                <a:cubicBezTo>
                  <a:pt x="58328" y="38732"/>
                  <a:pt x="60102" y="25500"/>
                  <a:pt x="54042" y="15140"/>
                </a:cubicBezTo>
                <a:cubicBezTo>
                  <a:pt x="47997" y="4779"/>
                  <a:pt x="40254" y="1667"/>
                  <a:pt x="40254" y="1667"/>
                </a:cubicBezTo>
                <a:cubicBezTo>
                  <a:pt x="40254" y="1667"/>
                  <a:pt x="36573" y="1"/>
                  <a:pt x="31550"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65" name="Google Shape;565;p34"/>
          <p:cNvGrpSpPr/>
          <p:nvPr/>
        </p:nvGrpSpPr>
        <p:grpSpPr>
          <a:xfrm rot="5400000">
            <a:off x="8326001" y="4395047"/>
            <a:ext cx="609155" cy="610375"/>
            <a:chOff x="8195401" y="151622"/>
            <a:chExt cx="609155" cy="610375"/>
          </a:xfrm>
        </p:grpSpPr>
        <p:sp>
          <p:nvSpPr>
            <p:cNvPr id="566" name="Google Shape;566;p34"/>
            <p:cNvSpPr/>
            <p:nvPr/>
          </p:nvSpPr>
          <p:spPr>
            <a:xfrm>
              <a:off x="8195401" y="192608"/>
              <a:ext cx="93231" cy="93173"/>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67" name="Google Shape;567;p34"/>
            <p:cNvGrpSpPr/>
            <p:nvPr/>
          </p:nvGrpSpPr>
          <p:grpSpPr>
            <a:xfrm>
              <a:off x="8711321" y="151622"/>
              <a:ext cx="93234" cy="93234"/>
              <a:chOff x="7812545" y="194375"/>
              <a:chExt cx="105457" cy="105457"/>
            </a:xfrm>
          </p:grpSpPr>
          <p:sp>
            <p:nvSpPr>
              <p:cNvPr id="568" name="Google Shape;568;p34"/>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34"/>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34"/>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34"/>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72" name="Google Shape;572;p34"/>
            <p:cNvSpPr/>
            <p:nvPr/>
          </p:nvSpPr>
          <p:spPr>
            <a:xfrm>
              <a:off x="8670497" y="628022"/>
              <a:ext cx="134050" cy="133976"/>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3" name="Google Shape;573;p34"/>
          <p:cNvGrpSpPr/>
          <p:nvPr/>
        </p:nvGrpSpPr>
        <p:grpSpPr>
          <a:xfrm>
            <a:off x="242101" y="187150"/>
            <a:ext cx="340151" cy="550476"/>
            <a:chOff x="198551" y="248100"/>
            <a:chExt cx="340151" cy="550476"/>
          </a:xfrm>
        </p:grpSpPr>
        <p:sp>
          <p:nvSpPr>
            <p:cNvPr id="574" name="Google Shape;574;p34"/>
            <p:cNvSpPr/>
            <p:nvPr/>
          </p:nvSpPr>
          <p:spPr>
            <a:xfrm>
              <a:off x="198551" y="72062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575" name="Google Shape;575;p34"/>
            <p:cNvGrpSpPr/>
            <p:nvPr/>
          </p:nvGrpSpPr>
          <p:grpSpPr>
            <a:xfrm>
              <a:off x="433245" y="248100"/>
              <a:ext cx="105457" cy="105457"/>
              <a:chOff x="7812545" y="194375"/>
              <a:chExt cx="105457" cy="105457"/>
            </a:xfrm>
          </p:grpSpPr>
          <p:sp>
            <p:nvSpPr>
              <p:cNvPr id="576" name="Google Shape;576;p34"/>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34"/>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34"/>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34"/>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80" name="Google Shape;580;p34"/>
          <p:cNvGrpSpPr/>
          <p:nvPr/>
        </p:nvGrpSpPr>
        <p:grpSpPr>
          <a:xfrm>
            <a:off x="-842823" y="3927658"/>
            <a:ext cx="2382475" cy="2041993"/>
            <a:chOff x="-842823" y="3927658"/>
            <a:chExt cx="2382475" cy="2041993"/>
          </a:xfrm>
        </p:grpSpPr>
        <p:sp>
          <p:nvSpPr>
            <p:cNvPr id="581" name="Google Shape;581;p34"/>
            <p:cNvSpPr/>
            <p:nvPr/>
          </p:nvSpPr>
          <p:spPr>
            <a:xfrm rot="-2505897">
              <a:off x="-584499" y="4267169"/>
              <a:ext cx="1539427" cy="1362970"/>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34"/>
            <p:cNvSpPr/>
            <p:nvPr/>
          </p:nvSpPr>
          <p:spPr>
            <a:xfrm>
              <a:off x="1461701" y="4822437"/>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583" name="Google Shape;583;p34"/>
            <p:cNvGrpSpPr/>
            <p:nvPr/>
          </p:nvGrpSpPr>
          <p:grpSpPr>
            <a:xfrm>
              <a:off x="1029945" y="4290188"/>
              <a:ext cx="105457" cy="105457"/>
              <a:chOff x="7812545" y="194375"/>
              <a:chExt cx="105457" cy="105457"/>
            </a:xfrm>
          </p:grpSpPr>
          <p:sp>
            <p:nvSpPr>
              <p:cNvPr id="584" name="Google Shape;584;p34"/>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34"/>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34"/>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34"/>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88" name="Google Shape;588;p34"/>
          <p:cNvGrpSpPr/>
          <p:nvPr/>
        </p:nvGrpSpPr>
        <p:grpSpPr>
          <a:xfrm>
            <a:off x="7208520" y="-639702"/>
            <a:ext cx="2388459" cy="1634614"/>
            <a:chOff x="7208520" y="-639702"/>
            <a:chExt cx="2388459" cy="1634614"/>
          </a:xfrm>
        </p:grpSpPr>
        <p:sp>
          <p:nvSpPr>
            <p:cNvPr id="589" name="Google Shape;589;p34"/>
            <p:cNvSpPr/>
            <p:nvPr/>
          </p:nvSpPr>
          <p:spPr>
            <a:xfrm rot="-2505920">
              <a:off x="8157881" y="-367923"/>
              <a:ext cx="1232310" cy="1091056"/>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34"/>
            <p:cNvSpPr/>
            <p:nvPr/>
          </p:nvSpPr>
          <p:spPr>
            <a:xfrm>
              <a:off x="8175601" y="78677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591" name="Google Shape;591;p34"/>
            <p:cNvGrpSpPr/>
            <p:nvPr/>
          </p:nvGrpSpPr>
          <p:grpSpPr>
            <a:xfrm>
              <a:off x="7208520" y="178550"/>
              <a:ext cx="105457" cy="105457"/>
              <a:chOff x="7812545" y="194375"/>
              <a:chExt cx="105457" cy="105457"/>
            </a:xfrm>
          </p:grpSpPr>
          <p:sp>
            <p:nvSpPr>
              <p:cNvPr id="592" name="Google Shape;592;p34"/>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34"/>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34"/>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34"/>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5">
    <p:spTree>
      <p:nvGrpSpPr>
        <p:cNvPr id="596" name="Shape 596"/>
        <p:cNvGrpSpPr/>
        <p:nvPr/>
      </p:nvGrpSpPr>
      <p:grpSpPr>
        <a:xfrm>
          <a:off x="0" y="0"/>
          <a:ext cx="0" cy="0"/>
          <a:chOff x="0" y="0"/>
          <a:chExt cx="0" cy="0"/>
        </a:xfrm>
      </p:grpSpPr>
      <p:sp>
        <p:nvSpPr>
          <p:cNvPr id="597" name="Google Shape;597;p3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598" name="Google Shape;598;p35"/>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99" name="Google Shape;599;p35"/>
          <p:cNvSpPr txBox="1"/>
          <p:nvPr>
            <p:ph idx="1" type="subTitle"/>
          </p:nvPr>
        </p:nvSpPr>
        <p:spPr>
          <a:xfrm>
            <a:off x="694600" y="2141050"/>
            <a:ext cx="1987800" cy="6741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600" name="Google Shape;600;p35"/>
          <p:cNvSpPr txBox="1"/>
          <p:nvPr>
            <p:ph idx="2" type="subTitle"/>
          </p:nvPr>
        </p:nvSpPr>
        <p:spPr>
          <a:xfrm>
            <a:off x="694600" y="1677500"/>
            <a:ext cx="1987800" cy="393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sp>
        <p:nvSpPr>
          <p:cNvPr id="601" name="Google Shape;601;p35"/>
          <p:cNvSpPr txBox="1"/>
          <p:nvPr>
            <p:ph idx="3" type="subTitle"/>
          </p:nvPr>
        </p:nvSpPr>
        <p:spPr>
          <a:xfrm>
            <a:off x="694600" y="3635925"/>
            <a:ext cx="1987800" cy="6741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602" name="Google Shape;602;p35"/>
          <p:cNvSpPr txBox="1"/>
          <p:nvPr>
            <p:ph idx="4" type="subTitle"/>
          </p:nvPr>
        </p:nvSpPr>
        <p:spPr>
          <a:xfrm>
            <a:off x="694600" y="3172375"/>
            <a:ext cx="1987800" cy="393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sp>
        <p:nvSpPr>
          <p:cNvPr id="603" name="Google Shape;603;p35"/>
          <p:cNvSpPr txBox="1"/>
          <p:nvPr>
            <p:ph idx="5" type="subTitle"/>
          </p:nvPr>
        </p:nvSpPr>
        <p:spPr>
          <a:xfrm>
            <a:off x="3022700" y="2141050"/>
            <a:ext cx="1987800" cy="6741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604" name="Google Shape;604;p35"/>
          <p:cNvSpPr txBox="1"/>
          <p:nvPr>
            <p:ph idx="6" type="subTitle"/>
          </p:nvPr>
        </p:nvSpPr>
        <p:spPr>
          <a:xfrm>
            <a:off x="3022700" y="1677500"/>
            <a:ext cx="1987800" cy="393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sp>
        <p:nvSpPr>
          <p:cNvPr id="605" name="Google Shape;605;p35"/>
          <p:cNvSpPr txBox="1"/>
          <p:nvPr>
            <p:ph idx="7" type="subTitle"/>
          </p:nvPr>
        </p:nvSpPr>
        <p:spPr>
          <a:xfrm>
            <a:off x="3022700" y="3635925"/>
            <a:ext cx="1987800" cy="6741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606" name="Google Shape;606;p35"/>
          <p:cNvSpPr txBox="1"/>
          <p:nvPr>
            <p:ph idx="8" type="subTitle"/>
          </p:nvPr>
        </p:nvSpPr>
        <p:spPr>
          <a:xfrm>
            <a:off x="3022700" y="3172375"/>
            <a:ext cx="1987800" cy="393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grpSp>
        <p:nvGrpSpPr>
          <p:cNvPr id="607" name="Google Shape;607;p35"/>
          <p:cNvGrpSpPr/>
          <p:nvPr/>
        </p:nvGrpSpPr>
        <p:grpSpPr>
          <a:xfrm>
            <a:off x="-1260750" y="4247400"/>
            <a:ext cx="2224933" cy="1789104"/>
            <a:chOff x="-1260750" y="4247400"/>
            <a:chExt cx="2224933" cy="1789104"/>
          </a:xfrm>
        </p:grpSpPr>
        <p:sp>
          <p:nvSpPr>
            <p:cNvPr id="608" name="Google Shape;608;p35"/>
            <p:cNvSpPr/>
            <p:nvPr/>
          </p:nvSpPr>
          <p:spPr>
            <a:xfrm flipH="1">
              <a:off x="-1260750" y="4247400"/>
              <a:ext cx="2224933" cy="1789104"/>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35"/>
            <p:cNvSpPr/>
            <p:nvPr/>
          </p:nvSpPr>
          <p:spPr>
            <a:xfrm>
              <a:off x="-708950" y="4596438"/>
              <a:ext cx="1232275" cy="1091025"/>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0" name="Google Shape;610;p35"/>
          <p:cNvGrpSpPr/>
          <p:nvPr/>
        </p:nvGrpSpPr>
        <p:grpSpPr>
          <a:xfrm>
            <a:off x="274663" y="183250"/>
            <a:ext cx="463864" cy="572939"/>
            <a:chOff x="274663" y="183250"/>
            <a:chExt cx="463864" cy="572939"/>
          </a:xfrm>
        </p:grpSpPr>
        <p:grpSp>
          <p:nvGrpSpPr>
            <p:cNvPr id="611" name="Google Shape;611;p35"/>
            <p:cNvGrpSpPr/>
            <p:nvPr/>
          </p:nvGrpSpPr>
          <p:grpSpPr>
            <a:xfrm>
              <a:off x="633070" y="183250"/>
              <a:ext cx="105457" cy="105457"/>
              <a:chOff x="7812545" y="194375"/>
              <a:chExt cx="105457" cy="105457"/>
            </a:xfrm>
          </p:grpSpPr>
          <p:sp>
            <p:nvSpPr>
              <p:cNvPr id="612" name="Google Shape;612;p35"/>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35"/>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35"/>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35"/>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16" name="Google Shape;616;p35"/>
            <p:cNvSpPr/>
            <p:nvPr/>
          </p:nvSpPr>
          <p:spPr>
            <a:xfrm>
              <a:off x="274663" y="650800"/>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7" name="Google Shape;617;p35"/>
          <p:cNvGrpSpPr/>
          <p:nvPr/>
        </p:nvGrpSpPr>
        <p:grpSpPr>
          <a:xfrm>
            <a:off x="8458201" y="174775"/>
            <a:ext cx="450001" cy="729257"/>
            <a:chOff x="8458201" y="174775"/>
            <a:chExt cx="450001" cy="729257"/>
          </a:xfrm>
        </p:grpSpPr>
        <p:sp>
          <p:nvSpPr>
            <p:cNvPr id="618" name="Google Shape;618;p35"/>
            <p:cNvSpPr/>
            <p:nvPr/>
          </p:nvSpPr>
          <p:spPr>
            <a:xfrm>
              <a:off x="8458201" y="17477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619" name="Google Shape;619;p35"/>
            <p:cNvGrpSpPr/>
            <p:nvPr/>
          </p:nvGrpSpPr>
          <p:grpSpPr>
            <a:xfrm>
              <a:off x="8802745" y="798575"/>
              <a:ext cx="105457" cy="105457"/>
              <a:chOff x="7812545" y="194375"/>
              <a:chExt cx="105457" cy="105457"/>
            </a:xfrm>
          </p:grpSpPr>
          <p:sp>
            <p:nvSpPr>
              <p:cNvPr id="620" name="Google Shape;620;p35"/>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35"/>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35"/>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35"/>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24" name="Google Shape;624;p35"/>
          <p:cNvGrpSpPr/>
          <p:nvPr/>
        </p:nvGrpSpPr>
        <p:grpSpPr>
          <a:xfrm>
            <a:off x="4674326" y="4643998"/>
            <a:ext cx="1462601" cy="285801"/>
            <a:chOff x="4826726" y="4646175"/>
            <a:chExt cx="1462601" cy="285801"/>
          </a:xfrm>
        </p:grpSpPr>
        <p:sp>
          <p:nvSpPr>
            <p:cNvPr id="625" name="Google Shape;625;p35"/>
            <p:cNvSpPr/>
            <p:nvPr/>
          </p:nvSpPr>
          <p:spPr>
            <a:xfrm>
              <a:off x="4826726" y="485402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626" name="Google Shape;626;p35"/>
            <p:cNvGrpSpPr/>
            <p:nvPr/>
          </p:nvGrpSpPr>
          <p:grpSpPr>
            <a:xfrm>
              <a:off x="5519620" y="4646175"/>
              <a:ext cx="105457" cy="105457"/>
              <a:chOff x="7812545" y="194375"/>
              <a:chExt cx="105457" cy="105457"/>
            </a:xfrm>
          </p:grpSpPr>
          <p:sp>
            <p:nvSpPr>
              <p:cNvPr id="627" name="Google Shape;627;p35"/>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35"/>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35"/>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35"/>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31" name="Google Shape;631;p35"/>
            <p:cNvSpPr/>
            <p:nvPr/>
          </p:nvSpPr>
          <p:spPr>
            <a:xfrm>
              <a:off x="6211376" y="485402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1">
  <p:cSld name="BLANK_16">
    <p:spTree>
      <p:nvGrpSpPr>
        <p:cNvPr id="632" name="Shape 632"/>
        <p:cNvGrpSpPr/>
        <p:nvPr/>
      </p:nvGrpSpPr>
      <p:grpSpPr>
        <a:xfrm>
          <a:off x="0" y="0"/>
          <a:ext cx="0" cy="0"/>
          <a:chOff x="0" y="0"/>
          <a:chExt cx="0" cy="0"/>
        </a:xfrm>
      </p:grpSpPr>
      <p:sp>
        <p:nvSpPr>
          <p:cNvPr id="633" name="Google Shape;633;p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634" name="Google Shape;634;p36"/>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35" name="Google Shape;635;p36"/>
          <p:cNvSpPr txBox="1"/>
          <p:nvPr>
            <p:ph idx="1" type="subTitle"/>
          </p:nvPr>
        </p:nvSpPr>
        <p:spPr>
          <a:xfrm>
            <a:off x="685800" y="2234667"/>
            <a:ext cx="2249100" cy="481500"/>
          </a:xfrm>
          <a:prstGeom prst="rect">
            <a:avLst/>
          </a:prstGeom>
        </p:spPr>
        <p:txBody>
          <a:bodyPr anchorCtr="0" anchor="ctr" bIns="91425" lIns="91425" spcFirstLastPara="1" rIns="91425" wrap="square" tIns="91425">
            <a:noAutofit/>
          </a:bodyPr>
          <a:lstStyle>
            <a:lvl1pPr lvl="0" algn="r">
              <a:lnSpc>
                <a:spcPct val="100000"/>
              </a:lnSpc>
              <a:spcBef>
                <a:spcPts val="0"/>
              </a:spcBef>
              <a:spcAft>
                <a:spcPts val="0"/>
              </a:spcAft>
              <a:buSzPts val="1400"/>
              <a:buNone/>
              <a:defRPr/>
            </a:lvl1pPr>
            <a:lvl2pPr lvl="1" algn="r">
              <a:lnSpc>
                <a:spcPct val="100000"/>
              </a:lnSpc>
              <a:spcBef>
                <a:spcPts val="0"/>
              </a:spcBef>
              <a:spcAft>
                <a:spcPts val="0"/>
              </a:spcAft>
              <a:buSzPts val="1400"/>
              <a:buNone/>
              <a:defRPr/>
            </a:lvl2pPr>
            <a:lvl3pPr lvl="2" algn="r">
              <a:lnSpc>
                <a:spcPct val="100000"/>
              </a:lnSpc>
              <a:spcBef>
                <a:spcPts val="0"/>
              </a:spcBef>
              <a:spcAft>
                <a:spcPts val="0"/>
              </a:spcAft>
              <a:buSzPts val="1400"/>
              <a:buNone/>
              <a:defRPr/>
            </a:lvl3pPr>
            <a:lvl4pPr lvl="3" algn="r">
              <a:lnSpc>
                <a:spcPct val="100000"/>
              </a:lnSpc>
              <a:spcBef>
                <a:spcPts val="0"/>
              </a:spcBef>
              <a:spcAft>
                <a:spcPts val="0"/>
              </a:spcAft>
              <a:buSzPts val="1400"/>
              <a:buNone/>
              <a:defRPr/>
            </a:lvl4pPr>
            <a:lvl5pPr lvl="4" algn="r">
              <a:lnSpc>
                <a:spcPct val="100000"/>
              </a:lnSpc>
              <a:spcBef>
                <a:spcPts val="0"/>
              </a:spcBef>
              <a:spcAft>
                <a:spcPts val="0"/>
              </a:spcAft>
              <a:buSzPts val="1400"/>
              <a:buNone/>
              <a:defRPr/>
            </a:lvl5pPr>
            <a:lvl6pPr lvl="5" algn="r">
              <a:lnSpc>
                <a:spcPct val="100000"/>
              </a:lnSpc>
              <a:spcBef>
                <a:spcPts val="0"/>
              </a:spcBef>
              <a:spcAft>
                <a:spcPts val="0"/>
              </a:spcAft>
              <a:buSzPts val="1400"/>
              <a:buNone/>
              <a:defRPr/>
            </a:lvl6pPr>
            <a:lvl7pPr lvl="6" algn="r">
              <a:lnSpc>
                <a:spcPct val="100000"/>
              </a:lnSpc>
              <a:spcBef>
                <a:spcPts val="0"/>
              </a:spcBef>
              <a:spcAft>
                <a:spcPts val="0"/>
              </a:spcAft>
              <a:buSzPts val="1400"/>
              <a:buNone/>
              <a:defRPr/>
            </a:lvl7pPr>
            <a:lvl8pPr lvl="7" algn="r">
              <a:lnSpc>
                <a:spcPct val="100000"/>
              </a:lnSpc>
              <a:spcBef>
                <a:spcPts val="0"/>
              </a:spcBef>
              <a:spcAft>
                <a:spcPts val="0"/>
              </a:spcAft>
              <a:buSzPts val="1400"/>
              <a:buNone/>
              <a:defRPr/>
            </a:lvl8pPr>
            <a:lvl9pPr lvl="8" algn="r">
              <a:lnSpc>
                <a:spcPct val="100000"/>
              </a:lnSpc>
              <a:spcBef>
                <a:spcPts val="0"/>
              </a:spcBef>
              <a:spcAft>
                <a:spcPts val="0"/>
              </a:spcAft>
              <a:buSzPts val="1400"/>
              <a:buNone/>
              <a:defRPr/>
            </a:lvl9pPr>
          </a:lstStyle>
          <a:p/>
        </p:txBody>
      </p:sp>
      <p:sp>
        <p:nvSpPr>
          <p:cNvPr id="636" name="Google Shape;636;p36"/>
          <p:cNvSpPr txBox="1"/>
          <p:nvPr>
            <p:ph idx="2" type="subTitle"/>
          </p:nvPr>
        </p:nvSpPr>
        <p:spPr>
          <a:xfrm>
            <a:off x="685800" y="1771117"/>
            <a:ext cx="2249100" cy="393600"/>
          </a:xfrm>
          <a:prstGeom prst="rect">
            <a:avLst/>
          </a:prstGeom>
        </p:spPr>
        <p:txBody>
          <a:bodyPr anchorCtr="0" anchor="ctr" bIns="91425" lIns="91425" spcFirstLastPara="1" rIns="91425" wrap="square" tIns="91425">
            <a:noAutofit/>
          </a:bodyPr>
          <a:lstStyle>
            <a:lvl1pPr lvl="0" algn="r">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sp>
        <p:nvSpPr>
          <p:cNvPr id="637" name="Google Shape;637;p36"/>
          <p:cNvSpPr txBox="1"/>
          <p:nvPr>
            <p:ph idx="3" type="subTitle"/>
          </p:nvPr>
        </p:nvSpPr>
        <p:spPr>
          <a:xfrm>
            <a:off x="685800" y="3577142"/>
            <a:ext cx="2249100" cy="481500"/>
          </a:xfrm>
          <a:prstGeom prst="rect">
            <a:avLst/>
          </a:prstGeom>
        </p:spPr>
        <p:txBody>
          <a:bodyPr anchorCtr="0" anchor="ctr" bIns="91425" lIns="91425" spcFirstLastPara="1" rIns="91425" wrap="square" tIns="91425">
            <a:noAutofit/>
          </a:bodyPr>
          <a:lstStyle>
            <a:lvl1pPr lvl="0" algn="r">
              <a:lnSpc>
                <a:spcPct val="100000"/>
              </a:lnSpc>
              <a:spcBef>
                <a:spcPts val="0"/>
              </a:spcBef>
              <a:spcAft>
                <a:spcPts val="0"/>
              </a:spcAft>
              <a:buSzPts val="1400"/>
              <a:buNone/>
              <a:defRPr/>
            </a:lvl1pPr>
            <a:lvl2pPr lvl="1" algn="r">
              <a:lnSpc>
                <a:spcPct val="100000"/>
              </a:lnSpc>
              <a:spcBef>
                <a:spcPts val="0"/>
              </a:spcBef>
              <a:spcAft>
                <a:spcPts val="0"/>
              </a:spcAft>
              <a:buSzPts val="1400"/>
              <a:buNone/>
              <a:defRPr/>
            </a:lvl2pPr>
            <a:lvl3pPr lvl="2" algn="r">
              <a:lnSpc>
                <a:spcPct val="100000"/>
              </a:lnSpc>
              <a:spcBef>
                <a:spcPts val="0"/>
              </a:spcBef>
              <a:spcAft>
                <a:spcPts val="0"/>
              </a:spcAft>
              <a:buSzPts val="1400"/>
              <a:buNone/>
              <a:defRPr/>
            </a:lvl3pPr>
            <a:lvl4pPr lvl="3" algn="r">
              <a:lnSpc>
                <a:spcPct val="100000"/>
              </a:lnSpc>
              <a:spcBef>
                <a:spcPts val="0"/>
              </a:spcBef>
              <a:spcAft>
                <a:spcPts val="0"/>
              </a:spcAft>
              <a:buSzPts val="1400"/>
              <a:buNone/>
              <a:defRPr/>
            </a:lvl4pPr>
            <a:lvl5pPr lvl="4" algn="r">
              <a:lnSpc>
                <a:spcPct val="100000"/>
              </a:lnSpc>
              <a:spcBef>
                <a:spcPts val="0"/>
              </a:spcBef>
              <a:spcAft>
                <a:spcPts val="0"/>
              </a:spcAft>
              <a:buSzPts val="1400"/>
              <a:buNone/>
              <a:defRPr/>
            </a:lvl5pPr>
            <a:lvl6pPr lvl="5" algn="r">
              <a:lnSpc>
                <a:spcPct val="100000"/>
              </a:lnSpc>
              <a:spcBef>
                <a:spcPts val="0"/>
              </a:spcBef>
              <a:spcAft>
                <a:spcPts val="0"/>
              </a:spcAft>
              <a:buSzPts val="1400"/>
              <a:buNone/>
              <a:defRPr/>
            </a:lvl6pPr>
            <a:lvl7pPr lvl="6" algn="r">
              <a:lnSpc>
                <a:spcPct val="100000"/>
              </a:lnSpc>
              <a:spcBef>
                <a:spcPts val="0"/>
              </a:spcBef>
              <a:spcAft>
                <a:spcPts val="0"/>
              </a:spcAft>
              <a:buSzPts val="1400"/>
              <a:buNone/>
              <a:defRPr/>
            </a:lvl7pPr>
            <a:lvl8pPr lvl="7" algn="r">
              <a:lnSpc>
                <a:spcPct val="100000"/>
              </a:lnSpc>
              <a:spcBef>
                <a:spcPts val="0"/>
              </a:spcBef>
              <a:spcAft>
                <a:spcPts val="0"/>
              </a:spcAft>
              <a:buSzPts val="1400"/>
              <a:buNone/>
              <a:defRPr/>
            </a:lvl8pPr>
            <a:lvl9pPr lvl="8" algn="r">
              <a:lnSpc>
                <a:spcPct val="100000"/>
              </a:lnSpc>
              <a:spcBef>
                <a:spcPts val="0"/>
              </a:spcBef>
              <a:spcAft>
                <a:spcPts val="0"/>
              </a:spcAft>
              <a:buSzPts val="1400"/>
              <a:buNone/>
              <a:defRPr/>
            </a:lvl9pPr>
          </a:lstStyle>
          <a:p/>
        </p:txBody>
      </p:sp>
      <p:sp>
        <p:nvSpPr>
          <p:cNvPr id="638" name="Google Shape;638;p36"/>
          <p:cNvSpPr txBox="1"/>
          <p:nvPr>
            <p:ph idx="4" type="subTitle"/>
          </p:nvPr>
        </p:nvSpPr>
        <p:spPr>
          <a:xfrm>
            <a:off x="685800" y="3113592"/>
            <a:ext cx="2249100" cy="393600"/>
          </a:xfrm>
          <a:prstGeom prst="rect">
            <a:avLst/>
          </a:prstGeom>
        </p:spPr>
        <p:txBody>
          <a:bodyPr anchorCtr="0" anchor="ctr" bIns="91425" lIns="91425" spcFirstLastPara="1" rIns="91425" wrap="square" tIns="91425">
            <a:noAutofit/>
          </a:bodyPr>
          <a:lstStyle>
            <a:lvl1pPr lvl="0" algn="r">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sp>
        <p:nvSpPr>
          <p:cNvPr id="639" name="Google Shape;639;p36"/>
          <p:cNvSpPr txBox="1"/>
          <p:nvPr>
            <p:ph idx="5" type="subTitle"/>
          </p:nvPr>
        </p:nvSpPr>
        <p:spPr>
          <a:xfrm>
            <a:off x="6209200" y="2234667"/>
            <a:ext cx="2249100" cy="4815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640" name="Google Shape;640;p36"/>
          <p:cNvSpPr txBox="1"/>
          <p:nvPr>
            <p:ph idx="6" type="subTitle"/>
          </p:nvPr>
        </p:nvSpPr>
        <p:spPr>
          <a:xfrm>
            <a:off x="6209200" y="1771117"/>
            <a:ext cx="2249100" cy="393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sp>
        <p:nvSpPr>
          <p:cNvPr id="641" name="Google Shape;641;p36"/>
          <p:cNvSpPr txBox="1"/>
          <p:nvPr>
            <p:ph idx="7" type="subTitle"/>
          </p:nvPr>
        </p:nvSpPr>
        <p:spPr>
          <a:xfrm>
            <a:off x="6209200" y="3577142"/>
            <a:ext cx="2249100" cy="4815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642" name="Google Shape;642;p36"/>
          <p:cNvSpPr txBox="1"/>
          <p:nvPr>
            <p:ph idx="8" type="subTitle"/>
          </p:nvPr>
        </p:nvSpPr>
        <p:spPr>
          <a:xfrm>
            <a:off x="6209200" y="3113592"/>
            <a:ext cx="2249100" cy="393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grpSp>
        <p:nvGrpSpPr>
          <p:cNvPr id="643" name="Google Shape;643;p36"/>
          <p:cNvGrpSpPr/>
          <p:nvPr/>
        </p:nvGrpSpPr>
        <p:grpSpPr>
          <a:xfrm flipH="1">
            <a:off x="450425" y="4456075"/>
            <a:ext cx="1916852" cy="488594"/>
            <a:chOff x="6725000" y="4484900"/>
            <a:chExt cx="1916852" cy="488594"/>
          </a:xfrm>
        </p:grpSpPr>
        <p:sp>
          <p:nvSpPr>
            <p:cNvPr id="644" name="Google Shape;644;p36"/>
            <p:cNvSpPr/>
            <p:nvPr/>
          </p:nvSpPr>
          <p:spPr>
            <a:xfrm>
              <a:off x="8536400" y="4484900"/>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45" name="Google Shape;645;p36"/>
            <p:cNvGrpSpPr/>
            <p:nvPr/>
          </p:nvGrpSpPr>
          <p:grpSpPr>
            <a:xfrm>
              <a:off x="7801920" y="4868038"/>
              <a:ext cx="105457" cy="105457"/>
              <a:chOff x="7812545" y="194375"/>
              <a:chExt cx="105457" cy="105457"/>
            </a:xfrm>
          </p:grpSpPr>
          <p:sp>
            <p:nvSpPr>
              <p:cNvPr id="646" name="Google Shape;646;p36"/>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36"/>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36"/>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36"/>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50" name="Google Shape;650;p36"/>
            <p:cNvSpPr/>
            <p:nvPr/>
          </p:nvSpPr>
          <p:spPr>
            <a:xfrm>
              <a:off x="6725000" y="4762662"/>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1" name="Google Shape;651;p36"/>
          <p:cNvGrpSpPr/>
          <p:nvPr/>
        </p:nvGrpSpPr>
        <p:grpSpPr>
          <a:xfrm>
            <a:off x="8072151" y="199650"/>
            <a:ext cx="727201" cy="912457"/>
            <a:chOff x="8072151" y="199650"/>
            <a:chExt cx="727201" cy="912457"/>
          </a:xfrm>
        </p:grpSpPr>
        <p:sp>
          <p:nvSpPr>
            <p:cNvPr id="652" name="Google Shape;652;p36"/>
            <p:cNvSpPr/>
            <p:nvPr/>
          </p:nvSpPr>
          <p:spPr>
            <a:xfrm>
              <a:off x="8072151" y="199650"/>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653" name="Google Shape;653;p36"/>
            <p:cNvGrpSpPr/>
            <p:nvPr/>
          </p:nvGrpSpPr>
          <p:grpSpPr>
            <a:xfrm>
              <a:off x="8645970" y="1006650"/>
              <a:ext cx="105457" cy="105457"/>
              <a:chOff x="7812545" y="194375"/>
              <a:chExt cx="105457" cy="105457"/>
            </a:xfrm>
          </p:grpSpPr>
          <p:sp>
            <p:nvSpPr>
              <p:cNvPr id="654" name="Google Shape;654;p36"/>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36"/>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36"/>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36"/>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8" name="Google Shape;658;p36"/>
            <p:cNvGrpSpPr/>
            <p:nvPr/>
          </p:nvGrpSpPr>
          <p:grpSpPr>
            <a:xfrm>
              <a:off x="8693895" y="342525"/>
              <a:ext cx="105457" cy="105457"/>
              <a:chOff x="7812545" y="194375"/>
              <a:chExt cx="105457" cy="105457"/>
            </a:xfrm>
          </p:grpSpPr>
          <p:sp>
            <p:nvSpPr>
              <p:cNvPr id="659" name="Google Shape;659;p36"/>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36"/>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36"/>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36"/>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63" name="Google Shape;663;p36"/>
          <p:cNvGrpSpPr/>
          <p:nvPr/>
        </p:nvGrpSpPr>
        <p:grpSpPr>
          <a:xfrm>
            <a:off x="7924782" y="4282875"/>
            <a:ext cx="1763256" cy="1268320"/>
            <a:chOff x="7924782" y="4282875"/>
            <a:chExt cx="1763256" cy="1268320"/>
          </a:xfrm>
        </p:grpSpPr>
        <p:sp>
          <p:nvSpPr>
            <p:cNvPr id="664" name="Google Shape;664;p36"/>
            <p:cNvSpPr/>
            <p:nvPr/>
          </p:nvSpPr>
          <p:spPr>
            <a:xfrm flipH="1">
              <a:off x="7924782" y="4282875"/>
              <a:ext cx="1463593" cy="1176898"/>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rgbClr val="F0F0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36"/>
            <p:cNvSpPr/>
            <p:nvPr/>
          </p:nvSpPr>
          <p:spPr>
            <a:xfrm>
              <a:off x="8471361" y="4438924"/>
              <a:ext cx="1216677" cy="1112271"/>
            </a:xfrm>
            <a:custGeom>
              <a:rect b="b" l="l" r="r" t="t"/>
              <a:pathLst>
                <a:path extrusionOk="0" h="49900" w="54584">
                  <a:moveTo>
                    <a:pt x="39803" y="0"/>
                  </a:moveTo>
                  <a:cubicBezTo>
                    <a:pt x="38029" y="0"/>
                    <a:pt x="36248" y="409"/>
                    <a:pt x="34570" y="1238"/>
                  </a:cubicBezTo>
                  <a:cubicBezTo>
                    <a:pt x="31367" y="2802"/>
                    <a:pt x="28886" y="5448"/>
                    <a:pt x="25683" y="7012"/>
                  </a:cubicBezTo>
                  <a:cubicBezTo>
                    <a:pt x="21308" y="9163"/>
                    <a:pt x="16511" y="10320"/>
                    <a:pt x="12090" y="12380"/>
                  </a:cubicBezTo>
                  <a:cubicBezTo>
                    <a:pt x="7684" y="14425"/>
                    <a:pt x="3444" y="17628"/>
                    <a:pt x="1865" y="22244"/>
                  </a:cubicBezTo>
                  <a:cubicBezTo>
                    <a:pt x="1" y="27673"/>
                    <a:pt x="647" y="34078"/>
                    <a:pt x="3504" y="39040"/>
                  </a:cubicBezTo>
                  <a:cubicBezTo>
                    <a:pt x="8069" y="46988"/>
                    <a:pt x="17031" y="49899"/>
                    <a:pt x="25743" y="49899"/>
                  </a:cubicBezTo>
                  <a:cubicBezTo>
                    <a:pt x="25898" y="49899"/>
                    <a:pt x="26054" y="49898"/>
                    <a:pt x="26209" y="49897"/>
                  </a:cubicBezTo>
                  <a:cubicBezTo>
                    <a:pt x="44945" y="49671"/>
                    <a:pt x="54583" y="26996"/>
                    <a:pt x="51531" y="10696"/>
                  </a:cubicBezTo>
                  <a:cubicBezTo>
                    <a:pt x="50869" y="7163"/>
                    <a:pt x="49230" y="3779"/>
                    <a:pt x="46118" y="1840"/>
                  </a:cubicBezTo>
                  <a:cubicBezTo>
                    <a:pt x="44160" y="620"/>
                    <a:pt x="41987" y="0"/>
                    <a:pt x="398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2">
  <p:cSld name="BLANK_21">
    <p:spTree>
      <p:nvGrpSpPr>
        <p:cNvPr id="666" name="Shape 666"/>
        <p:cNvGrpSpPr/>
        <p:nvPr/>
      </p:nvGrpSpPr>
      <p:grpSpPr>
        <a:xfrm>
          <a:off x="0" y="0"/>
          <a:ext cx="0" cy="0"/>
          <a:chOff x="0" y="0"/>
          <a:chExt cx="0" cy="0"/>
        </a:xfrm>
      </p:grpSpPr>
      <p:sp>
        <p:nvSpPr>
          <p:cNvPr id="667" name="Google Shape;667;p3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668" name="Google Shape;668;p37"/>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69" name="Google Shape;669;p37"/>
          <p:cNvSpPr txBox="1"/>
          <p:nvPr>
            <p:ph idx="2" type="title"/>
          </p:nvPr>
        </p:nvSpPr>
        <p:spPr>
          <a:xfrm>
            <a:off x="685800" y="2239050"/>
            <a:ext cx="2227800" cy="3936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sz="2000">
                <a:solidFill>
                  <a:schemeClr val="accent2"/>
                </a:solidFill>
              </a:defRPr>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sp>
        <p:nvSpPr>
          <p:cNvPr id="670" name="Google Shape;670;p37"/>
          <p:cNvSpPr txBox="1"/>
          <p:nvPr>
            <p:ph idx="1" type="subTitle"/>
          </p:nvPr>
        </p:nvSpPr>
        <p:spPr>
          <a:xfrm>
            <a:off x="688342" y="2632650"/>
            <a:ext cx="2227800" cy="4680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671" name="Google Shape;671;p37"/>
          <p:cNvSpPr txBox="1"/>
          <p:nvPr>
            <p:ph hasCustomPrompt="1" idx="3" type="title"/>
          </p:nvPr>
        </p:nvSpPr>
        <p:spPr>
          <a:xfrm>
            <a:off x="685793" y="1773634"/>
            <a:ext cx="792600" cy="5283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solidFill>
                  <a:schemeClr val="accent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672" name="Google Shape;672;p37"/>
          <p:cNvSpPr txBox="1"/>
          <p:nvPr>
            <p:ph idx="4" type="title"/>
          </p:nvPr>
        </p:nvSpPr>
        <p:spPr>
          <a:xfrm>
            <a:off x="6230350" y="2239050"/>
            <a:ext cx="2225400" cy="393600"/>
          </a:xfrm>
          <a:prstGeom prst="rect">
            <a:avLst/>
          </a:prstGeom>
        </p:spPr>
        <p:txBody>
          <a:bodyPr anchorCtr="0" anchor="ctr" bIns="91425" lIns="91425" spcFirstLastPara="1" rIns="91425" wrap="square" tIns="91425">
            <a:noAutofit/>
          </a:bodyPr>
          <a:lstStyle>
            <a:lvl1pPr lvl="0" algn="r">
              <a:spcBef>
                <a:spcPts val="0"/>
              </a:spcBef>
              <a:spcAft>
                <a:spcPts val="0"/>
              </a:spcAft>
              <a:buSzPts val="2000"/>
              <a:buNone/>
              <a:defRPr sz="2000">
                <a:solidFill>
                  <a:schemeClr val="accent2"/>
                </a:solidFill>
              </a:defRPr>
            </a:lvl1pPr>
            <a:lvl2pPr lvl="1" algn="r">
              <a:spcBef>
                <a:spcPts val="0"/>
              </a:spcBef>
              <a:spcAft>
                <a:spcPts val="0"/>
              </a:spcAft>
              <a:buSzPts val="2000"/>
              <a:buNone/>
              <a:defRPr sz="2000"/>
            </a:lvl2pPr>
            <a:lvl3pPr lvl="2" algn="r">
              <a:spcBef>
                <a:spcPts val="0"/>
              </a:spcBef>
              <a:spcAft>
                <a:spcPts val="0"/>
              </a:spcAft>
              <a:buSzPts val="2000"/>
              <a:buNone/>
              <a:defRPr sz="2000"/>
            </a:lvl3pPr>
            <a:lvl4pPr lvl="3" algn="r">
              <a:spcBef>
                <a:spcPts val="0"/>
              </a:spcBef>
              <a:spcAft>
                <a:spcPts val="0"/>
              </a:spcAft>
              <a:buSzPts val="2000"/>
              <a:buNone/>
              <a:defRPr sz="2000"/>
            </a:lvl4pPr>
            <a:lvl5pPr lvl="4" algn="r">
              <a:spcBef>
                <a:spcPts val="0"/>
              </a:spcBef>
              <a:spcAft>
                <a:spcPts val="0"/>
              </a:spcAft>
              <a:buSzPts val="2000"/>
              <a:buNone/>
              <a:defRPr sz="2000"/>
            </a:lvl5pPr>
            <a:lvl6pPr lvl="5" algn="r">
              <a:spcBef>
                <a:spcPts val="0"/>
              </a:spcBef>
              <a:spcAft>
                <a:spcPts val="0"/>
              </a:spcAft>
              <a:buSzPts val="2000"/>
              <a:buNone/>
              <a:defRPr sz="2000"/>
            </a:lvl6pPr>
            <a:lvl7pPr lvl="6" algn="r">
              <a:spcBef>
                <a:spcPts val="0"/>
              </a:spcBef>
              <a:spcAft>
                <a:spcPts val="0"/>
              </a:spcAft>
              <a:buSzPts val="2000"/>
              <a:buNone/>
              <a:defRPr sz="2000"/>
            </a:lvl7pPr>
            <a:lvl8pPr lvl="7" algn="r">
              <a:spcBef>
                <a:spcPts val="0"/>
              </a:spcBef>
              <a:spcAft>
                <a:spcPts val="0"/>
              </a:spcAft>
              <a:buSzPts val="2000"/>
              <a:buNone/>
              <a:defRPr sz="2000"/>
            </a:lvl8pPr>
            <a:lvl9pPr lvl="8" algn="r">
              <a:spcBef>
                <a:spcPts val="0"/>
              </a:spcBef>
              <a:spcAft>
                <a:spcPts val="0"/>
              </a:spcAft>
              <a:buSzPts val="2000"/>
              <a:buNone/>
              <a:defRPr sz="2000"/>
            </a:lvl9pPr>
          </a:lstStyle>
          <a:p/>
        </p:txBody>
      </p:sp>
      <p:sp>
        <p:nvSpPr>
          <p:cNvPr id="673" name="Google Shape;673;p37"/>
          <p:cNvSpPr txBox="1"/>
          <p:nvPr>
            <p:ph idx="5" type="subTitle"/>
          </p:nvPr>
        </p:nvSpPr>
        <p:spPr>
          <a:xfrm>
            <a:off x="6232889" y="2632650"/>
            <a:ext cx="2225400" cy="468000"/>
          </a:xfrm>
          <a:prstGeom prst="rect">
            <a:avLst/>
          </a:prstGeom>
        </p:spPr>
        <p:txBody>
          <a:bodyPr anchorCtr="0" anchor="ctr" bIns="91425" lIns="91425" spcFirstLastPara="1" rIns="91425" wrap="square" tIns="91425">
            <a:noAutofit/>
          </a:bodyPr>
          <a:lstStyle>
            <a:lvl1pPr lvl="0" algn="r">
              <a:lnSpc>
                <a:spcPct val="100000"/>
              </a:lnSpc>
              <a:spcBef>
                <a:spcPts val="0"/>
              </a:spcBef>
              <a:spcAft>
                <a:spcPts val="0"/>
              </a:spcAft>
              <a:buSzPts val="1400"/>
              <a:buNone/>
              <a:defRPr/>
            </a:lvl1pPr>
            <a:lvl2pPr lvl="1" algn="r">
              <a:lnSpc>
                <a:spcPct val="100000"/>
              </a:lnSpc>
              <a:spcBef>
                <a:spcPts val="0"/>
              </a:spcBef>
              <a:spcAft>
                <a:spcPts val="0"/>
              </a:spcAft>
              <a:buSzPts val="1400"/>
              <a:buNone/>
              <a:defRPr/>
            </a:lvl2pPr>
            <a:lvl3pPr lvl="2" algn="r">
              <a:lnSpc>
                <a:spcPct val="100000"/>
              </a:lnSpc>
              <a:spcBef>
                <a:spcPts val="0"/>
              </a:spcBef>
              <a:spcAft>
                <a:spcPts val="0"/>
              </a:spcAft>
              <a:buSzPts val="1400"/>
              <a:buNone/>
              <a:defRPr/>
            </a:lvl3pPr>
            <a:lvl4pPr lvl="3" algn="r">
              <a:lnSpc>
                <a:spcPct val="100000"/>
              </a:lnSpc>
              <a:spcBef>
                <a:spcPts val="0"/>
              </a:spcBef>
              <a:spcAft>
                <a:spcPts val="0"/>
              </a:spcAft>
              <a:buSzPts val="1400"/>
              <a:buNone/>
              <a:defRPr/>
            </a:lvl4pPr>
            <a:lvl5pPr lvl="4" algn="r">
              <a:lnSpc>
                <a:spcPct val="100000"/>
              </a:lnSpc>
              <a:spcBef>
                <a:spcPts val="0"/>
              </a:spcBef>
              <a:spcAft>
                <a:spcPts val="0"/>
              </a:spcAft>
              <a:buSzPts val="1400"/>
              <a:buNone/>
              <a:defRPr/>
            </a:lvl5pPr>
            <a:lvl6pPr lvl="5" algn="r">
              <a:lnSpc>
                <a:spcPct val="100000"/>
              </a:lnSpc>
              <a:spcBef>
                <a:spcPts val="0"/>
              </a:spcBef>
              <a:spcAft>
                <a:spcPts val="0"/>
              </a:spcAft>
              <a:buSzPts val="1400"/>
              <a:buNone/>
              <a:defRPr/>
            </a:lvl6pPr>
            <a:lvl7pPr lvl="6" algn="r">
              <a:lnSpc>
                <a:spcPct val="100000"/>
              </a:lnSpc>
              <a:spcBef>
                <a:spcPts val="0"/>
              </a:spcBef>
              <a:spcAft>
                <a:spcPts val="0"/>
              </a:spcAft>
              <a:buSzPts val="1400"/>
              <a:buNone/>
              <a:defRPr/>
            </a:lvl7pPr>
            <a:lvl8pPr lvl="7" algn="r">
              <a:lnSpc>
                <a:spcPct val="100000"/>
              </a:lnSpc>
              <a:spcBef>
                <a:spcPts val="0"/>
              </a:spcBef>
              <a:spcAft>
                <a:spcPts val="0"/>
              </a:spcAft>
              <a:buSzPts val="1400"/>
              <a:buNone/>
              <a:defRPr/>
            </a:lvl8pPr>
            <a:lvl9pPr lvl="8" algn="r">
              <a:lnSpc>
                <a:spcPct val="100000"/>
              </a:lnSpc>
              <a:spcBef>
                <a:spcPts val="0"/>
              </a:spcBef>
              <a:spcAft>
                <a:spcPts val="0"/>
              </a:spcAft>
              <a:buSzPts val="1400"/>
              <a:buNone/>
              <a:defRPr/>
            </a:lvl9pPr>
          </a:lstStyle>
          <a:p/>
        </p:txBody>
      </p:sp>
      <p:sp>
        <p:nvSpPr>
          <p:cNvPr id="674" name="Google Shape;674;p37"/>
          <p:cNvSpPr txBox="1"/>
          <p:nvPr>
            <p:ph hasCustomPrompt="1" idx="6" type="title"/>
          </p:nvPr>
        </p:nvSpPr>
        <p:spPr>
          <a:xfrm>
            <a:off x="7662593" y="1773634"/>
            <a:ext cx="792600" cy="528300"/>
          </a:xfrm>
          <a:prstGeom prst="rect">
            <a:avLst/>
          </a:prstGeom>
        </p:spPr>
        <p:txBody>
          <a:bodyPr anchorCtr="0" anchor="ctr" bIns="91425" lIns="91425" spcFirstLastPara="1" rIns="91425" wrap="square" tIns="91425">
            <a:noAutofit/>
          </a:bodyPr>
          <a:lstStyle>
            <a:lvl1pPr lvl="0" algn="r">
              <a:spcBef>
                <a:spcPts val="0"/>
              </a:spcBef>
              <a:spcAft>
                <a:spcPts val="0"/>
              </a:spcAft>
              <a:buSzPts val="3000"/>
              <a:buNone/>
              <a:defRPr sz="3000">
                <a:solidFill>
                  <a:schemeClr val="accent2"/>
                </a:solidFill>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sp>
        <p:nvSpPr>
          <p:cNvPr id="675" name="Google Shape;675;p37"/>
          <p:cNvSpPr txBox="1"/>
          <p:nvPr>
            <p:ph idx="7" type="title"/>
          </p:nvPr>
        </p:nvSpPr>
        <p:spPr>
          <a:xfrm>
            <a:off x="687071" y="3702599"/>
            <a:ext cx="2227800" cy="3936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sz="2000">
                <a:solidFill>
                  <a:schemeClr val="accent2"/>
                </a:solidFill>
              </a:defRPr>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sp>
        <p:nvSpPr>
          <p:cNvPr id="676" name="Google Shape;676;p37"/>
          <p:cNvSpPr txBox="1"/>
          <p:nvPr>
            <p:ph idx="8" type="subTitle"/>
          </p:nvPr>
        </p:nvSpPr>
        <p:spPr>
          <a:xfrm>
            <a:off x="689613" y="4096199"/>
            <a:ext cx="2227800" cy="4680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677" name="Google Shape;677;p37"/>
          <p:cNvSpPr txBox="1"/>
          <p:nvPr>
            <p:ph hasCustomPrompt="1" idx="9" type="title"/>
          </p:nvPr>
        </p:nvSpPr>
        <p:spPr>
          <a:xfrm>
            <a:off x="685793" y="3237184"/>
            <a:ext cx="792600" cy="5283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solidFill>
                  <a:schemeClr val="accent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678" name="Google Shape;678;p37"/>
          <p:cNvSpPr txBox="1"/>
          <p:nvPr>
            <p:ph idx="13" type="title"/>
          </p:nvPr>
        </p:nvSpPr>
        <p:spPr>
          <a:xfrm>
            <a:off x="6230350" y="3702599"/>
            <a:ext cx="2225400" cy="393600"/>
          </a:xfrm>
          <a:prstGeom prst="rect">
            <a:avLst/>
          </a:prstGeom>
        </p:spPr>
        <p:txBody>
          <a:bodyPr anchorCtr="0" anchor="ctr" bIns="91425" lIns="91425" spcFirstLastPara="1" rIns="91425" wrap="square" tIns="91425">
            <a:noAutofit/>
          </a:bodyPr>
          <a:lstStyle>
            <a:lvl1pPr lvl="0" algn="r">
              <a:spcBef>
                <a:spcPts val="0"/>
              </a:spcBef>
              <a:spcAft>
                <a:spcPts val="0"/>
              </a:spcAft>
              <a:buSzPts val="2000"/>
              <a:buNone/>
              <a:defRPr sz="2000">
                <a:solidFill>
                  <a:schemeClr val="accent2"/>
                </a:solidFill>
              </a:defRPr>
            </a:lvl1pPr>
            <a:lvl2pPr lvl="1" algn="r">
              <a:spcBef>
                <a:spcPts val="0"/>
              </a:spcBef>
              <a:spcAft>
                <a:spcPts val="0"/>
              </a:spcAft>
              <a:buSzPts val="2000"/>
              <a:buNone/>
              <a:defRPr sz="2000"/>
            </a:lvl2pPr>
            <a:lvl3pPr lvl="2" algn="r">
              <a:spcBef>
                <a:spcPts val="0"/>
              </a:spcBef>
              <a:spcAft>
                <a:spcPts val="0"/>
              </a:spcAft>
              <a:buSzPts val="2000"/>
              <a:buNone/>
              <a:defRPr sz="2000"/>
            </a:lvl3pPr>
            <a:lvl4pPr lvl="3" algn="r">
              <a:spcBef>
                <a:spcPts val="0"/>
              </a:spcBef>
              <a:spcAft>
                <a:spcPts val="0"/>
              </a:spcAft>
              <a:buSzPts val="2000"/>
              <a:buNone/>
              <a:defRPr sz="2000"/>
            </a:lvl4pPr>
            <a:lvl5pPr lvl="4" algn="r">
              <a:spcBef>
                <a:spcPts val="0"/>
              </a:spcBef>
              <a:spcAft>
                <a:spcPts val="0"/>
              </a:spcAft>
              <a:buSzPts val="2000"/>
              <a:buNone/>
              <a:defRPr sz="2000"/>
            </a:lvl5pPr>
            <a:lvl6pPr lvl="5" algn="r">
              <a:spcBef>
                <a:spcPts val="0"/>
              </a:spcBef>
              <a:spcAft>
                <a:spcPts val="0"/>
              </a:spcAft>
              <a:buSzPts val="2000"/>
              <a:buNone/>
              <a:defRPr sz="2000"/>
            </a:lvl6pPr>
            <a:lvl7pPr lvl="6" algn="r">
              <a:spcBef>
                <a:spcPts val="0"/>
              </a:spcBef>
              <a:spcAft>
                <a:spcPts val="0"/>
              </a:spcAft>
              <a:buSzPts val="2000"/>
              <a:buNone/>
              <a:defRPr sz="2000"/>
            </a:lvl7pPr>
            <a:lvl8pPr lvl="7" algn="r">
              <a:spcBef>
                <a:spcPts val="0"/>
              </a:spcBef>
              <a:spcAft>
                <a:spcPts val="0"/>
              </a:spcAft>
              <a:buSzPts val="2000"/>
              <a:buNone/>
              <a:defRPr sz="2000"/>
            </a:lvl8pPr>
            <a:lvl9pPr lvl="8" algn="r">
              <a:spcBef>
                <a:spcPts val="0"/>
              </a:spcBef>
              <a:spcAft>
                <a:spcPts val="0"/>
              </a:spcAft>
              <a:buSzPts val="2000"/>
              <a:buNone/>
              <a:defRPr sz="2000"/>
            </a:lvl9pPr>
          </a:lstStyle>
          <a:p/>
        </p:txBody>
      </p:sp>
      <p:sp>
        <p:nvSpPr>
          <p:cNvPr id="679" name="Google Shape;679;p37"/>
          <p:cNvSpPr txBox="1"/>
          <p:nvPr>
            <p:ph idx="14" type="subTitle"/>
          </p:nvPr>
        </p:nvSpPr>
        <p:spPr>
          <a:xfrm>
            <a:off x="6232889" y="4096199"/>
            <a:ext cx="2225400" cy="468000"/>
          </a:xfrm>
          <a:prstGeom prst="rect">
            <a:avLst/>
          </a:prstGeom>
        </p:spPr>
        <p:txBody>
          <a:bodyPr anchorCtr="0" anchor="ctr" bIns="91425" lIns="91425" spcFirstLastPara="1" rIns="91425" wrap="square" tIns="91425">
            <a:noAutofit/>
          </a:bodyPr>
          <a:lstStyle>
            <a:lvl1pPr lvl="0" algn="r">
              <a:lnSpc>
                <a:spcPct val="100000"/>
              </a:lnSpc>
              <a:spcBef>
                <a:spcPts val="0"/>
              </a:spcBef>
              <a:spcAft>
                <a:spcPts val="0"/>
              </a:spcAft>
              <a:buSzPts val="1400"/>
              <a:buNone/>
              <a:defRPr/>
            </a:lvl1pPr>
            <a:lvl2pPr lvl="1" algn="r">
              <a:lnSpc>
                <a:spcPct val="100000"/>
              </a:lnSpc>
              <a:spcBef>
                <a:spcPts val="0"/>
              </a:spcBef>
              <a:spcAft>
                <a:spcPts val="0"/>
              </a:spcAft>
              <a:buSzPts val="1400"/>
              <a:buNone/>
              <a:defRPr/>
            </a:lvl2pPr>
            <a:lvl3pPr lvl="2" algn="r">
              <a:lnSpc>
                <a:spcPct val="100000"/>
              </a:lnSpc>
              <a:spcBef>
                <a:spcPts val="0"/>
              </a:spcBef>
              <a:spcAft>
                <a:spcPts val="0"/>
              </a:spcAft>
              <a:buSzPts val="1400"/>
              <a:buNone/>
              <a:defRPr/>
            </a:lvl3pPr>
            <a:lvl4pPr lvl="3" algn="r">
              <a:lnSpc>
                <a:spcPct val="100000"/>
              </a:lnSpc>
              <a:spcBef>
                <a:spcPts val="0"/>
              </a:spcBef>
              <a:spcAft>
                <a:spcPts val="0"/>
              </a:spcAft>
              <a:buSzPts val="1400"/>
              <a:buNone/>
              <a:defRPr/>
            </a:lvl4pPr>
            <a:lvl5pPr lvl="4" algn="r">
              <a:lnSpc>
                <a:spcPct val="100000"/>
              </a:lnSpc>
              <a:spcBef>
                <a:spcPts val="0"/>
              </a:spcBef>
              <a:spcAft>
                <a:spcPts val="0"/>
              </a:spcAft>
              <a:buSzPts val="1400"/>
              <a:buNone/>
              <a:defRPr/>
            </a:lvl5pPr>
            <a:lvl6pPr lvl="5" algn="r">
              <a:lnSpc>
                <a:spcPct val="100000"/>
              </a:lnSpc>
              <a:spcBef>
                <a:spcPts val="0"/>
              </a:spcBef>
              <a:spcAft>
                <a:spcPts val="0"/>
              </a:spcAft>
              <a:buSzPts val="1400"/>
              <a:buNone/>
              <a:defRPr/>
            </a:lvl6pPr>
            <a:lvl7pPr lvl="6" algn="r">
              <a:lnSpc>
                <a:spcPct val="100000"/>
              </a:lnSpc>
              <a:spcBef>
                <a:spcPts val="0"/>
              </a:spcBef>
              <a:spcAft>
                <a:spcPts val="0"/>
              </a:spcAft>
              <a:buSzPts val="1400"/>
              <a:buNone/>
              <a:defRPr/>
            </a:lvl7pPr>
            <a:lvl8pPr lvl="7" algn="r">
              <a:lnSpc>
                <a:spcPct val="100000"/>
              </a:lnSpc>
              <a:spcBef>
                <a:spcPts val="0"/>
              </a:spcBef>
              <a:spcAft>
                <a:spcPts val="0"/>
              </a:spcAft>
              <a:buSzPts val="1400"/>
              <a:buNone/>
              <a:defRPr/>
            </a:lvl8pPr>
            <a:lvl9pPr lvl="8" algn="r">
              <a:lnSpc>
                <a:spcPct val="100000"/>
              </a:lnSpc>
              <a:spcBef>
                <a:spcPts val="0"/>
              </a:spcBef>
              <a:spcAft>
                <a:spcPts val="0"/>
              </a:spcAft>
              <a:buSzPts val="1400"/>
              <a:buNone/>
              <a:defRPr/>
            </a:lvl9pPr>
          </a:lstStyle>
          <a:p/>
        </p:txBody>
      </p:sp>
      <p:sp>
        <p:nvSpPr>
          <p:cNvPr id="680" name="Google Shape;680;p37"/>
          <p:cNvSpPr txBox="1"/>
          <p:nvPr>
            <p:ph hasCustomPrompt="1" idx="15" type="title"/>
          </p:nvPr>
        </p:nvSpPr>
        <p:spPr>
          <a:xfrm>
            <a:off x="7662593" y="3237184"/>
            <a:ext cx="792600" cy="528300"/>
          </a:xfrm>
          <a:prstGeom prst="rect">
            <a:avLst/>
          </a:prstGeom>
        </p:spPr>
        <p:txBody>
          <a:bodyPr anchorCtr="0" anchor="ctr" bIns="91425" lIns="91425" spcFirstLastPara="1" rIns="91425" wrap="square" tIns="91425">
            <a:noAutofit/>
          </a:bodyPr>
          <a:lstStyle>
            <a:lvl1pPr lvl="0" algn="r">
              <a:spcBef>
                <a:spcPts val="0"/>
              </a:spcBef>
              <a:spcAft>
                <a:spcPts val="0"/>
              </a:spcAft>
              <a:buSzPts val="3000"/>
              <a:buNone/>
              <a:defRPr sz="3000">
                <a:solidFill>
                  <a:schemeClr val="accent2"/>
                </a:solidFill>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grpSp>
        <p:nvGrpSpPr>
          <p:cNvPr id="681" name="Google Shape;681;p37"/>
          <p:cNvGrpSpPr/>
          <p:nvPr/>
        </p:nvGrpSpPr>
        <p:grpSpPr>
          <a:xfrm>
            <a:off x="-1069154" y="4407897"/>
            <a:ext cx="1878379" cy="1510434"/>
            <a:chOff x="-1069154" y="4407897"/>
            <a:chExt cx="1878379" cy="1510434"/>
          </a:xfrm>
        </p:grpSpPr>
        <p:sp>
          <p:nvSpPr>
            <p:cNvPr id="682" name="Google Shape;682;p37"/>
            <p:cNvSpPr/>
            <p:nvPr/>
          </p:nvSpPr>
          <p:spPr>
            <a:xfrm flipH="1">
              <a:off x="-1069154" y="4407897"/>
              <a:ext cx="1878379" cy="1510434"/>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37"/>
            <p:cNvSpPr/>
            <p:nvPr/>
          </p:nvSpPr>
          <p:spPr>
            <a:xfrm>
              <a:off x="-603318" y="4702573"/>
              <a:ext cx="1040410" cy="921152"/>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4" name="Google Shape;684;p37"/>
          <p:cNvGrpSpPr/>
          <p:nvPr/>
        </p:nvGrpSpPr>
        <p:grpSpPr>
          <a:xfrm flipH="1" rot="10800000">
            <a:off x="8455188" y="183250"/>
            <a:ext cx="463864" cy="572939"/>
            <a:chOff x="274663" y="183250"/>
            <a:chExt cx="463864" cy="572939"/>
          </a:xfrm>
        </p:grpSpPr>
        <p:grpSp>
          <p:nvGrpSpPr>
            <p:cNvPr id="685" name="Google Shape;685;p37"/>
            <p:cNvGrpSpPr/>
            <p:nvPr/>
          </p:nvGrpSpPr>
          <p:grpSpPr>
            <a:xfrm>
              <a:off x="633070" y="183250"/>
              <a:ext cx="105457" cy="105457"/>
              <a:chOff x="7812545" y="194375"/>
              <a:chExt cx="105457" cy="105457"/>
            </a:xfrm>
          </p:grpSpPr>
          <p:sp>
            <p:nvSpPr>
              <p:cNvPr id="686" name="Google Shape;686;p37"/>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37"/>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37"/>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37"/>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90" name="Google Shape;690;p37"/>
            <p:cNvSpPr/>
            <p:nvPr/>
          </p:nvSpPr>
          <p:spPr>
            <a:xfrm>
              <a:off x="274663" y="650800"/>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91" name="Google Shape;691;p37"/>
          <p:cNvSpPr/>
          <p:nvPr/>
        </p:nvSpPr>
        <p:spPr>
          <a:xfrm rot="10800000">
            <a:off x="8055478" y="4564201"/>
            <a:ext cx="1683999" cy="1354130"/>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92" name="Google Shape;692;p37"/>
          <p:cNvGrpSpPr/>
          <p:nvPr/>
        </p:nvGrpSpPr>
        <p:grpSpPr>
          <a:xfrm>
            <a:off x="167651" y="174775"/>
            <a:ext cx="719526" cy="729257"/>
            <a:chOff x="167651" y="174775"/>
            <a:chExt cx="719526" cy="729257"/>
          </a:xfrm>
        </p:grpSpPr>
        <p:sp>
          <p:nvSpPr>
            <p:cNvPr id="693" name="Google Shape;693;p37"/>
            <p:cNvSpPr/>
            <p:nvPr/>
          </p:nvSpPr>
          <p:spPr>
            <a:xfrm flipH="1" rot="10800000">
              <a:off x="167651" y="826080"/>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694" name="Google Shape;694;p37"/>
            <p:cNvGrpSpPr/>
            <p:nvPr/>
          </p:nvGrpSpPr>
          <p:grpSpPr>
            <a:xfrm flipH="1" rot="10800000">
              <a:off x="512195" y="174775"/>
              <a:ext cx="105457" cy="105457"/>
              <a:chOff x="7812545" y="194375"/>
              <a:chExt cx="105457" cy="105457"/>
            </a:xfrm>
          </p:grpSpPr>
          <p:sp>
            <p:nvSpPr>
              <p:cNvPr id="695" name="Google Shape;695;p37"/>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37"/>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37"/>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37"/>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99" name="Google Shape;699;p37"/>
            <p:cNvSpPr/>
            <p:nvPr/>
          </p:nvSpPr>
          <p:spPr>
            <a:xfrm flipH="1" rot="10800000">
              <a:off x="809226" y="58245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BLANK_8">
    <p:spTree>
      <p:nvGrpSpPr>
        <p:cNvPr id="700" name="Shape 700"/>
        <p:cNvGrpSpPr/>
        <p:nvPr/>
      </p:nvGrpSpPr>
      <p:grpSpPr>
        <a:xfrm>
          <a:off x="0" y="0"/>
          <a:ext cx="0" cy="0"/>
          <a:chOff x="0" y="0"/>
          <a:chExt cx="0" cy="0"/>
        </a:xfrm>
      </p:grpSpPr>
      <p:sp>
        <p:nvSpPr>
          <p:cNvPr id="701" name="Google Shape;701;p3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702" name="Google Shape;702;p38"/>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03" name="Google Shape;703;p38"/>
          <p:cNvSpPr txBox="1"/>
          <p:nvPr>
            <p:ph idx="1" type="subTitle"/>
          </p:nvPr>
        </p:nvSpPr>
        <p:spPr>
          <a:xfrm>
            <a:off x="3601100" y="1757449"/>
            <a:ext cx="2063100" cy="4815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704" name="Google Shape;704;p38"/>
          <p:cNvSpPr txBox="1"/>
          <p:nvPr>
            <p:ph idx="2" type="subTitle"/>
          </p:nvPr>
        </p:nvSpPr>
        <p:spPr>
          <a:xfrm>
            <a:off x="3601100" y="1346150"/>
            <a:ext cx="2063100" cy="393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sp>
        <p:nvSpPr>
          <p:cNvPr id="705" name="Google Shape;705;p38"/>
          <p:cNvSpPr txBox="1"/>
          <p:nvPr>
            <p:ph idx="3" type="subTitle"/>
          </p:nvPr>
        </p:nvSpPr>
        <p:spPr>
          <a:xfrm>
            <a:off x="3601100" y="2860349"/>
            <a:ext cx="2063100" cy="4815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706" name="Google Shape;706;p38"/>
          <p:cNvSpPr txBox="1"/>
          <p:nvPr>
            <p:ph idx="4" type="subTitle"/>
          </p:nvPr>
        </p:nvSpPr>
        <p:spPr>
          <a:xfrm>
            <a:off x="3601100" y="2449051"/>
            <a:ext cx="2063100" cy="393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sp>
        <p:nvSpPr>
          <p:cNvPr id="707" name="Google Shape;707;p38"/>
          <p:cNvSpPr txBox="1"/>
          <p:nvPr>
            <p:ph idx="5" type="subTitle"/>
          </p:nvPr>
        </p:nvSpPr>
        <p:spPr>
          <a:xfrm>
            <a:off x="3601100" y="3963250"/>
            <a:ext cx="2063100" cy="4815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708" name="Google Shape;708;p38"/>
          <p:cNvSpPr txBox="1"/>
          <p:nvPr>
            <p:ph idx="6" type="subTitle"/>
          </p:nvPr>
        </p:nvSpPr>
        <p:spPr>
          <a:xfrm>
            <a:off x="3601100" y="3551951"/>
            <a:ext cx="2063100" cy="393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sp>
        <p:nvSpPr>
          <p:cNvPr id="709" name="Google Shape;709;p38"/>
          <p:cNvSpPr txBox="1"/>
          <p:nvPr>
            <p:ph idx="7" type="subTitle"/>
          </p:nvPr>
        </p:nvSpPr>
        <p:spPr>
          <a:xfrm>
            <a:off x="6395100" y="1757449"/>
            <a:ext cx="2063100" cy="4815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710" name="Google Shape;710;p38"/>
          <p:cNvSpPr txBox="1"/>
          <p:nvPr>
            <p:ph idx="8" type="subTitle"/>
          </p:nvPr>
        </p:nvSpPr>
        <p:spPr>
          <a:xfrm>
            <a:off x="6395100" y="1346150"/>
            <a:ext cx="2063100" cy="393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sp>
        <p:nvSpPr>
          <p:cNvPr id="711" name="Google Shape;711;p38"/>
          <p:cNvSpPr txBox="1"/>
          <p:nvPr>
            <p:ph idx="9" type="subTitle"/>
          </p:nvPr>
        </p:nvSpPr>
        <p:spPr>
          <a:xfrm>
            <a:off x="6395100" y="2860349"/>
            <a:ext cx="2063100" cy="4815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712" name="Google Shape;712;p38"/>
          <p:cNvSpPr txBox="1"/>
          <p:nvPr>
            <p:ph idx="13" type="subTitle"/>
          </p:nvPr>
        </p:nvSpPr>
        <p:spPr>
          <a:xfrm>
            <a:off x="6395100" y="2449051"/>
            <a:ext cx="2063100" cy="393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sp>
        <p:nvSpPr>
          <p:cNvPr id="713" name="Google Shape;713;p38"/>
          <p:cNvSpPr txBox="1"/>
          <p:nvPr>
            <p:ph idx="14" type="subTitle"/>
          </p:nvPr>
        </p:nvSpPr>
        <p:spPr>
          <a:xfrm>
            <a:off x="6395100" y="3963250"/>
            <a:ext cx="2063100" cy="4815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714" name="Google Shape;714;p38"/>
          <p:cNvSpPr txBox="1"/>
          <p:nvPr>
            <p:ph idx="15" type="subTitle"/>
          </p:nvPr>
        </p:nvSpPr>
        <p:spPr>
          <a:xfrm>
            <a:off x="6395100" y="3551951"/>
            <a:ext cx="2063100" cy="393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grpSp>
        <p:nvGrpSpPr>
          <p:cNvPr id="715" name="Google Shape;715;p38"/>
          <p:cNvGrpSpPr/>
          <p:nvPr/>
        </p:nvGrpSpPr>
        <p:grpSpPr>
          <a:xfrm>
            <a:off x="8140895" y="199900"/>
            <a:ext cx="767307" cy="704132"/>
            <a:chOff x="8140895" y="199900"/>
            <a:chExt cx="767307" cy="704132"/>
          </a:xfrm>
        </p:grpSpPr>
        <p:sp>
          <p:nvSpPr>
            <p:cNvPr id="716" name="Google Shape;716;p38"/>
            <p:cNvSpPr/>
            <p:nvPr/>
          </p:nvSpPr>
          <p:spPr>
            <a:xfrm>
              <a:off x="8724801" y="261850"/>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717" name="Google Shape;717;p38"/>
            <p:cNvGrpSpPr/>
            <p:nvPr/>
          </p:nvGrpSpPr>
          <p:grpSpPr>
            <a:xfrm>
              <a:off x="8802745" y="798575"/>
              <a:ext cx="105457" cy="105457"/>
              <a:chOff x="7812545" y="194375"/>
              <a:chExt cx="105457" cy="105457"/>
            </a:xfrm>
          </p:grpSpPr>
          <p:sp>
            <p:nvSpPr>
              <p:cNvPr id="718" name="Google Shape;718;p38"/>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38"/>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38"/>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38"/>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2" name="Google Shape;722;p38"/>
            <p:cNvGrpSpPr/>
            <p:nvPr/>
          </p:nvGrpSpPr>
          <p:grpSpPr>
            <a:xfrm>
              <a:off x="8140895" y="199900"/>
              <a:ext cx="105457" cy="105457"/>
              <a:chOff x="7812545" y="194375"/>
              <a:chExt cx="105457" cy="105457"/>
            </a:xfrm>
          </p:grpSpPr>
          <p:sp>
            <p:nvSpPr>
              <p:cNvPr id="723" name="Google Shape;723;p38"/>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38"/>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38"/>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38"/>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727" name="Google Shape;727;p38"/>
          <p:cNvGrpSpPr/>
          <p:nvPr/>
        </p:nvGrpSpPr>
        <p:grpSpPr>
          <a:xfrm>
            <a:off x="198551" y="248100"/>
            <a:ext cx="340151" cy="550476"/>
            <a:chOff x="198551" y="248100"/>
            <a:chExt cx="340151" cy="550476"/>
          </a:xfrm>
        </p:grpSpPr>
        <p:sp>
          <p:nvSpPr>
            <p:cNvPr id="728" name="Google Shape;728;p38"/>
            <p:cNvSpPr/>
            <p:nvPr/>
          </p:nvSpPr>
          <p:spPr>
            <a:xfrm>
              <a:off x="198551" y="72062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729" name="Google Shape;729;p38"/>
            <p:cNvGrpSpPr/>
            <p:nvPr/>
          </p:nvGrpSpPr>
          <p:grpSpPr>
            <a:xfrm>
              <a:off x="433245" y="248100"/>
              <a:ext cx="105457" cy="105457"/>
              <a:chOff x="7812545" y="194375"/>
              <a:chExt cx="105457" cy="105457"/>
            </a:xfrm>
          </p:grpSpPr>
          <p:sp>
            <p:nvSpPr>
              <p:cNvPr id="730" name="Google Shape;730;p38"/>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p38"/>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 name="Google Shape;732;p38"/>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38"/>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734" name="Google Shape;734;p38"/>
          <p:cNvSpPr/>
          <p:nvPr/>
        </p:nvSpPr>
        <p:spPr>
          <a:xfrm flipH="1">
            <a:off x="8724788" y="4527038"/>
            <a:ext cx="1232275" cy="1091025"/>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35" name="Google Shape;735;p38"/>
          <p:cNvGrpSpPr/>
          <p:nvPr/>
        </p:nvGrpSpPr>
        <p:grpSpPr>
          <a:xfrm>
            <a:off x="2880351" y="4654848"/>
            <a:ext cx="2357201" cy="285801"/>
            <a:chOff x="2880351" y="4654848"/>
            <a:chExt cx="2357201" cy="285801"/>
          </a:xfrm>
        </p:grpSpPr>
        <p:sp>
          <p:nvSpPr>
            <p:cNvPr id="736" name="Google Shape;736;p38"/>
            <p:cNvSpPr/>
            <p:nvPr/>
          </p:nvSpPr>
          <p:spPr>
            <a:xfrm>
              <a:off x="2880351" y="4862698"/>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737" name="Google Shape;737;p38"/>
            <p:cNvGrpSpPr/>
            <p:nvPr/>
          </p:nvGrpSpPr>
          <p:grpSpPr>
            <a:xfrm>
              <a:off x="3601095" y="4654848"/>
              <a:ext cx="105457" cy="105457"/>
              <a:chOff x="7812545" y="194375"/>
              <a:chExt cx="105457" cy="105457"/>
            </a:xfrm>
          </p:grpSpPr>
          <p:sp>
            <p:nvSpPr>
              <p:cNvPr id="738" name="Google Shape;738;p38"/>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38"/>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38"/>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 name="Google Shape;741;p38"/>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42" name="Google Shape;742;p38"/>
            <p:cNvSpPr/>
            <p:nvPr/>
          </p:nvSpPr>
          <p:spPr>
            <a:xfrm>
              <a:off x="4343376" y="4862698"/>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743" name="Google Shape;743;p38"/>
            <p:cNvGrpSpPr/>
            <p:nvPr/>
          </p:nvGrpSpPr>
          <p:grpSpPr>
            <a:xfrm>
              <a:off x="5132095" y="4654848"/>
              <a:ext cx="105457" cy="105457"/>
              <a:chOff x="7812545" y="194375"/>
              <a:chExt cx="105457" cy="105457"/>
            </a:xfrm>
          </p:grpSpPr>
          <p:sp>
            <p:nvSpPr>
              <p:cNvPr id="744" name="Google Shape;744;p38"/>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38"/>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p38"/>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p38"/>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BLANK_9">
    <p:spTree>
      <p:nvGrpSpPr>
        <p:cNvPr id="748" name="Shape 748"/>
        <p:cNvGrpSpPr/>
        <p:nvPr/>
      </p:nvGrpSpPr>
      <p:grpSpPr>
        <a:xfrm>
          <a:off x="0" y="0"/>
          <a:ext cx="0" cy="0"/>
          <a:chOff x="0" y="0"/>
          <a:chExt cx="0" cy="0"/>
        </a:xfrm>
      </p:grpSpPr>
      <p:sp>
        <p:nvSpPr>
          <p:cNvPr id="749" name="Google Shape;749;p3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750" name="Google Shape;750;p39"/>
          <p:cNvSpPr txBox="1"/>
          <p:nvPr>
            <p:ph type="title"/>
          </p:nvPr>
        </p:nvSpPr>
        <p:spPr>
          <a:xfrm>
            <a:off x="685800" y="1976850"/>
            <a:ext cx="3598800" cy="5355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51" name="Google Shape;751;p39"/>
          <p:cNvSpPr txBox="1"/>
          <p:nvPr>
            <p:ph idx="1" type="subTitle"/>
          </p:nvPr>
        </p:nvSpPr>
        <p:spPr>
          <a:xfrm>
            <a:off x="685800" y="2627175"/>
            <a:ext cx="3598800" cy="7518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nSpc>
                <a:spcPct val="100000"/>
              </a:lnSpc>
              <a:spcBef>
                <a:spcPts val="0"/>
              </a:spcBef>
              <a:spcAft>
                <a:spcPts val="0"/>
              </a:spcAft>
              <a:buSzPts val="2100"/>
              <a:buNone/>
              <a:defRPr sz="2100"/>
            </a:lvl2pPr>
            <a:lvl3pPr lvl="2">
              <a:lnSpc>
                <a:spcPct val="100000"/>
              </a:lnSpc>
              <a:spcBef>
                <a:spcPts val="0"/>
              </a:spcBef>
              <a:spcAft>
                <a:spcPts val="0"/>
              </a:spcAft>
              <a:buSzPts val="2100"/>
              <a:buNone/>
              <a:defRPr sz="2100"/>
            </a:lvl3pPr>
            <a:lvl4pPr lvl="3">
              <a:lnSpc>
                <a:spcPct val="100000"/>
              </a:lnSpc>
              <a:spcBef>
                <a:spcPts val="0"/>
              </a:spcBef>
              <a:spcAft>
                <a:spcPts val="0"/>
              </a:spcAft>
              <a:buSzPts val="2100"/>
              <a:buNone/>
              <a:defRPr sz="2100"/>
            </a:lvl4pPr>
            <a:lvl5pPr lvl="4">
              <a:lnSpc>
                <a:spcPct val="100000"/>
              </a:lnSpc>
              <a:spcBef>
                <a:spcPts val="0"/>
              </a:spcBef>
              <a:spcAft>
                <a:spcPts val="0"/>
              </a:spcAft>
              <a:buSzPts val="2100"/>
              <a:buNone/>
              <a:defRPr sz="2100"/>
            </a:lvl5pPr>
            <a:lvl6pPr lvl="5">
              <a:lnSpc>
                <a:spcPct val="100000"/>
              </a:lnSpc>
              <a:spcBef>
                <a:spcPts val="0"/>
              </a:spcBef>
              <a:spcAft>
                <a:spcPts val="0"/>
              </a:spcAft>
              <a:buSzPts val="2100"/>
              <a:buNone/>
              <a:defRPr sz="2100"/>
            </a:lvl6pPr>
            <a:lvl7pPr lvl="6">
              <a:lnSpc>
                <a:spcPct val="100000"/>
              </a:lnSpc>
              <a:spcBef>
                <a:spcPts val="0"/>
              </a:spcBef>
              <a:spcAft>
                <a:spcPts val="0"/>
              </a:spcAft>
              <a:buSzPts val="2100"/>
              <a:buNone/>
              <a:defRPr sz="2100"/>
            </a:lvl7pPr>
            <a:lvl8pPr lvl="7">
              <a:lnSpc>
                <a:spcPct val="100000"/>
              </a:lnSpc>
              <a:spcBef>
                <a:spcPts val="0"/>
              </a:spcBef>
              <a:spcAft>
                <a:spcPts val="0"/>
              </a:spcAft>
              <a:buSzPts val="2100"/>
              <a:buNone/>
              <a:defRPr sz="2100"/>
            </a:lvl8pPr>
            <a:lvl9pPr lvl="8">
              <a:lnSpc>
                <a:spcPct val="100000"/>
              </a:lnSpc>
              <a:spcBef>
                <a:spcPts val="0"/>
              </a:spcBef>
              <a:spcAft>
                <a:spcPts val="0"/>
              </a:spcAft>
              <a:buSzPts val="2100"/>
              <a:buNone/>
              <a:defRPr sz="2100"/>
            </a:lvl9pPr>
          </a:lstStyle>
          <a:p/>
        </p:txBody>
      </p:sp>
      <p:grpSp>
        <p:nvGrpSpPr>
          <p:cNvPr id="752" name="Google Shape;752;p39"/>
          <p:cNvGrpSpPr/>
          <p:nvPr/>
        </p:nvGrpSpPr>
        <p:grpSpPr>
          <a:xfrm>
            <a:off x="203282" y="217187"/>
            <a:ext cx="801319" cy="855707"/>
            <a:chOff x="203282" y="217187"/>
            <a:chExt cx="801319" cy="855707"/>
          </a:xfrm>
        </p:grpSpPr>
        <p:sp>
          <p:nvSpPr>
            <p:cNvPr id="753" name="Google Shape;753;p39"/>
            <p:cNvSpPr/>
            <p:nvPr/>
          </p:nvSpPr>
          <p:spPr>
            <a:xfrm>
              <a:off x="899150" y="217187"/>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54" name="Google Shape;754;p39"/>
            <p:cNvGrpSpPr/>
            <p:nvPr/>
          </p:nvGrpSpPr>
          <p:grpSpPr>
            <a:xfrm>
              <a:off x="203282" y="967438"/>
              <a:ext cx="105457" cy="105457"/>
              <a:chOff x="7812545" y="194375"/>
              <a:chExt cx="105457" cy="105457"/>
            </a:xfrm>
          </p:grpSpPr>
          <p:sp>
            <p:nvSpPr>
              <p:cNvPr id="755" name="Google Shape;755;p39"/>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39"/>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39"/>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 name="Google Shape;758;p39"/>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759" name="Google Shape;759;p39"/>
          <p:cNvGrpSpPr/>
          <p:nvPr/>
        </p:nvGrpSpPr>
        <p:grpSpPr>
          <a:xfrm>
            <a:off x="-486246" y="4538820"/>
            <a:ext cx="1490848" cy="877511"/>
            <a:chOff x="-486246" y="4538820"/>
            <a:chExt cx="1490848" cy="877511"/>
          </a:xfrm>
        </p:grpSpPr>
        <p:sp>
          <p:nvSpPr>
            <p:cNvPr id="760" name="Google Shape;760;p39"/>
            <p:cNvSpPr/>
            <p:nvPr/>
          </p:nvSpPr>
          <p:spPr>
            <a:xfrm>
              <a:off x="-486246" y="4538820"/>
              <a:ext cx="991119" cy="877511"/>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 name="Google Shape;761;p39"/>
            <p:cNvSpPr/>
            <p:nvPr/>
          </p:nvSpPr>
          <p:spPr>
            <a:xfrm>
              <a:off x="899150" y="4850137"/>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BLANK_11">
    <p:spTree>
      <p:nvGrpSpPr>
        <p:cNvPr id="762" name="Shape 762"/>
        <p:cNvGrpSpPr/>
        <p:nvPr/>
      </p:nvGrpSpPr>
      <p:grpSpPr>
        <a:xfrm>
          <a:off x="0" y="0"/>
          <a:ext cx="0" cy="0"/>
          <a:chOff x="0" y="0"/>
          <a:chExt cx="0" cy="0"/>
        </a:xfrm>
      </p:grpSpPr>
      <p:sp>
        <p:nvSpPr>
          <p:cNvPr id="763" name="Google Shape;763;p4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764" name="Google Shape;764;p40"/>
          <p:cNvSpPr txBox="1"/>
          <p:nvPr>
            <p:ph type="title"/>
          </p:nvPr>
        </p:nvSpPr>
        <p:spPr>
          <a:xfrm>
            <a:off x="4859400" y="1976850"/>
            <a:ext cx="3598800" cy="5355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65" name="Google Shape;765;p40"/>
          <p:cNvSpPr txBox="1"/>
          <p:nvPr>
            <p:ph idx="1" type="subTitle"/>
          </p:nvPr>
        </p:nvSpPr>
        <p:spPr>
          <a:xfrm>
            <a:off x="4859400" y="2627175"/>
            <a:ext cx="3598800" cy="7518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nSpc>
                <a:spcPct val="100000"/>
              </a:lnSpc>
              <a:spcBef>
                <a:spcPts val="0"/>
              </a:spcBef>
              <a:spcAft>
                <a:spcPts val="0"/>
              </a:spcAft>
              <a:buSzPts val="2100"/>
              <a:buNone/>
              <a:defRPr sz="2100"/>
            </a:lvl2pPr>
            <a:lvl3pPr lvl="2">
              <a:lnSpc>
                <a:spcPct val="100000"/>
              </a:lnSpc>
              <a:spcBef>
                <a:spcPts val="0"/>
              </a:spcBef>
              <a:spcAft>
                <a:spcPts val="0"/>
              </a:spcAft>
              <a:buSzPts val="2100"/>
              <a:buNone/>
              <a:defRPr sz="2100"/>
            </a:lvl3pPr>
            <a:lvl4pPr lvl="3">
              <a:lnSpc>
                <a:spcPct val="100000"/>
              </a:lnSpc>
              <a:spcBef>
                <a:spcPts val="0"/>
              </a:spcBef>
              <a:spcAft>
                <a:spcPts val="0"/>
              </a:spcAft>
              <a:buSzPts val="2100"/>
              <a:buNone/>
              <a:defRPr sz="2100"/>
            </a:lvl4pPr>
            <a:lvl5pPr lvl="4">
              <a:lnSpc>
                <a:spcPct val="100000"/>
              </a:lnSpc>
              <a:spcBef>
                <a:spcPts val="0"/>
              </a:spcBef>
              <a:spcAft>
                <a:spcPts val="0"/>
              </a:spcAft>
              <a:buSzPts val="2100"/>
              <a:buNone/>
              <a:defRPr sz="2100"/>
            </a:lvl5pPr>
            <a:lvl6pPr lvl="5">
              <a:lnSpc>
                <a:spcPct val="100000"/>
              </a:lnSpc>
              <a:spcBef>
                <a:spcPts val="0"/>
              </a:spcBef>
              <a:spcAft>
                <a:spcPts val="0"/>
              </a:spcAft>
              <a:buSzPts val="2100"/>
              <a:buNone/>
              <a:defRPr sz="2100"/>
            </a:lvl6pPr>
            <a:lvl7pPr lvl="6">
              <a:lnSpc>
                <a:spcPct val="100000"/>
              </a:lnSpc>
              <a:spcBef>
                <a:spcPts val="0"/>
              </a:spcBef>
              <a:spcAft>
                <a:spcPts val="0"/>
              </a:spcAft>
              <a:buSzPts val="2100"/>
              <a:buNone/>
              <a:defRPr sz="2100"/>
            </a:lvl7pPr>
            <a:lvl8pPr lvl="7">
              <a:lnSpc>
                <a:spcPct val="100000"/>
              </a:lnSpc>
              <a:spcBef>
                <a:spcPts val="0"/>
              </a:spcBef>
              <a:spcAft>
                <a:spcPts val="0"/>
              </a:spcAft>
              <a:buSzPts val="2100"/>
              <a:buNone/>
              <a:defRPr sz="2100"/>
            </a:lvl8pPr>
            <a:lvl9pPr lvl="8">
              <a:lnSpc>
                <a:spcPct val="100000"/>
              </a:lnSpc>
              <a:spcBef>
                <a:spcPts val="0"/>
              </a:spcBef>
              <a:spcAft>
                <a:spcPts val="0"/>
              </a:spcAft>
              <a:buSzPts val="2100"/>
              <a:buNone/>
              <a:defRPr sz="2100"/>
            </a:lvl9pPr>
          </a:lstStyle>
          <a:p/>
        </p:txBody>
      </p:sp>
      <p:grpSp>
        <p:nvGrpSpPr>
          <p:cNvPr id="766" name="Google Shape;766;p40"/>
          <p:cNvGrpSpPr/>
          <p:nvPr/>
        </p:nvGrpSpPr>
        <p:grpSpPr>
          <a:xfrm>
            <a:off x="4267201" y="4281023"/>
            <a:ext cx="2862276" cy="557407"/>
            <a:chOff x="4267201" y="4281023"/>
            <a:chExt cx="2862276" cy="557407"/>
          </a:xfrm>
        </p:grpSpPr>
        <p:sp>
          <p:nvSpPr>
            <p:cNvPr id="767" name="Google Shape;767;p40"/>
            <p:cNvSpPr/>
            <p:nvPr/>
          </p:nvSpPr>
          <p:spPr>
            <a:xfrm>
              <a:off x="4267201" y="4746723"/>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768" name="Google Shape;768;p40"/>
            <p:cNvGrpSpPr/>
            <p:nvPr/>
          </p:nvGrpSpPr>
          <p:grpSpPr>
            <a:xfrm>
              <a:off x="5127270" y="4281023"/>
              <a:ext cx="105457" cy="105457"/>
              <a:chOff x="7812545" y="194375"/>
              <a:chExt cx="105457" cy="105457"/>
            </a:xfrm>
          </p:grpSpPr>
          <p:sp>
            <p:nvSpPr>
              <p:cNvPr id="769" name="Google Shape;769;p40"/>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 name="Google Shape;770;p40"/>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40"/>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 name="Google Shape;772;p40"/>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3" name="Google Shape;773;p40"/>
            <p:cNvSpPr/>
            <p:nvPr/>
          </p:nvSpPr>
          <p:spPr>
            <a:xfrm>
              <a:off x="6165650" y="4487449"/>
              <a:ext cx="171626" cy="171626"/>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774" name="Google Shape;774;p40"/>
            <p:cNvGrpSpPr/>
            <p:nvPr/>
          </p:nvGrpSpPr>
          <p:grpSpPr>
            <a:xfrm>
              <a:off x="7024020" y="4732973"/>
              <a:ext cx="105457" cy="105457"/>
              <a:chOff x="7812545" y="194375"/>
              <a:chExt cx="105457" cy="105457"/>
            </a:xfrm>
          </p:grpSpPr>
          <p:sp>
            <p:nvSpPr>
              <p:cNvPr id="775" name="Google Shape;775;p40"/>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 name="Google Shape;776;p40"/>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p40"/>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 name="Google Shape;778;p40"/>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779" name="Google Shape;779;p40"/>
          <p:cNvSpPr/>
          <p:nvPr/>
        </p:nvSpPr>
        <p:spPr>
          <a:xfrm rot="5828238">
            <a:off x="712226" y="4219055"/>
            <a:ext cx="1085117" cy="2077472"/>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p40"/>
          <p:cNvSpPr/>
          <p:nvPr/>
        </p:nvSpPr>
        <p:spPr>
          <a:xfrm flipH="1">
            <a:off x="8516050" y="4487450"/>
            <a:ext cx="1172375" cy="942725"/>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81" name="Google Shape;781;p40"/>
          <p:cNvGrpSpPr/>
          <p:nvPr/>
        </p:nvGrpSpPr>
        <p:grpSpPr>
          <a:xfrm>
            <a:off x="8176604" y="-179030"/>
            <a:ext cx="1421198" cy="1325909"/>
            <a:chOff x="8176604" y="-179030"/>
            <a:chExt cx="1421198" cy="1325909"/>
          </a:xfrm>
        </p:grpSpPr>
        <p:sp>
          <p:nvSpPr>
            <p:cNvPr id="782" name="Google Shape;782;p40"/>
            <p:cNvSpPr/>
            <p:nvPr/>
          </p:nvSpPr>
          <p:spPr>
            <a:xfrm flipH="1">
              <a:off x="8606683" y="-179030"/>
              <a:ext cx="991119" cy="877511"/>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 name="Google Shape;783;p40"/>
            <p:cNvSpPr/>
            <p:nvPr/>
          </p:nvSpPr>
          <p:spPr>
            <a:xfrm flipH="1">
              <a:off x="8176604" y="349987"/>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84" name="Google Shape;784;p40"/>
            <p:cNvGrpSpPr/>
            <p:nvPr/>
          </p:nvGrpSpPr>
          <p:grpSpPr>
            <a:xfrm>
              <a:off x="8732620" y="1041423"/>
              <a:ext cx="105457" cy="105457"/>
              <a:chOff x="7812545" y="194375"/>
              <a:chExt cx="105457" cy="105457"/>
            </a:xfrm>
          </p:grpSpPr>
          <p:sp>
            <p:nvSpPr>
              <p:cNvPr id="785" name="Google Shape;785;p40"/>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40"/>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40"/>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40"/>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789" name="Google Shape;789;p40"/>
          <p:cNvSpPr/>
          <p:nvPr/>
        </p:nvSpPr>
        <p:spPr>
          <a:xfrm>
            <a:off x="-1881050" y="-618725"/>
            <a:ext cx="6399210" cy="5209061"/>
          </a:xfrm>
          <a:custGeom>
            <a:rect b="b" l="l" r="r" t="t"/>
            <a:pathLst>
              <a:path extrusionOk="0" h="48924" w="60102">
                <a:moveTo>
                  <a:pt x="31550" y="1"/>
                </a:moveTo>
                <a:cubicBezTo>
                  <a:pt x="28688" y="1"/>
                  <a:pt x="25391" y="541"/>
                  <a:pt x="22089" y="2238"/>
                </a:cubicBezTo>
                <a:cubicBezTo>
                  <a:pt x="12977" y="6900"/>
                  <a:pt x="8196" y="17230"/>
                  <a:pt x="4091" y="25485"/>
                </a:cubicBezTo>
                <a:cubicBezTo>
                  <a:pt x="1" y="33725"/>
                  <a:pt x="2016" y="42612"/>
                  <a:pt x="8767" y="47123"/>
                </a:cubicBezTo>
                <a:cubicBezTo>
                  <a:pt x="10764" y="48461"/>
                  <a:pt x="12590" y="48924"/>
                  <a:pt x="14421" y="48924"/>
                </a:cubicBezTo>
                <a:cubicBezTo>
                  <a:pt x="18514" y="48924"/>
                  <a:pt x="22630" y="46611"/>
                  <a:pt x="28730" y="46611"/>
                </a:cubicBezTo>
                <a:cubicBezTo>
                  <a:pt x="29125" y="46611"/>
                  <a:pt x="29527" y="46621"/>
                  <a:pt x="29939" y="46641"/>
                </a:cubicBezTo>
                <a:cubicBezTo>
                  <a:pt x="34134" y="46851"/>
                  <a:pt x="36984" y="47278"/>
                  <a:pt x="39535" y="47278"/>
                </a:cubicBezTo>
                <a:cubicBezTo>
                  <a:pt x="42835" y="47278"/>
                  <a:pt x="45637" y="46563"/>
                  <a:pt x="50208" y="43739"/>
                </a:cubicBezTo>
                <a:cubicBezTo>
                  <a:pt x="58328" y="38732"/>
                  <a:pt x="60102" y="25500"/>
                  <a:pt x="54042" y="15140"/>
                </a:cubicBezTo>
                <a:cubicBezTo>
                  <a:pt x="47997" y="4779"/>
                  <a:pt x="40254" y="1667"/>
                  <a:pt x="40254" y="1667"/>
                </a:cubicBezTo>
                <a:cubicBezTo>
                  <a:pt x="40254" y="1667"/>
                  <a:pt x="36573" y="1"/>
                  <a:pt x="31550"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BLANK_13">
    <p:spTree>
      <p:nvGrpSpPr>
        <p:cNvPr id="790" name="Shape 790"/>
        <p:cNvGrpSpPr/>
        <p:nvPr/>
      </p:nvGrpSpPr>
      <p:grpSpPr>
        <a:xfrm>
          <a:off x="0" y="0"/>
          <a:ext cx="0" cy="0"/>
          <a:chOff x="0" y="0"/>
          <a:chExt cx="0" cy="0"/>
        </a:xfrm>
      </p:grpSpPr>
      <p:sp>
        <p:nvSpPr>
          <p:cNvPr id="791" name="Google Shape;791;p41"/>
          <p:cNvSpPr/>
          <p:nvPr/>
        </p:nvSpPr>
        <p:spPr>
          <a:xfrm flipH="1" rot="10800000">
            <a:off x="708675" y="219590"/>
            <a:ext cx="7726638" cy="4704323"/>
          </a:xfrm>
          <a:custGeom>
            <a:rect b="b" l="l" r="r" t="t"/>
            <a:pathLst>
              <a:path extrusionOk="0" h="49900" w="54584">
                <a:moveTo>
                  <a:pt x="39803" y="0"/>
                </a:moveTo>
                <a:cubicBezTo>
                  <a:pt x="38029" y="0"/>
                  <a:pt x="36248" y="409"/>
                  <a:pt x="34570" y="1238"/>
                </a:cubicBezTo>
                <a:cubicBezTo>
                  <a:pt x="31367" y="2802"/>
                  <a:pt x="28886" y="5448"/>
                  <a:pt x="25683" y="7012"/>
                </a:cubicBezTo>
                <a:cubicBezTo>
                  <a:pt x="21308" y="9163"/>
                  <a:pt x="16511" y="10320"/>
                  <a:pt x="12090" y="12380"/>
                </a:cubicBezTo>
                <a:cubicBezTo>
                  <a:pt x="7684" y="14425"/>
                  <a:pt x="3444" y="17628"/>
                  <a:pt x="1865" y="22244"/>
                </a:cubicBezTo>
                <a:cubicBezTo>
                  <a:pt x="1" y="27673"/>
                  <a:pt x="647" y="34078"/>
                  <a:pt x="3504" y="39040"/>
                </a:cubicBezTo>
                <a:cubicBezTo>
                  <a:pt x="8069" y="46988"/>
                  <a:pt x="17031" y="49899"/>
                  <a:pt x="25743" y="49899"/>
                </a:cubicBezTo>
                <a:cubicBezTo>
                  <a:pt x="25898" y="49899"/>
                  <a:pt x="26054" y="49898"/>
                  <a:pt x="26209" y="49897"/>
                </a:cubicBezTo>
                <a:cubicBezTo>
                  <a:pt x="44945" y="49671"/>
                  <a:pt x="54583" y="26996"/>
                  <a:pt x="51531" y="10696"/>
                </a:cubicBezTo>
                <a:cubicBezTo>
                  <a:pt x="50869" y="7163"/>
                  <a:pt x="49230" y="3779"/>
                  <a:pt x="46118" y="1840"/>
                </a:cubicBezTo>
                <a:cubicBezTo>
                  <a:pt x="44160" y="620"/>
                  <a:pt x="41987" y="0"/>
                  <a:pt x="3980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p4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793" name="Google Shape;793;p41"/>
          <p:cNvSpPr txBox="1"/>
          <p:nvPr>
            <p:ph type="title"/>
          </p:nvPr>
        </p:nvSpPr>
        <p:spPr>
          <a:xfrm>
            <a:off x="1342950" y="1382675"/>
            <a:ext cx="6458100" cy="12486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accent2"/>
              </a:buClr>
              <a:buSzPts val="10000"/>
              <a:buNone/>
              <a:defRPr sz="10000">
                <a:solidFill>
                  <a:schemeClr val="accent2"/>
                </a:solidFill>
              </a:defRPr>
            </a:lvl1pPr>
            <a:lvl2pPr lvl="1">
              <a:spcBef>
                <a:spcPts val="0"/>
              </a:spcBef>
              <a:spcAft>
                <a:spcPts val="0"/>
              </a:spcAft>
              <a:buClr>
                <a:schemeClr val="accent2"/>
              </a:buClr>
              <a:buSzPts val="10000"/>
              <a:buNone/>
              <a:defRPr sz="10000">
                <a:solidFill>
                  <a:schemeClr val="accent2"/>
                </a:solidFill>
              </a:defRPr>
            </a:lvl2pPr>
            <a:lvl3pPr lvl="2">
              <a:spcBef>
                <a:spcPts val="0"/>
              </a:spcBef>
              <a:spcAft>
                <a:spcPts val="0"/>
              </a:spcAft>
              <a:buClr>
                <a:schemeClr val="accent2"/>
              </a:buClr>
              <a:buSzPts val="10000"/>
              <a:buNone/>
              <a:defRPr sz="10000">
                <a:solidFill>
                  <a:schemeClr val="accent2"/>
                </a:solidFill>
              </a:defRPr>
            </a:lvl3pPr>
            <a:lvl4pPr lvl="3">
              <a:spcBef>
                <a:spcPts val="0"/>
              </a:spcBef>
              <a:spcAft>
                <a:spcPts val="0"/>
              </a:spcAft>
              <a:buClr>
                <a:schemeClr val="accent2"/>
              </a:buClr>
              <a:buSzPts val="10000"/>
              <a:buNone/>
              <a:defRPr sz="10000">
                <a:solidFill>
                  <a:schemeClr val="accent2"/>
                </a:solidFill>
              </a:defRPr>
            </a:lvl4pPr>
            <a:lvl5pPr lvl="4">
              <a:spcBef>
                <a:spcPts val="0"/>
              </a:spcBef>
              <a:spcAft>
                <a:spcPts val="0"/>
              </a:spcAft>
              <a:buClr>
                <a:schemeClr val="accent2"/>
              </a:buClr>
              <a:buSzPts val="10000"/>
              <a:buNone/>
              <a:defRPr sz="10000">
                <a:solidFill>
                  <a:schemeClr val="accent2"/>
                </a:solidFill>
              </a:defRPr>
            </a:lvl5pPr>
            <a:lvl6pPr lvl="5">
              <a:spcBef>
                <a:spcPts val="0"/>
              </a:spcBef>
              <a:spcAft>
                <a:spcPts val="0"/>
              </a:spcAft>
              <a:buClr>
                <a:schemeClr val="accent2"/>
              </a:buClr>
              <a:buSzPts val="10000"/>
              <a:buNone/>
              <a:defRPr sz="10000">
                <a:solidFill>
                  <a:schemeClr val="accent2"/>
                </a:solidFill>
              </a:defRPr>
            </a:lvl6pPr>
            <a:lvl7pPr lvl="6">
              <a:spcBef>
                <a:spcPts val="0"/>
              </a:spcBef>
              <a:spcAft>
                <a:spcPts val="0"/>
              </a:spcAft>
              <a:buClr>
                <a:schemeClr val="accent2"/>
              </a:buClr>
              <a:buSzPts val="10000"/>
              <a:buNone/>
              <a:defRPr sz="10000">
                <a:solidFill>
                  <a:schemeClr val="accent2"/>
                </a:solidFill>
              </a:defRPr>
            </a:lvl7pPr>
            <a:lvl8pPr lvl="7">
              <a:spcBef>
                <a:spcPts val="0"/>
              </a:spcBef>
              <a:spcAft>
                <a:spcPts val="0"/>
              </a:spcAft>
              <a:buClr>
                <a:schemeClr val="accent2"/>
              </a:buClr>
              <a:buSzPts val="10000"/>
              <a:buNone/>
              <a:defRPr sz="10000">
                <a:solidFill>
                  <a:schemeClr val="accent2"/>
                </a:solidFill>
              </a:defRPr>
            </a:lvl8pPr>
            <a:lvl9pPr lvl="8">
              <a:spcBef>
                <a:spcPts val="0"/>
              </a:spcBef>
              <a:spcAft>
                <a:spcPts val="0"/>
              </a:spcAft>
              <a:buClr>
                <a:schemeClr val="accent2"/>
              </a:buClr>
              <a:buSzPts val="10000"/>
              <a:buNone/>
              <a:defRPr sz="10000">
                <a:solidFill>
                  <a:schemeClr val="accent2"/>
                </a:solidFill>
              </a:defRPr>
            </a:lvl9pPr>
          </a:lstStyle>
          <a:p/>
        </p:txBody>
      </p:sp>
      <p:sp>
        <p:nvSpPr>
          <p:cNvPr id="794" name="Google Shape;794;p41"/>
          <p:cNvSpPr txBox="1"/>
          <p:nvPr>
            <p:ph idx="1" type="subTitle"/>
          </p:nvPr>
        </p:nvSpPr>
        <p:spPr>
          <a:xfrm>
            <a:off x="2011650" y="2844800"/>
            <a:ext cx="5120700" cy="4470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8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795" name="Google Shape;795;p41"/>
          <p:cNvGrpSpPr/>
          <p:nvPr/>
        </p:nvGrpSpPr>
        <p:grpSpPr>
          <a:xfrm>
            <a:off x="-491969" y="3889601"/>
            <a:ext cx="2426346" cy="1766101"/>
            <a:chOff x="-491969" y="3889601"/>
            <a:chExt cx="2426346" cy="1766101"/>
          </a:xfrm>
        </p:grpSpPr>
        <p:sp>
          <p:nvSpPr>
            <p:cNvPr id="796" name="Google Shape;796;p41"/>
            <p:cNvSpPr/>
            <p:nvPr/>
          </p:nvSpPr>
          <p:spPr>
            <a:xfrm>
              <a:off x="-261950" y="3889601"/>
              <a:ext cx="2196327" cy="1766101"/>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 name="Google Shape;797;p41"/>
            <p:cNvSpPr/>
            <p:nvPr/>
          </p:nvSpPr>
          <p:spPr>
            <a:xfrm flipH="1">
              <a:off x="-491969" y="4265416"/>
              <a:ext cx="1463670" cy="1338068"/>
            </a:xfrm>
            <a:custGeom>
              <a:rect b="b" l="l" r="r" t="t"/>
              <a:pathLst>
                <a:path extrusionOk="0" h="49900" w="54584">
                  <a:moveTo>
                    <a:pt x="39803" y="0"/>
                  </a:moveTo>
                  <a:cubicBezTo>
                    <a:pt x="38029" y="0"/>
                    <a:pt x="36248" y="409"/>
                    <a:pt x="34570" y="1238"/>
                  </a:cubicBezTo>
                  <a:cubicBezTo>
                    <a:pt x="31367" y="2802"/>
                    <a:pt x="28886" y="5448"/>
                    <a:pt x="25683" y="7012"/>
                  </a:cubicBezTo>
                  <a:cubicBezTo>
                    <a:pt x="21308" y="9163"/>
                    <a:pt x="16511" y="10320"/>
                    <a:pt x="12090" y="12380"/>
                  </a:cubicBezTo>
                  <a:cubicBezTo>
                    <a:pt x="7684" y="14425"/>
                    <a:pt x="3444" y="17628"/>
                    <a:pt x="1865" y="22244"/>
                  </a:cubicBezTo>
                  <a:cubicBezTo>
                    <a:pt x="1" y="27673"/>
                    <a:pt x="647" y="34078"/>
                    <a:pt x="3504" y="39040"/>
                  </a:cubicBezTo>
                  <a:cubicBezTo>
                    <a:pt x="8069" y="46988"/>
                    <a:pt x="17031" y="49899"/>
                    <a:pt x="25743" y="49899"/>
                  </a:cubicBezTo>
                  <a:cubicBezTo>
                    <a:pt x="25898" y="49899"/>
                    <a:pt x="26054" y="49898"/>
                    <a:pt x="26209" y="49897"/>
                  </a:cubicBezTo>
                  <a:cubicBezTo>
                    <a:pt x="44945" y="49671"/>
                    <a:pt x="54583" y="26996"/>
                    <a:pt x="51531" y="10696"/>
                  </a:cubicBezTo>
                  <a:cubicBezTo>
                    <a:pt x="50869" y="7163"/>
                    <a:pt x="49230" y="3779"/>
                    <a:pt x="46118" y="1840"/>
                  </a:cubicBezTo>
                  <a:cubicBezTo>
                    <a:pt x="44160" y="620"/>
                    <a:pt x="41987" y="0"/>
                    <a:pt x="398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98" name="Google Shape;798;p41"/>
          <p:cNvGrpSpPr/>
          <p:nvPr/>
        </p:nvGrpSpPr>
        <p:grpSpPr>
          <a:xfrm>
            <a:off x="8112408" y="-304605"/>
            <a:ext cx="1502819" cy="1131369"/>
            <a:chOff x="8112408" y="-304605"/>
            <a:chExt cx="1502819" cy="1131369"/>
          </a:xfrm>
        </p:grpSpPr>
        <p:sp>
          <p:nvSpPr>
            <p:cNvPr id="799" name="Google Shape;799;p41"/>
            <p:cNvSpPr/>
            <p:nvPr/>
          </p:nvSpPr>
          <p:spPr>
            <a:xfrm flipH="1">
              <a:off x="8112408" y="-304600"/>
              <a:ext cx="1406967" cy="1131364"/>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 name="Google Shape;800;p41"/>
            <p:cNvSpPr/>
            <p:nvPr/>
          </p:nvSpPr>
          <p:spPr>
            <a:xfrm flipH="1">
              <a:off x="8624108" y="-304605"/>
              <a:ext cx="991119" cy="877511"/>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01" name="Google Shape;801;p41"/>
          <p:cNvGrpSpPr/>
          <p:nvPr/>
        </p:nvGrpSpPr>
        <p:grpSpPr>
          <a:xfrm>
            <a:off x="356395" y="307050"/>
            <a:ext cx="1124357" cy="1900014"/>
            <a:chOff x="356395" y="307050"/>
            <a:chExt cx="1124357" cy="1900014"/>
          </a:xfrm>
        </p:grpSpPr>
        <p:grpSp>
          <p:nvGrpSpPr>
            <p:cNvPr id="802" name="Google Shape;802;p41"/>
            <p:cNvGrpSpPr/>
            <p:nvPr/>
          </p:nvGrpSpPr>
          <p:grpSpPr>
            <a:xfrm>
              <a:off x="356395" y="1077175"/>
              <a:ext cx="105457" cy="105457"/>
              <a:chOff x="7812545" y="194375"/>
              <a:chExt cx="105457" cy="105457"/>
            </a:xfrm>
          </p:grpSpPr>
          <p:sp>
            <p:nvSpPr>
              <p:cNvPr id="803" name="Google Shape;803;p41"/>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p41"/>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 name="Google Shape;805;p41"/>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 name="Google Shape;806;p41"/>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07" name="Google Shape;807;p41"/>
            <p:cNvSpPr/>
            <p:nvPr/>
          </p:nvSpPr>
          <p:spPr>
            <a:xfrm>
              <a:off x="525263" y="2101675"/>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 name="Google Shape;808;p41"/>
            <p:cNvSpPr/>
            <p:nvPr/>
          </p:nvSpPr>
          <p:spPr>
            <a:xfrm>
              <a:off x="886526" y="307050"/>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809" name="Google Shape;809;p41"/>
            <p:cNvGrpSpPr/>
            <p:nvPr/>
          </p:nvGrpSpPr>
          <p:grpSpPr>
            <a:xfrm>
              <a:off x="1375295" y="1834350"/>
              <a:ext cx="105457" cy="105457"/>
              <a:chOff x="7812545" y="194375"/>
              <a:chExt cx="105457" cy="105457"/>
            </a:xfrm>
          </p:grpSpPr>
          <p:sp>
            <p:nvSpPr>
              <p:cNvPr id="810" name="Google Shape;810;p41"/>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 name="Google Shape;811;p41"/>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 name="Google Shape;812;p41"/>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p41"/>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814" name="Google Shape;814;p41"/>
          <p:cNvGrpSpPr/>
          <p:nvPr/>
        </p:nvGrpSpPr>
        <p:grpSpPr>
          <a:xfrm>
            <a:off x="7287120" y="3141625"/>
            <a:ext cx="1552557" cy="1766094"/>
            <a:chOff x="7400320" y="248200"/>
            <a:chExt cx="1552557" cy="1766094"/>
          </a:xfrm>
        </p:grpSpPr>
        <p:sp>
          <p:nvSpPr>
            <p:cNvPr id="815" name="Google Shape;815;p41"/>
            <p:cNvSpPr/>
            <p:nvPr/>
          </p:nvSpPr>
          <p:spPr>
            <a:xfrm>
              <a:off x="8405475" y="1190225"/>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 name="Google Shape;816;p41"/>
            <p:cNvSpPr/>
            <p:nvPr/>
          </p:nvSpPr>
          <p:spPr>
            <a:xfrm>
              <a:off x="8861176" y="248200"/>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817" name="Google Shape;817;p41"/>
            <p:cNvGrpSpPr/>
            <p:nvPr/>
          </p:nvGrpSpPr>
          <p:grpSpPr>
            <a:xfrm>
              <a:off x="8847420" y="1908838"/>
              <a:ext cx="105457" cy="105457"/>
              <a:chOff x="7812545" y="194375"/>
              <a:chExt cx="105457" cy="105457"/>
            </a:xfrm>
          </p:grpSpPr>
          <p:sp>
            <p:nvSpPr>
              <p:cNvPr id="818" name="Google Shape;818;p41"/>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 name="Google Shape;819;p41"/>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 name="Google Shape;820;p41"/>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 name="Google Shape;821;p41"/>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22" name="Google Shape;822;p41"/>
            <p:cNvGrpSpPr/>
            <p:nvPr/>
          </p:nvGrpSpPr>
          <p:grpSpPr>
            <a:xfrm>
              <a:off x="7400320" y="473138"/>
              <a:ext cx="105457" cy="105457"/>
              <a:chOff x="7812545" y="194375"/>
              <a:chExt cx="105457" cy="105457"/>
            </a:xfrm>
          </p:grpSpPr>
          <p:sp>
            <p:nvSpPr>
              <p:cNvPr id="823" name="Google Shape;823;p41"/>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 name="Google Shape;824;p41"/>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41"/>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 name="Google Shape;826;p41"/>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827" name="Google Shape;827;p41"/>
          <p:cNvGrpSpPr/>
          <p:nvPr/>
        </p:nvGrpSpPr>
        <p:grpSpPr>
          <a:xfrm>
            <a:off x="6039884" y="307038"/>
            <a:ext cx="1761155" cy="1002727"/>
            <a:chOff x="6039884" y="307038"/>
            <a:chExt cx="1761155" cy="1002727"/>
          </a:xfrm>
        </p:grpSpPr>
        <p:sp>
          <p:nvSpPr>
            <p:cNvPr id="828" name="Google Shape;828;p41"/>
            <p:cNvSpPr/>
            <p:nvPr/>
          </p:nvSpPr>
          <p:spPr>
            <a:xfrm flipH="1">
              <a:off x="6039884" y="455902"/>
              <a:ext cx="1463616" cy="468662"/>
            </a:xfrm>
            <a:custGeom>
              <a:rect b="b" l="l" r="r" t="t"/>
              <a:pathLst>
                <a:path extrusionOk="0" fill="none" h="4647" w="14511">
                  <a:moveTo>
                    <a:pt x="13894" y="3805"/>
                  </a:moveTo>
                  <a:cubicBezTo>
                    <a:pt x="13263" y="3459"/>
                    <a:pt x="12977" y="3744"/>
                    <a:pt x="12766" y="3459"/>
                  </a:cubicBezTo>
                  <a:cubicBezTo>
                    <a:pt x="12541" y="3173"/>
                    <a:pt x="13383" y="2436"/>
                    <a:pt x="11684" y="1699"/>
                  </a:cubicBezTo>
                  <a:cubicBezTo>
                    <a:pt x="11684" y="1699"/>
                    <a:pt x="11578" y="121"/>
                    <a:pt x="9248" y="60"/>
                  </a:cubicBezTo>
                  <a:cubicBezTo>
                    <a:pt x="6917" y="0"/>
                    <a:pt x="7549" y="1654"/>
                    <a:pt x="6917" y="2045"/>
                  </a:cubicBezTo>
                  <a:cubicBezTo>
                    <a:pt x="6286" y="2436"/>
                    <a:pt x="6120" y="1820"/>
                    <a:pt x="5504" y="2211"/>
                  </a:cubicBezTo>
                  <a:cubicBezTo>
                    <a:pt x="4872" y="2617"/>
                    <a:pt x="5158" y="3399"/>
                    <a:pt x="4647" y="3519"/>
                  </a:cubicBezTo>
                  <a:cubicBezTo>
                    <a:pt x="4135" y="3624"/>
                    <a:pt x="3459" y="3008"/>
                    <a:pt x="2842" y="3399"/>
                  </a:cubicBezTo>
                  <a:cubicBezTo>
                    <a:pt x="2211" y="3805"/>
                    <a:pt x="2211" y="4135"/>
                    <a:pt x="1925" y="4135"/>
                  </a:cubicBezTo>
                  <a:cubicBezTo>
                    <a:pt x="1654" y="4135"/>
                    <a:pt x="1083" y="3910"/>
                    <a:pt x="737" y="4135"/>
                  </a:cubicBezTo>
                  <a:cubicBezTo>
                    <a:pt x="406" y="4376"/>
                    <a:pt x="0" y="4647"/>
                    <a:pt x="0" y="4647"/>
                  </a:cubicBezTo>
                  <a:lnTo>
                    <a:pt x="14345" y="4647"/>
                  </a:lnTo>
                  <a:cubicBezTo>
                    <a:pt x="14345" y="4647"/>
                    <a:pt x="14511" y="4135"/>
                    <a:pt x="13894" y="3805"/>
                  </a:cubicBezTo>
                  <a:close/>
                </a:path>
              </a:pathLst>
            </a:custGeom>
            <a:solidFill>
              <a:schemeClr val="lt1"/>
            </a:solid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 name="Google Shape;829;p41"/>
            <p:cNvSpPr/>
            <p:nvPr/>
          </p:nvSpPr>
          <p:spPr>
            <a:xfrm>
              <a:off x="7695588" y="1204375"/>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30" name="Google Shape;830;p41"/>
            <p:cNvGrpSpPr/>
            <p:nvPr/>
          </p:nvGrpSpPr>
          <p:grpSpPr>
            <a:xfrm>
              <a:off x="7398045" y="307038"/>
              <a:ext cx="105457" cy="105457"/>
              <a:chOff x="7812545" y="194375"/>
              <a:chExt cx="105457" cy="105457"/>
            </a:xfrm>
          </p:grpSpPr>
          <p:sp>
            <p:nvSpPr>
              <p:cNvPr id="831" name="Google Shape;831;p41"/>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 name="Google Shape;832;p41"/>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 name="Google Shape;833;p41"/>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 name="Google Shape;834;p41"/>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BLANK_14">
    <p:spTree>
      <p:nvGrpSpPr>
        <p:cNvPr id="835" name="Shape 835"/>
        <p:cNvGrpSpPr/>
        <p:nvPr/>
      </p:nvGrpSpPr>
      <p:grpSpPr>
        <a:xfrm>
          <a:off x="0" y="0"/>
          <a:ext cx="0" cy="0"/>
          <a:chOff x="0" y="0"/>
          <a:chExt cx="0" cy="0"/>
        </a:xfrm>
      </p:grpSpPr>
      <p:sp>
        <p:nvSpPr>
          <p:cNvPr id="836" name="Google Shape;836;p4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837" name="Google Shape;837;p42"/>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lgn="ctr">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38" name="Google Shape;838;p42"/>
          <p:cNvSpPr txBox="1"/>
          <p:nvPr>
            <p:ph idx="1" type="subTitle"/>
          </p:nvPr>
        </p:nvSpPr>
        <p:spPr>
          <a:xfrm>
            <a:off x="685800" y="3831709"/>
            <a:ext cx="3651000" cy="393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839" name="Google Shape;839;p42"/>
          <p:cNvSpPr txBox="1"/>
          <p:nvPr>
            <p:ph idx="2" type="subTitle"/>
          </p:nvPr>
        </p:nvSpPr>
        <p:spPr>
          <a:xfrm>
            <a:off x="2129250" y="2403350"/>
            <a:ext cx="4885500" cy="393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840" name="Google Shape;840;p42"/>
          <p:cNvSpPr txBox="1"/>
          <p:nvPr>
            <p:ph idx="3" type="subTitle"/>
          </p:nvPr>
        </p:nvSpPr>
        <p:spPr>
          <a:xfrm>
            <a:off x="4807243" y="3831709"/>
            <a:ext cx="3651000" cy="393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841" name="Google Shape;841;p42"/>
          <p:cNvSpPr txBox="1"/>
          <p:nvPr>
            <p:ph hasCustomPrompt="1" idx="4" type="title"/>
          </p:nvPr>
        </p:nvSpPr>
        <p:spPr>
          <a:xfrm>
            <a:off x="685800" y="3117675"/>
            <a:ext cx="3651000" cy="635700"/>
          </a:xfrm>
          <a:prstGeom prst="rect">
            <a:avLst/>
          </a:prstGeom>
        </p:spPr>
        <p:txBody>
          <a:bodyPr anchorCtr="0" anchor="ctr" bIns="91425" lIns="91425" spcFirstLastPara="1" rIns="91425" wrap="square" tIns="91425">
            <a:noAutofit/>
          </a:bodyPr>
          <a:lstStyle>
            <a:lvl1pPr lvl="0" algn="ctr">
              <a:spcBef>
                <a:spcPts val="0"/>
              </a:spcBef>
              <a:spcAft>
                <a:spcPts val="0"/>
              </a:spcAft>
              <a:buSzPts val="5000"/>
              <a:buNone/>
              <a:defRPr sz="6000">
                <a:solidFill>
                  <a:schemeClr val="accent2"/>
                </a:solidFill>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sp>
        <p:nvSpPr>
          <p:cNvPr id="842" name="Google Shape;842;p42"/>
          <p:cNvSpPr txBox="1"/>
          <p:nvPr>
            <p:ph hasCustomPrompt="1" idx="5" type="title"/>
          </p:nvPr>
        </p:nvSpPr>
        <p:spPr>
          <a:xfrm>
            <a:off x="2129250" y="1691873"/>
            <a:ext cx="4885500" cy="635700"/>
          </a:xfrm>
          <a:prstGeom prst="rect">
            <a:avLst/>
          </a:prstGeom>
        </p:spPr>
        <p:txBody>
          <a:bodyPr anchorCtr="0" anchor="ctr" bIns="91425" lIns="91425" spcFirstLastPara="1" rIns="91425" wrap="square" tIns="91425">
            <a:noAutofit/>
          </a:bodyPr>
          <a:lstStyle>
            <a:lvl1pPr lvl="0" algn="ctr">
              <a:spcBef>
                <a:spcPts val="0"/>
              </a:spcBef>
              <a:spcAft>
                <a:spcPts val="0"/>
              </a:spcAft>
              <a:buSzPts val="5000"/>
              <a:buNone/>
              <a:defRPr sz="6000">
                <a:solidFill>
                  <a:schemeClr val="accent2"/>
                </a:solidFill>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sp>
        <p:nvSpPr>
          <p:cNvPr id="843" name="Google Shape;843;p42"/>
          <p:cNvSpPr txBox="1"/>
          <p:nvPr>
            <p:ph hasCustomPrompt="1" idx="6" type="title"/>
          </p:nvPr>
        </p:nvSpPr>
        <p:spPr>
          <a:xfrm>
            <a:off x="4807125" y="3117675"/>
            <a:ext cx="3651000" cy="635700"/>
          </a:xfrm>
          <a:prstGeom prst="rect">
            <a:avLst/>
          </a:prstGeom>
        </p:spPr>
        <p:txBody>
          <a:bodyPr anchorCtr="0" anchor="ctr" bIns="91425" lIns="91425" spcFirstLastPara="1" rIns="91425" wrap="square" tIns="91425">
            <a:noAutofit/>
          </a:bodyPr>
          <a:lstStyle>
            <a:lvl1pPr lvl="0" algn="ctr">
              <a:spcBef>
                <a:spcPts val="0"/>
              </a:spcBef>
              <a:spcAft>
                <a:spcPts val="0"/>
              </a:spcAft>
              <a:buSzPts val="5000"/>
              <a:buNone/>
              <a:defRPr sz="6000">
                <a:solidFill>
                  <a:schemeClr val="accent2"/>
                </a:solidFill>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sp>
        <p:nvSpPr>
          <p:cNvPr id="844" name="Google Shape;844;p42"/>
          <p:cNvSpPr/>
          <p:nvPr/>
        </p:nvSpPr>
        <p:spPr>
          <a:xfrm flipH="1">
            <a:off x="-379375" y="-260675"/>
            <a:ext cx="1172375" cy="942725"/>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42"/>
          <p:cNvSpPr/>
          <p:nvPr/>
        </p:nvSpPr>
        <p:spPr>
          <a:xfrm>
            <a:off x="8191050" y="4377350"/>
            <a:ext cx="1232275" cy="1091025"/>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BLANK_6">
    <p:spTree>
      <p:nvGrpSpPr>
        <p:cNvPr id="846" name="Shape 846"/>
        <p:cNvGrpSpPr/>
        <p:nvPr/>
      </p:nvGrpSpPr>
      <p:grpSpPr>
        <a:xfrm>
          <a:off x="0" y="0"/>
          <a:ext cx="0" cy="0"/>
          <a:chOff x="0" y="0"/>
          <a:chExt cx="0" cy="0"/>
        </a:xfrm>
      </p:grpSpPr>
      <p:sp>
        <p:nvSpPr>
          <p:cNvPr id="847" name="Google Shape;847;p4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848" name="Google Shape;848;p43"/>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grpSp>
        <p:nvGrpSpPr>
          <p:cNvPr id="849" name="Google Shape;849;p43"/>
          <p:cNvGrpSpPr/>
          <p:nvPr/>
        </p:nvGrpSpPr>
        <p:grpSpPr>
          <a:xfrm>
            <a:off x="286211" y="261301"/>
            <a:ext cx="678453" cy="565475"/>
            <a:chOff x="286211" y="261301"/>
            <a:chExt cx="678453" cy="565475"/>
          </a:xfrm>
        </p:grpSpPr>
        <p:sp>
          <p:nvSpPr>
            <p:cNvPr id="850" name="Google Shape;850;p43"/>
            <p:cNvSpPr/>
            <p:nvPr/>
          </p:nvSpPr>
          <p:spPr>
            <a:xfrm>
              <a:off x="319288" y="721387"/>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51" name="Google Shape;851;p43"/>
            <p:cNvGrpSpPr/>
            <p:nvPr/>
          </p:nvGrpSpPr>
          <p:grpSpPr>
            <a:xfrm>
              <a:off x="859207" y="294338"/>
              <a:ext cx="105457" cy="105457"/>
              <a:chOff x="7812545" y="194375"/>
              <a:chExt cx="105457" cy="105457"/>
            </a:xfrm>
          </p:grpSpPr>
          <p:sp>
            <p:nvSpPr>
              <p:cNvPr id="852" name="Google Shape;852;p43"/>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 name="Google Shape;853;p43"/>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 name="Google Shape;854;p43"/>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43"/>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56" name="Google Shape;856;p43"/>
            <p:cNvSpPr/>
            <p:nvPr/>
          </p:nvSpPr>
          <p:spPr>
            <a:xfrm>
              <a:off x="286211" y="261301"/>
              <a:ext cx="171626" cy="171542"/>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57" name="Google Shape;857;p43"/>
          <p:cNvSpPr/>
          <p:nvPr/>
        </p:nvSpPr>
        <p:spPr>
          <a:xfrm rot="5828238">
            <a:off x="8273326" y="4219055"/>
            <a:ext cx="1085117" cy="2077472"/>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58" name="Google Shape;858;p43"/>
          <p:cNvGrpSpPr/>
          <p:nvPr/>
        </p:nvGrpSpPr>
        <p:grpSpPr>
          <a:xfrm>
            <a:off x="319295" y="4308988"/>
            <a:ext cx="750832" cy="656232"/>
            <a:chOff x="319295" y="4308988"/>
            <a:chExt cx="750832" cy="656232"/>
          </a:xfrm>
        </p:grpSpPr>
        <p:grpSp>
          <p:nvGrpSpPr>
            <p:cNvPr id="859" name="Google Shape;859;p43"/>
            <p:cNvGrpSpPr/>
            <p:nvPr/>
          </p:nvGrpSpPr>
          <p:grpSpPr>
            <a:xfrm>
              <a:off x="964670" y="4859763"/>
              <a:ext cx="105457" cy="105457"/>
              <a:chOff x="7812545" y="194375"/>
              <a:chExt cx="105457" cy="105457"/>
            </a:xfrm>
          </p:grpSpPr>
          <p:sp>
            <p:nvSpPr>
              <p:cNvPr id="860" name="Google Shape;860;p43"/>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 name="Google Shape;861;p43"/>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 name="Google Shape;862;p43"/>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 name="Google Shape;863;p43"/>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64" name="Google Shape;864;p43"/>
            <p:cNvSpPr/>
            <p:nvPr/>
          </p:nvSpPr>
          <p:spPr>
            <a:xfrm>
              <a:off x="424749" y="4721876"/>
              <a:ext cx="171626" cy="171542"/>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65" name="Google Shape;865;p43"/>
            <p:cNvGrpSpPr/>
            <p:nvPr/>
          </p:nvGrpSpPr>
          <p:grpSpPr>
            <a:xfrm>
              <a:off x="319295" y="4308988"/>
              <a:ext cx="105457" cy="105457"/>
              <a:chOff x="7812545" y="194375"/>
              <a:chExt cx="105457" cy="105457"/>
            </a:xfrm>
          </p:grpSpPr>
          <p:sp>
            <p:nvSpPr>
              <p:cNvPr id="866" name="Google Shape;866;p43"/>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 name="Google Shape;867;p43"/>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 name="Google Shape;868;p43"/>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 name="Google Shape;869;p43"/>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870" name="Google Shape;870;p43"/>
          <p:cNvGrpSpPr/>
          <p:nvPr/>
        </p:nvGrpSpPr>
        <p:grpSpPr>
          <a:xfrm>
            <a:off x="8112408" y="-304605"/>
            <a:ext cx="1502819" cy="1131369"/>
            <a:chOff x="8112408" y="-304605"/>
            <a:chExt cx="1502819" cy="1131369"/>
          </a:xfrm>
        </p:grpSpPr>
        <p:sp>
          <p:nvSpPr>
            <p:cNvPr id="871" name="Google Shape;871;p43"/>
            <p:cNvSpPr/>
            <p:nvPr/>
          </p:nvSpPr>
          <p:spPr>
            <a:xfrm flipH="1">
              <a:off x="8112408" y="-304600"/>
              <a:ext cx="1406967" cy="1131364"/>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43"/>
            <p:cNvSpPr/>
            <p:nvPr/>
          </p:nvSpPr>
          <p:spPr>
            <a:xfrm flipH="1">
              <a:off x="8624108" y="-304605"/>
              <a:ext cx="991119" cy="877511"/>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BLANK_15">
    <p:spTree>
      <p:nvGrpSpPr>
        <p:cNvPr id="873" name="Shape 873"/>
        <p:cNvGrpSpPr/>
        <p:nvPr/>
      </p:nvGrpSpPr>
      <p:grpSpPr>
        <a:xfrm>
          <a:off x="0" y="0"/>
          <a:ext cx="0" cy="0"/>
          <a:chOff x="0" y="0"/>
          <a:chExt cx="0" cy="0"/>
        </a:xfrm>
      </p:grpSpPr>
      <p:sp>
        <p:nvSpPr>
          <p:cNvPr id="874" name="Google Shape;874;p4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875" name="Google Shape;875;p44"/>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76" name="Google Shape;876;p44"/>
          <p:cNvSpPr/>
          <p:nvPr/>
        </p:nvSpPr>
        <p:spPr>
          <a:xfrm flipH="1" rot="10800000">
            <a:off x="5573502" y="2080275"/>
            <a:ext cx="5049319" cy="4110228"/>
          </a:xfrm>
          <a:custGeom>
            <a:rect b="b" l="l" r="r" t="t"/>
            <a:pathLst>
              <a:path extrusionOk="0" h="48924" w="60102">
                <a:moveTo>
                  <a:pt x="31550" y="1"/>
                </a:moveTo>
                <a:cubicBezTo>
                  <a:pt x="28688" y="1"/>
                  <a:pt x="25391" y="541"/>
                  <a:pt x="22089" y="2238"/>
                </a:cubicBezTo>
                <a:cubicBezTo>
                  <a:pt x="12977" y="6900"/>
                  <a:pt x="8196" y="17230"/>
                  <a:pt x="4091" y="25485"/>
                </a:cubicBezTo>
                <a:cubicBezTo>
                  <a:pt x="1" y="33725"/>
                  <a:pt x="2016" y="42612"/>
                  <a:pt x="8767" y="47123"/>
                </a:cubicBezTo>
                <a:cubicBezTo>
                  <a:pt x="10764" y="48461"/>
                  <a:pt x="12590" y="48924"/>
                  <a:pt x="14421" y="48924"/>
                </a:cubicBezTo>
                <a:cubicBezTo>
                  <a:pt x="18514" y="48924"/>
                  <a:pt x="22630" y="46611"/>
                  <a:pt x="28730" y="46611"/>
                </a:cubicBezTo>
                <a:cubicBezTo>
                  <a:pt x="29125" y="46611"/>
                  <a:pt x="29527" y="46621"/>
                  <a:pt x="29939" y="46641"/>
                </a:cubicBezTo>
                <a:cubicBezTo>
                  <a:pt x="34134" y="46851"/>
                  <a:pt x="36984" y="47278"/>
                  <a:pt x="39535" y="47278"/>
                </a:cubicBezTo>
                <a:cubicBezTo>
                  <a:pt x="42835" y="47278"/>
                  <a:pt x="45637" y="46563"/>
                  <a:pt x="50208" y="43739"/>
                </a:cubicBezTo>
                <a:cubicBezTo>
                  <a:pt x="58328" y="38732"/>
                  <a:pt x="60102" y="25500"/>
                  <a:pt x="54042" y="15140"/>
                </a:cubicBezTo>
                <a:cubicBezTo>
                  <a:pt x="47997" y="4779"/>
                  <a:pt x="40254" y="1667"/>
                  <a:pt x="40254" y="1667"/>
                </a:cubicBezTo>
                <a:cubicBezTo>
                  <a:pt x="40254" y="1667"/>
                  <a:pt x="36573" y="1"/>
                  <a:pt x="31550"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p44"/>
          <p:cNvSpPr/>
          <p:nvPr/>
        </p:nvSpPr>
        <p:spPr>
          <a:xfrm rot="5828238">
            <a:off x="8273326" y="4219055"/>
            <a:ext cx="1085117" cy="2077472"/>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78" name="Google Shape;878;p44"/>
          <p:cNvGrpSpPr/>
          <p:nvPr/>
        </p:nvGrpSpPr>
        <p:grpSpPr>
          <a:xfrm>
            <a:off x="319295" y="4308988"/>
            <a:ext cx="750832" cy="656232"/>
            <a:chOff x="319295" y="4308988"/>
            <a:chExt cx="750832" cy="656232"/>
          </a:xfrm>
        </p:grpSpPr>
        <p:grpSp>
          <p:nvGrpSpPr>
            <p:cNvPr id="879" name="Google Shape;879;p44"/>
            <p:cNvGrpSpPr/>
            <p:nvPr/>
          </p:nvGrpSpPr>
          <p:grpSpPr>
            <a:xfrm>
              <a:off x="964670" y="4859763"/>
              <a:ext cx="105457" cy="105457"/>
              <a:chOff x="7812545" y="194375"/>
              <a:chExt cx="105457" cy="105457"/>
            </a:xfrm>
          </p:grpSpPr>
          <p:sp>
            <p:nvSpPr>
              <p:cNvPr id="880" name="Google Shape;880;p44"/>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 name="Google Shape;881;p44"/>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 name="Google Shape;882;p44"/>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 name="Google Shape;883;p44"/>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84" name="Google Shape;884;p44"/>
            <p:cNvSpPr/>
            <p:nvPr/>
          </p:nvSpPr>
          <p:spPr>
            <a:xfrm>
              <a:off x="424749" y="4721876"/>
              <a:ext cx="171626" cy="171542"/>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85" name="Google Shape;885;p44"/>
            <p:cNvGrpSpPr/>
            <p:nvPr/>
          </p:nvGrpSpPr>
          <p:grpSpPr>
            <a:xfrm>
              <a:off x="319295" y="4308988"/>
              <a:ext cx="105457" cy="105457"/>
              <a:chOff x="7812545" y="194375"/>
              <a:chExt cx="105457" cy="105457"/>
            </a:xfrm>
          </p:grpSpPr>
          <p:sp>
            <p:nvSpPr>
              <p:cNvPr id="886" name="Google Shape;886;p44"/>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7" name="Google Shape;887;p44"/>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 name="Google Shape;888;p44"/>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 name="Google Shape;889;p44"/>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890" name="Google Shape;890;p44"/>
          <p:cNvGrpSpPr/>
          <p:nvPr/>
        </p:nvGrpSpPr>
        <p:grpSpPr>
          <a:xfrm>
            <a:off x="319295" y="181363"/>
            <a:ext cx="698582" cy="835057"/>
            <a:chOff x="319295" y="181363"/>
            <a:chExt cx="698582" cy="835057"/>
          </a:xfrm>
        </p:grpSpPr>
        <p:grpSp>
          <p:nvGrpSpPr>
            <p:cNvPr id="891" name="Google Shape;891;p44"/>
            <p:cNvGrpSpPr/>
            <p:nvPr/>
          </p:nvGrpSpPr>
          <p:grpSpPr>
            <a:xfrm>
              <a:off x="912420" y="181363"/>
              <a:ext cx="105457" cy="105457"/>
              <a:chOff x="7812545" y="194375"/>
              <a:chExt cx="105457" cy="105457"/>
            </a:xfrm>
          </p:grpSpPr>
          <p:sp>
            <p:nvSpPr>
              <p:cNvPr id="892" name="Google Shape;892;p44"/>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 name="Google Shape;893;p44"/>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 name="Google Shape;894;p44"/>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 name="Google Shape;895;p44"/>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6" name="Google Shape;896;p44"/>
            <p:cNvSpPr/>
            <p:nvPr/>
          </p:nvSpPr>
          <p:spPr>
            <a:xfrm>
              <a:off x="319299" y="331076"/>
              <a:ext cx="171626" cy="171542"/>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97" name="Google Shape;897;p44"/>
            <p:cNvGrpSpPr/>
            <p:nvPr/>
          </p:nvGrpSpPr>
          <p:grpSpPr>
            <a:xfrm>
              <a:off x="319295" y="910963"/>
              <a:ext cx="105457" cy="105457"/>
              <a:chOff x="7812545" y="194375"/>
              <a:chExt cx="105457" cy="105457"/>
            </a:xfrm>
          </p:grpSpPr>
          <p:sp>
            <p:nvSpPr>
              <p:cNvPr id="898" name="Google Shape;898;p44"/>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 name="Google Shape;899;p44"/>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44"/>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 name="Google Shape;901;p44"/>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BLANK_3">
    <p:spTree>
      <p:nvGrpSpPr>
        <p:cNvPr id="902" name="Shape 902"/>
        <p:cNvGrpSpPr/>
        <p:nvPr/>
      </p:nvGrpSpPr>
      <p:grpSpPr>
        <a:xfrm>
          <a:off x="0" y="0"/>
          <a:ext cx="0" cy="0"/>
          <a:chOff x="0" y="0"/>
          <a:chExt cx="0" cy="0"/>
        </a:xfrm>
      </p:grpSpPr>
      <p:sp>
        <p:nvSpPr>
          <p:cNvPr id="903" name="Google Shape;903;p45"/>
          <p:cNvSpPr/>
          <p:nvPr/>
        </p:nvSpPr>
        <p:spPr>
          <a:xfrm flipH="1">
            <a:off x="437224" y="87075"/>
            <a:ext cx="8269551" cy="4798437"/>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 name="Google Shape;904;p4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905" name="Google Shape;905;p45"/>
          <p:cNvSpPr txBox="1"/>
          <p:nvPr>
            <p:ph type="title"/>
          </p:nvPr>
        </p:nvSpPr>
        <p:spPr>
          <a:xfrm>
            <a:off x="1505550" y="920400"/>
            <a:ext cx="6132900" cy="871500"/>
          </a:xfrm>
          <a:prstGeom prst="rect">
            <a:avLst/>
          </a:prstGeom>
        </p:spPr>
        <p:txBody>
          <a:bodyPr anchorCtr="0" anchor="ctr" bIns="91425" lIns="91425" spcFirstLastPara="1" rIns="91425" wrap="square" tIns="91425">
            <a:noAutofit/>
          </a:bodyPr>
          <a:lstStyle>
            <a:lvl1pPr lvl="0" algn="ctr">
              <a:spcBef>
                <a:spcPts val="0"/>
              </a:spcBef>
              <a:spcAft>
                <a:spcPts val="0"/>
              </a:spcAft>
              <a:buSzPts val="2800"/>
              <a:buNone/>
              <a:defRPr sz="6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6" name="Google Shape;906;p45"/>
          <p:cNvSpPr txBox="1"/>
          <p:nvPr>
            <p:ph idx="1" type="subTitle"/>
          </p:nvPr>
        </p:nvSpPr>
        <p:spPr>
          <a:xfrm>
            <a:off x="2549400" y="1842175"/>
            <a:ext cx="4045200" cy="10122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907" name="Google Shape;907;p45"/>
          <p:cNvSpPr txBox="1"/>
          <p:nvPr/>
        </p:nvSpPr>
        <p:spPr>
          <a:xfrm>
            <a:off x="2549400" y="3439165"/>
            <a:ext cx="4045200" cy="670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CA" sz="1200">
                <a:solidFill>
                  <a:schemeClr val="dk1"/>
                </a:solidFill>
                <a:latin typeface="Lato"/>
                <a:ea typeface="Lato"/>
                <a:cs typeface="Lato"/>
                <a:sym typeface="Lato"/>
              </a:rPr>
              <a:t>CREDITS:</a:t>
            </a:r>
            <a:r>
              <a:rPr lang="en-CA" sz="1200">
                <a:solidFill>
                  <a:schemeClr val="dk1"/>
                </a:solidFill>
                <a:latin typeface="Lato"/>
                <a:ea typeface="Lato"/>
                <a:cs typeface="Lato"/>
                <a:sym typeface="Lato"/>
              </a:rPr>
              <a:t> This presentation template was created by </a:t>
            </a:r>
            <a:r>
              <a:rPr b="1" lang="en-CA" sz="1200">
                <a:solidFill>
                  <a:schemeClr val="dk1"/>
                </a:solidFill>
                <a:uFill>
                  <a:noFill/>
                </a:uFill>
                <a:latin typeface="Lato"/>
                <a:ea typeface="Lato"/>
                <a:cs typeface="Lato"/>
                <a:sym typeface="Lato"/>
                <a:hlinkClick r:id="rId2">
                  <a:extLst>
                    <a:ext uri="{A12FA001-AC4F-418D-AE19-62706E023703}">
                      <ahyp:hlinkClr val="tx"/>
                    </a:ext>
                  </a:extLst>
                </a:hlinkClick>
              </a:rPr>
              <a:t>Slidesgo</a:t>
            </a:r>
            <a:r>
              <a:rPr b="1" lang="en-CA" sz="1200">
                <a:solidFill>
                  <a:schemeClr val="dk1"/>
                </a:solidFill>
                <a:latin typeface="Lato"/>
                <a:ea typeface="Lato"/>
                <a:cs typeface="Lato"/>
                <a:sym typeface="Lato"/>
              </a:rPr>
              <a:t>,</a:t>
            </a:r>
            <a:r>
              <a:rPr lang="en-CA" sz="1200">
                <a:solidFill>
                  <a:schemeClr val="dk1"/>
                </a:solidFill>
                <a:latin typeface="Lato"/>
                <a:ea typeface="Lato"/>
                <a:cs typeface="Lato"/>
                <a:sym typeface="Lato"/>
              </a:rPr>
              <a:t> including icons by </a:t>
            </a:r>
            <a:r>
              <a:rPr b="1" lang="en-CA" sz="1200">
                <a:solidFill>
                  <a:schemeClr val="dk1"/>
                </a:solidFill>
                <a:uFill>
                  <a:noFill/>
                </a:uFill>
                <a:latin typeface="Lato"/>
                <a:ea typeface="Lato"/>
                <a:cs typeface="Lato"/>
                <a:sym typeface="Lato"/>
                <a:hlinkClick r:id="rId3">
                  <a:extLst>
                    <a:ext uri="{A12FA001-AC4F-418D-AE19-62706E023703}">
                      <ahyp:hlinkClr val="tx"/>
                    </a:ext>
                  </a:extLst>
                </a:hlinkClick>
              </a:rPr>
              <a:t>Flaticon</a:t>
            </a:r>
            <a:r>
              <a:rPr lang="en-CA" sz="1200">
                <a:solidFill>
                  <a:schemeClr val="dk1"/>
                </a:solidFill>
                <a:latin typeface="Lato"/>
                <a:ea typeface="Lato"/>
                <a:cs typeface="Lato"/>
                <a:sym typeface="Lato"/>
              </a:rPr>
              <a:t>, infographics &amp; images by </a:t>
            </a:r>
            <a:r>
              <a:rPr b="1" lang="en-CA" sz="1200">
                <a:solidFill>
                  <a:schemeClr val="dk1"/>
                </a:solidFill>
                <a:uFill>
                  <a:noFill/>
                </a:uFill>
                <a:latin typeface="Lato"/>
                <a:ea typeface="Lato"/>
                <a:cs typeface="Lato"/>
                <a:sym typeface="Lato"/>
                <a:hlinkClick r:id="rId4">
                  <a:extLst>
                    <a:ext uri="{A12FA001-AC4F-418D-AE19-62706E023703}">
                      <ahyp:hlinkClr val="tx"/>
                    </a:ext>
                  </a:extLst>
                </a:hlinkClick>
              </a:rPr>
              <a:t>Freepik</a:t>
            </a:r>
            <a:r>
              <a:rPr lang="en-CA" sz="1200">
                <a:solidFill>
                  <a:schemeClr val="dk1"/>
                </a:solidFill>
                <a:latin typeface="Lato"/>
                <a:ea typeface="Lato"/>
                <a:cs typeface="Lato"/>
                <a:sym typeface="Lato"/>
              </a:rPr>
              <a:t> and illustrations by </a:t>
            </a:r>
            <a:r>
              <a:rPr b="1" lang="en-CA" sz="1200">
                <a:solidFill>
                  <a:schemeClr val="dk1"/>
                </a:solidFill>
                <a:uFill>
                  <a:noFill/>
                </a:uFill>
                <a:latin typeface="Lato"/>
                <a:ea typeface="Lato"/>
                <a:cs typeface="Lato"/>
                <a:sym typeface="Lato"/>
                <a:hlinkClick r:id="rId5">
                  <a:extLst>
                    <a:ext uri="{A12FA001-AC4F-418D-AE19-62706E023703}">
                      <ahyp:hlinkClr val="tx"/>
                    </a:ext>
                  </a:extLst>
                </a:hlinkClick>
              </a:rPr>
              <a:t>Storyset</a:t>
            </a:r>
            <a:r>
              <a:rPr lang="en-CA" sz="1200">
                <a:solidFill>
                  <a:schemeClr val="dk1"/>
                </a:solidFill>
                <a:latin typeface="Lato"/>
                <a:ea typeface="Lato"/>
                <a:cs typeface="Lato"/>
                <a:sym typeface="Lato"/>
              </a:rPr>
              <a:t>.</a:t>
            </a:r>
            <a:endParaRPr>
              <a:solidFill>
                <a:schemeClr val="dk1"/>
              </a:solidFill>
              <a:latin typeface="Lato"/>
              <a:ea typeface="Lato"/>
              <a:cs typeface="Lato"/>
              <a:sym typeface="Lato"/>
            </a:endParaRPr>
          </a:p>
        </p:txBody>
      </p:sp>
      <p:grpSp>
        <p:nvGrpSpPr>
          <p:cNvPr id="908" name="Google Shape;908;p45"/>
          <p:cNvGrpSpPr/>
          <p:nvPr/>
        </p:nvGrpSpPr>
        <p:grpSpPr>
          <a:xfrm>
            <a:off x="-324289" y="3240517"/>
            <a:ext cx="2492715" cy="2684735"/>
            <a:chOff x="-324289" y="3240517"/>
            <a:chExt cx="2492715" cy="2684735"/>
          </a:xfrm>
        </p:grpSpPr>
        <p:sp>
          <p:nvSpPr>
            <p:cNvPr id="909" name="Google Shape;909;p45"/>
            <p:cNvSpPr/>
            <p:nvPr/>
          </p:nvSpPr>
          <p:spPr>
            <a:xfrm rot="10800000">
              <a:off x="-324289" y="3240517"/>
              <a:ext cx="2492715" cy="2278933"/>
            </a:xfrm>
            <a:custGeom>
              <a:rect b="b" l="l" r="r" t="t"/>
              <a:pathLst>
                <a:path extrusionOk="0" h="49900" w="54584">
                  <a:moveTo>
                    <a:pt x="39803" y="0"/>
                  </a:moveTo>
                  <a:cubicBezTo>
                    <a:pt x="38029" y="0"/>
                    <a:pt x="36248" y="409"/>
                    <a:pt x="34570" y="1238"/>
                  </a:cubicBezTo>
                  <a:cubicBezTo>
                    <a:pt x="31367" y="2802"/>
                    <a:pt x="28886" y="5448"/>
                    <a:pt x="25683" y="7012"/>
                  </a:cubicBezTo>
                  <a:cubicBezTo>
                    <a:pt x="21308" y="9163"/>
                    <a:pt x="16511" y="10320"/>
                    <a:pt x="12090" y="12380"/>
                  </a:cubicBezTo>
                  <a:cubicBezTo>
                    <a:pt x="7684" y="14425"/>
                    <a:pt x="3444" y="17628"/>
                    <a:pt x="1865" y="22244"/>
                  </a:cubicBezTo>
                  <a:cubicBezTo>
                    <a:pt x="1" y="27673"/>
                    <a:pt x="647" y="34078"/>
                    <a:pt x="3504" y="39040"/>
                  </a:cubicBezTo>
                  <a:cubicBezTo>
                    <a:pt x="8069" y="46988"/>
                    <a:pt x="17031" y="49899"/>
                    <a:pt x="25743" y="49899"/>
                  </a:cubicBezTo>
                  <a:cubicBezTo>
                    <a:pt x="25898" y="49899"/>
                    <a:pt x="26054" y="49898"/>
                    <a:pt x="26209" y="49897"/>
                  </a:cubicBezTo>
                  <a:cubicBezTo>
                    <a:pt x="44945" y="49671"/>
                    <a:pt x="54583" y="26996"/>
                    <a:pt x="51531" y="10696"/>
                  </a:cubicBezTo>
                  <a:cubicBezTo>
                    <a:pt x="50869" y="7163"/>
                    <a:pt x="49230" y="3779"/>
                    <a:pt x="46118" y="1840"/>
                  </a:cubicBezTo>
                  <a:cubicBezTo>
                    <a:pt x="44160" y="620"/>
                    <a:pt x="41987" y="0"/>
                    <a:pt x="39803"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 name="Google Shape;910;p45"/>
            <p:cNvSpPr/>
            <p:nvPr/>
          </p:nvSpPr>
          <p:spPr>
            <a:xfrm rot="5828238">
              <a:off x="251851" y="4219055"/>
              <a:ext cx="1085117" cy="2077472"/>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11" name="Google Shape;911;p45"/>
          <p:cNvSpPr/>
          <p:nvPr/>
        </p:nvSpPr>
        <p:spPr>
          <a:xfrm rot="899878">
            <a:off x="-523899" y="-362625"/>
            <a:ext cx="1102774" cy="971749"/>
          </a:xfrm>
          <a:custGeom>
            <a:rect b="b" l="l" r="r" t="t"/>
            <a:pathLst>
              <a:path extrusionOk="0" h="49357" w="56012">
                <a:moveTo>
                  <a:pt x="29954" y="0"/>
                </a:moveTo>
                <a:cubicBezTo>
                  <a:pt x="26409" y="0"/>
                  <a:pt x="22321" y="902"/>
                  <a:pt x="17654" y="3034"/>
                </a:cubicBezTo>
                <a:cubicBezTo>
                  <a:pt x="17654" y="3034"/>
                  <a:pt x="8827" y="7530"/>
                  <a:pt x="4406" y="14477"/>
                </a:cubicBezTo>
                <a:cubicBezTo>
                  <a:pt x="1" y="21424"/>
                  <a:pt x="347" y="30340"/>
                  <a:pt x="5715" y="36971"/>
                </a:cubicBezTo>
                <a:cubicBezTo>
                  <a:pt x="11068" y="43588"/>
                  <a:pt x="21308" y="42730"/>
                  <a:pt x="29878" y="46926"/>
                </a:cubicBezTo>
                <a:cubicBezTo>
                  <a:pt x="33082" y="48494"/>
                  <a:pt x="36410" y="49356"/>
                  <a:pt x="39533" y="49356"/>
                </a:cubicBezTo>
                <a:cubicBezTo>
                  <a:pt x="44766" y="49356"/>
                  <a:pt x="49425" y="46936"/>
                  <a:pt x="51967" y="41362"/>
                </a:cubicBezTo>
                <a:cubicBezTo>
                  <a:pt x="56012" y="32476"/>
                  <a:pt x="49907" y="29137"/>
                  <a:pt x="48854" y="18852"/>
                </a:cubicBezTo>
                <a:cubicBezTo>
                  <a:pt x="48037" y="10867"/>
                  <a:pt x="42263" y="0"/>
                  <a:pt x="29954"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12" name="Google Shape;912;p45"/>
          <p:cNvGrpSpPr/>
          <p:nvPr/>
        </p:nvGrpSpPr>
        <p:grpSpPr>
          <a:xfrm>
            <a:off x="298009" y="1164970"/>
            <a:ext cx="1121498" cy="1129498"/>
            <a:chOff x="298009" y="1164970"/>
            <a:chExt cx="1121498" cy="1129498"/>
          </a:xfrm>
        </p:grpSpPr>
        <p:grpSp>
          <p:nvGrpSpPr>
            <p:cNvPr id="913" name="Google Shape;913;p45"/>
            <p:cNvGrpSpPr/>
            <p:nvPr/>
          </p:nvGrpSpPr>
          <p:grpSpPr>
            <a:xfrm flipH="1">
              <a:off x="298009" y="1309538"/>
              <a:ext cx="93234" cy="93234"/>
              <a:chOff x="7812545" y="194375"/>
              <a:chExt cx="105457" cy="105457"/>
            </a:xfrm>
          </p:grpSpPr>
          <p:sp>
            <p:nvSpPr>
              <p:cNvPr id="914" name="Google Shape;914;p45"/>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 name="Google Shape;915;p45"/>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 name="Google Shape;916;p45"/>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 name="Google Shape;917;p45"/>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18" name="Google Shape;918;p45"/>
            <p:cNvSpPr/>
            <p:nvPr/>
          </p:nvSpPr>
          <p:spPr>
            <a:xfrm flipH="1">
              <a:off x="1326276" y="1164970"/>
              <a:ext cx="93231" cy="93173"/>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 name="Google Shape;919;p45"/>
            <p:cNvSpPr/>
            <p:nvPr/>
          </p:nvSpPr>
          <p:spPr>
            <a:xfrm flipH="1">
              <a:off x="685826" y="2201295"/>
              <a:ext cx="93231" cy="93173"/>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20" name="Google Shape;920;p45"/>
          <p:cNvGrpSpPr/>
          <p:nvPr/>
        </p:nvGrpSpPr>
        <p:grpSpPr>
          <a:xfrm>
            <a:off x="7297176" y="3655625"/>
            <a:ext cx="2210428" cy="1863813"/>
            <a:chOff x="7297176" y="3655625"/>
            <a:chExt cx="2210428" cy="1863813"/>
          </a:xfrm>
        </p:grpSpPr>
        <p:sp>
          <p:nvSpPr>
            <p:cNvPr id="921" name="Google Shape;921;p45"/>
            <p:cNvSpPr/>
            <p:nvPr/>
          </p:nvSpPr>
          <p:spPr>
            <a:xfrm rot="899878">
              <a:off x="8297876" y="4421550"/>
              <a:ext cx="1102774" cy="971749"/>
            </a:xfrm>
            <a:custGeom>
              <a:rect b="b" l="l" r="r" t="t"/>
              <a:pathLst>
                <a:path extrusionOk="0" h="49357" w="56012">
                  <a:moveTo>
                    <a:pt x="29954" y="0"/>
                  </a:moveTo>
                  <a:cubicBezTo>
                    <a:pt x="26409" y="0"/>
                    <a:pt x="22321" y="902"/>
                    <a:pt x="17654" y="3034"/>
                  </a:cubicBezTo>
                  <a:cubicBezTo>
                    <a:pt x="17654" y="3034"/>
                    <a:pt x="8827" y="7530"/>
                    <a:pt x="4406" y="14477"/>
                  </a:cubicBezTo>
                  <a:cubicBezTo>
                    <a:pt x="1" y="21424"/>
                    <a:pt x="347" y="30340"/>
                    <a:pt x="5715" y="36971"/>
                  </a:cubicBezTo>
                  <a:cubicBezTo>
                    <a:pt x="11068" y="43588"/>
                    <a:pt x="21308" y="42730"/>
                    <a:pt x="29878" y="46926"/>
                  </a:cubicBezTo>
                  <a:cubicBezTo>
                    <a:pt x="33082" y="48494"/>
                    <a:pt x="36410" y="49356"/>
                    <a:pt x="39533" y="49356"/>
                  </a:cubicBezTo>
                  <a:cubicBezTo>
                    <a:pt x="44766" y="49356"/>
                    <a:pt x="49425" y="46936"/>
                    <a:pt x="51967" y="41362"/>
                  </a:cubicBezTo>
                  <a:cubicBezTo>
                    <a:pt x="56012" y="32476"/>
                    <a:pt x="49907" y="29137"/>
                    <a:pt x="48854" y="18852"/>
                  </a:cubicBezTo>
                  <a:cubicBezTo>
                    <a:pt x="48037" y="10867"/>
                    <a:pt x="42263" y="0"/>
                    <a:pt x="29954"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22" name="Google Shape;922;p45"/>
            <p:cNvGrpSpPr/>
            <p:nvPr/>
          </p:nvGrpSpPr>
          <p:grpSpPr>
            <a:xfrm>
              <a:off x="7297176" y="3655625"/>
              <a:ext cx="1024368" cy="981280"/>
              <a:chOff x="7297176" y="3655625"/>
              <a:chExt cx="1024368" cy="981280"/>
            </a:xfrm>
          </p:grpSpPr>
          <p:grpSp>
            <p:nvGrpSpPr>
              <p:cNvPr id="923" name="Google Shape;923;p45"/>
              <p:cNvGrpSpPr/>
              <p:nvPr/>
            </p:nvGrpSpPr>
            <p:grpSpPr>
              <a:xfrm flipH="1">
                <a:off x="8228309" y="3655625"/>
                <a:ext cx="93234" cy="93234"/>
                <a:chOff x="7812545" y="194375"/>
                <a:chExt cx="105457" cy="105457"/>
              </a:xfrm>
            </p:grpSpPr>
            <p:sp>
              <p:nvSpPr>
                <p:cNvPr id="924" name="Google Shape;924;p45"/>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 name="Google Shape;925;p45"/>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 name="Google Shape;926;p45"/>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7" name="Google Shape;927;p45"/>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28" name="Google Shape;928;p45"/>
              <p:cNvSpPr/>
              <p:nvPr/>
            </p:nvSpPr>
            <p:spPr>
              <a:xfrm flipH="1">
                <a:off x="7297176" y="4543733"/>
                <a:ext cx="93231" cy="93173"/>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20">
    <p:spTree>
      <p:nvGrpSpPr>
        <p:cNvPr id="929" name="Shape 929"/>
        <p:cNvGrpSpPr/>
        <p:nvPr/>
      </p:nvGrpSpPr>
      <p:grpSpPr>
        <a:xfrm>
          <a:off x="0" y="0"/>
          <a:ext cx="0" cy="0"/>
          <a:chOff x="0" y="0"/>
          <a:chExt cx="0" cy="0"/>
        </a:xfrm>
      </p:grpSpPr>
      <p:sp>
        <p:nvSpPr>
          <p:cNvPr id="930" name="Google Shape;930;p4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grpSp>
        <p:nvGrpSpPr>
          <p:cNvPr id="931" name="Google Shape;931;p46"/>
          <p:cNvGrpSpPr/>
          <p:nvPr/>
        </p:nvGrpSpPr>
        <p:grpSpPr>
          <a:xfrm>
            <a:off x="319295" y="4308988"/>
            <a:ext cx="750832" cy="656232"/>
            <a:chOff x="319295" y="4308988"/>
            <a:chExt cx="750832" cy="656232"/>
          </a:xfrm>
        </p:grpSpPr>
        <p:grpSp>
          <p:nvGrpSpPr>
            <p:cNvPr id="932" name="Google Shape;932;p46"/>
            <p:cNvGrpSpPr/>
            <p:nvPr/>
          </p:nvGrpSpPr>
          <p:grpSpPr>
            <a:xfrm>
              <a:off x="964670" y="4859763"/>
              <a:ext cx="105457" cy="105457"/>
              <a:chOff x="7812545" y="194375"/>
              <a:chExt cx="105457" cy="105457"/>
            </a:xfrm>
          </p:grpSpPr>
          <p:sp>
            <p:nvSpPr>
              <p:cNvPr id="933" name="Google Shape;933;p46"/>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4" name="Google Shape;934;p46"/>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5" name="Google Shape;935;p46"/>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6" name="Google Shape;936;p46"/>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37" name="Google Shape;937;p46"/>
            <p:cNvSpPr/>
            <p:nvPr/>
          </p:nvSpPr>
          <p:spPr>
            <a:xfrm>
              <a:off x="424749" y="4721876"/>
              <a:ext cx="171626" cy="171542"/>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38" name="Google Shape;938;p46"/>
            <p:cNvGrpSpPr/>
            <p:nvPr/>
          </p:nvGrpSpPr>
          <p:grpSpPr>
            <a:xfrm>
              <a:off x="319295" y="4308988"/>
              <a:ext cx="105457" cy="105457"/>
              <a:chOff x="7812545" y="194375"/>
              <a:chExt cx="105457" cy="105457"/>
            </a:xfrm>
          </p:grpSpPr>
          <p:sp>
            <p:nvSpPr>
              <p:cNvPr id="939" name="Google Shape;939;p46"/>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0" name="Google Shape;940;p46"/>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1" name="Google Shape;941;p46"/>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 name="Google Shape;942;p46"/>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943" name="Google Shape;943;p46"/>
          <p:cNvGrpSpPr/>
          <p:nvPr/>
        </p:nvGrpSpPr>
        <p:grpSpPr>
          <a:xfrm>
            <a:off x="8176604" y="-179030"/>
            <a:ext cx="1421198" cy="1325909"/>
            <a:chOff x="8176604" y="-179030"/>
            <a:chExt cx="1421198" cy="1325909"/>
          </a:xfrm>
        </p:grpSpPr>
        <p:sp>
          <p:nvSpPr>
            <p:cNvPr id="944" name="Google Shape;944;p46"/>
            <p:cNvSpPr/>
            <p:nvPr/>
          </p:nvSpPr>
          <p:spPr>
            <a:xfrm flipH="1">
              <a:off x="8606683" y="-179030"/>
              <a:ext cx="991119" cy="877511"/>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 name="Google Shape;945;p46"/>
            <p:cNvSpPr/>
            <p:nvPr/>
          </p:nvSpPr>
          <p:spPr>
            <a:xfrm flipH="1">
              <a:off x="8176604" y="349987"/>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46" name="Google Shape;946;p46"/>
            <p:cNvGrpSpPr/>
            <p:nvPr/>
          </p:nvGrpSpPr>
          <p:grpSpPr>
            <a:xfrm>
              <a:off x="8732620" y="1041423"/>
              <a:ext cx="105457" cy="105457"/>
              <a:chOff x="7812545" y="194375"/>
              <a:chExt cx="105457" cy="105457"/>
            </a:xfrm>
          </p:grpSpPr>
          <p:sp>
            <p:nvSpPr>
              <p:cNvPr id="947" name="Google Shape;947;p46"/>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8" name="Google Shape;948;p46"/>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9" name="Google Shape;949;p46"/>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0" name="Google Shape;950;p46"/>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19">
    <p:spTree>
      <p:nvGrpSpPr>
        <p:cNvPr id="951" name="Shape 951"/>
        <p:cNvGrpSpPr/>
        <p:nvPr/>
      </p:nvGrpSpPr>
      <p:grpSpPr>
        <a:xfrm>
          <a:off x="0" y="0"/>
          <a:ext cx="0" cy="0"/>
          <a:chOff x="0" y="0"/>
          <a:chExt cx="0" cy="0"/>
        </a:xfrm>
      </p:grpSpPr>
      <p:sp>
        <p:nvSpPr>
          <p:cNvPr id="952" name="Google Shape;952;p4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953" name="Google Shape;953;p47"/>
          <p:cNvSpPr/>
          <p:nvPr/>
        </p:nvSpPr>
        <p:spPr>
          <a:xfrm rot="5828238">
            <a:off x="712226" y="4219055"/>
            <a:ext cx="1085117" cy="2077472"/>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4" name="Google Shape;954;p47"/>
          <p:cNvSpPr/>
          <p:nvPr/>
        </p:nvSpPr>
        <p:spPr>
          <a:xfrm flipH="1">
            <a:off x="8516050" y="4487450"/>
            <a:ext cx="1172375" cy="942725"/>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55" name="Google Shape;955;p47"/>
          <p:cNvGrpSpPr/>
          <p:nvPr/>
        </p:nvGrpSpPr>
        <p:grpSpPr>
          <a:xfrm>
            <a:off x="-1252300" y="-775500"/>
            <a:ext cx="2224933" cy="1789104"/>
            <a:chOff x="-1260750" y="4247400"/>
            <a:chExt cx="2224933" cy="1789104"/>
          </a:xfrm>
        </p:grpSpPr>
        <p:sp>
          <p:nvSpPr>
            <p:cNvPr id="956" name="Google Shape;956;p47"/>
            <p:cNvSpPr/>
            <p:nvPr/>
          </p:nvSpPr>
          <p:spPr>
            <a:xfrm flipH="1">
              <a:off x="-1260750" y="4247400"/>
              <a:ext cx="2224933" cy="1789104"/>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7" name="Google Shape;957;p47"/>
            <p:cNvSpPr/>
            <p:nvPr/>
          </p:nvSpPr>
          <p:spPr>
            <a:xfrm>
              <a:off x="-708950" y="4596438"/>
              <a:ext cx="1232275" cy="1091025"/>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58" name="Google Shape;958;p47"/>
          <p:cNvGrpSpPr/>
          <p:nvPr/>
        </p:nvGrpSpPr>
        <p:grpSpPr>
          <a:xfrm flipH="1" rot="10800000">
            <a:off x="8455188" y="183250"/>
            <a:ext cx="463864" cy="572939"/>
            <a:chOff x="274663" y="183250"/>
            <a:chExt cx="463864" cy="572939"/>
          </a:xfrm>
        </p:grpSpPr>
        <p:grpSp>
          <p:nvGrpSpPr>
            <p:cNvPr id="959" name="Google Shape;959;p47"/>
            <p:cNvGrpSpPr/>
            <p:nvPr/>
          </p:nvGrpSpPr>
          <p:grpSpPr>
            <a:xfrm>
              <a:off x="633070" y="183250"/>
              <a:ext cx="105457" cy="105457"/>
              <a:chOff x="7812545" y="194375"/>
              <a:chExt cx="105457" cy="105457"/>
            </a:xfrm>
          </p:grpSpPr>
          <p:sp>
            <p:nvSpPr>
              <p:cNvPr id="960" name="Google Shape;960;p47"/>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1" name="Google Shape;961;p47"/>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2" name="Google Shape;962;p47"/>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3" name="Google Shape;963;p47"/>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64" name="Google Shape;964;p47"/>
            <p:cNvSpPr/>
            <p:nvPr/>
          </p:nvSpPr>
          <p:spPr>
            <a:xfrm>
              <a:off x="274663" y="650800"/>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69" name="Shape 969"/>
        <p:cNvGrpSpPr/>
        <p:nvPr/>
      </p:nvGrpSpPr>
      <p:grpSpPr>
        <a:xfrm>
          <a:off x="0" y="0"/>
          <a:ext cx="0" cy="0"/>
          <a:chOff x="0" y="0"/>
          <a:chExt cx="0" cy="0"/>
        </a:xfrm>
      </p:grpSpPr>
      <p:sp>
        <p:nvSpPr>
          <p:cNvPr id="970" name="Google Shape;970;p49"/>
          <p:cNvSpPr/>
          <p:nvPr/>
        </p:nvSpPr>
        <p:spPr>
          <a:xfrm>
            <a:off x="-298976" y="-442224"/>
            <a:ext cx="6067158" cy="4878696"/>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1" name="Google Shape;971;p49"/>
          <p:cNvSpPr/>
          <p:nvPr/>
        </p:nvSpPr>
        <p:spPr>
          <a:xfrm>
            <a:off x="-418150" y="-442225"/>
            <a:ext cx="1232275" cy="1091025"/>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2" name="Google Shape;972;p49"/>
          <p:cNvSpPr txBox="1"/>
          <p:nvPr>
            <p:ph type="ctrTitle"/>
          </p:nvPr>
        </p:nvSpPr>
        <p:spPr>
          <a:xfrm>
            <a:off x="1041050" y="995375"/>
            <a:ext cx="4159800" cy="2145600"/>
          </a:xfrm>
          <a:prstGeom prst="rect">
            <a:avLst/>
          </a:prstGeom>
        </p:spPr>
        <p:txBody>
          <a:bodyPr anchorCtr="0" anchor="ctr" bIns="91425" lIns="91425" spcFirstLastPara="1" rIns="91425" wrap="square" tIns="91425">
            <a:noAutofit/>
          </a:bodyPr>
          <a:lstStyle>
            <a:lvl1pPr lvl="0">
              <a:lnSpc>
                <a:spcPct val="90000"/>
              </a:lnSpc>
              <a:spcBef>
                <a:spcPts val="0"/>
              </a:spcBef>
              <a:spcAft>
                <a:spcPts val="0"/>
              </a:spcAft>
              <a:buSzPts val="5200"/>
              <a:buNone/>
              <a:defRPr sz="5200"/>
            </a:lvl1pPr>
            <a:lvl2pPr lvl="1">
              <a:spcBef>
                <a:spcPts val="0"/>
              </a:spcBef>
              <a:spcAft>
                <a:spcPts val="0"/>
              </a:spcAft>
              <a:buSzPts val="5200"/>
              <a:buNone/>
              <a:defRPr sz="5200"/>
            </a:lvl2pPr>
            <a:lvl3pPr lvl="2">
              <a:spcBef>
                <a:spcPts val="0"/>
              </a:spcBef>
              <a:spcAft>
                <a:spcPts val="0"/>
              </a:spcAft>
              <a:buSzPts val="5200"/>
              <a:buNone/>
              <a:defRPr sz="5200"/>
            </a:lvl3pPr>
            <a:lvl4pPr lvl="3">
              <a:spcBef>
                <a:spcPts val="0"/>
              </a:spcBef>
              <a:spcAft>
                <a:spcPts val="0"/>
              </a:spcAft>
              <a:buSzPts val="5200"/>
              <a:buNone/>
              <a:defRPr sz="5200"/>
            </a:lvl4pPr>
            <a:lvl5pPr lvl="4">
              <a:spcBef>
                <a:spcPts val="0"/>
              </a:spcBef>
              <a:spcAft>
                <a:spcPts val="0"/>
              </a:spcAft>
              <a:buSzPts val="5200"/>
              <a:buNone/>
              <a:defRPr sz="5200"/>
            </a:lvl5pPr>
            <a:lvl6pPr lvl="5">
              <a:spcBef>
                <a:spcPts val="0"/>
              </a:spcBef>
              <a:spcAft>
                <a:spcPts val="0"/>
              </a:spcAft>
              <a:buSzPts val="5200"/>
              <a:buNone/>
              <a:defRPr sz="5200"/>
            </a:lvl6pPr>
            <a:lvl7pPr lvl="6">
              <a:spcBef>
                <a:spcPts val="0"/>
              </a:spcBef>
              <a:spcAft>
                <a:spcPts val="0"/>
              </a:spcAft>
              <a:buSzPts val="5200"/>
              <a:buNone/>
              <a:defRPr sz="5200"/>
            </a:lvl7pPr>
            <a:lvl8pPr lvl="7">
              <a:spcBef>
                <a:spcPts val="0"/>
              </a:spcBef>
              <a:spcAft>
                <a:spcPts val="0"/>
              </a:spcAft>
              <a:buSzPts val="5200"/>
              <a:buNone/>
              <a:defRPr sz="5200"/>
            </a:lvl8pPr>
            <a:lvl9pPr lvl="8">
              <a:spcBef>
                <a:spcPts val="0"/>
              </a:spcBef>
              <a:spcAft>
                <a:spcPts val="0"/>
              </a:spcAft>
              <a:buSzPts val="5200"/>
              <a:buNone/>
              <a:defRPr sz="5200"/>
            </a:lvl9pPr>
          </a:lstStyle>
          <a:p/>
        </p:txBody>
      </p:sp>
      <p:sp>
        <p:nvSpPr>
          <p:cNvPr id="973" name="Google Shape;973;p49"/>
          <p:cNvSpPr txBox="1"/>
          <p:nvPr>
            <p:ph idx="1" type="subTitle"/>
          </p:nvPr>
        </p:nvSpPr>
        <p:spPr>
          <a:xfrm>
            <a:off x="1041050" y="3140985"/>
            <a:ext cx="5488500" cy="336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800"/>
              <a:buNone/>
              <a:defRPr sz="18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974" name="Google Shape;974;p4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grpSp>
        <p:nvGrpSpPr>
          <p:cNvPr id="975" name="Google Shape;975;p49"/>
          <p:cNvGrpSpPr/>
          <p:nvPr/>
        </p:nvGrpSpPr>
        <p:grpSpPr>
          <a:xfrm>
            <a:off x="-1113715" y="3104082"/>
            <a:ext cx="3240940" cy="3045231"/>
            <a:chOff x="-1113715" y="3104082"/>
            <a:chExt cx="3240940" cy="3045231"/>
          </a:xfrm>
        </p:grpSpPr>
        <p:sp>
          <p:nvSpPr>
            <p:cNvPr id="976" name="Google Shape;976;p49"/>
            <p:cNvSpPr/>
            <p:nvPr/>
          </p:nvSpPr>
          <p:spPr>
            <a:xfrm rot="-6150387">
              <a:off x="-934264" y="3408221"/>
              <a:ext cx="2578600" cy="2436953"/>
            </a:xfrm>
            <a:custGeom>
              <a:rect b="b" l="l" r="r" t="t"/>
              <a:pathLst>
                <a:path extrusionOk="0" h="49900" w="54584">
                  <a:moveTo>
                    <a:pt x="39803" y="0"/>
                  </a:moveTo>
                  <a:cubicBezTo>
                    <a:pt x="38029" y="0"/>
                    <a:pt x="36248" y="409"/>
                    <a:pt x="34570" y="1238"/>
                  </a:cubicBezTo>
                  <a:cubicBezTo>
                    <a:pt x="31367" y="2802"/>
                    <a:pt x="28886" y="5448"/>
                    <a:pt x="25683" y="7012"/>
                  </a:cubicBezTo>
                  <a:cubicBezTo>
                    <a:pt x="21308" y="9163"/>
                    <a:pt x="16511" y="10320"/>
                    <a:pt x="12090" y="12380"/>
                  </a:cubicBezTo>
                  <a:cubicBezTo>
                    <a:pt x="7684" y="14425"/>
                    <a:pt x="3444" y="17628"/>
                    <a:pt x="1865" y="22244"/>
                  </a:cubicBezTo>
                  <a:cubicBezTo>
                    <a:pt x="1" y="27673"/>
                    <a:pt x="647" y="34078"/>
                    <a:pt x="3504" y="39040"/>
                  </a:cubicBezTo>
                  <a:cubicBezTo>
                    <a:pt x="8069" y="46988"/>
                    <a:pt x="17031" y="49899"/>
                    <a:pt x="25743" y="49899"/>
                  </a:cubicBezTo>
                  <a:cubicBezTo>
                    <a:pt x="25898" y="49899"/>
                    <a:pt x="26054" y="49898"/>
                    <a:pt x="26209" y="49897"/>
                  </a:cubicBezTo>
                  <a:cubicBezTo>
                    <a:pt x="44945" y="49671"/>
                    <a:pt x="54583" y="26996"/>
                    <a:pt x="51531" y="10696"/>
                  </a:cubicBezTo>
                  <a:cubicBezTo>
                    <a:pt x="50869" y="7163"/>
                    <a:pt x="49230" y="3779"/>
                    <a:pt x="46118" y="1840"/>
                  </a:cubicBezTo>
                  <a:cubicBezTo>
                    <a:pt x="44160" y="620"/>
                    <a:pt x="41987" y="0"/>
                    <a:pt x="39803"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7" name="Google Shape;977;p49"/>
            <p:cNvSpPr/>
            <p:nvPr/>
          </p:nvSpPr>
          <p:spPr>
            <a:xfrm rot="5828283">
              <a:off x="677849" y="4406018"/>
              <a:ext cx="958577" cy="1835297"/>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78" name="Shape 978"/>
        <p:cNvGrpSpPr/>
        <p:nvPr/>
      </p:nvGrpSpPr>
      <p:grpSpPr>
        <a:xfrm>
          <a:off x="0" y="0"/>
          <a:ext cx="0" cy="0"/>
          <a:chOff x="0" y="0"/>
          <a:chExt cx="0" cy="0"/>
        </a:xfrm>
      </p:grpSpPr>
      <p:sp>
        <p:nvSpPr>
          <p:cNvPr id="979" name="Google Shape;979;p50"/>
          <p:cNvSpPr txBox="1"/>
          <p:nvPr>
            <p:ph type="title"/>
          </p:nvPr>
        </p:nvSpPr>
        <p:spPr>
          <a:xfrm>
            <a:off x="3920952" y="2223325"/>
            <a:ext cx="4551600" cy="749100"/>
          </a:xfrm>
          <a:prstGeom prst="rect">
            <a:avLst/>
          </a:prstGeom>
        </p:spPr>
        <p:txBody>
          <a:bodyPr anchorCtr="0" anchor="ctr" bIns="91425" lIns="91425" spcFirstLastPara="1" rIns="91425" wrap="square" tIns="91425">
            <a:noAutofit/>
          </a:bodyPr>
          <a:lstStyle>
            <a:lvl1pPr lvl="0">
              <a:spcBef>
                <a:spcPts val="0"/>
              </a:spcBef>
              <a:spcAft>
                <a:spcPts val="0"/>
              </a:spcAft>
              <a:buSzPts val="3600"/>
              <a:buNone/>
              <a:defRPr sz="4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980" name="Google Shape;980;p5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981" name="Google Shape;981;p50"/>
          <p:cNvSpPr txBox="1"/>
          <p:nvPr>
            <p:ph idx="1" type="subTitle"/>
          </p:nvPr>
        </p:nvSpPr>
        <p:spPr>
          <a:xfrm>
            <a:off x="3907975" y="2905550"/>
            <a:ext cx="4551600" cy="383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800"/>
              <a:buNone/>
              <a:defRPr sz="18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982" name="Google Shape;982;p50"/>
          <p:cNvSpPr txBox="1"/>
          <p:nvPr>
            <p:ph hasCustomPrompt="1" idx="2" type="title"/>
          </p:nvPr>
        </p:nvSpPr>
        <p:spPr>
          <a:xfrm>
            <a:off x="3907970" y="1278475"/>
            <a:ext cx="1595700" cy="898500"/>
          </a:xfrm>
          <a:prstGeom prst="rect">
            <a:avLst/>
          </a:prstGeom>
        </p:spPr>
        <p:txBody>
          <a:bodyPr anchorCtr="0" anchor="ctr" bIns="91425" lIns="91425" spcFirstLastPara="1" rIns="91425" wrap="square" tIns="91425">
            <a:noAutofit/>
          </a:bodyPr>
          <a:lstStyle>
            <a:lvl1pPr lvl="0">
              <a:spcBef>
                <a:spcPts val="0"/>
              </a:spcBef>
              <a:spcAft>
                <a:spcPts val="0"/>
              </a:spcAft>
              <a:buSzPts val="8000"/>
              <a:buNone/>
              <a:defRPr sz="8000">
                <a:solidFill>
                  <a:schemeClr val="accent2"/>
                </a:solidFill>
              </a:defRPr>
            </a:lvl1pPr>
            <a:lvl2pPr lvl="1" algn="ctr">
              <a:spcBef>
                <a:spcPts val="0"/>
              </a:spcBef>
              <a:spcAft>
                <a:spcPts val="0"/>
              </a:spcAft>
              <a:buSzPts val="8000"/>
              <a:buNone/>
              <a:defRPr sz="8000"/>
            </a:lvl2pPr>
            <a:lvl3pPr lvl="2" algn="ctr">
              <a:spcBef>
                <a:spcPts val="0"/>
              </a:spcBef>
              <a:spcAft>
                <a:spcPts val="0"/>
              </a:spcAft>
              <a:buSzPts val="8000"/>
              <a:buNone/>
              <a:defRPr sz="8000"/>
            </a:lvl3pPr>
            <a:lvl4pPr lvl="3" algn="ctr">
              <a:spcBef>
                <a:spcPts val="0"/>
              </a:spcBef>
              <a:spcAft>
                <a:spcPts val="0"/>
              </a:spcAft>
              <a:buSzPts val="8000"/>
              <a:buNone/>
              <a:defRPr sz="8000"/>
            </a:lvl4pPr>
            <a:lvl5pPr lvl="4" algn="ctr">
              <a:spcBef>
                <a:spcPts val="0"/>
              </a:spcBef>
              <a:spcAft>
                <a:spcPts val="0"/>
              </a:spcAft>
              <a:buSzPts val="8000"/>
              <a:buNone/>
              <a:defRPr sz="8000"/>
            </a:lvl5pPr>
            <a:lvl6pPr lvl="5" algn="ctr">
              <a:spcBef>
                <a:spcPts val="0"/>
              </a:spcBef>
              <a:spcAft>
                <a:spcPts val="0"/>
              </a:spcAft>
              <a:buSzPts val="8000"/>
              <a:buNone/>
              <a:defRPr sz="8000"/>
            </a:lvl6pPr>
            <a:lvl7pPr lvl="6" algn="ctr">
              <a:spcBef>
                <a:spcPts val="0"/>
              </a:spcBef>
              <a:spcAft>
                <a:spcPts val="0"/>
              </a:spcAft>
              <a:buSzPts val="8000"/>
              <a:buNone/>
              <a:defRPr sz="8000"/>
            </a:lvl7pPr>
            <a:lvl8pPr lvl="7" algn="ctr">
              <a:spcBef>
                <a:spcPts val="0"/>
              </a:spcBef>
              <a:spcAft>
                <a:spcPts val="0"/>
              </a:spcAft>
              <a:buSzPts val="8000"/>
              <a:buNone/>
              <a:defRPr sz="8000"/>
            </a:lvl8pPr>
            <a:lvl9pPr lvl="8" algn="ctr">
              <a:spcBef>
                <a:spcPts val="0"/>
              </a:spcBef>
              <a:spcAft>
                <a:spcPts val="0"/>
              </a:spcAft>
              <a:buSzPts val="8000"/>
              <a:buNone/>
              <a:defRPr sz="8000"/>
            </a:lvl9pPr>
          </a:lstStyle>
          <a:p>
            <a:r>
              <a:t>xx%</a:t>
            </a:r>
          </a:p>
        </p:txBody>
      </p:sp>
      <p:grpSp>
        <p:nvGrpSpPr>
          <p:cNvPr id="983" name="Google Shape;983;p50"/>
          <p:cNvGrpSpPr/>
          <p:nvPr/>
        </p:nvGrpSpPr>
        <p:grpSpPr>
          <a:xfrm>
            <a:off x="8269426" y="4107105"/>
            <a:ext cx="1691968" cy="1546775"/>
            <a:chOff x="8269426" y="4107105"/>
            <a:chExt cx="1691968" cy="1546775"/>
          </a:xfrm>
        </p:grpSpPr>
        <p:sp>
          <p:nvSpPr>
            <p:cNvPr id="984" name="Google Shape;984;p50"/>
            <p:cNvSpPr/>
            <p:nvPr/>
          </p:nvSpPr>
          <p:spPr>
            <a:xfrm>
              <a:off x="8269426" y="4107105"/>
              <a:ext cx="1691968" cy="1546775"/>
            </a:xfrm>
            <a:custGeom>
              <a:rect b="b" l="l" r="r" t="t"/>
              <a:pathLst>
                <a:path extrusionOk="0" h="49900" w="54584">
                  <a:moveTo>
                    <a:pt x="39803" y="0"/>
                  </a:moveTo>
                  <a:cubicBezTo>
                    <a:pt x="38029" y="0"/>
                    <a:pt x="36248" y="409"/>
                    <a:pt x="34570" y="1238"/>
                  </a:cubicBezTo>
                  <a:cubicBezTo>
                    <a:pt x="31367" y="2802"/>
                    <a:pt x="28886" y="5448"/>
                    <a:pt x="25683" y="7012"/>
                  </a:cubicBezTo>
                  <a:cubicBezTo>
                    <a:pt x="21308" y="9163"/>
                    <a:pt x="16511" y="10320"/>
                    <a:pt x="12090" y="12380"/>
                  </a:cubicBezTo>
                  <a:cubicBezTo>
                    <a:pt x="7684" y="14425"/>
                    <a:pt x="3444" y="17628"/>
                    <a:pt x="1865" y="22244"/>
                  </a:cubicBezTo>
                  <a:cubicBezTo>
                    <a:pt x="1" y="27673"/>
                    <a:pt x="647" y="34078"/>
                    <a:pt x="3504" y="39040"/>
                  </a:cubicBezTo>
                  <a:cubicBezTo>
                    <a:pt x="8069" y="46988"/>
                    <a:pt x="17031" y="49899"/>
                    <a:pt x="25743" y="49899"/>
                  </a:cubicBezTo>
                  <a:cubicBezTo>
                    <a:pt x="25898" y="49899"/>
                    <a:pt x="26054" y="49898"/>
                    <a:pt x="26209" y="49897"/>
                  </a:cubicBezTo>
                  <a:cubicBezTo>
                    <a:pt x="44945" y="49671"/>
                    <a:pt x="54583" y="26996"/>
                    <a:pt x="51531" y="10696"/>
                  </a:cubicBezTo>
                  <a:cubicBezTo>
                    <a:pt x="50869" y="7163"/>
                    <a:pt x="49230" y="3779"/>
                    <a:pt x="46118" y="1840"/>
                  </a:cubicBezTo>
                  <a:cubicBezTo>
                    <a:pt x="44160" y="620"/>
                    <a:pt x="41987" y="0"/>
                    <a:pt x="39803" y="0"/>
                  </a:cubicBezTo>
                  <a:close/>
                </a:path>
              </a:pathLst>
            </a:custGeom>
            <a:solidFill>
              <a:srgbClr val="F0F0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5" name="Google Shape;985;p50"/>
            <p:cNvSpPr/>
            <p:nvPr/>
          </p:nvSpPr>
          <p:spPr>
            <a:xfrm>
              <a:off x="8602429" y="4538820"/>
              <a:ext cx="991119" cy="877511"/>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86" name="Google Shape;986;p50"/>
          <p:cNvGrpSpPr/>
          <p:nvPr/>
        </p:nvGrpSpPr>
        <p:grpSpPr>
          <a:xfrm>
            <a:off x="6194195" y="289400"/>
            <a:ext cx="2508782" cy="1009939"/>
            <a:chOff x="6194195" y="289400"/>
            <a:chExt cx="2508782" cy="1009939"/>
          </a:xfrm>
        </p:grpSpPr>
        <p:sp>
          <p:nvSpPr>
            <p:cNvPr id="987" name="Google Shape;987;p50"/>
            <p:cNvSpPr/>
            <p:nvPr/>
          </p:nvSpPr>
          <p:spPr>
            <a:xfrm>
              <a:off x="7081200" y="1193950"/>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8" name="Google Shape;988;p50"/>
            <p:cNvSpPr/>
            <p:nvPr/>
          </p:nvSpPr>
          <p:spPr>
            <a:xfrm>
              <a:off x="7997076" y="289400"/>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989" name="Google Shape;989;p50"/>
            <p:cNvGrpSpPr/>
            <p:nvPr/>
          </p:nvGrpSpPr>
          <p:grpSpPr>
            <a:xfrm>
              <a:off x="8597520" y="1140738"/>
              <a:ext cx="105457" cy="105457"/>
              <a:chOff x="7812545" y="194375"/>
              <a:chExt cx="105457" cy="105457"/>
            </a:xfrm>
          </p:grpSpPr>
          <p:sp>
            <p:nvSpPr>
              <p:cNvPr id="990" name="Google Shape;990;p50"/>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1" name="Google Shape;991;p50"/>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2" name="Google Shape;992;p50"/>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3" name="Google Shape;993;p50"/>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94" name="Google Shape;994;p50"/>
            <p:cNvGrpSpPr/>
            <p:nvPr/>
          </p:nvGrpSpPr>
          <p:grpSpPr>
            <a:xfrm>
              <a:off x="6194195" y="551338"/>
              <a:ext cx="105457" cy="105457"/>
              <a:chOff x="7812545" y="194375"/>
              <a:chExt cx="105457" cy="105457"/>
            </a:xfrm>
          </p:grpSpPr>
          <p:sp>
            <p:nvSpPr>
              <p:cNvPr id="995" name="Google Shape;995;p50"/>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6" name="Google Shape;996;p50"/>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7" name="Google Shape;997;p50"/>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8" name="Google Shape;998;p50"/>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999" name="Google Shape;999;p50"/>
          <p:cNvGrpSpPr/>
          <p:nvPr/>
        </p:nvGrpSpPr>
        <p:grpSpPr>
          <a:xfrm>
            <a:off x="5001120" y="3928038"/>
            <a:ext cx="1828507" cy="817002"/>
            <a:chOff x="5001120" y="3928038"/>
            <a:chExt cx="1828507" cy="817002"/>
          </a:xfrm>
        </p:grpSpPr>
        <p:sp>
          <p:nvSpPr>
            <p:cNvPr id="1000" name="Google Shape;1000;p50"/>
            <p:cNvSpPr/>
            <p:nvPr/>
          </p:nvSpPr>
          <p:spPr>
            <a:xfrm>
              <a:off x="6724175" y="4639650"/>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01" name="Google Shape;1001;p50"/>
            <p:cNvGrpSpPr/>
            <p:nvPr/>
          </p:nvGrpSpPr>
          <p:grpSpPr>
            <a:xfrm>
              <a:off x="5001120" y="3928038"/>
              <a:ext cx="105457" cy="105457"/>
              <a:chOff x="7812545" y="194375"/>
              <a:chExt cx="105457" cy="105457"/>
            </a:xfrm>
          </p:grpSpPr>
          <p:sp>
            <p:nvSpPr>
              <p:cNvPr id="1002" name="Google Shape;1002;p50"/>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3" name="Google Shape;1003;p50"/>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4" name="Google Shape;1004;p50"/>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5" name="Google Shape;1005;p50"/>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006" name="Shape 1006"/>
        <p:cNvGrpSpPr/>
        <p:nvPr/>
      </p:nvGrpSpPr>
      <p:grpSpPr>
        <a:xfrm>
          <a:off x="0" y="0"/>
          <a:ext cx="0" cy="0"/>
          <a:chOff x="0" y="0"/>
          <a:chExt cx="0" cy="0"/>
        </a:xfrm>
      </p:grpSpPr>
      <p:sp>
        <p:nvSpPr>
          <p:cNvPr id="1007" name="Google Shape;1007;p51"/>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08" name="Google Shape;1008;p51"/>
          <p:cNvSpPr txBox="1"/>
          <p:nvPr>
            <p:ph idx="1" type="body"/>
          </p:nvPr>
        </p:nvSpPr>
        <p:spPr>
          <a:xfrm>
            <a:off x="685800" y="1152475"/>
            <a:ext cx="7786800" cy="3416400"/>
          </a:xfrm>
          <a:prstGeom prst="rect">
            <a:avLst/>
          </a:prstGeom>
        </p:spPr>
        <p:txBody>
          <a:bodyPr anchorCtr="0" anchor="t" bIns="91425" lIns="91425" spcFirstLastPara="1" rIns="91425" wrap="square" tIns="91425">
            <a:noAutofit/>
          </a:bodyPr>
          <a:lstStyle>
            <a:lvl1pPr indent="-304800" lvl="0" marL="457200">
              <a:lnSpc>
                <a:spcPct val="100000"/>
              </a:lnSpc>
              <a:spcBef>
                <a:spcPts val="0"/>
              </a:spcBef>
              <a:spcAft>
                <a:spcPts val="0"/>
              </a:spcAft>
              <a:buSzPts val="1200"/>
              <a:buChar char="●"/>
              <a:defRPr sz="1200"/>
            </a:lvl1pPr>
            <a:lvl2pPr indent="-304800" lvl="1" marL="914400">
              <a:lnSpc>
                <a:spcPct val="100000"/>
              </a:lnSpc>
              <a:spcBef>
                <a:spcPts val="0"/>
              </a:spcBef>
              <a:spcAft>
                <a:spcPts val="0"/>
              </a:spcAft>
              <a:buSzPts val="1200"/>
              <a:buChar char="○"/>
              <a:defRPr sz="1200"/>
            </a:lvl2pPr>
            <a:lvl3pPr indent="-304800" lvl="2" marL="1371600">
              <a:lnSpc>
                <a:spcPct val="100000"/>
              </a:lnSpc>
              <a:spcBef>
                <a:spcPts val="0"/>
              </a:spcBef>
              <a:spcAft>
                <a:spcPts val="0"/>
              </a:spcAft>
              <a:buSzPts val="1200"/>
              <a:buChar char="■"/>
              <a:defRPr sz="1200"/>
            </a:lvl3pPr>
            <a:lvl4pPr indent="-304800" lvl="3" marL="1828800">
              <a:lnSpc>
                <a:spcPct val="100000"/>
              </a:lnSpc>
              <a:spcBef>
                <a:spcPts val="0"/>
              </a:spcBef>
              <a:spcAft>
                <a:spcPts val="0"/>
              </a:spcAft>
              <a:buSzPts val="1200"/>
              <a:buChar char="●"/>
              <a:defRPr sz="1200"/>
            </a:lvl4pPr>
            <a:lvl5pPr indent="-304800" lvl="4" marL="2286000">
              <a:lnSpc>
                <a:spcPct val="100000"/>
              </a:lnSpc>
              <a:spcBef>
                <a:spcPts val="0"/>
              </a:spcBef>
              <a:spcAft>
                <a:spcPts val="0"/>
              </a:spcAft>
              <a:buSzPts val="1200"/>
              <a:buChar char="○"/>
              <a:defRPr sz="1200"/>
            </a:lvl5pPr>
            <a:lvl6pPr indent="-304800" lvl="5" marL="2743200">
              <a:lnSpc>
                <a:spcPct val="100000"/>
              </a:lnSpc>
              <a:spcBef>
                <a:spcPts val="0"/>
              </a:spcBef>
              <a:spcAft>
                <a:spcPts val="0"/>
              </a:spcAft>
              <a:buSzPts val="1200"/>
              <a:buChar char="■"/>
              <a:defRPr sz="1200"/>
            </a:lvl6pPr>
            <a:lvl7pPr indent="-304800" lvl="6" marL="3200400">
              <a:lnSpc>
                <a:spcPct val="100000"/>
              </a:lnSpc>
              <a:spcBef>
                <a:spcPts val="0"/>
              </a:spcBef>
              <a:spcAft>
                <a:spcPts val="0"/>
              </a:spcAft>
              <a:buSzPts val="1200"/>
              <a:buChar char="●"/>
              <a:defRPr sz="1200"/>
            </a:lvl7pPr>
            <a:lvl8pPr indent="-304800" lvl="7" marL="3657600">
              <a:lnSpc>
                <a:spcPct val="100000"/>
              </a:lnSpc>
              <a:spcBef>
                <a:spcPts val="0"/>
              </a:spcBef>
              <a:spcAft>
                <a:spcPts val="0"/>
              </a:spcAft>
              <a:buSzPts val="1200"/>
              <a:buChar char="○"/>
              <a:defRPr sz="1200"/>
            </a:lvl8pPr>
            <a:lvl9pPr indent="-304800" lvl="8" marL="4114800">
              <a:lnSpc>
                <a:spcPct val="100000"/>
              </a:lnSpc>
              <a:spcBef>
                <a:spcPts val="0"/>
              </a:spcBef>
              <a:spcAft>
                <a:spcPts val="0"/>
              </a:spcAft>
              <a:buSzPts val="1200"/>
              <a:buChar char="■"/>
              <a:defRPr sz="1200"/>
            </a:lvl9pPr>
          </a:lstStyle>
          <a:p/>
        </p:txBody>
      </p:sp>
      <p:sp>
        <p:nvSpPr>
          <p:cNvPr id="1009" name="Google Shape;1009;p5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grpSp>
        <p:nvGrpSpPr>
          <p:cNvPr id="1010" name="Google Shape;1010;p51"/>
          <p:cNvGrpSpPr/>
          <p:nvPr/>
        </p:nvGrpSpPr>
        <p:grpSpPr>
          <a:xfrm>
            <a:off x="215745" y="152937"/>
            <a:ext cx="470057" cy="586177"/>
            <a:chOff x="215745" y="152938"/>
            <a:chExt cx="470057" cy="586177"/>
          </a:xfrm>
        </p:grpSpPr>
        <p:sp>
          <p:nvSpPr>
            <p:cNvPr id="1011" name="Google Shape;1011;p51"/>
            <p:cNvSpPr/>
            <p:nvPr/>
          </p:nvSpPr>
          <p:spPr>
            <a:xfrm>
              <a:off x="215750" y="633725"/>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2" name="Google Shape;1012;p51"/>
            <p:cNvSpPr/>
            <p:nvPr/>
          </p:nvSpPr>
          <p:spPr>
            <a:xfrm>
              <a:off x="607851" y="22487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1013" name="Google Shape;1013;p51"/>
            <p:cNvGrpSpPr/>
            <p:nvPr/>
          </p:nvGrpSpPr>
          <p:grpSpPr>
            <a:xfrm>
              <a:off x="215745" y="152938"/>
              <a:ext cx="105457" cy="105457"/>
              <a:chOff x="7812545" y="194375"/>
              <a:chExt cx="105457" cy="105457"/>
            </a:xfrm>
          </p:grpSpPr>
          <p:sp>
            <p:nvSpPr>
              <p:cNvPr id="1014" name="Google Shape;1014;p51"/>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5" name="Google Shape;1015;p51"/>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6" name="Google Shape;1016;p51"/>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7" name="Google Shape;1017;p51"/>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018" name="Google Shape;1018;p51"/>
          <p:cNvGrpSpPr/>
          <p:nvPr/>
        </p:nvGrpSpPr>
        <p:grpSpPr>
          <a:xfrm rot="10800000">
            <a:off x="8496297" y="4349552"/>
            <a:ext cx="470057" cy="586177"/>
            <a:chOff x="215745" y="152938"/>
            <a:chExt cx="470057" cy="586177"/>
          </a:xfrm>
        </p:grpSpPr>
        <p:sp>
          <p:nvSpPr>
            <p:cNvPr id="1019" name="Google Shape;1019;p51"/>
            <p:cNvSpPr/>
            <p:nvPr/>
          </p:nvSpPr>
          <p:spPr>
            <a:xfrm>
              <a:off x="215750" y="633725"/>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0" name="Google Shape;1020;p51"/>
            <p:cNvSpPr/>
            <p:nvPr/>
          </p:nvSpPr>
          <p:spPr>
            <a:xfrm>
              <a:off x="607851" y="22487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1021" name="Google Shape;1021;p51"/>
            <p:cNvGrpSpPr/>
            <p:nvPr/>
          </p:nvGrpSpPr>
          <p:grpSpPr>
            <a:xfrm>
              <a:off x="215745" y="152938"/>
              <a:ext cx="105457" cy="105457"/>
              <a:chOff x="7812545" y="194375"/>
              <a:chExt cx="105457" cy="105457"/>
            </a:xfrm>
          </p:grpSpPr>
          <p:sp>
            <p:nvSpPr>
              <p:cNvPr id="1022" name="Google Shape;1022;p51"/>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3" name="Google Shape;1023;p51"/>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4" name="Google Shape;1024;p51"/>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5" name="Google Shape;1025;p51"/>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026" name="Google Shape;1026;p51"/>
          <p:cNvGrpSpPr/>
          <p:nvPr/>
        </p:nvGrpSpPr>
        <p:grpSpPr>
          <a:xfrm>
            <a:off x="7610270" y="-737025"/>
            <a:ext cx="2476138" cy="1789104"/>
            <a:chOff x="7610270" y="-737025"/>
            <a:chExt cx="2476138" cy="1789104"/>
          </a:xfrm>
        </p:grpSpPr>
        <p:sp>
          <p:nvSpPr>
            <p:cNvPr id="1027" name="Google Shape;1027;p51"/>
            <p:cNvSpPr/>
            <p:nvPr/>
          </p:nvSpPr>
          <p:spPr>
            <a:xfrm flipH="1">
              <a:off x="7861475" y="-737025"/>
              <a:ext cx="2224933" cy="1789104"/>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8" name="Google Shape;1028;p51"/>
            <p:cNvSpPr/>
            <p:nvPr/>
          </p:nvSpPr>
          <p:spPr>
            <a:xfrm flipH="1">
              <a:off x="8506983" y="-551625"/>
              <a:ext cx="1232275" cy="1091025"/>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29" name="Google Shape;1029;p51"/>
            <p:cNvGrpSpPr/>
            <p:nvPr/>
          </p:nvGrpSpPr>
          <p:grpSpPr>
            <a:xfrm>
              <a:off x="7610270" y="211113"/>
              <a:ext cx="105457" cy="105457"/>
              <a:chOff x="7812545" y="194375"/>
              <a:chExt cx="105457" cy="105457"/>
            </a:xfrm>
          </p:grpSpPr>
          <p:sp>
            <p:nvSpPr>
              <p:cNvPr id="1030" name="Google Shape;1030;p51"/>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1" name="Google Shape;1031;p51"/>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2" name="Google Shape;1032;p51"/>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3" name="Google Shape;1033;p51"/>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034" name="Google Shape;1034;p51"/>
          <p:cNvSpPr/>
          <p:nvPr/>
        </p:nvSpPr>
        <p:spPr>
          <a:xfrm rot="-6150494">
            <a:off x="-869858" y="4348040"/>
            <a:ext cx="1855548" cy="1753582"/>
          </a:xfrm>
          <a:custGeom>
            <a:rect b="b" l="l" r="r" t="t"/>
            <a:pathLst>
              <a:path extrusionOk="0" h="49900" w="54584">
                <a:moveTo>
                  <a:pt x="39803" y="0"/>
                </a:moveTo>
                <a:cubicBezTo>
                  <a:pt x="38029" y="0"/>
                  <a:pt x="36248" y="409"/>
                  <a:pt x="34570" y="1238"/>
                </a:cubicBezTo>
                <a:cubicBezTo>
                  <a:pt x="31367" y="2802"/>
                  <a:pt x="28886" y="5448"/>
                  <a:pt x="25683" y="7012"/>
                </a:cubicBezTo>
                <a:cubicBezTo>
                  <a:pt x="21308" y="9163"/>
                  <a:pt x="16511" y="10320"/>
                  <a:pt x="12090" y="12380"/>
                </a:cubicBezTo>
                <a:cubicBezTo>
                  <a:pt x="7684" y="14425"/>
                  <a:pt x="3444" y="17628"/>
                  <a:pt x="1865" y="22244"/>
                </a:cubicBezTo>
                <a:cubicBezTo>
                  <a:pt x="1" y="27673"/>
                  <a:pt x="647" y="34078"/>
                  <a:pt x="3504" y="39040"/>
                </a:cubicBezTo>
                <a:cubicBezTo>
                  <a:pt x="8069" y="46988"/>
                  <a:pt x="17031" y="49899"/>
                  <a:pt x="25743" y="49899"/>
                </a:cubicBezTo>
                <a:cubicBezTo>
                  <a:pt x="25898" y="49899"/>
                  <a:pt x="26054" y="49898"/>
                  <a:pt x="26209" y="49897"/>
                </a:cubicBezTo>
                <a:cubicBezTo>
                  <a:pt x="44945" y="49671"/>
                  <a:pt x="54583" y="26996"/>
                  <a:pt x="51531" y="10696"/>
                </a:cubicBezTo>
                <a:cubicBezTo>
                  <a:pt x="50869" y="7163"/>
                  <a:pt x="49230" y="3779"/>
                  <a:pt x="46118" y="1840"/>
                </a:cubicBezTo>
                <a:cubicBezTo>
                  <a:pt x="44160" y="620"/>
                  <a:pt x="41987" y="0"/>
                  <a:pt x="39803" y="0"/>
                </a:cubicBezTo>
                <a:close/>
              </a:path>
            </a:pathLst>
          </a:custGeom>
          <a:solidFill>
            <a:srgbClr val="DED0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035" name="Shape 1035"/>
        <p:cNvGrpSpPr/>
        <p:nvPr/>
      </p:nvGrpSpPr>
      <p:grpSpPr>
        <a:xfrm>
          <a:off x="0" y="0"/>
          <a:ext cx="0" cy="0"/>
          <a:chOff x="0" y="0"/>
          <a:chExt cx="0" cy="0"/>
        </a:xfrm>
      </p:grpSpPr>
      <p:sp>
        <p:nvSpPr>
          <p:cNvPr id="1036" name="Google Shape;1036;p52"/>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37" name="Google Shape;1037;p5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1038" name="Google Shape;1038;p52"/>
          <p:cNvSpPr txBox="1"/>
          <p:nvPr>
            <p:ph idx="1" type="subTitle"/>
          </p:nvPr>
        </p:nvSpPr>
        <p:spPr>
          <a:xfrm>
            <a:off x="1516375" y="2804150"/>
            <a:ext cx="2554500" cy="387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800"/>
              <a:buNone/>
              <a:defRPr b="1" sz="2000">
                <a:solidFill>
                  <a:schemeClr val="accent2"/>
                </a:solidFill>
                <a:latin typeface="Barlow"/>
                <a:ea typeface="Barlow"/>
                <a:cs typeface="Barlow"/>
                <a:sym typeface="Barlow"/>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1039" name="Google Shape;1039;p52"/>
          <p:cNvSpPr txBox="1"/>
          <p:nvPr>
            <p:ph idx="2" type="subTitle"/>
          </p:nvPr>
        </p:nvSpPr>
        <p:spPr>
          <a:xfrm>
            <a:off x="5073125" y="2804150"/>
            <a:ext cx="2554500" cy="387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800"/>
              <a:buNone/>
              <a:defRPr b="1" sz="2000">
                <a:solidFill>
                  <a:schemeClr val="accent2"/>
                </a:solidFill>
                <a:latin typeface="Barlow"/>
                <a:ea typeface="Barlow"/>
                <a:cs typeface="Barlow"/>
                <a:sym typeface="Barlow"/>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1040" name="Google Shape;1040;p52"/>
          <p:cNvSpPr txBox="1"/>
          <p:nvPr>
            <p:ph idx="3" type="subTitle"/>
          </p:nvPr>
        </p:nvSpPr>
        <p:spPr>
          <a:xfrm>
            <a:off x="1516375" y="3198215"/>
            <a:ext cx="2554500" cy="9405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8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1041" name="Google Shape;1041;p52"/>
          <p:cNvSpPr txBox="1"/>
          <p:nvPr>
            <p:ph idx="4" type="subTitle"/>
          </p:nvPr>
        </p:nvSpPr>
        <p:spPr>
          <a:xfrm>
            <a:off x="5073125" y="3198215"/>
            <a:ext cx="2554500" cy="9405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8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1042" name="Google Shape;1042;p52"/>
          <p:cNvGrpSpPr/>
          <p:nvPr/>
        </p:nvGrpSpPr>
        <p:grpSpPr>
          <a:xfrm>
            <a:off x="-1307617" y="3655381"/>
            <a:ext cx="2984172" cy="2871184"/>
            <a:chOff x="-1307617" y="3655381"/>
            <a:chExt cx="2984172" cy="2871184"/>
          </a:xfrm>
        </p:grpSpPr>
        <p:sp>
          <p:nvSpPr>
            <p:cNvPr id="1043" name="Google Shape;1043;p52"/>
            <p:cNvSpPr/>
            <p:nvPr/>
          </p:nvSpPr>
          <p:spPr>
            <a:xfrm flipH="1" rot="638420">
              <a:off x="-1104798" y="3872484"/>
              <a:ext cx="2578535" cy="2436978"/>
            </a:xfrm>
            <a:custGeom>
              <a:rect b="b" l="l" r="r" t="t"/>
              <a:pathLst>
                <a:path extrusionOk="0" h="49900" w="54584">
                  <a:moveTo>
                    <a:pt x="39803" y="0"/>
                  </a:moveTo>
                  <a:cubicBezTo>
                    <a:pt x="38029" y="0"/>
                    <a:pt x="36248" y="409"/>
                    <a:pt x="34570" y="1238"/>
                  </a:cubicBezTo>
                  <a:cubicBezTo>
                    <a:pt x="31367" y="2802"/>
                    <a:pt x="28886" y="5448"/>
                    <a:pt x="25683" y="7012"/>
                  </a:cubicBezTo>
                  <a:cubicBezTo>
                    <a:pt x="21308" y="9163"/>
                    <a:pt x="16511" y="10320"/>
                    <a:pt x="12090" y="12380"/>
                  </a:cubicBezTo>
                  <a:cubicBezTo>
                    <a:pt x="7684" y="14425"/>
                    <a:pt x="3444" y="17628"/>
                    <a:pt x="1865" y="22244"/>
                  </a:cubicBezTo>
                  <a:cubicBezTo>
                    <a:pt x="1" y="27673"/>
                    <a:pt x="647" y="34078"/>
                    <a:pt x="3504" y="39040"/>
                  </a:cubicBezTo>
                  <a:cubicBezTo>
                    <a:pt x="8069" y="46988"/>
                    <a:pt x="17031" y="49899"/>
                    <a:pt x="25743" y="49899"/>
                  </a:cubicBezTo>
                  <a:cubicBezTo>
                    <a:pt x="25898" y="49899"/>
                    <a:pt x="26054" y="49898"/>
                    <a:pt x="26209" y="49897"/>
                  </a:cubicBezTo>
                  <a:cubicBezTo>
                    <a:pt x="44945" y="49671"/>
                    <a:pt x="54583" y="26996"/>
                    <a:pt x="51531" y="10696"/>
                  </a:cubicBezTo>
                  <a:cubicBezTo>
                    <a:pt x="50869" y="7163"/>
                    <a:pt x="49230" y="3779"/>
                    <a:pt x="46118" y="1840"/>
                  </a:cubicBezTo>
                  <a:cubicBezTo>
                    <a:pt x="44160" y="620"/>
                    <a:pt x="41987" y="0"/>
                    <a:pt x="3980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4" name="Google Shape;1044;p52"/>
            <p:cNvSpPr/>
            <p:nvPr/>
          </p:nvSpPr>
          <p:spPr>
            <a:xfrm rot="7710264">
              <a:off x="-15001" y="4173334"/>
              <a:ext cx="958502" cy="1835274"/>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45" name="Google Shape;1045;p52"/>
          <p:cNvGrpSpPr/>
          <p:nvPr/>
        </p:nvGrpSpPr>
        <p:grpSpPr>
          <a:xfrm>
            <a:off x="8526097" y="4420947"/>
            <a:ext cx="396476" cy="526844"/>
            <a:chOff x="8526097" y="4420947"/>
            <a:chExt cx="396476" cy="526844"/>
          </a:xfrm>
        </p:grpSpPr>
        <p:sp>
          <p:nvSpPr>
            <p:cNvPr id="1046" name="Google Shape;1046;p52"/>
            <p:cNvSpPr/>
            <p:nvPr/>
          </p:nvSpPr>
          <p:spPr>
            <a:xfrm rot="10800000">
              <a:off x="8526097" y="4842402"/>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7" name="Google Shape;1047;p52"/>
            <p:cNvSpPr/>
            <p:nvPr/>
          </p:nvSpPr>
          <p:spPr>
            <a:xfrm rot="10800000">
              <a:off x="8844622" y="462626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1048" name="Google Shape;1048;p52"/>
            <p:cNvGrpSpPr/>
            <p:nvPr/>
          </p:nvGrpSpPr>
          <p:grpSpPr>
            <a:xfrm rot="10800000">
              <a:off x="8526097" y="4420947"/>
              <a:ext cx="105457" cy="105457"/>
              <a:chOff x="7812545" y="194375"/>
              <a:chExt cx="105457" cy="105457"/>
            </a:xfrm>
          </p:grpSpPr>
          <p:sp>
            <p:nvSpPr>
              <p:cNvPr id="1049" name="Google Shape;1049;p52"/>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0" name="Google Shape;1050;p52"/>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1" name="Google Shape;1051;p52"/>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2" name="Google Shape;1052;p52"/>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053" name="Google Shape;1053;p52"/>
          <p:cNvGrpSpPr/>
          <p:nvPr/>
        </p:nvGrpSpPr>
        <p:grpSpPr>
          <a:xfrm>
            <a:off x="7917051" y="-242512"/>
            <a:ext cx="1773412" cy="1460069"/>
            <a:chOff x="7917051" y="-242512"/>
            <a:chExt cx="1773412" cy="1460069"/>
          </a:xfrm>
        </p:grpSpPr>
        <p:sp>
          <p:nvSpPr>
            <p:cNvPr id="1054" name="Google Shape;1054;p52"/>
            <p:cNvSpPr/>
            <p:nvPr/>
          </p:nvSpPr>
          <p:spPr>
            <a:xfrm flipH="1">
              <a:off x="8458188" y="-242512"/>
              <a:ext cx="1232275" cy="1091025"/>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5" name="Google Shape;1055;p52"/>
            <p:cNvSpPr/>
            <p:nvPr/>
          </p:nvSpPr>
          <p:spPr>
            <a:xfrm>
              <a:off x="7917051" y="19137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1056" name="Google Shape;1056;p52"/>
            <p:cNvGrpSpPr/>
            <p:nvPr/>
          </p:nvGrpSpPr>
          <p:grpSpPr>
            <a:xfrm>
              <a:off x="8723170" y="1112100"/>
              <a:ext cx="105457" cy="105457"/>
              <a:chOff x="7812545" y="194375"/>
              <a:chExt cx="105457" cy="105457"/>
            </a:xfrm>
          </p:grpSpPr>
          <p:sp>
            <p:nvSpPr>
              <p:cNvPr id="1057" name="Google Shape;1057;p52"/>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8" name="Google Shape;1058;p52"/>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9" name="Google Shape;1059;p52"/>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0" name="Google Shape;1060;p52"/>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61" name="Shape 1061"/>
        <p:cNvGrpSpPr/>
        <p:nvPr/>
      </p:nvGrpSpPr>
      <p:grpSpPr>
        <a:xfrm>
          <a:off x="0" y="0"/>
          <a:ext cx="0" cy="0"/>
          <a:chOff x="0" y="0"/>
          <a:chExt cx="0" cy="0"/>
        </a:xfrm>
      </p:grpSpPr>
      <p:sp>
        <p:nvSpPr>
          <p:cNvPr id="1062" name="Google Shape;1062;p53"/>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63" name="Google Shape;1063;p5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grpSp>
        <p:nvGrpSpPr>
          <p:cNvPr id="1064" name="Google Shape;1064;p53"/>
          <p:cNvGrpSpPr/>
          <p:nvPr/>
        </p:nvGrpSpPr>
        <p:grpSpPr>
          <a:xfrm>
            <a:off x="7254626" y="137295"/>
            <a:ext cx="1638498" cy="1140836"/>
            <a:chOff x="7254626" y="137295"/>
            <a:chExt cx="1638498" cy="1140836"/>
          </a:xfrm>
        </p:grpSpPr>
        <p:sp>
          <p:nvSpPr>
            <p:cNvPr id="1065" name="Google Shape;1065;p53"/>
            <p:cNvSpPr/>
            <p:nvPr/>
          </p:nvSpPr>
          <p:spPr>
            <a:xfrm>
              <a:off x="7602574" y="286875"/>
              <a:ext cx="1254440" cy="401698"/>
            </a:xfrm>
            <a:custGeom>
              <a:rect b="b" l="l" r="r" t="t"/>
              <a:pathLst>
                <a:path extrusionOk="0" fill="none" h="4647" w="14511">
                  <a:moveTo>
                    <a:pt x="13894" y="3805"/>
                  </a:moveTo>
                  <a:cubicBezTo>
                    <a:pt x="13263" y="3459"/>
                    <a:pt x="12977" y="3744"/>
                    <a:pt x="12766" y="3459"/>
                  </a:cubicBezTo>
                  <a:cubicBezTo>
                    <a:pt x="12541" y="3173"/>
                    <a:pt x="13383" y="2436"/>
                    <a:pt x="11684" y="1699"/>
                  </a:cubicBezTo>
                  <a:cubicBezTo>
                    <a:pt x="11684" y="1699"/>
                    <a:pt x="11578" y="121"/>
                    <a:pt x="9248" y="60"/>
                  </a:cubicBezTo>
                  <a:cubicBezTo>
                    <a:pt x="6917" y="0"/>
                    <a:pt x="7549" y="1654"/>
                    <a:pt x="6917" y="2045"/>
                  </a:cubicBezTo>
                  <a:cubicBezTo>
                    <a:pt x="6286" y="2436"/>
                    <a:pt x="6120" y="1820"/>
                    <a:pt x="5504" y="2211"/>
                  </a:cubicBezTo>
                  <a:cubicBezTo>
                    <a:pt x="4872" y="2617"/>
                    <a:pt x="5158" y="3399"/>
                    <a:pt x="4647" y="3519"/>
                  </a:cubicBezTo>
                  <a:cubicBezTo>
                    <a:pt x="4135" y="3624"/>
                    <a:pt x="3459" y="3008"/>
                    <a:pt x="2842" y="3399"/>
                  </a:cubicBezTo>
                  <a:cubicBezTo>
                    <a:pt x="2211" y="3805"/>
                    <a:pt x="2211" y="4135"/>
                    <a:pt x="1925" y="4135"/>
                  </a:cubicBezTo>
                  <a:cubicBezTo>
                    <a:pt x="1654" y="4135"/>
                    <a:pt x="1083" y="3910"/>
                    <a:pt x="737" y="4135"/>
                  </a:cubicBezTo>
                  <a:cubicBezTo>
                    <a:pt x="406" y="4376"/>
                    <a:pt x="0" y="4647"/>
                    <a:pt x="0" y="4647"/>
                  </a:cubicBezTo>
                  <a:lnTo>
                    <a:pt x="14345" y="4647"/>
                  </a:lnTo>
                  <a:cubicBezTo>
                    <a:pt x="14345" y="4647"/>
                    <a:pt x="14511" y="4135"/>
                    <a:pt x="13894" y="3805"/>
                  </a:cubicBezTo>
                  <a:close/>
                </a:path>
              </a:pathLst>
            </a:custGeom>
            <a:solidFill>
              <a:schemeClr val="lt1"/>
            </a:solid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66" name="Google Shape;1066;p53"/>
            <p:cNvGrpSpPr/>
            <p:nvPr/>
          </p:nvGrpSpPr>
          <p:grpSpPr>
            <a:xfrm flipH="1">
              <a:off x="8799889" y="1184897"/>
              <a:ext cx="93234" cy="93234"/>
              <a:chOff x="7812545" y="194375"/>
              <a:chExt cx="105457" cy="105457"/>
            </a:xfrm>
          </p:grpSpPr>
          <p:sp>
            <p:nvSpPr>
              <p:cNvPr id="1067" name="Google Shape;1067;p53"/>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8" name="Google Shape;1068;p53"/>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9" name="Google Shape;1069;p53"/>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0" name="Google Shape;1070;p53"/>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71" name="Google Shape;1071;p53"/>
            <p:cNvSpPr/>
            <p:nvPr/>
          </p:nvSpPr>
          <p:spPr>
            <a:xfrm flipH="1">
              <a:off x="7254626" y="137295"/>
              <a:ext cx="93231" cy="93173"/>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72" name="Google Shape;1072;p53"/>
          <p:cNvGrpSpPr/>
          <p:nvPr/>
        </p:nvGrpSpPr>
        <p:grpSpPr>
          <a:xfrm>
            <a:off x="-390446" y="-390230"/>
            <a:ext cx="991119" cy="1268681"/>
            <a:chOff x="-390446" y="-390230"/>
            <a:chExt cx="991119" cy="1268681"/>
          </a:xfrm>
        </p:grpSpPr>
        <p:sp>
          <p:nvSpPr>
            <p:cNvPr id="1073" name="Google Shape;1073;p53"/>
            <p:cNvSpPr/>
            <p:nvPr/>
          </p:nvSpPr>
          <p:spPr>
            <a:xfrm flipH="1">
              <a:off x="-390446" y="-390230"/>
              <a:ext cx="991119" cy="877511"/>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4" name="Google Shape;1074;p53"/>
            <p:cNvSpPr/>
            <p:nvPr/>
          </p:nvSpPr>
          <p:spPr>
            <a:xfrm>
              <a:off x="289550" y="773062"/>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75" name="Google Shape;1075;p53"/>
          <p:cNvGrpSpPr/>
          <p:nvPr/>
        </p:nvGrpSpPr>
        <p:grpSpPr>
          <a:xfrm>
            <a:off x="289550" y="4060749"/>
            <a:ext cx="1207951" cy="872639"/>
            <a:chOff x="289550" y="4060749"/>
            <a:chExt cx="1207951" cy="872639"/>
          </a:xfrm>
        </p:grpSpPr>
        <p:sp>
          <p:nvSpPr>
            <p:cNvPr id="1076" name="Google Shape;1076;p53"/>
            <p:cNvSpPr/>
            <p:nvPr/>
          </p:nvSpPr>
          <p:spPr>
            <a:xfrm>
              <a:off x="289550" y="4060749"/>
              <a:ext cx="171626" cy="171626"/>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1077" name="Google Shape;1077;p53"/>
            <p:cNvGrpSpPr/>
            <p:nvPr/>
          </p:nvGrpSpPr>
          <p:grpSpPr>
            <a:xfrm>
              <a:off x="322632" y="4794848"/>
              <a:ext cx="105457" cy="105457"/>
              <a:chOff x="7812545" y="194375"/>
              <a:chExt cx="105457" cy="105457"/>
            </a:xfrm>
          </p:grpSpPr>
          <p:sp>
            <p:nvSpPr>
              <p:cNvPr id="1078" name="Google Shape;1078;p53"/>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9" name="Google Shape;1079;p53"/>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0" name="Google Shape;1080;p53"/>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1" name="Google Shape;1081;p53"/>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82" name="Google Shape;1082;p53"/>
            <p:cNvSpPr/>
            <p:nvPr/>
          </p:nvSpPr>
          <p:spPr>
            <a:xfrm>
              <a:off x="1325875" y="4761762"/>
              <a:ext cx="171626" cy="171626"/>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grpSp>
        <p:nvGrpSpPr>
          <p:cNvPr id="1083" name="Google Shape;1083;p53"/>
          <p:cNvGrpSpPr/>
          <p:nvPr/>
        </p:nvGrpSpPr>
        <p:grpSpPr>
          <a:xfrm>
            <a:off x="8567767" y="4635659"/>
            <a:ext cx="1140940" cy="858935"/>
            <a:chOff x="8112408" y="-304605"/>
            <a:chExt cx="1502819" cy="1131369"/>
          </a:xfrm>
        </p:grpSpPr>
        <p:sp>
          <p:nvSpPr>
            <p:cNvPr id="1084" name="Google Shape;1084;p53"/>
            <p:cNvSpPr/>
            <p:nvPr/>
          </p:nvSpPr>
          <p:spPr>
            <a:xfrm flipH="1">
              <a:off x="8112408" y="-304600"/>
              <a:ext cx="1406967" cy="1131364"/>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5" name="Google Shape;1085;p53"/>
            <p:cNvSpPr/>
            <p:nvPr/>
          </p:nvSpPr>
          <p:spPr>
            <a:xfrm flipH="1">
              <a:off x="8624108" y="-304605"/>
              <a:ext cx="991119" cy="877511"/>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86" name="Shape 1086"/>
        <p:cNvGrpSpPr/>
        <p:nvPr/>
      </p:nvGrpSpPr>
      <p:grpSpPr>
        <a:xfrm>
          <a:off x="0" y="0"/>
          <a:ext cx="0" cy="0"/>
          <a:chOff x="0" y="0"/>
          <a:chExt cx="0" cy="0"/>
        </a:xfrm>
      </p:grpSpPr>
      <p:sp>
        <p:nvSpPr>
          <p:cNvPr id="1087" name="Google Shape;1087;p5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1088" name="Google Shape;1088;p54"/>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89" name="Google Shape;1089;p54"/>
          <p:cNvSpPr txBox="1"/>
          <p:nvPr>
            <p:ph idx="1" type="subTitle"/>
          </p:nvPr>
        </p:nvSpPr>
        <p:spPr>
          <a:xfrm>
            <a:off x="685800" y="1760150"/>
            <a:ext cx="4574100" cy="22353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accent1"/>
              </a:buClr>
              <a:buSzPts val="1400"/>
              <a:buChar char="●"/>
              <a:defRPr/>
            </a:lvl1pPr>
            <a:lvl2pPr lvl="1" algn="ctr">
              <a:lnSpc>
                <a:spcPct val="100000"/>
              </a:lnSpc>
              <a:spcBef>
                <a:spcPts val="0"/>
              </a:spcBef>
              <a:spcAft>
                <a:spcPts val="0"/>
              </a:spcAft>
              <a:buSzPts val="2100"/>
              <a:buChar char="○"/>
              <a:defRPr sz="2100"/>
            </a:lvl2pPr>
            <a:lvl3pPr lvl="2" algn="ctr">
              <a:lnSpc>
                <a:spcPct val="100000"/>
              </a:lnSpc>
              <a:spcBef>
                <a:spcPts val="0"/>
              </a:spcBef>
              <a:spcAft>
                <a:spcPts val="0"/>
              </a:spcAft>
              <a:buSzPts val="2100"/>
              <a:buChar char="■"/>
              <a:defRPr sz="2100"/>
            </a:lvl3pPr>
            <a:lvl4pPr lvl="3" algn="ctr">
              <a:lnSpc>
                <a:spcPct val="100000"/>
              </a:lnSpc>
              <a:spcBef>
                <a:spcPts val="0"/>
              </a:spcBef>
              <a:spcAft>
                <a:spcPts val="0"/>
              </a:spcAft>
              <a:buSzPts val="2100"/>
              <a:buChar char="●"/>
              <a:defRPr sz="2100"/>
            </a:lvl4pPr>
            <a:lvl5pPr lvl="4" algn="ctr">
              <a:lnSpc>
                <a:spcPct val="100000"/>
              </a:lnSpc>
              <a:spcBef>
                <a:spcPts val="0"/>
              </a:spcBef>
              <a:spcAft>
                <a:spcPts val="0"/>
              </a:spcAft>
              <a:buSzPts val="2100"/>
              <a:buChar char="○"/>
              <a:defRPr sz="2100"/>
            </a:lvl5pPr>
            <a:lvl6pPr lvl="5" algn="ctr">
              <a:lnSpc>
                <a:spcPct val="100000"/>
              </a:lnSpc>
              <a:spcBef>
                <a:spcPts val="0"/>
              </a:spcBef>
              <a:spcAft>
                <a:spcPts val="0"/>
              </a:spcAft>
              <a:buSzPts val="2100"/>
              <a:buChar char="■"/>
              <a:defRPr sz="2100"/>
            </a:lvl6pPr>
            <a:lvl7pPr lvl="6" algn="ctr">
              <a:lnSpc>
                <a:spcPct val="100000"/>
              </a:lnSpc>
              <a:spcBef>
                <a:spcPts val="0"/>
              </a:spcBef>
              <a:spcAft>
                <a:spcPts val="0"/>
              </a:spcAft>
              <a:buSzPts val="2100"/>
              <a:buChar char="●"/>
              <a:defRPr sz="2100"/>
            </a:lvl7pPr>
            <a:lvl8pPr lvl="7" algn="ctr">
              <a:lnSpc>
                <a:spcPct val="100000"/>
              </a:lnSpc>
              <a:spcBef>
                <a:spcPts val="0"/>
              </a:spcBef>
              <a:spcAft>
                <a:spcPts val="0"/>
              </a:spcAft>
              <a:buSzPts val="2100"/>
              <a:buChar char="○"/>
              <a:defRPr sz="2100"/>
            </a:lvl8pPr>
            <a:lvl9pPr lvl="8" algn="ctr">
              <a:lnSpc>
                <a:spcPct val="100000"/>
              </a:lnSpc>
              <a:spcBef>
                <a:spcPts val="0"/>
              </a:spcBef>
              <a:spcAft>
                <a:spcPts val="0"/>
              </a:spcAft>
              <a:buSzPts val="2100"/>
              <a:buChar char="■"/>
              <a:defRPr sz="2100"/>
            </a:lvl9pPr>
          </a:lstStyle>
          <a:p/>
        </p:txBody>
      </p:sp>
      <p:grpSp>
        <p:nvGrpSpPr>
          <p:cNvPr id="1090" name="Google Shape;1090;p54"/>
          <p:cNvGrpSpPr/>
          <p:nvPr/>
        </p:nvGrpSpPr>
        <p:grpSpPr>
          <a:xfrm flipH="1">
            <a:off x="-534624" y="-277337"/>
            <a:ext cx="1773412" cy="1460069"/>
            <a:chOff x="7917051" y="-242512"/>
            <a:chExt cx="1773412" cy="1460069"/>
          </a:xfrm>
        </p:grpSpPr>
        <p:sp>
          <p:nvSpPr>
            <p:cNvPr id="1091" name="Google Shape;1091;p54"/>
            <p:cNvSpPr/>
            <p:nvPr/>
          </p:nvSpPr>
          <p:spPr>
            <a:xfrm flipH="1">
              <a:off x="8458188" y="-242512"/>
              <a:ext cx="1232275" cy="1091025"/>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2" name="Google Shape;1092;p54"/>
            <p:cNvSpPr/>
            <p:nvPr/>
          </p:nvSpPr>
          <p:spPr>
            <a:xfrm>
              <a:off x="7917051" y="19137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1093" name="Google Shape;1093;p54"/>
            <p:cNvGrpSpPr/>
            <p:nvPr/>
          </p:nvGrpSpPr>
          <p:grpSpPr>
            <a:xfrm>
              <a:off x="8723170" y="1112100"/>
              <a:ext cx="105457" cy="105457"/>
              <a:chOff x="7812545" y="194375"/>
              <a:chExt cx="105457" cy="105457"/>
            </a:xfrm>
          </p:grpSpPr>
          <p:sp>
            <p:nvSpPr>
              <p:cNvPr id="1094" name="Google Shape;1094;p54"/>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5" name="Google Shape;1095;p54"/>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6" name="Google Shape;1096;p54"/>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7" name="Google Shape;1097;p54"/>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098" name="Google Shape;1098;p54"/>
          <p:cNvGrpSpPr/>
          <p:nvPr/>
        </p:nvGrpSpPr>
        <p:grpSpPr>
          <a:xfrm>
            <a:off x="259745" y="4220645"/>
            <a:ext cx="5232560" cy="653431"/>
            <a:chOff x="259745" y="4220645"/>
            <a:chExt cx="5232560" cy="653431"/>
          </a:xfrm>
        </p:grpSpPr>
        <p:grpSp>
          <p:nvGrpSpPr>
            <p:cNvPr id="1099" name="Google Shape;1099;p54"/>
            <p:cNvGrpSpPr/>
            <p:nvPr/>
          </p:nvGrpSpPr>
          <p:grpSpPr>
            <a:xfrm flipH="1" rot="10800000">
              <a:off x="5399081" y="4220645"/>
              <a:ext cx="93224" cy="93255"/>
              <a:chOff x="7812545" y="194375"/>
              <a:chExt cx="105457" cy="105457"/>
            </a:xfrm>
          </p:grpSpPr>
          <p:sp>
            <p:nvSpPr>
              <p:cNvPr id="1100" name="Google Shape;1100;p54"/>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1" name="Google Shape;1101;p54"/>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2" name="Google Shape;1102;p54"/>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3" name="Google Shape;1103;p54"/>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04" name="Google Shape;1104;p54"/>
            <p:cNvSpPr/>
            <p:nvPr/>
          </p:nvSpPr>
          <p:spPr>
            <a:xfrm>
              <a:off x="4106676" y="4640545"/>
              <a:ext cx="93231" cy="93173"/>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05" name="Google Shape;1105;p54"/>
            <p:cNvGrpSpPr/>
            <p:nvPr/>
          </p:nvGrpSpPr>
          <p:grpSpPr>
            <a:xfrm>
              <a:off x="259745" y="4407982"/>
              <a:ext cx="735782" cy="466094"/>
              <a:chOff x="259745" y="4407982"/>
              <a:chExt cx="735782" cy="466094"/>
            </a:xfrm>
          </p:grpSpPr>
          <p:sp>
            <p:nvSpPr>
              <p:cNvPr id="1106" name="Google Shape;1106;p54"/>
              <p:cNvSpPr/>
              <p:nvPr/>
            </p:nvSpPr>
            <p:spPr>
              <a:xfrm flipH="1" rot="10800000">
                <a:off x="917576" y="479612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1107" name="Google Shape;1107;p54"/>
              <p:cNvGrpSpPr/>
              <p:nvPr/>
            </p:nvGrpSpPr>
            <p:grpSpPr>
              <a:xfrm flipH="1" rot="10800000">
                <a:off x="259745" y="4407982"/>
                <a:ext cx="105457" cy="105457"/>
                <a:chOff x="7812545" y="194375"/>
                <a:chExt cx="105457" cy="105457"/>
              </a:xfrm>
            </p:grpSpPr>
            <p:sp>
              <p:nvSpPr>
                <p:cNvPr id="1108" name="Google Shape;1108;p54"/>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9" name="Google Shape;1109;p54"/>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0" name="Google Shape;1110;p54"/>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1" name="Google Shape;1111;p54"/>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112" name="Shape 1112"/>
        <p:cNvGrpSpPr/>
        <p:nvPr/>
      </p:nvGrpSpPr>
      <p:grpSpPr>
        <a:xfrm>
          <a:off x="0" y="0"/>
          <a:ext cx="0" cy="0"/>
          <a:chOff x="0" y="0"/>
          <a:chExt cx="0" cy="0"/>
        </a:xfrm>
      </p:grpSpPr>
      <p:sp>
        <p:nvSpPr>
          <p:cNvPr id="1113" name="Google Shape;1113;p55"/>
          <p:cNvSpPr/>
          <p:nvPr/>
        </p:nvSpPr>
        <p:spPr>
          <a:xfrm>
            <a:off x="969350" y="330918"/>
            <a:ext cx="7205328" cy="4511037"/>
          </a:xfrm>
          <a:custGeom>
            <a:rect b="b" l="l" r="r" t="t"/>
            <a:pathLst>
              <a:path extrusionOk="0" h="48924" w="60102">
                <a:moveTo>
                  <a:pt x="31550" y="1"/>
                </a:moveTo>
                <a:cubicBezTo>
                  <a:pt x="28688" y="1"/>
                  <a:pt x="25391" y="541"/>
                  <a:pt x="22089" y="2238"/>
                </a:cubicBezTo>
                <a:cubicBezTo>
                  <a:pt x="12977" y="6900"/>
                  <a:pt x="8196" y="17230"/>
                  <a:pt x="4091" y="25485"/>
                </a:cubicBezTo>
                <a:cubicBezTo>
                  <a:pt x="1" y="33725"/>
                  <a:pt x="2016" y="42612"/>
                  <a:pt x="8767" y="47123"/>
                </a:cubicBezTo>
                <a:cubicBezTo>
                  <a:pt x="10764" y="48461"/>
                  <a:pt x="12590" y="48924"/>
                  <a:pt x="14421" y="48924"/>
                </a:cubicBezTo>
                <a:cubicBezTo>
                  <a:pt x="18514" y="48924"/>
                  <a:pt x="22630" y="46611"/>
                  <a:pt x="28730" y="46611"/>
                </a:cubicBezTo>
                <a:cubicBezTo>
                  <a:pt x="29125" y="46611"/>
                  <a:pt x="29527" y="46621"/>
                  <a:pt x="29939" y="46641"/>
                </a:cubicBezTo>
                <a:cubicBezTo>
                  <a:pt x="34134" y="46851"/>
                  <a:pt x="36984" y="47278"/>
                  <a:pt x="39535" y="47278"/>
                </a:cubicBezTo>
                <a:cubicBezTo>
                  <a:pt x="42835" y="47278"/>
                  <a:pt x="45637" y="46563"/>
                  <a:pt x="50208" y="43739"/>
                </a:cubicBezTo>
                <a:cubicBezTo>
                  <a:pt x="58328" y="38732"/>
                  <a:pt x="60102" y="25500"/>
                  <a:pt x="54042" y="15140"/>
                </a:cubicBezTo>
                <a:cubicBezTo>
                  <a:pt x="47997" y="4779"/>
                  <a:pt x="40254" y="1667"/>
                  <a:pt x="40254" y="1667"/>
                </a:cubicBezTo>
                <a:cubicBezTo>
                  <a:pt x="40254" y="1667"/>
                  <a:pt x="36573" y="1"/>
                  <a:pt x="31550"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14" name="Google Shape;1114;p55"/>
          <p:cNvGrpSpPr/>
          <p:nvPr/>
        </p:nvGrpSpPr>
        <p:grpSpPr>
          <a:xfrm flipH="1">
            <a:off x="6191707" y="2901140"/>
            <a:ext cx="3799354" cy="3569925"/>
            <a:chOff x="-1113715" y="3104082"/>
            <a:chExt cx="3240940" cy="3045231"/>
          </a:xfrm>
        </p:grpSpPr>
        <p:sp>
          <p:nvSpPr>
            <p:cNvPr id="1115" name="Google Shape;1115;p55"/>
            <p:cNvSpPr/>
            <p:nvPr/>
          </p:nvSpPr>
          <p:spPr>
            <a:xfrm rot="-6150387">
              <a:off x="-934264" y="3408221"/>
              <a:ext cx="2578600" cy="2436953"/>
            </a:xfrm>
            <a:custGeom>
              <a:rect b="b" l="l" r="r" t="t"/>
              <a:pathLst>
                <a:path extrusionOk="0" h="49900" w="54584">
                  <a:moveTo>
                    <a:pt x="39803" y="0"/>
                  </a:moveTo>
                  <a:cubicBezTo>
                    <a:pt x="38029" y="0"/>
                    <a:pt x="36248" y="409"/>
                    <a:pt x="34570" y="1238"/>
                  </a:cubicBezTo>
                  <a:cubicBezTo>
                    <a:pt x="31367" y="2802"/>
                    <a:pt x="28886" y="5448"/>
                    <a:pt x="25683" y="7012"/>
                  </a:cubicBezTo>
                  <a:cubicBezTo>
                    <a:pt x="21308" y="9163"/>
                    <a:pt x="16511" y="10320"/>
                    <a:pt x="12090" y="12380"/>
                  </a:cubicBezTo>
                  <a:cubicBezTo>
                    <a:pt x="7684" y="14425"/>
                    <a:pt x="3444" y="17628"/>
                    <a:pt x="1865" y="22244"/>
                  </a:cubicBezTo>
                  <a:cubicBezTo>
                    <a:pt x="1" y="27673"/>
                    <a:pt x="647" y="34078"/>
                    <a:pt x="3504" y="39040"/>
                  </a:cubicBezTo>
                  <a:cubicBezTo>
                    <a:pt x="8069" y="46988"/>
                    <a:pt x="17031" y="49899"/>
                    <a:pt x="25743" y="49899"/>
                  </a:cubicBezTo>
                  <a:cubicBezTo>
                    <a:pt x="25898" y="49899"/>
                    <a:pt x="26054" y="49898"/>
                    <a:pt x="26209" y="49897"/>
                  </a:cubicBezTo>
                  <a:cubicBezTo>
                    <a:pt x="44945" y="49671"/>
                    <a:pt x="54583" y="26996"/>
                    <a:pt x="51531" y="10696"/>
                  </a:cubicBezTo>
                  <a:cubicBezTo>
                    <a:pt x="50869" y="7163"/>
                    <a:pt x="49230" y="3779"/>
                    <a:pt x="46118" y="1840"/>
                  </a:cubicBezTo>
                  <a:cubicBezTo>
                    <a:pt x="44160" y="620"/>
                    <a:pt x="41987" y="0"/>
                    <a:pt x="39803"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6" name="Google Shape;1116;p55"/>
            <p:cNvSpPr/>
            <p:nvPr/>
          </p:nvSpPr>
          <p:spPr>
            <a:xfrm rot="5828283">
              <a:off x="677849" y="4406018"/>
              <a:ext cx="958577" cy="1835297"/>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17" name="Google Shape;1117;p55"/>
          <p:cNvSpPr txBox="1"/>
          <p:nvPr>
            <p:ph type="title"/>
          </p:nvPr>
        </p:nvSpPr>
        <p:spPr>
          <a:xfrm>
            <a:off x="1483650" y="1518095"/>
            <a:ext cx="6176700" cy="21222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SzPts val="4800"/>
              <a:buNone/>
              <a:defRPr sz="80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118" name="Google Shape;1118;p5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grpSp>
        <p:nvGrpSpPr>
          <p:cNvPr id="1119" name="Google Shape;1119;p55"/>
          <p:cNvGrpSpPr/>
          <p:nvPr/>
        </p:nvGrpSpPr>
        <p:grpSpPr>
          <a:xfrm>
            <a:off x="271470" y="2863025"/>
            <a:ext cx="1124357" cy="1900014"/>
            <a:chOff x="271470" y="2863025"/>
            <a:chExt cx="1124357" cy="1900014"/>
          </a:xfrm>
        </p:grpSpPr>
        <p:grpSp>
          <p:nvGrpSpPr>
            <p:cNvPr id="1120" name="Google Shape;1120;p55"/>
            <p:cNvGrpSpPr/>
            <p:nvPr/>
          </p:nvGrpSpPr>
          <p:grpSpPr>
            <a:xfrm>
              <a:off x="271470" y="3633150"/>
              <a:ext cx="105457" cy="105457"/>
              <a:chOff x="7812545" y="194375"/>
              <a:chExt cx="105457" cy="105457"/>
            </a:xfrm>
          </p:grpSpPr>
          <p:sp>
            <p:nvSpPr>
              <p:cNvPr id="1121" name="Google Shape;1121;p55"/>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2" name="Google Shape;1122;p55"/>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3" name="Google Shape;1123;p55"/>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4" name="Google Shape;1124;p55"/>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25" name="Google Shape;1125;p55"/>
            <p:cNvSpPr/>
            <p:nvPr/>
          </p:nvSpPr>
          <p:spPr>
            <a:xfrm>
              <a:off x="440338" y="4657650"/>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6" name="Google Shape;1126;p55"/>
            <p:cNvSpPr/>
            <p:nvPr/>
          </p:nvSpPr>
          <p:spPr>
            <a:xfrm>
              <a:off x="801601" y="286302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1127" name="Google Shape;1127;p55"/>
            <p:cNvGrpSpPr/>
            <p:nvPr/>
          </p:nvGrpSpPr>
          <p:grpSpPr>
            <a:xfrm>
              <a:off x="1290370" y="4390325"/>
              <a:ext cx="105457" cy="105457"/>
              <a:chOff x="7812545" y="194375"/>
              <a:chExt cx="105457" cy="105457"/>
            </a:xfrm>
          </p:grpSpPr>
          <p:sp>
            <p:nvSpPr>
              <p:cNvPr id="1128" name="Google Shape;1128;p55"/>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9" name="Google Shape;1129;p55"/>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0" name="Google Shape;1130;p55"/>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1" name="Google Shape;1131;p55"/>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132" name="Google Shape;1132;p55"/>
          <p:cNvSpPr/>
          <p:nvPr/>
        </p:nvSpPr>
        <p:spPr>
          <a:xfrm rot="5400000">
            <a:off x="-437566" y="-329796"/>
            <a:ext cx="1400300" cy="1233925"/>
          </a:xfrm>
          <a:custGeom>
            <a:rect b="b" l="l" r="r" t="t"/>
            <a:pathLst>
              <a:path extrusionOk="0" h="49357" w="56012">
                <a:moveTo>
                  <a:pt x="29954" y="0"/>
                </a:moveTo>
                <a:cubicBezTo>
                  <a:pt x="26409" y="0"/>
                  <a:pt x="22321" y="902"/>
                  <a:pt x="17654" y="3034"/>
                </a:cubicBezTo>
                <a:cubicBezTo>
                  <a:pt x="17654" y="3034"/>
                  <a:pt x="8827" y="7530"/>
                  <a:pt x="4406" y="14477"/>
                </a:cubicBezTo>
                <a:cubicBezTo>
                  <a:pt x="1" y="21424"/>
                  <a:pt x="347" y="30340"/>
                  <a:pt x="5715" y="36971"/>
                </a:cubicBezTo>
                <a:cubicBezTo>
                  <a:pt x="11068" y="43588"/>
                  <a:pt x="21308" y="42730"/>
                  <a:pt x="29878" y="46926"/>
                </a:cubicBezTo>
                <a:cubicBezTo>
                  <a:pt x="33082" y="48494"/>
                  <a:pt x="36410" y="49356"/>
                  <a:pt x="39533" y="49356"/>
                </a:cubicBezTo>
                <a:cubicBezTo>
                  <a:pt x="44766" y="49356"/>
                  <a:pt x="49425" y="46936"/>
                  <a:pt x="51967" y="41362"/>
                </a:cubicBezTo>
                <a:cubicBezTo>
                  <a:pt x="56012" y="32476"/>
                  <a:pt x="49907" y="29137"/>
                  <a:pt x="48854" y="18852"/>
                </a:cubicBezTo>
                <a:cubicBezTo>
                  <a:pt x="48037" y="10867"/>
                  <a:pt x="42263" y="0"/>
                  <a:pt x="29954"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33" name="Google Shape;1133;p55"/>
          <p:cNvGrpSpPr/>
          <p:nvPr/>
        </p:nvGrpSpPr>
        <p:grpSpPr>
          <a:xfrm>
            <a:off x="7400320" y="248200"/>
            <a:ext cx="1552557" cy="1766094"/>
            <a:chOff x="7400320" y="248200"/>
            <a:chExt cx="1552557" cy="1766094"/>
          </a:xfrm>
        </p:grpSpPr>
        <p:sp>
          <p:nvSpPr>
            <p:cNvPr id="1134" name="Google Shape;1134;p55"/>
            <p:cNvSpPr/>
            <p:nvPr/>
          </p:nvSpPr>
          <p:spPr>
            <a:xfrm>
              <a:off x="8405475" y="1190225"/>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5" name="Google Shape;1135;p55"/>
            <p:cNvSpPr/>
            <p:nvPr/>
          </p:nvSpPr>
          <p:spPr>
            <a:xfrm>
              <a:off x="8861176" y="248200"/>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1136" name="Google Shape;1136;p55"/>
            <p:cNvGrpSpPr/>
            <p:nvPr/>
          </p:nvGrpSpPr>
          <p:grpSpPr>
            <a:xfrm>
              <a:off x="8847420" y="1908838"/>
              <a:ext cx="105457" cy="105457"/>
              <a:chOff x="7812545" y="194375"/>
              <a:chExt cx="105457" cy="105457"/>
            </a:xfrm>
          </p:grpSpPr>
          <p:sp>
            <p:nvSpPr>
              <p:cNvPr id="1137" name="Google Shape;1137;p55"/>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8" name="Google Shape;1138;p55"/>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9" name="Google Shape;1139;p55"/>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0" name="Google Shape;1140;p55"/>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41" name="Google Shape;1141;p55"/>
            <p:cNvGrpSpPr/>
            <p:nvPr/>
          </p:nvGrpSpPr>
          <p:grpSpPr>
            <a:xfrm>
              <a:off x="7400320" y="473138"/>
              <a:ext cx="105457" cy="105457"/>
              <a:chOff x="7812545" y="194375"/>
              <a:chExt cx="105457" cy="105457"/>
            </a:xfrm>
          </p:grpSpPr>
          <p:sp>
            <p:nvSpPr>
              <p:cNvPr id="1142" name="Google Shape;1142;p55"/>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3" name="Google Shape;1143;p55"/>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4" name="Google Shape;1144;p55"/>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5" name="Google Shape;1145;p55"/>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146" name="Shape 1146"/>
        <p:cNvGrpSpPr/>
        <p:nvPr/>
      </p:nvGrpSpPr>
      <p:grpSpPr>
        <a:xfrm>
          <a:off x="0" y="0"/>
          <a:ext cx="0" cy="0"/>
          <a:chOff x="0" y="0"/>
          <a:chExt cx="0" cy="0"/>
        </a:xfrm>
      </p:grpSpPr>
      <p:sp>
        <p:nvSpPr>
          <p:cNvPr id="1147" name="Google Shape;1147;p56"/>
          <p:cNvSpPr txBox="1"/>
          <p:nvPr>
            <p:ph type="title"/>
          </p:nvPr>
        </p:nvSpPr>
        <p:spPr>
          <a:xfrm>
            <a:off x="685800" y="1577467"/>
            <a:ext cx="4045200" cy="934800"/>
          </a:xfrm>
          <a:prstGeom prst="rect">
            <a:avLst/>
          </a:prstGeom>
        </p:spPr>
        <p:txBody>
          <a:bodyPr anchorCtr="0" anchor="ctr" bIns="91425" lIns="91425" spcFirstLastPara="1" rIns="91425" wrap="square" tIns="91425">
            <a:noAutofit/>
          </a:bodyPr>
          <a:lstStyle>
            <a:lvl1pPr lvl="0" algn="ctr">
              <a:spcBef>
                <a:spcPts val="0"/>
              </a:spcBef>
              <a:spcAft>
                <a:spcPts val="0"/>
              </a:spcAft>
              <a:buSzPts val="2800"/>
              <a:buNone/>
              <a:defRPr/>
            </a:lvl1pPr>
            <a:lvl2pPr lvl="1" algn="ctr">
              <a:spcBef>
                <a:spcPts val="0"/>
              </a:spcBef>
              <a:spcAft>
                <a:spcPts val="0"/>
              </a:spcAft>
              <a:buSzPts val="2800"/>
              <a:buNone/>
              <a:defRPr/>
            </a:lvl2pPr>
            <a:lvl3pPr lvl="2" algn="ctr">
              <a:spcBef>
                <a:spcPts val="0"/>
              </a:spcBef>
              <a:spcAft>
                <a:spcPts val="0"/>
              </a:spcAft>
              <a:buSzPts val="2800"/>
              <a:buNone/>
              <a:defRPr/>
            </a:lvl3pPr>
            <a:lvl4pPr lvl="3" algn="ctr">
              <a:spcBef>
                <a:spcPts val="0"/>
              </a:spcBef>
              <a:spcAft>
                <a:spcPts val="0"/>
              </a:spcAft>
              <a:buSzPts val="2800"/>
              <a:buNone/>
              <a:defRPr/>
            </a:lvl4pPr>
            <a:lvl5pPr lvl="4" algn="ctr">
              <a:spcBef>
                <a:spcPts val="0"/>
              </a:spcBef>
              <a:spcAft>
                <a:spcPts val="0"/>
              </a:spcAft>
              <a:buSzPts val="2800"/>
              <a:buNone/>
              <a:defRPr/>
            </a:lvl5pPr>
            <a:lvl6pPr lvl="5" algn="ctr">
              <a:spcBef>
                <a:spcPts val="0"/>
              </a:spcBef>
              <a:spcAft>
                <a:spcPts val="0"/>
              </a:spcAft>
              <a:buSzPts val="2800"/>
              <a:buNone/>
              <a:defRPr/>
            </a:lvl6pPr>
            <a:lvl7pPr lvl="6" algn="ctr">
              <a:spcBef>
                <a:spcPts val="0"/>
              </a:spcBef>
              <a:spcAft>
                <a:spcPts val="0"/>
              </a:spcAft>
              <a:buSzPts val="2800"/>
              <a:buNone/>
              <a:defRPr/>
            </a:lvl7pPr>
            <a:lvl8pPr lvl="7" algn="ctr">
              <a:spcBef>
                <a:spcPts val="0"/>
              </a:spcBef>
              <a:spcAft>
                <a:spcPts val="0"/>
              </a:spcAft>
              <a:buSzPts val="2800"/>
              <a:buNone/>
              <a:defRPr/>
            </a:lvl8pPr>
            <a:lvl9pPr lvl="8" algn="ctr">
              <a:spcBef>
                <a:spcPts val="0"/>
              </a:spcBef>
              <a:spcAft>
                <a:spcPts val="0"/>
              </a:spcAft>
              <a:buSzPts val="2800"/>
              <a:buNone/>
              <a:defRPr/>
            </a:lvl9pPr>
          </a:lstStyle>
          <a:p/>
        </p:txBody>
      </p:sp>
      <p:sp>
        <p:nvSpPr>
          <p:cNvPr id="1148" name="Google Shape;1148;p56"/>
          <p:cNvSpPr txBox="1"/>
          <p:nvPr>
            <p:ph idx="1" type="subTitle"/>
          </p:nvPr>
        </p:nvSpPr>
        <p:spPr>
          <a:xfrm>
            <a:off x="685800" y="2627166"/>
            <a:ext cx="4045200" cy="9348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149" name="Google Shape;1149;p5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grpSp>
        <p:nvGrpSpPr>
          <p:cNvPr id="1150" name="Google Shape;1150;p56"/>
          <p:cNvGrpSpPr/>
          <p:nvPr/>
        </p:nvGrpSpPr>
        <p:grpSpPr>
          <a:xfrm flipH="1">
            <a:off x="-534624" y="-277337"/>
            <a:ext cx="1773412" cy="1460069"/>
            <a:chOff x="7917051" y="-242512"/>
            <a:chExt cx="1773412" cy="1460069"/>
          </a:xfrm>
        </p:grpSpPr>
        <p:sp>
          <p:nvSpPr>
            <p:cNvPr id="1151" name="Google Shape;1151;p56"/>
            <p:cNvSpPr/>
            <p:nvPr/>
          </p:nvSpPr>
          <p:spPr>
            <a:xfrm flipH="1">
              <a:off x="8458188" y="-242512"/>
              <a:ext cx="1232275" cy="1091025"/>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2" name="Google Shape;1152;p56"/>
            <p:cNvSpPr/>
            <p:nvPr/>
          </p:nvSpPr>
          <p:spPr>
            <a:xfrm>
              <a:off x="7917051" y="19137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1153" name="Google Shape;1153;p56"/>
            <p:cNvGrpSpPr/>
            <p:nvPr/>
          </p:nvGrpSpPr>
          <p:grpSpPr>
            <a:xfrm>
              <a:off x="8723170" y="1112100"/>
              <a:ext cx="105457" cy="105457"/>
              <a:chOff x="7812545" y="194375"/>
              <a:chExt cx="105457" cy="105457"/>
            </a:xfrm>
          </p:grpSpPr>
          <p:sp>
            <p:nvSpPr>
              <p:cNvPr id="1154" name="Google Shape;1154;p56"/>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5" name="Google Shape;1155;p56"/>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6" name="Google Shape;1156;p56"/>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7" name="Google Shape;1157;p56"/>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158" name="Google Shape;1158;p56"/>
          <p:cNvGrpSpPr/>
          <p:nvPr/>
        </p:nvGrpSpPr>
        <p:grpSpPr>
          <a:xfrm>
            <a:off x="-1490517" y="3598506"/>
            <a:ext cx="2984172" cy="2871184"/>
            <a:chOff x="-1307617" y="3655381"/>
            <a:chExt cx="2984172" cy="2871184"/>
          </a:xfrm>
        </p:grpSpPr>
        <p:sp>
          <p:nvSpPr>
            <p:cNvPr id="1159" name="Google Shape;1159;p56"/>
            <p:cNvSpPr/>
            <p:nvPr/>
          </p:nvSpPr>
          <p:spPr>
            <a:xfrm flipH="1" rot="638420">
              <a:off x="-1104798" y="3872484"/>
              <a:ext cx="2578535" cy="2436978"/>
            </a:xfrm>
            <a:custGeom>
              <a:rect b="b" l="l" r="r" t="t"/>
              <a:pathLst>
                <a:path extrusionOk="0" h="49900" w="54584">
                  <a:moveTo>
                    <a:pt x="39803" y="0"/>
                  </a:moveTo>
                  <a:cubicBezTo>
                    <a:pt x="38029" y="0"/>
                    <a:pt x="36248" y="409"/>
                    <a:pt x="34570" y="1238"/>
                  </a:cubicBezTo>
                  <a:cubicBezTo>
                    <a:pt x="31367" y="2802"/>
                    <a:pt x="28886" y="5448"/>
                    <a:pt x="25683" y="7012"/>
                  </a:cubicBezTo>
                  <a:cubicBezTo>
                    <a:pt x="21308" y="9163"/>
                    <a:pt x="16511" y="10320"/>
                    <a:pt x="12090" y="12380"/>
                  </a:cubicBezTo>
                  <a:cubicBezTo>
                    <a:pt x="7684" y="14425"/>
                    <a:pt x="3444" y="17628"/>
                    <a:pt x="1865" y="22244"/>
                  </a:cubicBezTo>
                  <a:cubicBezTo>
                    <a:pt x="1" y="27673"/>
                    <a:pt x="647" y="34078"/>
                    <a:pt x="3504" y="39040"/>
                  </a:cubicBezTo>
                  <a:cubicBezTo>
                    <a:pt x="8069" y="46988"/>
                    <a:pt x="17031" y="49899"/>
                    <a:pt x="25743" y="49899"/>
                  </a:cubicBezTo>
                  <a:cubicBezTo>
                    <a:pt x="25898" y="49899"/>
                    <a:pt x="26054" y="49898"/>
                    <a:pt x="26209" y="49897"/>
                  </a:cubicBezTo>
                  <a:cubicBezTo>
                    <a:pt x="44945" y="49671"/>
                    <a:pt x="54583" y="26996"/>
                    <a:pt x="51531" y="10696"/>
                  </a:cubicBezTo>
                  <a:cubicBezTo>
                    <a:pt x="50869" y="7163"/>
                    <a:pt x="49230" y="3779"/>
                    <a:pt x="46118" y="1840"/>
                  </a:cubicBezTo>
                  <a:cubicBezTo>
                    <a:pt x="44160" y="620"/>
                    <a:pt x="41987" y="0"/>
                    <a:pt x="3980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0" name="Google Shape;1160;p56"/>
            <p:cNvSpPr/>
            <p:nvPr/>
          </p:nvSpPr>
          <p:spPr>
            <a:xfrm rot="7710264">
              <a:off x="-15001" y="4173334"/>
              <a:ext cx="958502" cy="1835274"/>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61" name="Google Shape;1161;p56"/>
          <p:cNvGrpSpPr/>
          <p:nvPr/>
        </p:nvGrpSpPr>
        <p:grpSpPr>
          <a:xfrm>
            <a:off x="5096454" y="406120"/>
            <a:ext cx="3821429" cy="1518424"/>
            <a:chOff x="5096454" y="406120"/>
            <a:chExt cx="3821429" cy="1518424"/>
          </a:xfrm>
        </p:grpSpPr>
        <p:sp>
          <p:nvSpPr>
            <p:cNvPr id="1162" name="Google Shape;1162;p56"/>
            <p:cNvSpPr/>
            <p:nvPr/>
          </p:nvSpPr>
          <p:spPr>
            <a:xfrm>
              <a:off x="5096454" y="539393"/>
              <a:ext cx="1089450" cy="348874"/>
            </a:xfrm>
            <a:custGeom>
              <a:rect b="b" l="l" r="r" t="t"/>
              <a:pathLst>
                <a:path extrusionOk="0" fill="none" h="4647" w="14511">
                  <a:moveTo>
                    <a:pt x="13894" y="3805"/>
                  </a:moveTo>
                  <a:cubicBezTo>
                    <a:pt x="13263" y="3459"/>
                    <a:pt x="12977" y="3744"/>
                    <a:pt x="12766" y="3459"/>
                  </a:cubicBezTo>
                  <a:cubicBezTo>
                    <a:pt x="12541" y="3173"/>
                    <a:pt x="13383" y="2436"/>
                    <a:pt x="11684" y="1699"/>
                  </a:cubicBezTo>
                  <a:cubicBezTo>
                    <a:pt x="11684" y="1699"/>
                    <a:pt x="11578" y="121"/>
                    <a:pt x="9248" y="60"/>
                  </a:cubicBezTo>
                  <a:cubicBezTo>
                    <a:pt x="6917" y="0"/>
                    <a:pt x="7549" y="1654"/>
                    <a:pt x="6917" y="2045"/>
                  </a:cubicBezTo>
                  <a:cubicBezTo>
                    <a:pt x="6286" y="2436"/>
                    <a:pt x="6120" y="1820"/>
                    <a:pt x="5504" y="2211"/>
                  </a:cubicBezTo>
                  <a:cubicBezTo>
                    <a:pt x="4872" y="2617"/>
                    <a:pt x="5158" y="3399"/>
                    <a:pt x="4647" y="3519"/>
                  </a:cubicBezTo>
                  <a:cubicBezTo>
                    <a:pt x="4135" y="3624"/>
                    <a:pt x="3459" y="3008"/>
                    <a:pt x="2842" y="3399"/>
                  </a:cubicBezTo>
                  <a:cubicBezTo>
                    <a:pt x="2211" y="3805"/>
                    <a:pt x="2211" y="4135"/>
                    <a:pt x="1925" y="4135"/>
                  </a:cubicBezTo>
                  <a:cubicBezTo>
                    <a:pt x="1654" y="4135"/>
                    <a:pt x="1083" y="3910"/>
                    <a:pt x="737" y="4135"/>
                  </a:cubicBezTo>
                  <a:cubicBezTo>
                    <a:pt x="406" y="4376"/>
                    <a:pt x="0" y="4647"/>
                    <a:pt x="0" y="4647"/>
                  </a:cubicBezTo>
                  <a:lnTo>
                    <a:pt x="14345" y="4647"/>
                  </a:lnTo>
                  <a:cubicBezTo>
                    <a:pt x="14345" y="4647"/>
                    <a:pt x="14511" y="4135"/>
                    <a:pt x="13894" y="3805"/>
                  </a:cubicBezTo>
                  <a:close/>
                </a:path>
              </a:pathLst>
            </a:custGeom>
            <a:solidFill>
              <a:schemeClr val="lt1"/>
            </a:solid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3" name="Google Shape;1163;p56"/>
            <p:cNvSpPr/>
            <p:nvPr/>
          </p:nvSpPr>
          <p:spPr>
            <a:xfrm flipH="1">
              <a:off x="7828433" y="748130"/>
              <a:ext cx="1089450" cy="348874"/>
            </a:xfrm>
            <a:custGeom>
              <a:rect b="b" l="l" r="r" t="t"/>
              <a:pathLst>
                <a:path extrusionOk="0" fill="none" h="4647" w="14511">
                  <a:moveTo>
                    <a:pt x="13894" y="3805"/>
                  </a:moveTo>
                  <a:cubicBezTo>
                    <a:pt x="13263" y="3459"/>
                    <a:pt x="12977" y="3744"/>
                    <a:pt x="12766" y="3459"/>
                  </a:cubicBezTo>
                  <a:cubicBezTo>
                    <a:pt x="12541" y="3173"/>
                    <a:pt x="13383" y="2436"/>
                    <a:pt x="11684" y="1699"/>
                  </a:cubicBezTo>
                  <a:cubicBezTo>
                    <a:pt x="11684" y="1699"/>
                    <a:pt x="11578" y="121"/>
                    <a:pt x="9248" y="60"/>
                  </a:cubicBezTo>
                  <a:cubicBezTo>
                    <a:pt x="6917" y="0"/>
                    <a:pt x="7549" y="1654"/>
                    <a:pt x="6917" y="2045"/>
                  </a:cubicBezTo>
                  <a:cubicBezTo>
                    <a:pt x="6286" y="2436"/>
                    <a:pt x="6120" y="1820"/>
                    <a:pt x="5504" y="2211"/>
                  </a:cubicBezTo>
                  <a:cubicBezTo>
                    <a:pt x="4872" y="2617"/>
                    <a:pt x="5158" y="3399"/>
                    <a:pt x="4647" y="3519"/>
                  </a:cubicBezTo>
                  <a:cubicBezTo>
                    <a:pt x="4135" y="3624"/>
                    <a:pt x="3459" y="3008"/>
                    <a:pt x="2842" y="3399"/>
                  </a:cubicBezTo>
                  <a:cubicBezTo>
                    <a:pt x="2211" y="3805"/>
                    <a:pt x="2211" y="4135"/>
                    <a:pt x="1925" y="4135"/>
                  </a:cubicBezTo>
                  <a:cubicBezTo>
                    <a:pt x="1654" y="4135"/>
                    <a:pt x="1083" y="3910"/>
                    <a:pt x="737" y="4135"/>
                  </a:cubicBezTo>
                  <a:cubicBezTo>
                    <a:pt x="406" y="4376"/>
                    <a:pt x="0" y="4647"/>
                    <a:pt x="0" y="4647"/>
                  </a:cubicBezTo>
                  <a:lnTo>
                    <a:pt x="14345" y="4647"/>
                  </a:lnTo>
                  <a:cubicBezTo>
                    <a:pt x="14345" y="4647"/>
                    <a:pt x="14511" y="4135"/>
                    <a:pt x="13894" y="3805"/>
                  </a:cubicBezTo>
                  <a:close/>
                </a:path>
              </a:pathLst>
            </a:custGeom>
            <a:solidFill>
              <a:schemeClr val="lt1"/>
            </a:solid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4" name="Google Shape;1164;p56"/>
            <p:cNvSpPr/>
            <p:nvPr/>
          </p:nvSpPr>
          <p:spPr>
            <a:xfrm>
              <a:off x="8824638" y="406120"/>
              <a:ext cx="93231" cy="93173"/>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65" name="Google Shape;1165;p56"/>
            <p:cNvGrpSpPr/>
            <p:nvPr/>
          </p:nvGrpSpPr>
          <p:grpSpPr>
            <a:xfrm>
              <a:off x="8629946" y="1831310"/>
              <a:ext cx="93234" cy="93234"/>
              <a:chOff x="7812545" y="194375"/>
              <a:chExt cx="105457" cy="105457"/>
            </a:xfrm>
          </p:grpSpPr>
          <p:sp>
            <p:nvSpPr>
              <p:cNvPr id="1166" name="Google Shape;1166;p56"/>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7" name="Google Shape;1167;p56"/>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8" name="Google Shape;1168;p56"/>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9" name="Google Shape;1169;p56"/>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70" name="Google Shape;1170;p56"/>
            <p:cNvGrpSpPr/>
            <p:nvPr/>
          </p:nvGrpSpPr>
          <p:grpSpPr>
            <a:xfrm flipH="1" rot="10800000">
              <a:off x="7254006" y="492770"/>
              <a:ext cx="93224" cy="93255"/>
              <a:chOff x="7812545" y="194375"/>
              <a:chExt cx="105457" cy="105457"/>
            </a:xfrm>
          </p:grpSpPr>
          <p:sp>
            <p:nvSpPr>
              <p:cNvPr id="1171" name="Google Shape;1171;p56"/>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2" name="Google Shape;1172;p56"/>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3" name="Google Shape;1173;p56"/>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4" name="Google Shape;1174;p56"/>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175" name="Shape 1175"/>
        <p:cNvGrpSpPr/>
        <p:nvPr/>
      </p:nvGrpSpPr>
      <p:grpSpPr>
        <a:xfrm>
          <a:off x="0" y="0"/>
          <a:ext cx="0" cy="0"/>
          <a:chOff x="0" y="0"/>
          <a:chExt cx="0" cy="0"/>
        </a:xfrm>
      </p:grpSpPr>
      <p:sp>
        <p:nvSpPr>
          <p:cNvPr id="1176" name="Google Shape;1176;p57"/>
          <p:cNvSpPr txBox="1"/>
          <p:nvPr>
            <p:ph idx="1" type="body"/>
          </p:nvPr>
        </p:nvSpPr>
        <p:spPr>
          <a:xfrm>
            <a:off x="685800" y="3601550"/>
            <a:ext cx="2993100" cy="8235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2000"/>
              <a:buFont typeface="Barlow"/>
              <a:buNone/>
              <a:defRPr b="1" sz="2200">
                <a:latin typeface="Barlow"/>
                <a:ea typeface="Barlow"/>
                <a:cs typeface="Barlow"/>
                <a:sym typeface="Barlow"/>
              </a:defRPr>
            </a:lvl1pPr>
          </a:lstStyle>
          <a:p/>
        </p:txBody>
      </p:sp>
      <p:sp>
        <p:nvSpPr>
          <p:cNvPr id="1177" name="Google Shape;1177;p5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178" name="Shape 1178"/>
        <p:cNvGrpSpPr/>
        <p:nvPr/>
      </p:nvGrpSpPr>
      <p:grpSpPr>
        <a:xfrm>
          <a:off x="0" y="0"/>
          <a:ext cx="0" cy="0"/>
          <a:chOff x="0" y="0"/>
          <a:chExt cx="0" cy="0"/>
        </a:xfrm>
      </p:grpSpPr>
      <p:sp>
        <p:nvSpPr>
          <p:cNvPr id="1179" name="Google Shape;1179;p58"/>
          <p:cNvSpPr txBox="1"/>
          <p:nvPr>
            <p:ph hasCustomPrompt="1" type="title"/>
          </p:nvPr>
        </p:nvSpPr>
        <p:spPr>
          <a:xfrm>
            <a:off x="1226850" y="1830050"/>
            <a:ext cx="6690300" cy="1113600"/>
          </a:xfrm>
          <a:prstGeom prst="rect">
            <a:avLst/>
          </a:prstGeom>
        </p:spPr>
        <p:txBody>
          <a:bodyPr anchorCtr="0" anchor="ctr" bIns="91425" lIns="91425" spcFirstLastPara="1" rIns="91425" wrap="square" tIns="91425">
            <a:noAutofit/>
          </a:bodyPr>
          <a:lstStyle>
            <a:lvl1pPr lvl="0" algn="ctr">
              <a:spcBef>
                <a:spcPts val="0"/>
              </a:spcBef>
              <a:spcAft>
                <a:spcPts val="0"/>
              </a:spcAft>
              <a:buSzPts val="8000"/>
              <a:buNone/>
              <a:defRPr sz="9000">
                <a:solidFill>
                  <a:schemeClr val="accent2"/>
                </a:solidFill>
              </a:defRPr>
            </a:lvl1pPr>
            <a:lvl2pPr lvl="1" algn="ctr">
              <a:spcBef>
                <a:spcPts val="0"/>
              </a:spcBef>
              <a:spcAft>
                <a:spcPts val="0"/>
              </a:spcAft>
              <a:buSzPts val="8000"/>
              <a:buNone/>
              <a:defRPr sz="8000"/>
            </a:lvl2pPr>
            <a:lvl3pPr lvl="2" algn="ctr">
              <a:spcBef>
                <a:spcPts val="0"/>
              </a:spcBef>
              <a:spcAft>
                <a:spcPts val="0"/>
              </a:spcAft>
              <a:buSzPts val="8000"/>
              <a:buNone/>
              <a:defRPr sz="8000"/>
            </a:lvl3pPr>
            <a:lvl4pPr lvl="3" algn="ctr">
              <a:spcBef>
                <a:spcPts val="0"/>
              </a:spcBef>
              <a:spcAft>
                <a:spcPts val="0"/>
              </a:spcAft>
              <a:buSzPts val="8000"/>
              <a:buNone/>
              <a:defRPr sz="8000"/>
            </a:lvl4pPr>
            <a:lvl5pPr lvl="4" algn="ctr">
              <a:spcBef>
                <a:spcPts val="0"/>
              </a:spcBef>
              <a:spcAft>
                <a:spcPts val="0"/>
              </a:spcAft>
              <a:buSzPts val="8000"/>
              <a:buNone/>
              <a:defRPr sz="8000"/>
            </a:lvl5pPr>
            <a:lvl6pPr lvl="5" algn="ctr">
              <a:spcBef>
                <a:spcPts val="0"/>
              </a:spcBef>
              <a:spcAft>
                <a:spcPts val="0"/>
              </a:spcAft>
              <a:buSzPts val="8000"/>
              <a:buNone/>
              <a:defRPr sz="8000"/>
            </a:lvl6pPr>
            <a:lvl7pPr lvl="6" algn="ctr">
              <a:spcBef>
                <a:spcPts val="0"/>
              </a:spcBef>
              <a:spcAft>
                <a:spcPts val="0"/>
              </a:spcAft>
              <a:buSzPts val="8000"/>
              <a:buNone/>
              <a:defRPr sz="8000"/>
            </a:lvl7pPr>
            <a:lvl8pPr lvl="7" algn="ctr">
              <a:spcBef>
                <a:spcPts val="0"/>
              </a:spcBef>
              <a:spcAft>
                <a:spcPts val="0"/>
              </a:spcAft>
              <a:buSzPts val="8000"/>
              <a:buNone/>
              <a:defRPr sz="8000"/>
            </a:lvl8pPr>
            <a:lvl9pPr lvl="8" algn="ctr">
              <a:spcBef>
                <a:spcPts val="0"/>
              </a:spcBef>
              <a:spcAft>
                <a:spcPts val="0"/>
              </a:spcAft>
              <a:buSzPts val="8000"/>
              <a:buNone/>
              <a:defRPr sz="8000"/>
            </a:lvl9pPr>
          </a:lstStyle>
          <a:p>
            <a:r>
              <a:t>xx%</a:t>
            </a:r>
          </a:p>
        </p:txBody>
      </p:sp>
      <p:sp>
        <p:nvSpPr>
          <p:cNvPr id="1180" name="Google Shape;1180;p5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1181" name="Google Shape;1181;p58"/>
          <p:cNvSpPr txBox="1"/>
          <p:nvPr>
            <p:ph idx="1" type="subTitle"/>
          </p:nvPr>
        </p:nvSpPr>
        <p:spPr>
          <a:xfrm>
            <a:off x="1516375" y="3002275"/>
            <a:ext cx="6144300" cy="3417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8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1182" name="Google Shape;1182;p58"/>
          <p:cNvSpPr/>
          <p:nvPr/>
        </p:nvSpPr>
        <p:spPr>
          <a:xfrm rot="2700000">
            <a:off x="5376368" y="-1160318"/>
            <a:ext cx="5591744" cy="3399428"/>
          </a:xfrm>
          <a:custGeom>
            <a:rect b="b" l="l" r="r" t="t"/>
            <a:pathLst>
              <a:path extrusionOk="0" h="48924" w="60102">
                <a:moveTo>
                  <a:pt x="31550" y="1"/>
                </a:moveTo>
                <a:cubicBezTo>
                  <a:pt x="28688" y="1"/>
                  <a:pt x="25391" y="541"/>
                  <a:pt x="22089" y="2238"/>
                </a:cubicBezTo>
                <a:cubicBezTo>
                  <a:pt x="12977" y="6900"/>
                  <a:pt x="8196" y="17230"/>
                  <a:pt x="4091" y="25485"/>
                </a:cubicBezTo>
                <a:cubicBezTo>
                  <a:pt x="1" y="33725"/>
                  <a:pt x="2016" y="42612"/>
                  <a:pt x="8767" y="47123"/>
                </a:cubicBezTo>
                <a:cubicBezTo>
                  <a:pt x="10764" y="48461"/>
                  <a:pt x="12590" y="48924"/>
                  <a:pt x="14421" y="48924"/>
                </a:cubicBezTo>
                <a:cubicBezTo>
                  <a:pt x="18514" y="48924"/>
                  <a:pt x="22630" y="46611"/>
                  <a:pt x="28730" y="46611"/>
                </a:cubicBezTo>
                <a:cubicBezTo>
                  <a:pt x="29125" y="46611"/>
                  <a:pt x="29527" y="46621"/>
                  <a:pt x="29939" y="46641"/>
                </a:cubicBezTo>
                <a:cubicBezTo>
                  <a:pt x="34134" y="46851"/>
                  <a:pt x="36984" y="47278"/>
                  <a:pt x="39535" y="47278"/>
                </a:cubicBezTo>
                <a:cubicBezTo>
                  <a:pt x="42835" y="47278"/>
                  <a:pt x="45637" y="46563"/>
                  <a:pt x="50208" y="43739"/>
                </a:cubicBezTo>
                <a:cubicBezTo>
                  <a:pt x="58328" y="38732"/>
                  <a:pt x="60102" y="25500"/>
                  <a:pt x="54042" y="15140"/>
                </a:cubicBezTo>
                <a:cubicBezTo>
                  <a:pt x="47997" y="4779"/>
                  <a:pt x="40254" y="1667"/>
                  <a:pt x="40254" y="1667"/>
                </a:cubicBezTo>
                <a:cubicBezTo>
                  <a:pt x="40254" y="1667"/>
                  <a:pt x="36573" y="1"/>
                  <a:pt x="31550"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83" name="Google Shape;1183;p58"/>
          <p:cNvGrpSpPr/>
          <p:nvPr/>
        </p:nvGrpSpPr>
        <p:grpSpPr>
          <a:xfrm>
            <a:off x="405960" y="-304605"/>
            <a:ext cx="9209266" cy="1854619"/>
            <a:chOff x="405960" y="-304605"/>
            <a:chExt cx="9209266" cy="1854619"/>
          </a:xfrm>
        </p:grpSpPr>
        <p:sp>
          <p:nvSpPr>
            <p:cNvPr id="1184" name="Google Shape;1184;p58"/>
            <p:cNvSpPr/>
            <p:nvPr/>
          </p:nvSpPr>
          <p:spPr>
            <a:xfrm>
              <a:off x="6209226" y="478878"/>
              <a:ext cx="1324564" cy="424178"/>
            </a:xfrm>
            <a:custGeom>
              <a:rect b="b" l="l" r="r" t="t"/>
              <a:pathLst>
                <a:path extrusionOk="0" fill="none" h="4647" w="14511">
                  <a:moveTo>
                    <a:pt x="13894" y="3805"/>
                  </a:moveTo>
                  <a:cubicBezTo>
                    <a:pt x="13263" y="3459"/>
                    <a:pt x="12977" y="3744"/>
                    <a:pt x="12766" y="3459"/>
                  </a:cubicBezTo>
                  <a:cubicBezTo>
                    <a:pt x="12541" y="3173"/>
                    <a:pt x="13383" y="2436"/>
                    <a:pt x="11684" y="1699"/>
                  </a:cubicBezTo>
                  <a:cubicBezTo>
                    <a:pt x="11684" y="1699"/>
                    <a:pt x="11578" y="121"/>
                    <a:pt x="9248" y="60"/>
                  </a:cubicBezTo>
                  <a:cubicBezTo>
                    <a:pt x="6917" y="0"/>
                    <a:pt x="7549" y="1654"/>
                    <a:pt x="6917" y="2045"/>
                  </a:cubicBezTo>
                  <a:cubicBezTo>
                    <a:pt x="6286" y="2436"/>
                    <a:pt x="6120" y="1820"/>
                    <a:pt x="5504" y="2211"/>
                  </a:cubicBezTo>
                  <a:cubicBezTo>
                    <a:pt x="4872" y="2617"/>
                    <a:pt x="5158" y="3399"/>
                    <a:pt x="4647" y="3519"/>
                  </a:cubicBezTo>
                  <a:cubicBezTo>
                    <a:pt x="4135" y="3624"/>
                    <a:pt x="3459" y="3008"/>
                    <a:pt x="2842" y="3399"/>
                  </a:cubicBezTo>
                  <a:cubicBezTo>
                    <a:pt x="2211" y="3805"/>
                    <a:pt x="2211" y="4135"/>
                    <a:pt x="1925" y="4135"/>
                  </a:cubicBezTo>
                  <a:cubicBezTo>
                    <a:pt x="1654" y="4135"/>
                    <a:pt x="1083" y="3910"/>
                    <a:pt x="737" y="4135"/>
                  </a:cubicBezTo>
                  <a:cubicBezTo>
                    <a:pt x="406" y="4376"/>
                    <a:pt x="0" y="4647"/>
                    <a:pt x="0" y="4647"/>
                  </a:cubicBezTo>
                  <a:lnTo>
                    <a:pt x="14345" y="4647"/>
                  </a:lnTo>
                  <a:cubicBezTo>
                    <a:pt x="14345" y="4647"/>
                    <a:pt x="14511" y="4135"/>
                    <a:pt x="13894" y="3805"/>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5" name="Google Shape;1185;p58"/>
            <p:cNvSpPr/>
            <p:nvPr/>
          </p:nvSpPr>
          <p:spPr>
            <a:xfrm flipH="1">
              <a:off x="405960" y="399116"/>
              <a:ext cx="991138" cy="317437"/>
            </a:xfrm>
            <a:custGeom>
              <a:rect b="b" l="l" r="r" t="t"/>
              <a:pathLst>
                <a:path extrusionOk="0" fill="none" h="4647" w="14511">
                  <a:moveTo>
                    <a:pt x="13894" y="3805"/>
                  </a:moveTo>
                  <a:cubicBezTo>
                    <a:pt x="13263" y="3459"/>
                    <a:pt x="12977" y="3744"/>
                    <a:pt x="12766" y="3459"/>
                  </a:cubicBezTo>
                  <a:cubicBezTo>
                    <a:pt x="12541" y="3173"/>
                    <a:pt x="13383" y="2436"/>
                    <a:pt x="11684" y="1699"/>
                  </a:cubicBezTo>
                  <a:cubicBezTo>
                    <a:pt x="11684" y="1699"/>
                    <a:pt x="11578" y="121"/>
                    <a:pt x="9248" y="60"/>
                  </a:cubicBezTo>
                  <a:cubicBezTo>
                    <a:pt x="6917" y="0"/>
                    <a:pt x="7549" y="1654"/>
                    <a:pt x="6917" y="2045"/>
                  </a:cubicBezTo>
                  <a:cubicBezTo>
                    <a:pt x="6286" y="2436"/>
                    <a:pt x="6120" y="1820"/>
                    <a:pt x="5504" y="2211"/>
                  </a:cubicBezTo>
                  <a:cubicBezTo>
                    <a:pt x="4872" y="2617"/>
                    <a:pt x="5158" y="3399"/>
                    <a:pt x="4647" y="3519"/>
                  </a:cubicBezTo>
                  <a:cubicBezTo>
                    <a:pt x="4135" y="3624"/>
                    <a:pt x="3459" y="3008"/>
                    <a:pt x="2842" y="3399"/>
                  </a:cubicBezTo>
                  <a:cubicBezTo>
                    <a:pt x="2211" y="3805"/>
                    <a:pt x="2211" y="4135"/>
                    <a:pt x="1925" y="4135"/>
                  </a:cubicBezTo>
                  <a:cubicBezTo>
                    <a:pt x="1654" y="4135"/>
                    <a:pt x="1083" y="3910"/>
                    <a:pt x="737" y="4135"/>
                  </a:cubicBezTo>
                  <a:cubicBezTo>
                    <a:pt x="406" y="4376"/>
                    <a:pt x="0" y="4647"/>
                    <a:pt x="0" y="4647"/>
                  </a:cubicBezTo>
                  <a:lnTo>
                    <a:pt x="14345" y="4647"/>
                  </a:lnTo>
                  <a:cubicBezTo>
                    <a:pt x="14345" y="4647"/>
                    <a:pt x="14511" y="4135"/>
                    <a:pt x="13894" y="3805"/>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6" name="Google Shape;1186;p58"/>
            <p:cNvSpPr/>
            <p:nvPr/>
          </p:nvSpPr>
          <p:spPr>
            <a:xfrm>
              <a:off x="3935325" y="338641"/>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87" name="Google Shape;1187;p58"/>
            <p:cNvGrpSpPr/>
            <p:nvPr/>
          </p:nvGrpSpPr>
          <p:grpSpPr>
            <a:xfrm>
              <a:off x="2179520" y="1113216"/>
              <a:ext cx="105457" cy="105457"/>
              <a:chOff x="7812545" y="194375"/>
              <a:chExt cx="105457" cy="105457"/>
            </a:xfrm>
          </p:grpSpPr>
          <p:sp>
            <p:nvSpPr>
              <p:cNvPr id="1188" name="Google Shape;1188;p58"/>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9" name="Google Shape;1189;p58"/>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0" name="Google Shape;1190;p58"/>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1" name="Google Shape;1191;p58"/>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92" name="Google Shape;1192;p58"/>
            <p:cNvGrpSpPr/>
            <p:nvPr/>
          </p:nvGrpSpPr>
          <p:grpSpPr>
            <a:xfrm>
              <a:off x="5288520" y="1007766"/>
              <a:ext cx="105457" cy="105457"/>
              <a:chOff x="7812545" y="194375"/>
              <a:chExt cx="105457" cy="105457"/>
            </a:xfrm>
          </p:grpSpPr>
          <p:sp>
            <p:nvSpPr>
              <p:cNvPr id="1193" name="Google Shape;1193;p58"/>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4" name="Google Shape;1194;p58"/>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5" name="Google Shape;1195;p58"/>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6" name="Google Shape;1196;p58"/>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97" name="Google Shape;1197;p58"/>
            <p:cNvSpPr/>
            <p:nvPr/>
          </p:nvSpPr>
          <p:spPr>
            <a:xfrm>
              <a:off x="8211200" y="1444625"/>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98" name="Google Shape;1198;p58"/>
            <p:cNvGrpSpPr/>
            <p:nvPr/>
          </p:nvGrpSpPr>
          <p:grpSpPr>
            <a:xfrm>
              <a:off x="7988195" y="154325"/>
              <a:ext cx="105457" cy="105457"/>
              <a:chOff x="7812545" y="194375"/>
              <a:chExt cx="105457" cy="105457"/>
            </a:xfrm>
          </p:grpSpPr>
          <p:sp>
            <p:nvSpPr>
              <p:cNvPr id="1199" name="Google Shape;1199;p58"/>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0" name="Google Shape;1200;p58"/>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1" name="Google Shape;1201;p58"/>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2" name="Google Shape;1202;p58"/>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03" name="Google Shape;1203;p58"/>
            <p:cNvSpPr/>
            <p:nvPr/>
          </p:nvSpPr>
          <p:spPr>
            <a:xfrm flipH="1">
              <a:off x="8624108" y="-304605"/>
              <a:ext cx="991119" cy="877511"/>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04" name="Google Shape;1204;p58"/>
          <p:cNvGrpSpPr/>
          <p:nvPr/>
        </p:nvGrpSpPr>
        <p:grpSpPr>
          <a:xfrm>
            <a:off x="-1391383" y="2943501"/>
            <a:ext cx="2967633" cy="3117497"/>
            <a:chOff x="-1391383" y="2943501"/>
            <a:chExt cx="2967633" cy="3117497"/>
          </a:xfrm>
        </p:grpSpPr>
        <p:sp>
          <p:nvSpPr>
            <p:cNvPr id="1205" name="Google Shape;1205;p58"/>
            <p:cNvSpPr/>
            <p:nvPr/>
          </p:nvSpPr>
          <p:spPr>
            <a:xfrm flipH="1">
              <a:off x="-1391383" y="2943501"/>
              <a:ext cx="2967633" cy="3117497"/>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6" name="Google Shape;1206;p58"/>
            <p:cNvSpPr/>
            <p:nvPr/>
          </p:nvSpPr>
          <p:spPr>
            <a:xfrm>
              <a:off x="-533479" y="4183785"/>
              <a:ext cx="1643608" cy="1455209"/>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07" name="Google Shape;1207;p58"/>
            <p:cNvGrpSpPr/>
            <p:nvPr/>
          </p:nvGrpSpPr>
          <p:grpSpPr>
            <a:xfrm>
              <a:off x="448432" y="3524550"/>
              <a:ext cx="105457" cy="105457"/>
              <a:chOff x="7812545" y="194375"/>
              <a:chExt cx="105457" cy="105457"/>
            </a:xfrm>
          </p:grpSpPr>
          <p:sp>
            <p:nvSpPr>
              <p:cNvPr id="1208" name="Google Shape;1208;p58"/>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9" name="Google Shape;1209;p58"/>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0" name="Google Shape;1210;p58"/>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1" name="Google Shape;1211;p58"/>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212" name="Google Shape;1212;p58"/>
          <p:cNvGrpSpPr/>
          <p:nvPr/>
        </p:nvGrpSpPr>
        <p:grpSpPr>
          <a:xfrm rot="10800000">
            <a:off x="8496297" y="4349552"/>
            <a:ext cx="470057" cy="586177"/>
            <a:chOff x="215745" y="152938"/>
            <a:chExt cx="470057" cy="586177"/>
          </a:xfrm>
        </p:grpSpPr>
        <p:sp>
          <p:nvSpPr>
            <p:cNvPr id="1213" name="Google Shape;1213;p58"/>
            <p:cNvSpPr/>
            <p:nvPr/>
          </p:nvSpPr>
          <p:spPr>
            <a:xfrm>
              <a:off x="215750" y="633725"/>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4" name="Google Shape;1214;p58"/>
            <p:cNvSpPr/>
            <p:nvPr/>
          </p:nvSpPr>
          <p:spPr>
            <a:xfrm>
              <a:off x="607851" y="22487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1215" name="Google Shape;1215;p58"/>
            <p:cNvGrpSpPr/>
            <p:nvPr/>
          </p:nvGrpSpPr>
          <p:grpSpPr>
            <a:xfrm>
              <a:off x="215745" y="152938"/>
              <a:ext cx="105457" cy="105457"/>
              <a:chOff x="7812545" y="194375"/>
              <a:chExt cx="105457" cy="105457"/>
            </a:xfrm>
          </p:grpSpPr>
          <p:sp>
            <p:nvSpPr>
              <p:cNvPr id="1216" name="Google Shape;1216;p58"/>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7" name="Google Shape;1217;p58"/>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8" name="Google Shape;1218;p58"/>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9" name="Google Shape;1219;p58"/>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220" name="Google Shape;1220;p58"/>
          <p:cNvGrpSpPr/>
          <p:nvPr/>
        </p:nvGrpSpPr>
        <p:grpSpPr>
          <a:xfrm>
            <a:off x="3186400" y="4032125"/>
            <a:ext cx="3326023" cy="808356"/>
            <a:chOff x="3186400" y="4032125"/>
            <a:chExt cx="3326023" cy="808356"/>
          </a:xfrm>
        </p:grpSpPr>
        <p:sp>
          <p:nvSpPr>
            <p:cNvPr id="1221" name="Google Shape;1221;p58"/>
            <p:cNvSpPr/>
            <p:nvPr/>
          </p:nvSpPr>
          <p:spPr>
            <a:xfrm>
              <a:off x="3186400" y="4234775"/>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22" name="Google Shape;1222;p58"/>
            <p:cNvGrpSpPr/>
            <p:nvPr/>
          </p:nvGrpSpPr>
          <p:grpSpPr>
            <a:xfrm>
              <a:off x="4750482" y="4735025"/>
              <a:ext cx="105457" cy="105457"/>
              <a:chOff x="7812545" y="194375"/>
              <a:chExt cx="105457" cy="105457"/>
            </a:xfrm>
          </p:grpSpPr>
          <p:sp>
            <p:nvSpPr>
              <p:cNvPr id="1223" name="Google Shape;1223;p58"/>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4" name="Google Shape;1224;p58"/>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5" name="Google Shape;1225;p58"/>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6" name="Google Shape;1226;p58"/>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27" name="Google Shape;1227;p58"/>
            <p:cNvSpPr/>
            <p:nvPr/>
          </p:nvSpPr>
          <p:spPr>
            <a:xfrm flipH="1">
              <a:off x="5521285" y="4032125"/>
              <a:ext cx="991138" cy="317437"/>
            </a:xfrm>
            <a:custGeom>
              <a:rect b="b" l="l" r="r" t="t"/>
              <a:pathLst>
                <a:path extrusionOk="0" fill="none" h="4647" w="14511">
                  <a:moveTo>
                    <a:pt x="13894" y="3805"/>
                  </a:moveTo>
                  <a:cubicBezTo>
                    <a:pt x="13263" y="3459"/>
                    <a:pt x="12977" y="3744"/>
                    <a:pt x="12766" y="3459"/>
                  </a:cubicBezTo>
                  <a:cubicBezTo>
                    <a:pt x="12541" y="3173"/>
                    <a:pt x="13383" y="2436"/>
                    <a:pt x="11684" y="1699"/>
                  </a:cubicBezTo>
                  <a:cubicBezTo>
                    <a:pt x="11684" y="1699"/>
                    <a:pt x="11578" y="121"/>
                    <a:pt x="9248" y="60"/>
                  </a:cubicBezTo>
                  <a:cubicBezTo>
                    <a:pt x="6917" y="0"/>
                    <a:pt x="7549" y="1654"/>
                    <a:pt x="6917" y="2045"/>
                  </a:cubicBezTo>
                  <a:cubicBezTo>
                    <a:pt x="6286" y="2436"/>
                    <a:pt x="6120" y="1820"/>
                    <a:pt x="5504" y="2211"/>
                  </a:cubicBezTo>
                  <a:cubicBezTo>
                    <a:pt x="4872" y="2617"/>
                    <a:pt x="5158" y="3399"/>
                    <a:pt x="4647" y="3519"/>
                  </a:cubicBezTo>
                  <a:cubicBezTo>
                    <a:pt x="4135" y="3624"/>
                    <a:pt x="3459" y="3008"/>
                    <a:pt x="2842" y="3399"/>
                  </a:cubicBezTo>
                  <a:cubicBezTo>
                    <a:pt x="2211" y="3805"/>
                    <a:pt x="2211" y="4135"/>
                    <a:pt x="1925" y="4135"/>
                  </a:cubicBezTo>
                  <a:cubicBezTo>
                    <a:pt x="1654" y="4135"/>
                    <a:pt x="1083" y="3910"/>
                    <a:pt x="737" y="4135"/>
                  </a:cubicBezTo>
                  <a:cubicBezTo>
                    <a:pt x="406" y="4376"/>
                    <a:pt x="0" y="4647"/>
                    <a:pt x="0" y="4647"/>
                  </a:cubicBezTo>
                  <a:lnTo>
                    <a:pt x="14345" y="4647"/>
                  </a:lnTo>
                  <a:cubicBezTo>
                    <a:pt x="14345" y="4647"/>
                    <a:pt x="14511" y="4135"/>
                    <a:pt x="13894" y="3805"/>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lt1"/>
        </a:solidFill>
      </p:bgPr>
    </p:bg>
    <p:spTree>
      <p:nvGrpSpPr>
        <p:cNvPr id="1228" name="Shape 1228"/>
        <p:cNvGrpSpPr/>
        <p:nvPr/>
      </p:nvGrpSpPr>
      <p:grpSpPr>
        <a:xfrm>
          <a:off x="0" y="0"/>
          <a:ext cx="0" cy="0"/>
          <a:chOff x="0" y="0"/>
          <a:chExt cx="0" cy="0"/>
        </a:xfrm>
      </p:grpSpPr>
      <p:sp>
        <p:nvSpPr>
          <p:cNvPr id="1229" name="Google Shape;1229;p5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BLANK_10">
    <p:spTree>
      <p:nvGrpSpPr>
        <p:cNvPr id="1230" name="Shape 1230"/>
        <p:cNvGrpSpPr/>
        <p:nvPr/>
      </p:nvGrpSpPr>
      <p:grpSpPr>
        <a:xfrm>
          <a:off x="0" y="0"/>
          <a:ext cx="0" cy="0"/>
          <a:chOff x="0" y="0"/>
          <a:chExt cx="0" cy="0"/>
        </a:xfrm>
      </p:grpSpPr>
      <p:sp>
        <p:nvSpPr>
          <p:cNvPr id="1231" name="Google Shape;1231;p6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1232" name="Google Shape;1232;p60"/>
          <p:cNvSpPr txBox="1"/>
          <p:nvPr>
            <p:ph type="title"/>
          </p:nvPr>
        </p:nvSpPr>
        <p:spPr>
          <a:xfrm>
            <a:off x="698777" y="2223325"/>
            <a:ext cx="4551600" cy="749100"/>
          </a:xfrm>
          <a:prstGeom prst="rect">
            <a:avLst/>
          </a:prstGeom>
        </p:spPr>
        <p:txBody>
          <a:bodyPr anchorCtr="0" anchor="ctr" bIns="91425" lIns="91425" spcFirstLastPara="1" rIns="91425" wrap="square" tIns="91425">
            <a:noAutofit/>
          </a:bodyPr>
          <a:lstStyle>
            <a:lvl1pPr lvl="0">
              <a:spcBef>
                <a:spcPts val="0"/>
              </a:spcBef>
              <a:spcAft>
                <a:spcPts val="0"/>
              </a:spcAft>
              <a:buSzPts val="3600"/>
              <a:buNone/>
              <a:defRPr sz="4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233" name="Google Shape;1233;p60"/>
          <p:cNvSpPr txBox="1"/>
          <p:nvPr>
            <p:ph idx="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1234" name="Google Shape;1234;p60"/>
          <p:cNvSpPr txBox="1"/>
          <p:nvPr>
            <p:ph idx="1" type="subTitle"/>
          </p:nvPr>
        </p:nvSpPr>
        <p:spPr>
          <a:xfrm>
            <a:off x="685800" y="2905550"/>
            <a:ext cx="4551600" cy="383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800"/>
              <a:buNone/>
              <a:defRPr sz="18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1235" name="Google Shape;1235;p60"/>
          <p:cNvSpPr txBox="1"/>
          <p:nvPr>
            <p:ph hasCustomPrompt="1" idx="3" type="title"/>
          </p:nvPr>
        </p:nvSpPr>
        <p:spPr>
          <a:xfrm>
            <a:off x="685795" y="1278475"/>
            <a:ext cx="1595700" cy="898500"/>
          </a:xfrm>
          <a:prstGeom prst="rect">
            <a:avLst/>
          </a:prstGeom>
        </p:spPr>
        <p:txBody>
          <a:bodyPr anchorCtr="0" anchor="ctr" bIns="91425" lIns="91425" spcFirstLastPara="1" rIns="91425" wrap="square" tIns="91425">
            <a:noAutofit/>
          </a:bodyPr>
          <a:lstStyle>
            <a:lvl1pPr lvl="0">
              <a:spcBef>
                <a:spcPts val="0"/>
              </a:spcBef>
              <a:spcAft>
                <a:spcPts val="0"/>
              </a:spcAft>
              <a:buSzPts val="8000"/>
              <a:buNone/>
              <a:defRPr sz="8000">
                <a:solidFill>
                  <a:schemeClr val="accent2"/>
                </a:solidFill>
              </a:defRPr>
            </a:lvl1pPr>
            <a:lvl2pPr lvl="1" algn="ctr">
              <a:spcBef>
                <a:spcPts val="0"/>
              </a:spcBef>
              <a:spcAft>
                <a:spcPts val="0"/>
              </a:spcAft>
              <a:buSzPts val="8000"/>
              <a:buNone/>
              <a:defRPr sz="8000"/>
            </a:lvl2pPr>
            <a:lvl3pPr lvl="2" algn="ctr">
              <a:spcBef>
                <a:spcPts val="0"/>
              </a:spcBef>
              <a:spcAft>
                <a:spcPts val="0"/>
              </a:spcAft>
              <a:buSzPts val="8000"/>
              <a:buNone/>
              <a:defRPr sz="8000"/>
            </a:lvl3pPr>
            <a:lvl4pPr lvl="3" algn="ctr">
              <a:spcBef>
                <a:spcPts val="0"/>
              </a:spcBef>
              <a:spcAft>
                <a:spcPts val="0"/>
              </a:spcAft>
              <a:buSzPts val="8000"/>
              <a:buNone/>
              <a:defRPr sz="8000"/>
            </a:lvl4pPr>
            <a:lvl5pPr lvl="4" algn="ctr">
              <a:spcBef>
                <a:spcPts val="0"/>
              </a:spcBef>
              <a:spcAft>
                <a:spcPts val="0"/>
              </a:spcAft>
              <a:buSzPts val="8000"/>
              <a:buNone/>
              <a:defRPr sz="8000"/>
            </a:lvl5pPr>
            <a:lvl6pPr lvl="5" algn="ctr">
              <a:spcBef>
                <a:spcPts val="0"/>
              </a:spcBef>
              <a:spcAft>
                <a:spcPts val="0"/>
              </a:spcAft>
              <a:buSzPts val="8000"/>
              <a:buNone/>
              <a:defRPr sz="8000"/>
            </a:lvl6pPr>
            <a:lvl7pPr lvl="6" algn="ctr">
              <a:spcBef>
                <a:spcPts val="0"/>
              </a:spcBef>
              <a:spcAft>
                <a:spcPts val="0"/>
              </a:spcAft>
              <a:buSzPts val="8000"/>
              <a:buNone/>
              <a:defRPr sz="8000"/>
            </a:lvl7pPr>
            <a:lvl8pPr lvl="7" algn="ctr">
              <a:spcBef>
                <a:spcPts val="0"/>
              </a:spcBef>
              <a:spcAft>
                <a:spcPts val="0"/>
              </a:spcAft>
              <a:buSzPts val="8000"/>
              <a:buNone/>
              <a:defRPr sz="8000"/>
            </a:lvl8pPr>
            <a:lvl9pPr lvl="8" algn="ctr">
              <a:spcBef>
                <a:spcPts val="0"/>
              </a:spcBef>
              <a:spcAft>
                <a:spcPts val="0"/>
              </a:spcAft>
              <a:buSzPts val="8000"/>
              <a:buNone/>
              <a:defRPr sz="8000"/>
            </a:lvl9pPr>
          </a:lstStyle>
          <a:p>
            <a:r>
              <a:t>xx%</a:t>
            </a:r>
          </a:p>
        </p:txBody>
      </p:sp>
      <p:grpSp>
        <p:nvGrpSpPr>
          <p:cNvPr id="1236" name="Google Shape;1236;p60"/>
          <p:cNvGrpSpPr/>
          <p:nvPr/>
        </p:nvGrpSpPr>
        <p:grpSpPr>
          <a:xfrm>
            <a:off x="-354378" y="3834438"/>
            <a:ext cx="3893180" cy="1785854"/>
            <a:chOff x="-354378" y="3834438"/>
            <a:chExt cx="3893180" cy="1785854"/>
          </a:xfrm>
        </p:grpSpPr>
        <p:sp>
          <p:nvSpPr>
            <p:cNvPr id="1237" name="Google Shape;1237;p60"/>
            <p:cNvSpPr/>
            <p:nvPr/>
          </p:nvSpPr>
          <p:spPr>
            <a:xfrm>
              <a:off x="1835075" y="4676425"/>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8" name="Google Shape;1238;p60"/>
            <p:cNvSpPr/>
            <p:nvPr/>
          </p:nvSpPr>
          <p:spPr>
            <a:xfrm>
              <a:off x="2382226" y="394162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1239" name="Google Shape;1239;p60"/>
            <p:cNvGrpSpPr/>
            <p:nvPr/>
          </p:nvGrpSpPr>
          <p:grpSpPr>
            <a:xfrm>
              <a:off x="3433345" y="4523988"/>
              <a:ext cx="105457" cy="105457"/>
              <a:chOff x="7812545" y="194375"/>
              <a:chExt cx="105457" cy="105457"/>
            </a:xfrm>
          </p:grpSpPr>
          <p:sp>
            <p:nvSpPr>
              <p:cNvPr id="1240" name="Google Shape;1240;p60"/>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1" name="Google Shape;1241;p60"/>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2" name="Google Shape;1242;p60"/>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3" name="Google Shape;1243;p60"/>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44" name="Google Shape;1244;p60"/>
            <p:cNvGrpSpPr/>
            <p:nvPr/>
          </p:nvGrpSpPr>
          <p:grpSpPr>
            <a:xfrm>
              <a:off x="385570" y="3834438"/>
              <a:ext cx="105457" cy="105457"/>
              <a:chOff x="7812545" y="194375"/>
              <a:chExt cx="105457" cy="105457"/>
            </a:xfrm>
          </p:grpSpPr>
          <p:sp>
            <p:nvSpPr>
              <p:cNvPr id="1245" name="Google Shape;1245;p60"/>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6" name="Google Shape;1246;p60"/>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7" name="Google Shape;1247;p60"/>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8" name="Google Shape;1248;p60"/>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49" name="Google Shape;1249;p60"/>
            <p:cNvSpPr/>
            <p:nvPr/>
          </p:nvSpPr>
          <p:spPr>
            <a:xfrm rot="5400000">
              <a:off x="-437566" y="4303179"/>
              <a:ext cx="1400300" cy="1233925"/>
            </a:xfrm>
            <a:custGeom>
              <a:rect b="b" l="l" r="r" t="t"/>
              <a:pathLst>
                <a:path extrusionOk="0" h="49357" w="56012">
                  <a:moveTo>
                    <a:pt x="29954" y="0"/>
                  </a:moveTo>
                  <a:cubicBezTo>
                    <a:pt x="26409" y="0"/>
                    <a:pt x="22321" y="902"/>
                    <a:pt x="17654" y="3034"/>
                  </a:cubicBezTo>
                  <a:cubicBezTo>
                    <a:pt x="17654" y="3034"/>
                    <a:pt x="8827" y="7530"/>
                    <a:pt x="4406" y="14477"/>
                  </a:cubicBezTo>
                  <a:cubicBezTo>
                    <a:pt x="1" y="21424"/>
                    <a:pt x="347" y="30340"/>
                    <a:pt x="5715" y="36971"/>
                  </a:cubicBezTo>
                  <a:cubicBezTo>
                    <a:pt x="11068" y="43588"/>
                    <a:pt x="21308" y="42730"/>
                    <a:pt x="29878" y="46926"/>
                  </a:cubicBezTo>
                  <a:cubicBezTo>
                    <a:pt x="33082" y="48494"/>
                    <a:pt x="36410" y="49356"/>
                    <a:pt x="39533" y="49356"/>
                  </a:cubicBezTo>
                  <a:cubicBezTo>
                    <a:pt x="44766" y="49356"/>
                    <a:pt x="49425" y="46936"/>
                    <a:pt x="51967" y="41362"/>
                  </a:cubicBezTo>
                  <a:cubicBezTo>
                    <a:pt x="56012" y="32476"/>
                    <a:pt x="49907" y="29137"/>
                    <a:pt x="48854" y="18852"/>
                  </a:cubicBezTo>
                  <a:cubicBezTo>
                    <a:pt x="48037" y="10867"/>
                    <a:pt x="42263" y="0"/>
                    <a:pt x="29954"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
    <p:spTree>
      <p:nvGrpSpPr>
        <p:cNvPr id="1250" name="Shape 1250"/>
        <p:cNvGrpSpPr/>
        <p:nvPr/>
      </p:nvGrpSpPr>
      <p:grpSpPr>
        <a:xfrm>
          <a:off x="0" y="0"/>
          <a:ext cx="0" cy="0"/>
          <a:chOff x="0" y="0"/>
          <a:chExt cx="0" cy="0"/>
        </a:xfrm>
      </p:grpSpPr>
      <p:sp>
        <p:nvSpPr>
          <p:cNvPr id="1251" name="Google Shape;1251;p6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1252" name="Google Shape;1252;p61"/>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253" name="Google Shape;1253;p61"/>
          <p:cNvSpPr txBox="1"/>
          <p:nvPr>
            <p:ph idx="2" type="title"/>
          </p:nvPr>
        </p:nvSpPr>
        <p:spPr>
          <a:xfrm>
            <a:off x="1850175" y="2086662"/>
            <a:ext cx="2629200" cy="3936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sz="2000">
                <a:solidFill>
                  <a:schemeClr val="accent2"/>
                </a:solidFill>
              </a:defRPr>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sp>
        <p:nvSpPr>
          <p:cNvPr id="1254" name="Google Shape;1254;p61"/>
          <p:cNvSpPr txBox="1"/>
          <p:nvPr>
            <p:ph idx="1" type="subTitle"/>
          </p:nvPr>
        </p:nvSpPr>
        <p:spPr>
          <a:xfrm>
            <a:off x="1853175" y="2480262"/>
            <a:ext cx="2629200" cy="4680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255" name="Google Shape;1255;p61"/>
          <p:cNvSpPr txBox="1"/>
          <p:nvPr>
            <p:ph hasCustomPrompt="1" idx="3" type="title"/>
          </p:nvPr>
        </p:nvSpPr>
        <p:spPr>
          <a:xfrm>
            <a:off x="1776168" y="1586400"/>
            <a:ext cx="792600" cy="528300"/>
          </a:xfrm>
          <a:prstGeom prst="rect">
            <a:avLst/>
          </a:prstGeom>
        </p:spPr>
        <p:txBody>
          <a:bodyPr anchorCtr="0" anchor="ctr" bIns="91425" lIns="91425" spcFirstLastPara="1" rIns="91425" wrap="square" tIns="91425">
            <a:noAutofit/>
          </a:bodyPr>
          <a:lstStyle>
            <a:lvl1pPr lvl="0" algn="r">
              <a:spcBef>
                <a:spcPts val="0"/>
              </a:spcBef>
              <a:spcAft>
                <a:spcPts val="0"/>
              </a:spcAft>
              <a:buSzPts val="3000"/>
              <a:buNone/>
              <a:defRPr sz="3000"/>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grpSp>
        <p:nvGrpSpPr>
          <p:cNvPr id="1256" name="Google Shape;1256;p61"/>
          <p:cNvGrpSpPr/>
          <p:nvPr/>
        </p:nvGrpSpPr>
        <p:grpSpPr>
          <a:xfrm>
            <a:off x="-1260750" y="4247400"/>
            <a:ext cx="2224933" cy="1789104"/>
            <a:chOff x="-1260750" y="4247400"/>
            <a:chExt cx="2224933" cy="1789104"/>
          </a:xfrm>
        </p:grpSpPr>
        <p:sp>
          <p:nvSpPr>
            <p:cNvPr id="1257" name="Google Shape;1257;p61"/>
            <p:cNvSpPr/>
            <p:nvPr/>
          </p:nvSpPr>
          <p:spPr>
            <a:xfrm flipH="1">
              <a:off x="-1260750" y="4247400"/>
              <a:ext cx="2224933" cy="1789104"/>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8" name="Google Shape;1258;p61"/>
            <p:cNvSpPr/>
            <p:nvPr/>
          </p:nvSpPr>
          <p:spPr>
            <a:xfrm>
              <a:off x="-708950" y="4596438"/>
              <a:ext cx="1232275" cy="1091025"/>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59" name="Google Shape;1259;p61"/>
          <p:cNvSpPr/>
          <p:nvPr/>
        </p:nvSpPr>
        <p:spPr>
          <a:xfrm>
            <a:off x="-708950" y="-242512"/>
            <a:ext cx="1232275" cy="1091025"/>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0" name="Google Shape;1260;p61"/>
          <p:cNvSpPr txBox="1"/>
          <p:nvPr>
            <p:ph idx="4" type="title"/>
          </p:nvPr>
        </p:nvSpPr>
        <p:spPr>
          <a:xfrm>
            <a:off x="5162350" y="2086662"/>
            <a:ext cx="2629200" cy="3936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sz="2000">
                <a:solidFill>
                  <a:schemeClr val="accent2"/>
                </a:solidFill>
              </a:defRPr>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sp>
        <p:nvSpPr>
          <p:cNvPr id="1261" name="Google Shape;1261;p61"/>
          <p:cNvSpPr txBox="1"/>
          <p:nvPr>
            <p:ph idx="5" type="subTitle"/>
          </p:nvPr>
        </p:nvSpPr>
        <p:spPr>
          <a:xfrm>
            <a:off x="5165350" y="2480262"/>
            <a:ext cx="2629200" cy="4680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262" name="Google Shape;1262;p61"/>
          <p:cNvSpPr txBox="1"/>
          <p:nvPr>
            <p:ph hasCustomPrompt="1" idx="6" type="title"/>
          </p:nvPr>
        </p:nvSpPr>
        <p:spPr>
          <a:xfrm>
            <a:off x="5088343" y="1586400"/>
            <a:ext cx="792600" cy="528300"/>
          </a:xfrm>
          <a:prstGeom prst="rect">
            <a:avLst/>
          </a:prstGeom>
        </p:spPr>
        <p:txBody>
          <a:bodyPr anchorCtr="0" anchor="ctr" bIns="91425" lIns="91425" spcFirstLastPara="1" rIns="91425" wrap="square" tIns="91425">
            <a:noAutofit/>
          </a:bodyPr>
          <a:lstStyle>
            <a:lvl1pPr lvl="0" algn="r">
              <a:spcBef>
                <a:spcPts val="0"/>
              </a:spcBef>
              <a:spcAft>
                <a:spcPts val="0"/>
              </a:spcAft>
              <a:buSzPts val="3000"/>
              <a:buNone/>
              <a:defRPr sz="3000"/>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sp>
        <p:nvSpPr>
          <p:cNvPr id="1263" name="Google Shape;1263;p61"/>
          <p:cNvSpPr txBox="1"/>
          <p:nvPr>
            <p:ph idx="7" type="title"/>
          </p:nvPr>
        </p:nvSpPr>
        <p:spPr>
          <a:xfrm>
            <a:off x="1850175" y="3728737"/>
            <a:ext cx="2629200" cy="3936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sz="2000">
                <a:solidFill>
                  <a:schemeClr val="accent2"/>
                </a:solidFill>
              </a:defRPr>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sp>
        <p:nvSpPr>
          <p:cNvPr id="1264" name="Google Shape;1264;p61"/>
          <p:cNvSpPr txBox="1"/>
          <p:nvPr>
            <p:ph idx="8" type="subTitle"/>
          </p:nvPr>
        </p:nvSpPr>
        <p:spPr>
          <a:xfrm>
            <a:off x="1853175" y="4122337"/>
            <a:ext cx="2629200" cy="4680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265" name="Google Shape;1265;p61"/>
          <p:cNvSpPr txBox="1"/>
          <p:nvPr>
            <p:ph hasCustomPrompt="1" idx="9" type="title"/>
          </p:nvPr>
        </p:nvSpPr>
        <p:spPr>
          <a:xfrm>
            <a:off x="1776168" y="3228475"/>
            <a:ext cx="792600" cy="528300"/>
          </a:xfrm>
          <a:prstGeom prst="rect">
            <a:avLst/>
          </a:prstGeom>
        </p:spPr>
        <p:txBody>
          <a:bodyPr anchorCtr="0" anchor="ctr" bIns="91425" lIns="91425" spcFirstLastPara="1" rIns="91425" wrap="square" tIns="91425">
            <a:noAutofit/>
          </a:bodyPr>
          <a:lstStyle>
            <a:lvl1pPr lvl="0" algn="r">
              <a:spcBef>
                <a:spcPts val="0"/>
              </a:spcBef>
              <a:spcAft>
                <a:spcPts val="0"/>
              </a:spcAft>
              <a:buSzPts val="3000"/>
              <a:buNone/>
              <a:defRPr sz="3000"/>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sp>
        <p:nvSpPr>
          <p:cNvPr id="1266" name="Google Shape;1266;p61"/>
          <p:cNvSpPr txBox="1"/>
          <p:nvPr>
            <p:ph idx="13" type="title"/>
          </p:nvPr>
        </p:nvSpPr>
        <p:spPr>
          <a:xfrm>
            <a:off x="5162350" y="3728737"/>
            <a:ext cx="2629200" cy="3936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sz="2000">
                <a:solidFill>
                  <a:schemeClr val="accent2"/>
                </a:solidFill>
              </a:defRPr>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sp>
        <p:nvSpPr>
          <p:cNvPr id="1267" name="Google Shape;1267;p61"/>
          <p:cNvSpPr txBox="1"/>
          <p:nvPr>
            <p:ph idx="14" type="subTitle"/>
          </p:nvPr>
        </p:nvSpPr>
        <p:spPr>
          <a:xfrm>
            <a:off x="5165350" y="4122337"/>
            <a:ext cx="2629200" cy="4680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268" name="Google Shape;1268;p61"/>
          <p:cNvSpPr txBox="1"/>
          <p:nvPr>
            <p:ph hasCustomPrompt="1" idx="15" type="title"/>
          </p:nvPr>
        </p:nvSpPr>
        <p:spPr>
          <a:xfrm>
            <a:off x="5088343" y="3228475"/>
            <a:ext cx="792600" cy="528300"/>
          </a:xfrm>
          <a:prstGeom prst="rect">
            <a:avLst/>
          </a:prstGeom>
        </p:spPr>
        <p:txBody>
          <a:bodyPr anchorCtr="0" anchor="ctr" bIns="91425" lIns="91425" spcFirstLastPara="1" rIns="91425" wrap="square" tIns="91425">
            <a:noAutofit/>
          </a:bodyPr>
          <a:lstStyle>
            <a:lvl1pPr lvl="0" algn="r">
              <a:spcBef>
                <a:spcPts val="0"/>
              </a:spcBef>
              <a:spcAft>
                <a:spcPts val="0"/>
              </a:spcAft>
              <a:buSzPts val="3000"/>
              <a:buNone/>
              <a:defRPr sz="3000"/>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grpSp>
        <p:nvGrpSpPr>
          <p:cNvPr id="1269" name="Google Shape;1269;p61"/>
          <p:cNvGrpSpPr/>
          <p:nvPr/>
        </p:nvGrpSpPr>
        <p:grpSpPr>
          <a:xfrm>
            <a:off x="7034570" y="168075"/>
            <a:ext cx="1757682" cy="951244"/>
            <a:chOff x="7034570" y="168075"/>
            <a:chExt cx="1757682" cy="951244"/>
          </a:xfrm>
        </p:grpSpPr>
        <p:sp>
          <p:nvSpPr>
            <p:cNvPr id="1270" name="Google Shape;1270;p61"/>
            <p:cNvSpPr/>
            <p:nvPr/>
          </p:nvSpPr>
          <p:spPr>
            <a:xfrm flipH="1">
              <a:off x="7187129" y="453924"/>
              <a:ext cx="1232274" cy="394612"/>
            </a:xfrm>
            <a:custGeom>
              <a:rect b="b" l="l" r="r" t="t"/>
              <a:pathLst>
                <a:path extrusionOk="0" fill="none" h="4647" w="14511">
                  <a:moveTo>
                    <a:pt x="13894" y="3805"/>
                  </a:moveTo>
                  <a:cubicBezTo>
                    <a:pt x="13263" y="3459"/>
                    <a:pt x="12977" y="3744"/>
                    <a:pt x="12766" y="3459"/>
                  </a:cubicBezTo>
                  <a:cubicBezTo>
                    <a:pt x="12541" y="3173"/>
                    <a:pt x="13383" y="2436"/>
                    <a:pt x="11684" y="1699"/>
                  </a:cubicBezTo>
                  <a:cubicBezTo>
                    <a:pt x="11684" y="1699"/>
                    <a:pt x="11578" y="121"/>
                    <a:pt x="9248" y="60"/>
                  </a:cubicBezTo>
                  <a:cubicBezTo>
                    <a:pt x="6917" y="0"/>
                    <a:pt x="7549" y="1654"/>
                    <a:pt x="6917" y="2045"/>
                  </a:cubicBezTo>
                  <a:cubicBezTo>
                    <a:pt x="6286" y="2436"/>
                    <a:pt x="6120" y="1820"/>
                    <a:pt x="5504" y="2211"/>
                  </a:cubicBezTo>
                  <a:cubicBezTo>
                    <a:pt x="4872" y="2617"/>
                    <a:pt x="5158" y="3399"/>
                    <a:pt x="4647" y="3519"/>
                  </a:cubicBezTo>
                  <a:cubicBezTo>
                    <a:pt x="4135" y="3624"/>
                    <a:pt x="3459" y="3008"/>
                    <a:pt x="2842" y="3399"/>
                  </a:cubicBezTo>
                  <a:cubicBezTo>
                    <a:pt x="2211" y="3805"/>
                    <a:pt x="2211" y="4135"/>
                    <a:pt x="1925" y="4135"/>
                  </a:cubicBezTo>
                  <a:cubicBezTo>
                    <a:pt x="1654" y="4135"/>
                    <a:pt x="1083" y="3910"/>
                    <a:pt x="737" y="4135"/>
                  </a:cubicBezTo>
                  <a:cubicBezTo>
                    <a:pt x="406" y="4376"/>
                    <a:pt x="0" y="4647"/>
                    <a:pt x="0" y="4647"/>
                  </a:cubicBezTo>
                  <a:lnTo>
                    <a:pt x="14345" y="4647"/>
                  </a:lnTo>
                  <a:cubicBezTo>
                    <a:pt x="14345" y="4647"/>
                    <a:pt x="14511" y="4135"/>
                    <a:pt x="13894" y="3805"/>
                  </a:cubicBezTo>
                  <a:close/>
                </a:path>
              </a:pathLst>
            </a:custGeom>
            <a:solidFill>
              <a:schemeClr val="lt1"/>
            </a:solid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1" name="Google Shape;1271;p61"/>
            <p:cNvSpPr/>
            <p:nvPr/>
          </p:nvSpPr>
          <p:spPr>
            <a:xfrm>
              <a:off x="8655275" y="168075"/>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72" name="Google Shape;1272;p61"/>
            <p:cNvGrpSpPr/>
            <p:nvPr/>
          </p:nvGrpSpPr>
          <p:grpSpPr>
            <a:xfrm>
              <a:off x="8686795" y="1013863"/>
              <a:ext cx="105457" cy="105457"/>
              <a:chOff x="7812545" y="194375"/>
              <a:chExt cx="105457" cy="105457"/>
            </a:xfrm>
          </p:grpSpPr>
          <p:sp>
            <p:nvSpPr>
              <p:cNvPr id="1273" name="Google Shape;1273;p61"/>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4" name="Google Shape;1274;p61"/>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5" name="Google Shape;1275;p61"/>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6" name="Google Shape;1276;p61"/>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77" name="Google Shape;1277;p61"/>
            <p:cNvGrpSpPr/>
            <p:nvPr/>
          </p:nvGrpSpPr>
          <p:grpSpPr>
            <a:xfrm>
              <a:off x="7034570" y="192113"/>
              <a:ext cx="105457" cy="105457"/>
              <a:chOff x="7812545" y="194375"/>
              <a:chExt cx="105457" cy="105457"/>
            </a:xfrm>
          </p:grpSpPr>
          <p:sp>
            <p:nvSpPr>
              <p:cNvPr id="1278" name="Google Shape;1278;p61"/>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9" name="Google Shape;1279;p61"/>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0" name="Google Shape;1280;p61"/>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1" name="Google Shape;1281;p61"/>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282" name="Google Shape;1282;p61"/>
          <p:cNvGrpSpPr/>
          <p:nvPr/>
        </p:nvGrpSpPr>
        <p:grpSpPr>
          <a:xfrm>
            <a:off x="8587992" y="4703163"/>
            <a:ext cx="172728" cy="172727"/>
            <a:chOff x="7812545" y="194375"/>
            <a:chExt cx="105457" cy="105457"/>
          </a:xfrm>
        </p:grpSpPr>
        <p:sp>
          <p:nvSpPr>
            <p:cNvPr id="1283" name="Google Shape;1283;p61"/>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4" name="Google Shape;1284;p61"/>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5" name="Google Shape;1285;p61"/>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6" name="Google Shape;1286;p61"/>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2">
    <p:spTree>
      <p:nvGrpSpPr>
        <p:cNvPr id="1287" name="Shape 1287"/>
        <p:cNvGrpSpPr/>
        <p:nvPr/>
      </p:nvGrpSpPr>
      <p:grpSpPr>
        <a:xfrm>
          <a:off x="0" y="0"/>
          <a:ext cx="0" cy="0"/>
          <a:chOff x="0" y="0"/>
          <a:chExt cx="0" cy="0"/>
        </a:xfrm>
      </p:grpSpPr>
      <p:sp>
        <p:nvSpPr>
          <p:cNvPr id="1288" name="Google Shape;1288;p6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1289" name="Google Shape;1289;p62"/>
          <p:cNvSpPr txBox="1"/>
          <p:nvPr>
            <p:ph type="title"/>
          </p:nvPr>
        </p:nvSpPr>
        <p:spPr>
          <a:xfrm>
            <a:off x="685800" y="3668238"/>
            <a:ext cx="3936300" cy="3936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sz="2000"/>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sp>
        <p:nvSpPr>
          <p:cNvPr id="1290" name="Google Shape;1290;p62"/>
          <p:cNvSpPr txBox="1"/>
          <p:nvPr>
            <p:ph idx="1" type="subTitle"/>
          </p:nvPr>
        </p:nvSpPr>
        <p:spPr>
          <a:xfrm>
            <a:off x="685800" y="1386463"/>
            <a:ext cx="6442500" cy="21948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800"/>
              <a:buFont typeface="Barlow"/>
              <a:buNone/>
              <a:defRPr b="1" sz="3400">
                <a:solidFill>
                  <a:schemeClr val="accent2"/>
                </a:solidFill>
              </a:defRPr>
            </a:lvl1pPr>
            <a:lvl2pPr lvl="1" algn="ctr">
              <a:lnSpc>
                <a:spcPct val="100000"/>
              </a:lnSpc>
              <a:spcBef>
                <a:spcPts val="0"/>
              </a:spcBef>
              <a:spcAft>
                <a:spcPts val="0"/>
              </a:spcAft>
              <a:buSzPts val="2800"/>
              <a:buFont typeface="Barlow"/>
              <a:buNone/>
              <a:defRPr b="1" sz="2800">
                <a:latin typeface="Barlow"/>
                <a:ea typeface="Barlow"/>
                <a:cs typeface="Barlow"/>
                <a:sym typeface="Barlow"/>
              </a:defRPr>
            </a:lvl2pPr>
            <a:lvl3pPr lvl="2" algn="ctr">
              <a:lnSpc>
                <a:spcPct val="100000"/>
              </a:lnSpc>
              <a:spcBef>
                <a:spcPts val="0"/>
              </a:spcBef>
              <a:spcAft>
                <a:spcPts val="0"/>
              </a:spcAft>
              <a:buSzPts val="2800"/>
              <a:buFont typeface="Barlow"/>
              <a:buNone/>
              <a:defRPr b="1" sz="2800">
                <a:latin typeface="Barlow"/>
                <a:ea typeface="Barlow"/>
                <a:cs typeface="Barlow"/>
                <a:sym typeface="Barlow"/>
              </a:defRPr>
            </a:lvl3pPr>
            <a:lvl4pPr lvl="3" algn="ctr">
              <a:lnSpc>
                <a:spcPct val="100000"/>
              </a:lnSpc>
              <a:spcBef>
                <a:spcPts val="0"/>
              </a:spcBef>
              <a:spcAft>
                <a:spcPts val="0"/>
              </a:spcAft>
              <a:buSzPts val="2800"/>
              <a:buFont typeface="Barlow"/>
              <a:buNone/>
              <a:defRPr b="1" sz="2800">
                <a:latin typeface="Barlow"/>
                <a:ea typeface="Barlow"/>
                <a:cs typeface="Barlow"/>
                <a:sym typeface="Barlow"/>
              </a:defRPr>
            </a:lvl4pPr>
            <a:lvl5pPr lvl="4" algn="ctr">
              <a:lnSpc>
                <a:spcPct val="100000"/>
              </a:lnSpc>
              <a:spcBef>
                <a:spcPts val="0"/>
              </a:spcBef>
              <a:spcAft>
                <a:spcPts val="0"/>
              </a:spcAft>
              <a:buSzPts val="2800"/>
              <a:buFont typeface="Barlow"/>
              <a:buNone/>
              <a:defRPr b="1" sz="2800">
                <a:latin typeface="Barlow"/>
                <a:ea typeface="Barlow"/>
                <a:cs typeface="Barlow"/>
                <a:sym typeface="Barlow"/>
              </a:defRPr>
            </a:lvl5pPr>
            <a:lvl6pPr lvl="5" algn="ctr">
              <a:lnSpc>
                <a:spcPct val="100000"/>
              </a:lnSpc>
              <a:spcBef>
                <a:spcPts val="0"/>
              </a:spcBef>
              <a:spcAft>
                <a:spcPts val="0"/>
              </a:spcAft>
              <a:buSzPts val="2800"/>
              <a:buFont typeface="Barlow"/>
              <a:buNone/>
              <a:defRPr b="1" sz="2800">
                <a:latin typeface="Barlow"/>
                <a:ea typeface="Barlow"/>
                <a:cs typeface="Barlow"/>
                <a:sym typeface="Barlow"/>
              </a:defRPr>
            </a:lvl6pPr>
            <a:lvl7pPr lvl="6" algn="ctr">
              <a:lnSpc>
                <a:spcPct val="100000"/>
              </a:lnSpc>
              <a:spcBef>
                <a:spcPts val="0"/>
              </a:spcBef>
              <a:spcAft>
                <a:spcPts val="0"/>
              </a:spcAft>
              <a:buSzPts val="2800"/>
              <a:buFont typeface="Barlow"/>
              <a:buNone/>
              <a:defRPr b="1" sz="2800">
                <a:latin typeface="Barlow"/>
                <a:ea typeface="Barlow"/>
                <a:cs typeface="Barlow"/>
                <a:sym typeface="Barlow"/>
              </a:defRPr>
            </a:lvl7pPr>
            <a:lvl8pPr lvl="7" algn="ctr">
              <a:lnSpc>
                <a:spcPct val="100000"/>
              </a:lnSpc>
              <a:spcBef>
                <a:spcPts val="0"/>
              </a:spcBef>
              <a:spcAft>
                <a:spcPts val="0"/>
              </a:spcAft>
              <a:buSzPts val="2800"/>
              <a:buFont typeface="Barlow"/>
              <a:buNone/>
              <a:defRPr b="1" sz="2800">
                <a:latin typeface="Barlow"/>
                <a:ea typeface="Barlow"/>
                <a:cs typeface="Barlow"/>
                <a:sym typeface="Barlow"/>
              </a:defRPr>
            </a:lvl8pPr>
            <a:lvl9pPr lvl="8" algn="ctr">
              <a:lnSpc>
                <a:spcPct val="100000"/>
              </a:lnSpc>
              <a:spcBef>
                <a:spcPts val="0"/>
              </a:spcBef>
              <a:spcAft>
                <a:spcPts val="0"/>
              </a:spcAft>
              <a:buSzPts val="2800"/>
              <a:buFont typeface="Barlow"/>
              <a:buNone/>
              <a:defRPr b="1" sz="2800">
                <a:latin typeface="Barlow"/>
                <a:ea typeface="Barlow"/>
                <a:cs typeface="Barlow"/>
                <a:sym typeface="Barlow"/>
              </a:defRPr>
            </a:lvl9pPr>
          </a:lstStyle>
          <a:p/>
        </p:txBody>
      </p:sp>
      <p:grpSp>
        <p:nvGrpSpPr>
          <p:cNvPr id="1291" name="Google Shape;1291;p62"/>
          <p:cNvGrpSpPr/>
          <p:nvPr/>
        </p:nvGrpSpPr>
        <p:grpSpPr>
          <a:xfrm>
            <a:off x="-270492" y="4323675"/>
            <a:ext cx="2205369" cy="1645127"/>
            <a:chOff x="-270492" y="4323675"/>
            <a:chExt cx="2205369" cy="1645127"/>
          </a:xfrm>
        </p:grpSpPr>
        <p:sp>
          <p:nvSpPr>
            <p:cNvPr id="1292" name="Google Shape;1292;p62"/>
            <p:cNvSpPr/>
            <p:nvPr/>
          </p:nvSpPr>
          <p:spPr>
            <a:xfrm flipH="1">
              <a:off x="-270492" y="4323675"/>
              <a:ext cx="1406967" cy="1131364"/>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3" name="Google Shape;1293;p62"/>
            <p:cNvSpPr/>
            <p:nvPr/>
          </p:nvSpPr>
          <p:spPr>
            <a:xfrm rot="5828238">
              <a:off x="294226" y="4262605"/>
              <a:ext cx="1085117" cy="2077472"/>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94" name="Google Shape;1294;p62"/>
          <p:cNvGrpSpPr/>
          <p:nvPr/>
        </p:nvGrpSpPr>
        <p:grpSpPr>
          <a:xfrm>
            <a:off x="380257" y="228264"/>
            <a:ext cx="797231" cy="676888"/>
            <a:chOff x="380257" y="228264"/>
            <a:chExt cx="797231" cy="676888"/>
          </a:xfrm>
        </p:grpSpPr>
        <p:sp>
          <p:nvSpPr>
            <p:cNvPr id="1295" name="Google Shape;1295;p62"/>
            <p:cNvSpPr/>
            <p:nvPr/>
          </p:nvSpPr>
          <p:spPr>
            <a:xfrm>
              <a:off x="380263" y="799762"/>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96" name="Google Shape;1296;p62"/>
            <p:cNvGrpSpPr/>
            <p:nvPr/>
          </p:nvGrpSpPr>
          <p:grpSpPr>
            <a:xfrm>
              <a:off x="380257" y="294338"/>
              <a:ext cx="105457" cy="105457"/>
              <a:chOff x="7812545" y="194375"/>
              <a:chExt cx="105457" cy="105457"/>
            </a:xfrm>
          </p:grpSpPr>
          <p:sp>
            <p:nvSpPr>
              <p:cNvPr id="1297" name="Google Shape;1297;p62"/>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8" name="Google Shape;1298;p62"/>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9" name="Google Shape;1299;p62"/>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0" name="Google Shape;1300;p62"/>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01" name="Google Shape;1301;p62"/>
            <p:cNvSpPr/>
            <p:nvPr/>
          </p:nvSpPr>
          <p:spPr>
            <a:xfrm>
              <a:off x="1005861" y="228264"/>
              <a:ext cx="171626" cy="171542"/>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BLANK_7">
    <p:spTree>
      <p:nvGrpSpPr>
        <p:cNvPr id="1302" name="Shape 1302"/>
        <p:cNvGrpSpPr/>
        <p:nvPr/>
      </p:nvGrpSpPr>
      <p:grpSpPr>
        <a:xfrm>
          <a:off x="0" y="0"/>
          <a:ext cx="0" cy="0"/>
          <a:chOff x="0" y="0"/>
          <a:chExt cx="0" cy="0"/>
        </a:xfrm>
      </p:grpSpPr>
      <p:sp>
        <p:nvSpPr>
          <p:cNvPr id="1303" name="Google Shape;1303;p6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1304" name="Google Shape;1304;p63"/>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05" name="Google Shape;1305;p63"/>
          <p:cNvSpPr txBox="1"/>
          <p:nvPr>
            <p:ph idx="1" type="subTitle"/>
          </p:nvPr>
        </p:nvSpPr>
        <p:spPr>
          <a:xfrm>
            <a:off x="5284651" y="3218278"/>
            <a:ext cx="2538600" cy="38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800"/>
              <a:buNone/>
              <a:defRPr b="1" sz="2000">
                <a:solidFill>
                  <a:schemeClr val="accent2"/>
                </a:solidFill>
                <a:latin typeface="Barlow"/>
                <a:ea typeface="Barlow"/>
                <a:cs typeface="Barlow"/>
                <a:sym typeface="Barlow"/>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1306" name="Google Shape;1306;p63"/>
          <p:cNvSpPr txBox="1"/>
          <p:nvPr>
            <p:ph idx="2" type="subTitle"/>
          </p:nvPr>
        </p:nvSpPr>
        <p:spPr>
          <a:xfrm>
            <a:off x="5284651" y="3612350"/>
            <a:ext cx="2538600" cy="497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8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1307" name="Google Shape;1307;p63"/>
          <p:cNvSpPr txBox="1"/>
          <p:nvPr>
            <p:ph idx="3" type="subTitle"/>
          </p:nvPr>
        </p:nvSpPr>
        <p:spPr>
          <a:xfrm>
            <a:off x="5284651" y="1917775"/>
            <a:ext cx="2538600" cy="38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800"/>
              <a:buNone/>
              <a:defRPr b="1" sz="2000">
                <a:solidFill>
                  <a:schemeClr val="accent2"/>
                </a:solidFill>
                <a:latin typeface="Barlow"/>
                <a:ea typeface="Barlow"/>
                <a:cs typeface="Barlow"/>
                <a:sym typeface="Barlow"/>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1308" name="Google Shape;1308;p63"/>
          <p:cNvSpPr txBox="1"/>
          <p:nvPr>
            <p:ph idx="4" type="subTitle"/>
          </p:nvPr>
        </p:nvSpPr>
        <p:spPr>
          <a:xfrm>
            <a:off x="5284651" y="2311850"/>
            <a:ext cx="2538600" cy="497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8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1309" name="Google Shape;1309;p63"/>
          <p:cNvSpPr/>
          <p:nvPr/>
        </p:nvSpPr>
        <p:spPr>
          <a:xfrm rot="-1858022">
            <a:off x="-666282" y="4523640"/>
            <a:ext cx="1257303" cy="1273910"/>
          </a:xfrm>
          <a:custGeom>
            <a:rect b="b" l="l" r="r" t="t"/>
            <a:pathLst>
              <a:path extrusionOk="0" h="49357" w="56012">
                <a:moveTo>
                  <a:pt x="29954" y="0"/>
                </a:moveTo>
                <a:cubicBezTo>
                  <a:pt x="26409" y="0"/>
                  <a:pt x="22321" y="902"/>
                  <a:pt x="17654" y="3034"/>
                </a:cubicBezTo>
                <a:cubicBezTo>
                  <a:pt x="17654" y="3034"/>
                  <a:pt x="8827" y="7530"/>
                  <a:pt x="4406" y="14477"/>
                </a:cubicBezTo>
                <a:cubicBezTo>
                  <a:pt x="1" y="21424"/>
                  <a:pt x="347" y="30340"/>
                  <a:pt x="5715" y="36971"/>
                </a:cubicBezTo>
                <a:cubicBezTo>
                  <a:pt x="11068" y="43588"/>
                  <a:pt x="21308" y="42730"/>
                  <a:pt x="29878" y="46926"/>
                </a:cubicBezTo>
                <a:cubicBezTo>
                  <a:pt x="33082" y="48494"/>
                  <a:pt x="36410" y="49356"/>
                  <a:pt x="39533" y="49356"/>
                </a:cubicBezTo>
                <a:cubicBezTo>
                  <a:pt x="44766" y="49356"/>
                  <a:pt x="49425" y="46936"/>
                  <a:pt x="51967" y="41362"/>
                </a:cubicBezTo>
                <a:cubicBezTo>
                  <a:pt x="56012" y="32476"/>
                  <a:pt x="49907" y="29137"/>
                  <a:pt x="48854" y="18852"/>
                </a:cubicBezTo>
                <a:cubicBezTo>
                  <a:pt x="48037" y="10867"/>
                  <a:pt x="42263" y="0"/>
                  <a:pt x="29954"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10" name="Google Shape;1310;p63"/>
          <p:cNvGrpSpPr/>
          <p:nvPr/>
        </p:nvGrpSpPr>
        <p:grpSpPr>
          <a:xfrm>
            <a:off x="7421634" y="154775"/>
            <a:ext cx="1313073" cy="580503"/>
            <a:chOff x="7421634" y="154775"/>
            <a:chExt cx="1313073" cy="580503"/>
          </a:xfrm>
        </p:grpSpPr>
        <p:sp>
          <p:nvSpPr>
            <p:cNvPr id="1311" name="Google Shape;1311;p63"/>
            <p:cNvSpPr/>
            <p:nvPr/>
          </p:nvSpPr>
          <p:spPr>
            <a:xfrm>
              <a:off x="7421637" y="386405"/>
              <a:ext cx="1089450" cy="348874"/>
            </a:xfrm>
            <a:custGeom>
              <a:rect b="b" l="l" r="r" t="t"/>
              <a:pathLst>
                <a:path extrusionOk="0" fill="none" h="4647" w="14511">
                  <a:moveTo>
                    <a:pt x="13894" y="3805"/>
                  </a:moveTo>
                  <a:cubicBezTo>
                    <a:pt x="13263" y="3459"/>
                    <a:pt x="12977" y="3744"/>
                    <a:pt x="12766" y="3459"/>
                  </a:cubicBezTo>
                  <a:cubicBezTo>
                    <a:pt x="12541" y="3173"/>
                    <a:pt x="13383" y="2436"/>
                    <a:pt x="11684" y="1699"/>
                  </a:cubicBezTo>
                  <a:cubicBezTo>
                    <a:pt x="11684" y="1699"/>
                    <a:pt x="11578" y="121"/>
                    <a:pt x="9248" y="60"/>
                  </a:cubicBezTo>
                  <a:cubicBezTo>
                    <a:pt x="6917" y="0"/>
                    <a:pt x="7549" y="1654"/>
                    <a:pt x="6917" y="2045"/>
                  </a:cubicBezTo>
                  <a:cubicBezTo>
                    <a:pt x="6286" y="2436"/>
                    <a:pt x="6120" y="1820"/>
                    <a:pt x="5504" y="2211"/>
                  </a:cubicBezTo>
                  <a:cubicBezTo>
                    <a:pt x="4872" y="2617"/>
                    <a:pt x="5158" y="3399"/>
                    <a:pt x="4647" y="3519"/>
                  </a:cubicBezTo>
                  <a:cubicBezTo>
                    <a:pt x="4135" y="3624"/>
                    <a:pt x="3459" y="3008"/>
                    <a:pt x="2842" y="3399"/>
                  </a:cubicBezTo>
                  <a:cubicBezTo>
                    <a:pt x="2211" y="3805"/>
                    <a:pt x="2211" y="4135"/>
                    <a:pt x="1925" y="4135"/>
                  </a:cubicBezTo>
                  <a:cubicBezTo>
                    <a:pt x="1654" y="4135"/>
                    <a:pt x="1083" y="3910"/>
                    <a:pt x="737" y="4135"/>
                  </a:cubicBezTo>
                  <a:cubicBezTo>
                    <a:pt x="406" y="4376"/>
                    <a:pt x="0" y="4647"/>
                    <a:pt x="0" y="4647"/>
                  </a:cubicBezTo>
                  <a:lnTo>
                    <a:pt x="14345" y="4647"/>
                  </a:lnTo>
                  <a:cubicBezTo>
                    <a:pt x="14345" y="4647"/>
                    <a:pt x="14511" y="4135"/>
                    <a:pt x="13894" y="3805"/>
                  </a:cubicBezTo>
                  <a:close/>
                </a:path>
              </a:pathLst>
            </a:custGeom>
            <a:solidFill>
              <a:schemeClr val="lt1"/>
            </a:solid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12" name="Google Shape;1312;p63"/>
            <p:cNvGrpSpPr/>
            <p:nvPr/>
          </p:nvGrpSpPr>
          <p:grpSpPr>
            <a:xfrm flipH="1">
              <a:off x="7421634" y="154775"/>
              <a:ext cx="93234" cy="93234"/>
              <a:chOff x="7812545" y="194375"/>
              <a:chExt cx="105457" cy="105457"/>
            </a:xfrm>
          </p:grpSpPr>
          <p:sp>
            <p:nvSpPr>
              <p:cNvPr id="1313" name="Google Shape;1313;p63"/>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4" name="Google Shape;1314;p63"/>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5" name="Google Shape;1315;p63"/>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6" name="Google Shape;1316;p63"/>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17" name="Google Shape;1317;p63"/>
            <p:cNvSpPr/>
            <p:nvPr/>
          </p:nvSpPr>
          <p:spPr>
            <a:xfrm flipH="1">
              <a:off x="8641476" y="154795"/>
              <a:ext cx="93231" cy="93173"/>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18" name="Google Shape;1318;p63"/>
          <p:cNvGrpSpPr/>
          <p:nvPr/>
        </p:nvGrpSpPr>
        <p:grpSpPr>
          <a:xfrm>
            <a:off x="7319770" y="4322625"/>
            <a:ext cx="1421044" cy="650202"/>
            <a:chOff x="7319770" y="4322625"/>
            <a:chExt cx="1421044" cy="650202"/>
          </a:xfrm>
        </p:grpSpPr>
        <p:sp>
          <p:nvSpPr>
            <p:cNvPr id="1319" name="Google Shape;1319;p63"/>
            <p:cNvSpPr/>
            <p:nvPr/>
          </p:nvSpPr>
          <p:spPr>
            <a:xfrm>
              <a:off x="8205375" y="4867437"/>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0" name="Google Shape;1320;p63"/>
            <p:cNvSpPr/>
            <p:nvPr/>
          </p:nvSpPr>
          <p:spPr>
            <a:xfrm>
              <a:off x="7868626" y="432262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1321" name="Google Shape;1321;p63"/>
            <p:cNvGrpSpPr/>
            <p:nvPr/>
          </p:nvGrpSpPr>
          <p:grpSpPr>
            <a:xfrm>
              <a:off x="8635357" y="4441263"/>
              <a:ext cx="105457" cy="105457"/>
              <a:chOff x="7812545" y="194375"/>
              <a:chExt cx="105457" cy="105457"/>
            </a:xfrm>
          </p:grpSpPr>
          <p:sp>
            <p:nvSpPr>
              <p:cNvPr id="1322" name="Google Shape;1322;p63"/>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3" name="Google Shape;1323;p63"/>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4" name="Google Shape;1324;p63"/>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5" name="Google Shape;1325;p63"/>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26" name="Google Shape;1326;p63"/>
            <p:cNvGrpSpPr/>
            <p:nvPr/>
          </p:nvGrpSpPr>
          <p:grpSpPr>
            <a:xfrm>
              <a:off x="7319770" y="4672638"/>
              <a:ext cx="105457" cy="105457"/>
              <a:chOff x="7812545" y="194375"/>
              <a:chExt cx="105457" cy="105457"/>
            </a:xfrm>
          </p:grpSpPr>
          <p:sp>
            <p:nvSpPr>
              <p:cNvPr id="1327" name="Google Shape;1327;p63"/>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8" name="Google Shape;1328;p63"/>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9" name="Google Shape;1329;p63"/>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0" name="Google Shape;1330;p63"/>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331" name="Google Shape;1331;p63"/>
          <p:cNvGrpSpPr/>
          <p:nvPr/>
        </p:nvGrpSpPr>
        <p:grpSpPr>
          <a:xfrm>
            <a:off x="-761575" y="-488764"/>
            <a:ext cx="1578128" cy="1318359"/>
            <a:chOff x="-761575" y="-488764"/>
            <a:chExt cx="1578128" cy="1318359"/>
          </a:xfrm>
        </p:grpSpPr>
        <p:sp>
          <p:nvSpPr>
            <p:cNvPr id="1332" name="Google Shape;1332;p63"/>
            <p:cNvSpPr/>
            <p:nvPr/>
          </p:nvSpPr>
          <p:spPr>
            <a:xfrm>
              <a:off x="-761575" y="-455027"/>
              <a:ext cx="1578128" cy="1284622"/>
            </a:xfrm>
            <a:custGeom>
              <a:rect b="b" l="l" r="r" t="t"/>
              <a:pathLst>
                <a:path extrusionOk="0" h="48924" w="60102">
                  <a:moveTo>
                    <a:pt x="31550" y="1"/>
                  </a:moveTo>
                  <a:cubicBezTo>
                    <a:pt x="28688" y="1"/>
                    <a:pt x="25391" y="541"/>
                    <a:pt x="22089" y="2238"/>
                  </a:cubicBezTo>
                  <a:cubicBezTo>
                    <a:pt x="12977" y="6900"/>
                    <a:pt x="8196" y="17230"/>
                    <a:pt x="4091" y="25485"/>
                  </a:cubicBezTo>
                  <a:cubicBezTo>
                    <a:pt x="1" y="33725"/>
                    <a:pt x="2016" y="42612"/>
                    <a:pt x="8767" y="47123"/>
                  </a:cubicBezTo>
                  <a:cubicBezTo>
                    <a:pt x="10764" y="48461"/>
                    <a:pt x="12590" y="48924"/>
                    <a:pt x="14421" y="48924"/>
                  </a:cubicBezTo>
                  <a:cubicBezTo>
                    <a:pt x="18514" y="48924"/>
                    <a:pt x="22630" y="46611"/>
                    <a:pt x="28730" y="46611"/>
                  </a:cubicBezTo>
                  <a:cubicBezTo>
                    <a:pt x="29125" y="46611"/>
                    <a:pt x="29527" y="46621"/>
                    <a:pt x="29939" y="46641"/>
                  </a:cubicBezTo>
                  <a:cubicBezTo>
                    <a:pt x="34134" y="46851"/>
                    <a:pt x="36984" y="47278"/>
                    <a:pt x="39535" y="47278"/>
                  </a:cubicBezTo>
                  <a:cubicBezTo>
                    <a:pt x="42835" y="47278"/>
                    <a:pt x="45637" y="46563"/>
                    <a:pt x="50208" y="43739"/>
                  </a:cubicBezTo>
                  <a:cubicBezTo>
                    <a:pt x="58328" y="38732"/>
                    <a:pt x="60102" y="25500"/>
                    <a:pt x="54042" y="15140"/>
                  </a:cubicBezTo>
                  <a:cubicBezTo>
                    <a:pt x="47997" y="4779"/>
                    <a:pt x="40254" y="1667"/>
                    <a:pt x="40254" y="1667"/>
                  </a:cubicBezTo>
                  <a:cubicBezTo>
                    <a:pt x="40254" y="1667"/>
                    <a:pt x="36573" y="1"/>
                    <a:pt x="31550"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3" name="Google Shape;1333;p63"/>
            <p:cNvSpPr/>
            <p:nvPr/>
          </p:nvSpPr>
          <p:spPr>
            <a:xfrm rot="899878">
              <a:off x="-523899" y="-362625"/>
              <a:ext cx="1102774" cy="971749"/>
            </a:xfrm>
            <a:custGeom>
              <a:rect b="b" l="l" r="r" t="t"/>
              <a:pathLst>
                <a:path extrusionOk="0" h="49357" w="56012">
                  <a:moveTo>
                    <a:pt x="29954" y="0"/>
                  </a:moveTo>
                  <a:cubicBezTo>
                    <a:pt x="26409" y="0"/>
                    <a:pt x="22321" y="902"/>
                    <a:pt x="17654" y="3034"/>
                  </a:cubicBezTo>
                  <a:cubicBezTo>
                    <a:pt x="17654" y="3034"/>
                    <a:pt x="8827" y="7530"/>
                    <a:pt x="4406" y="14477"/>
                  </a:cubicBezTo>
                  <a:cubicBezTo>
                    <a:pt x="1" y="21424"/>
                    <a:pt x="347" y="30340"/>
                    <a:pt x="5715" y="36971"/>
                  </a:cubicBezTo>
                  <a:cubicBezTo>
                    <a:pt x="11068" y="43588"/>
                    <a:pt x="21308" y="42730"/>
                    <a:pt x="29878" y="46926"/>
                  </a:cubicBezTo>
                  <a:cubicBezTo>
                    <a:pt x="33082" y="48494"/>
                    <a:pt x="36410" y="49356"/>
                    <a:pt x="39533" y="49356"/>
                  </a:cubicBezTo>
                  <a:cubicBezTo>
                    <a:pt x="44766" y="49356"/>
                    <a:pt x="49425" y="46936"/>
                    <a:pt x="51967" y="41362"/>
                  </a:cubicBezTo>
                  <a:cubicBezTo>
                    <a:pt x="56012" y="32476"/>
                    <a:pt x="49907" y="29137"/>
                    <a:pt x="48854" y="18852"/>
                  </a:cubicBezTo>
                  <a:cubicBezTo>
                    <a:pt x="48037" y="10867"/>
                    <a:pt x="42263" y="0"/>
                    <a:pt x="29954"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BLANK_18">
    <p:spTree>
      <p:nvGrpSpPr>
        <p:cNvPr id="1334" name="Shape 1334"/>
        <p:cNvGrpSpPr/>
        <p:nvPr/>
      </p:nvGrpSpPr>
      <p:grpSpPr>
        <a:xfrm>
          <a:off x="0" y="0"/>
          <a:ext cx="0" cy="0"/>
          <a:chOff x="0" y="0"/>
          <a:chExt cx="0" cy="0"/>
        </a:xfrm>
      </p:grpSpPr>
      <p:sp>
        <p:nvSpPr>
          <p:cNvPr id="1335" name="Google Shape;1335;p6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1336" name="Google Shape;1336;p64"/>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37" name="Google Shape;1337;p64"/>
          <p:cNvSpPr txBox="1"/>
          <p:nvPr>
            <p:ph idx="1" type="subTitle"/>
          </p:nvPr>
        </p:nvSpPr>
        <p:spPr>
          <a:xfrm>
            <a:off x="4998625" y="1632940"/>
            <a:ext cx="3459600" cy="38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800"/>
              <a:buNone/>
              <a:defRPr b="1" sz="2000">
                <a:solidFill>
                  <a:schemeClr val="accent2"/>
                </a:solidFill>
                <a:latin typeface="Barlow"/>
                <a:ea typeface="Barlow"/>
                <a:cs typeface="Barlow"/>
                <a:sym typeface="Barlow"/>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1338" name="Google Shape;1338;p64"/>
          <p:cNvSpPr txBox="1"/>
          <p:nvPr>
            <p:ph idx="2" type="subTitle"/>
          </p:nvPr>
        </p:nvSpPr>
        <p:spPr>
          <a:xfrm>
            <a:off x="4998625" y="2118453"/>
            <a:ext cx="3459600" cy="20013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accent1"/>
              </a:buClr>
              <a:buSzPts val="1800"/>
              <a:buChar char="●"/>
              <a:defRPr/>
            </a:lvl1pPr>
            <a:lvl2pPr lvl="1" algn="ctr">
              <a:lnSpc>
                <a:spcPct val="100000"/>
              </a:lnSpc>
              <a:spcBef>
                <a:spcPts val="0"/>
              </a:spcBef>
              <a:spcAft>
                <a:spcPts val="0"/>
              </a:spcAft>
              <a:buSzPts val="1800"/>
              <a:buChar char="○"/>
              <a:defRPr sz="1800"/>
            </a:lvl2pPr>
            <a:lvl3pPr lvl="2" algn="ctr">
              <a:lnSpc>
                <a:spcPct val="100000"/>
              </a:lnSpc>
              <a:spcBef>
                <a:spcPts val="0"/>
              </a:spcBef>
              <a:spcAft>
                <a:spcPts val="0"/>
              </a:spcAft>
              <a:buSzPts val="1800"/>
              <a:buChar char="■"/>
              <a:defRPr sz="1800"/>
            </a:lvl3pPr>
            <a:lvl4pPr lvl="3" algn="ctr">
              <a:lnSpc>
                <a:spcPct val="100000"/>
              </a:lnSpc>
              <a:spcBef>
                <a:spcPts val="0"/>
              </a:spcBef>
              <a:spcAft>
                <a:spcPts val="0"/>
              </a:spcAft>
              <a:buSzPts val="1800"/>
              <a:buChar char="●"/>
              <a:defRPr sz="1800"/>
            </a:lvl4pPr>
            <a:lvl5pPr lvl="4" algn="ctr">
              <a:lnSpc>
                <a:spcPct val="100000"/>
              </a:lnSpc>
              <a:spcBef>
                <a:spcPts val="0"/>
              </a:spcBef>
              <a:spcAft>
                <a:spcPts val="0"/>
              </a:spcAft>
              <a:buSzPts val="1800"/>
              <a:buChar char="○"/>
              <a:defRPr sz="1800"/>
            </a:lvl5pPr>
            <a:lvl6pPr lvl="5" algn="ctr">
              <a:lnSpc>
                <a:spcPct val="100000"/>
              </a:lnSpc>
              <a:spcBef>
                <a:spcPts val="0"/>
              </a:spcBef>
              <a:spcAft>
                <a:spcPts val="0"/>
              </a:spcAft>
              <a:buSzPts val="1800"/>
              <a:buChar char="■"/>
              <a:defRPr sz="1800"/>
            </a:lvl6pPr>
            <a:lvl7pPr lvl="6" algn="ctr">
              <a:lnSpc>
                <a:spcPct val="100000"/>
              </a:lnSpc>
              <a:spcBef>
                <a:spcPts val="0"/>
              </a:spcBef>
              <a:spcAft>
                <a:spcPts val="0"/>
              </a:spcAft>
              <a:buSzPts val="1800"/>
              <a:buChar char="●"/>
              <a:defRPr sz="1800"/>
            </a:lvl7pPr>
            <a:lvl8pPr lvl="7" algn="ctr">
              <a:lnSpc>
                <a:spcPct val="100000"/>
              </a:lnSpc>
              <a:spcBef>
                <a:spcPts val="0"/>
              </a:spcBef>
              <a:spcAft>
                <a:spcPts val="0"/>
              </a:spcAft>
              <a:buSzPts val="1800"/>
              <a:buChar char="○"/>
              <a:defRPr sz="1800"/>
            </a:lvl8pPr>
            <a:lvl9pPr lvl="8" algn="ctr">
              <a:lnSpc>
                <a:spcPct val="100000"/>
              </a:lnSpc>
              <a:spcBef>
                <a:spcPts val="0"/>
              </a:spcBef>
              <a:spcAft>
                <a:spcPts val="0"/>
              </a:spcAft>
              <a:buSzPts val="1800"/>
              <a:buChar char="■"/>
              <a:defRPr sz="1800"/>
            </a:lvl9pPr>
          </a:lstStyle>
          <a:p/>
        </p:txBody>
      </p:sp>
      <p:sp>
        <p:nvSpPr>
          <p:cNvPr id="1339" name="Google Shape;1339;p64"/>
          <p:cNvSpPr txBox="1"/>
          <p:nvPr>
            <p:ph idx="3" type="subTitle"/>
          </p:nvPr>
        </p:nvSpPr>
        <p:spPr>
          <a:xfrm>
            <a:off x="685800" y="1632940"/>
            <a:ext cx="3459600" cy="38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800"/>
              <a:buNone/>
              <a:defRPr b="1" sz="2000">
                <a:solidFill>
                  <a:schemeClr val="accent2"/>
                </a:solidFill>
                <a:latin typeface="Barlow"/>
                <a:ea typeface="Barlow"/>
                <a:cs typeface="Barlow"/>
                <a:sym typeface="Barlow"/>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1340" name="Google Shape;1340;p64"/>
          <p:cNvSpPr txBox="1"/>
          <p:nvPr>
            <p:ph idx="4" type="subTitle"/>
          </p:nvPr>
        </p:nvSpPr>
        <p:spPr>
          <a:xfrm>
            <a:off x="685800" y="2118455"/>
            <a:ext cx="3459600" cy="20013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accent1"/>
              </a:buClr>
              <a:buSzPts val="1800"/>
              <a:buChar char="●"/>
              <a:defRPr/>
            </a:lvl1pPr>
            <a:lvl2pPr lvl="1" algn="ctr">
              <a:lnSpc>
                <a:spcPct val="100000"/>
              </a:lnSpc>
              <a:spcBef>
                <a:spcPts val="0"/>
              </a:spcBef>
              <a:spcAft>
                <a:spcPts val="0"/>
              </a:spcAft>
              <a:buSzPts val="1800"/>
              <a:buChar char="○"/>
              <a:defRPr sz="1800"/>
            </a:lvl2pPr>
            <a:lvl3pPr lvl="2" algn="ctr">
              <a:lnSpc>
                <a:spcPct val="100000"/>
              </a:lnSpc>
              <a:spcBef>
                <a:spcPts val="0"/>
              </a:spcBef>
              <a:spcAft>
                <a:spcPts val="0"/>
              </a:spcAft>
              <a:buSzPts val="1800"/>
              <a:buChar char="■"/>
              <a:defRPr sz="1800"/>
            </a:lvl3pPr>
            <a:lvl4pPr lvl="3" algn="ctr">
              <a:lnSpc>
                <a:spcPct val="100000"/>
              </a:lnSpc>
              <a:spcBef>
                <a:spcPts val="0"/>
              </a:spcBef>
              <a:spcAft>
                <a:spcPts val="0"/>
              </a:spcAft>
              <a:buSzPts val="1800"/>
              <a:buChar char="●"/>
              <a:defRPr sz="1800"/>
            </a:lvl4pPr>
            <a:lvl5pPr lvl="4" algn="ctr">
              <a:lnSpc>
                <a:spcPct val="100000"/>
              </a:lnSpc>
              <a:spcBef>
                <a:spcPts val="0"/>
              </a:spcBef>
              <a:spcAft>
                <a:spcPts val="0"/>
              </a:spcAft>
              <a:buSzPts val="1800"/>
              <a:buChar char="○"/>
              <a:defRPr sz="1800"/>
            </a:lvl5pPr>
            <a:lvl6pPr lvl="5" algn="ctr">
              <a:lnSpc>
                <a:spcPct val="100000"/>
              </a:lnSpc>
              <a:spcBef>
                <a:spcPts val="0"/>
              </a:spcBef>
              <a:spcAft>
                <a:spcPts val="0"/>
              </a:spcAft>
              <a:buSzPts val="1800"/>
              <a:buChar char="■"/>
              <a:defRPr sz="1800"/>
            </a:lvl6pPr>
            <a:lvl7pPr lvl="6" algn="ctr">
              <a:lnSpc>
                <a:spcPct val="100000"/>
              </a:lnSpc>
              <a:spcBef>
                <a:spcPts val="0"/>
              </a:spcBef>
              <a:spcAft>
                <a:spcPts val="0"/>
              </a:spcAft>
              <a:buSzPts val="1800"/>
              <a:buChar char="●"/>
              <a:defRPr sz="1800"/>
            </a:lvl7pPr>
            <a:lvl8pPr lvl="7" algn="ctr">
              <a:lnSpc>
                <a:spcPct val="100000"/>
              </a:lnSpc>
              <a:spcBef>
                <a:spcPts val="0"/>
              </a:spcBef>
              <a:spcAft>
                <a:spcPts val="0"/>
              </a:spcAft>
              <a:buSzPts val="1800"/>
              <a:buChar char="○"/>
              <a:defRPr sz="1800"/>
            </a:lvl8pPr>
            <a:lvl9pPr lvl="8" algn="ctr">
              <a:lnSpc>
                <a:spcPct val="100000"/>
              </a:lnSpc>
              <a:spcBef>
                <a:spcPts val="0"/>
              </a:spcBef>
              <a:spcAft>
                <a:spcPts val="0"/>
              </a:spcAft>
              <a:buSzPts val="1800"/>
              <a:buChar char="■"/>
              <a:defRPr sz="1800"/>
            </a:lvl9pPr>
          </a:lstStyle>
          <a:p/>
        </p:txBody>
      </p:sp>
      <p:grpSp>
        <p:nvGrpSpPr>
          <p:cNvPr id="1341" name="Google Shape;1341;p64"/>
          <p:cNvGrpSpPr/>
          <p:nvPr/>
        </p:nvGrpSpPr>
        <p:grpSpPr>
          <a:xfrm>
            <a:off x="8084850" y="4293850"/>
            <a:ext cx="1463600" cy="1388798"/>
            <a:chOff x="8084850" y="4293850"/>
            <a:chExt cx="1463600" cy="1388798"/>
          </a:xfrm>
        </p:grpSpPr>
        <p:sp>
          <p:nvSpPr>
            <p:cNvPr id="1342" name="Google Shape;1342;p64"/>
            <p:cNvSpPr/>
            <p:nvPr/>
          </p:nvSpPr>
          <p:spPr>
            <a:xfrm flipH="1">
              <a:off x="8084857" y="4293850"/>
              <a:ext cx="1463593" cy="1176898"/>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3" name="Google Shape;1343;p64"/>
            <p:cNvSpPr/>
            <p:nvPr/>
          </p:nvSpPr>
          <p:spPr>
            <a:xfrm>
              <a:off x="8084850" y="4432988"/>
              <a:ext cx="1411448" cy="1249660"/>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44" name="Google Shape;1344;p64"/>
          <p:cNvGrpSpPr/>
          <p:nvPr/>
        </p:nvGrpSpPr>
        <p:grpSpPr>
          <a:xfrm>
            <a:off x="-717350" y="3957135"/>
            <a:ext cx="1914569" cy="1586363"/>
            <a:chOff x="-717350" y="3957135"/>
            <a:chExt cx="1914569" cy="1586363"/>
          </a:xfrm>
        </p:grpSpPr>
        <p:sp>
          <p:nvSpPr>
            <p:cNvPr id="1345" name="Google Shape;1345;p64"/>
            <p:cNvSpPr/>
            <p:nvPr/>
          </p:nvSpPr>
          <p:spPr>
            <a:xfrm>
              <a:off x="1103988" y="4872095"/>
              <a:ext cx="93231" cy="93173"/>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46" name="Google Shape;1346;p64"/>
            <p:cNvGrpSpPr/>
            <p:nvPr/>
          </p:nvGrpSpPr>
          <p:grpSpPr>
            <a:xfrm>
              <a:off x="361171" y="3957135"/>
              <a:ext cx="93234" cy="93234"/>
              <a:chOff x="7812545" y="194375"/>
              <a:chExt cx="105457" cy="105457"/>
            </a:xfrm>
          </p:grpSpPr>
          <p:sp>
            <p:nvSpPr>
              <p:cNvPr id="1347" name="Google Shape;1347;p64"/>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8" name="Google Shape;1348;p64"/>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9" name="Google Shape;1349;p64"/>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0" name="Google Shape;1350;p64"/>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51" name="Google Shape;1351;p64"/>
            <p:cNvSpPr/>
            <p:nvPr/>
          </p:nvSpPr>
          <p:spPr>
            <a:xfrm>
              <a:off x="-717350" y="4293838"/>
              <a:ext cx="1411448" cy="1249660"/>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52" name="Google Shape;1352;p64"/>
          <p:cNvGrpSpPr/>
          <p:nvPr/>
        </p:nvGrpSpPr>
        <p:grpSpPr>
          <a:xfrm>
            <a:off x="221846" y="184375"/>
            <a:ext cx="644290" cy="401656"/>
            <a:chOff x="221846" y="184375"/>
            <a:chExt cx="644290" cy="401656"/>
          </a:xfrm>
        </p:grpSpPr>
        <p:grpSp>
          <p:nvGrpSpPr>
            <p:cNvPr id="1353" name="Google Shape;1353;p64"/>
            <p:cNvGrpSpPr/>
            <p:nvPr/>
          </p:nvGrpSpPr>
          <p:grpSpPr>
            <a:xfrm>
              <a:off x="772902" y="184375"/>
              <a:ext cx="93234" cy="93234"/>
              <a:chOff x="7812545" y="194375"/>
              <a:chExt cx="105457" cy="105457"/>
            </a:xfrm>
          </p:grpSpPr>
          <p:sp>
            <p:nvSpPr>
              <p:cNvPr id="1354" name="Google Shape;1354;p64"/>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5" name="Google Shape;1355;p64"/>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6" name="Google Shape;1356;p64"/>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7" name="Google Shape;1357;p64"/>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58" name="Google Shape;1358;p64"/>
            <p:cNvGrpSpPr/>
            <p:nvPr/>
          </p:nvGrpSpPr>
          <p:grpSpPr>
            <a:xfrm>
              <a:off x="221846" y="492797"/>
              <a:ext cx="93234" cy="93234"/>
              <a:chOff x="7812545" y="194375"/>
              <a:chExt cx="105457" cy="105457"/>
            </a:xfrm>
          </p:grpSpPr>
          <p:sp>
            <p:nvSpPr>
              <p:cNvPr id="1359" name="Google Shape;1359;p64"/>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0" name="Google Shape;1360;p64"/>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1" name="Google Shape;1361;p64"/>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2" name="Google Shape;1362;p64"/>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3">
  <p:cSld name="BLANK_22">
    <p:spTree>
      <p:nvGrpSpPr>
        <p:cNvPr id="1363" name="Shape 1363"/>
        <p:cNvGrpSpPr/>
        <p:nvPr/>
      </p:nvGrpSpPr>
      <p:grpSpPr>
        <a:xfrm>
          <a:off x="0" y="0"/>
          <a:ext cx="0" cy="0"/>
          <a:chOff x="0" y="0"/>
          <a:chExt cx="0" cy="0"/>
        </a:xfrm>
      </p:grpSpPr>
      <p:sp>
        <p:nvSpPr>
          <p:cNvPr id="1364" name="Google Shape;1364;p6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1365" name="Google Shape;1365;p65"/>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66" name="Google Shape;1366;p65"/>
          <p:cNvSpPr txBox="1"/>
          <p:nvPr>
            <p:ph idx="1" type="subTitle"/>
          </p:nvPr>
        </p:nvSpPr>
        <p:spPr>
          <a:xfrm>
            <a:off x="2286745" y="3114078"/>
            <a:ext cx="4265700" cy="38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800"/>
              <a:buNone/>
              <a:defRPr b="1" sz="2000">
                <a:solidFill>
                  <a:schemeClr val="accent2"/>
                </a:solidFill>
                <a:latin typeface="Barlow"/>
                <a:ea typeface="Barlow"/>
                <a:cs typeface="Barlow"/>
                <a:sym typeface="Barlow"/>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1367" name="Google Shape;1367;p65"/>
          <p:cNvSpPr txBox="1"/>
          <p:nvPr>
            <p:ph idx="2" type="subTitle"/>
          </p:nvPr>
        </p:nvSpPr>
        <p:spPr>
          <a:xfrm>
            <a:off x="2286745" y="3508150"/>
            <a:ext cx="4265700" cy="497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8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1368" name="Google Shape;1368;p65"/>
          <p:cNvSpPr txBox="1"/>
          <p:nvPr>
            <p:ph idx="3" type="subTitle"/>
          </p:nvPr>
        </p:nvSpPr>
        <p:spPr>
          <a:xfrm>
            <a:off x="2286745" y="1737375"/>
            <a:ext cx="4265700" cy="38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800"/>
              <a:buNone/>
              <a:defRPr b="1" sz="2000">
                <a:solidFill>
                  <a:schemeClr val="accent2"/>
                </a:solidFill>
                <a:latin typeface="Barlow"/>
                <a:ea typeface="Barlow"/>
                <a:cs typeface="Barlow"/>
                <a:sym typeface="Barlow"/>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1369" name="Google Shape;1369;p65"/>
          <p:cNvSpPr txBox="1"/>
          <p:nvPr>
            <p:ph idx="4" type="subTitle"/>
          </p:nvPr>
        </p:nvSpPr>
        <p:spPr>
          <a:xfrm>
            <a:off x="2286745" y="2131450"/>
            <a:ext cx="4265700" cy="497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8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1370" name="Google Shape;1370;p65"/>
          <p:cNvSpPr txBox="1"/>
          <p:nvPr>
            <p:ph hasCustomPrompt="1" idx="5" type="title"/>
          </p:nvPr>
        </p:nvSpPr>
        <p:spPr>
          <a:xfrm>
            <a:off x="7001304" y="2043438"/>
            <a:ext cx="1280700" cy="528300"/>
          </a:xfrm>
          <a:prstGeom prst="rect">
            <a:avLst/>
          </a:prstGeom>
        </p:spPr>
        <p:txBody>
          <a:bodyPr anchorCtr="0" anchor="ctr" bIns="91425" lIns="91425" spcFirstLastPara="1" rIns="91425" wrap="square" tIns="91425">
            <a:noAutofit/>
          </a:bodyPr>
          <a:lstStyle>
            <a:lvl1pPr lvl="0" algn="ctr">
              <a:spcBef>
                <a:spcPts val="0"/>
              </a:spcBef>
              <a:spcAft>
                <a:spcPts val="0"/>
              </a:spcAft>
              <a:buSzPts val="3000"/>
              <a:buNone/>
              <a:defRPr sz="3000">
                <a:solidFill>
                  <a:schemeClr val="accent2"/>
                </a:solidFill>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sp>
        <p:nvSpPr>
          <p:cNvPr id="1371" name="Google Shape;1371;p65"/>
          <p:cNvSpPr txBox="1"/>
          <p:nvPr>
            <p:ph hasCustomPrompt="1" idx="6" type="title"/>
          </p:nvPr>
        </p:nvSpPr>
        <p:spPr>
          <a:xfrm>
            <a:off x="7001304" y="3421613"/>
            <a:ext cx="1280700" cy="528300"/>
          </a:xfrm>
          <a:prstGeom prst="rect">
            <a:avLst/>
          </a:prstGeom>
        </p:spPr>
        <p:txBody>
          <a:bodyPr anchorCtr="0" anchor="ctr" bIns="91425" lIns="91425" spcFirstLastPara="1" rIns="91425" wrap="square" tIns="91425">
            <a:noAutofit/>
          </a:bodyPr>
          <a:lstStyle>
            <a:lvl1pPr lvl="0" algn="ctr">
              <a:spcBef>
                <a:spcPts val="0"/>
              </a:spcBef>
              <a:spcAft>
                <a:spcPts val="0"/>
              </a:spcAft>
              <a:buSzPts val="3000"/>
              <a:buNone/>
              <a:defRPr sz="3000">
                <a:solidFill>
                  <a:schemeClr val="accent2"/>
                </a:solidFill>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grpSp>
        <p:nvGrpSpPr>
          <p:cNvPr id="1372" name="Google Shape;1372;p65"/>
          <p:cNvGrpSpPr/>
          <p:nvPr/>
        </p:nvGrpSpPr>
        <p:grpSpPr>
          <a:xfrm>
            <a:off x="-427206" y="4089303"/>
            <a:ext cx="1802175" cy="1760346"/>
            <a:chOff x="-427206" y="4089303"/>
            <a:chExt cx="1802175" cy="1760346"/>
          </a:xfrm>
        </p:grpSpPr>
        <p:sp>
          <p:nvSpPr>
            <p:cNvPr id="1373" name="Google Shape;1373;p65"/>
            <p:cNvSpPr/>
            <p:nvPr/>
          </p:nvSpPr>
          <p:spPr>
            <a:xfrm flipH="1">
              <a:off x="-427206" y="4089303"/>
              <a:ext cx="1802175" cy="1449157"/>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4" name="Google Shape;1374;p65"/>
            <p:cNvSpPr/>
            <p:nvPr/>
          </p:nvSpPr>
          <p:spPr>
            <a:xfrm rot="5828238">
              <a:off x="-16738" y="4485381"/>
              <a:ext cx="1085117" cy="1469222"/>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75" name="Google Shape;1375;p65"/>
          <p:cNvGrpSpPr/>
          <p:nvPr/>
        </p:nvGrpSpPr>
        <p:grpSpPr>
          <a:xfrm>
            <a:off x="241711" y="191700"/>
            <a:ext cx="706103" cy="747169"/>
            <a:chOff x="241711" y="191700"/>
            <a:chExt cx="706103" cy="747169"/>
          </a:xfrm>
        </p:grpSpPr>
        <p:sp>
          <p:nvSpPr>
            <p:cNvPr id="1376" name="Google Shape;1376;p65"/>
            <p:cNvSpPr/>
            <p:nvPr/>
          </p:nvSpPr>
          <p:spPr>
            <a:xfrm>
              <a:off x="842363" y="191700"/>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77" name="Google Shape;1377;p65"/>
            <p:cNvGrpSpPr/>
            <p:nvPr/>
          </p:nvGrpSpPr>
          <p:grpSpPr>
            <a:xfrm>
              <a:off x="307895" y="833413"/>
              <a:ext cx="105457" cy="105457"/>
              <a:chOff x="7812545" y="194375"/>
              <a:chExt cx="105457" cy="105457"/>
            </a:xfrm>
          </p:grpSpPr>
          <p:sp>
            <p:nvSpPr>
              <p:cNvPr id="1378" name="Google Shape;1378;p65"/>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9" name="Google Shape;1379;p65"/>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0" name="Google Shape;1380;p65"/>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1" name="Google Shape;1381;p65"/>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82" name="Google Shape;1382;p65"/>
            <p:cNvSpPr/>
            <p:nvPr/>
          </p:nvSpPr>
          <p:spPr>
            <a:xfrm>
              <a:off x="241711" y="244839"/>
              <a:ext cx="171626" cy="171542"/>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83" name="Google Shape;1383;p65"/>
          <p:cNvSpPr/>
          <p:nvPr/>
        </p:nvSpPr>
        <p:spPr>
          <a:xfrm rot="2700000">
            <a:off x="8490124" y="4034762"/>
            <a:ext cx="1085154" cy="1469202"/>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4">
  <p:cSld name="BLANK_25">
    <p:spTree>
      <p:nvGrpSpPr>
        <p:cNvPr id="1384" name="Shape 1384"/>
        <p:cNvGrpSpPr/>
        <p:nvPr/>
      </p:nvGrpSpPr>
      <p:grpSpPr>
        <a:xfrm>
          <a:off x="0" y="0"/>
          <a:ext cx="0" cy="0"/>
          <a:chOff x="0" y="0"/>
          <a:chExt cx="0" cy="0"/>
        </a:xfrm>
      </p:grpSpPr>
      <p:sp>
        <p:nvSpPr>
          <p:cNvPr id="1385" name="Google Shape;1385;p6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1386" name="Google Shape;1386;p66"/>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87" name="Google Shape;1387;p66"/>
          <p:cNvSpPr txBox="1"/>
          <p:nvPr>
            <p:ph idx="1" type="subTitle"/>
          </p:nvPr>
        </p:nvSpPr>
        <p:spPr>
          <a:xfrm>
            <a:off x="4998625" y="1284148"/>
            <a:ext cx="3459600" cy="2938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accent1"/>
              </a:buClr>
              <a:buSzPts val="1400"/>
              <a:buChar char="●"/>
              <a:defRPr b="1"/>
            </a:lvl1pPr>
            <a:lvl2pPr lvl="1" algn="ctr">
              <a:lnSpc>
                <a:spcPct val="100000"/>
              </a:lnSpc>
              <a:spcBef>
                <a:spcPts val="0"/>
              </a:spcBef>
              <a:spcAft>
                <a:spcPts val="0"/>
              </a:spcAft>
              <a:buSzPts val="1400"/>
              <a:buChar char="○"/>
              <a:defRPr sz="1800"/>
            </a:lvl2pPr>
            <a:lvl3pPr lvl="2" algn="ctr">
              <a:lnSpc>
                <a:spcPct val="100000"/>
              </a:lnSpc>
              <a:spcBef>
                <a:spcPts val="0"/>
              </a:spcBef>
              <a:spcAft>
                <a:spcPts val="0"/>
              </a:spcAft>
              <a:buSzPts val="1400"/>
              <a:buChar char="■"/>
              <a:defRPr sz="1800"/>
            </a:lvl3pPr>
            <a:lvl4pPr lvl="3" algn="ctr">
              <a:lnSpc>
                <a:spcPct val="100000"/>
              </a:lnSpc>
              <a:spcBef>
                <a:spcPts val="0"/>
              </a:spcBef>
              <a:spcAft>
                <a:spcPts val="0"/>
              </a:spcAft>
              <a:buSzPts val="1400"/>
              <a:buChar char="●"/>
              <a:defRPr sz="1800"/>
            </a:lvl4pPr>
            <a:lvl5pPr lvl="4" algn="ctr">
              <a:lnSpc>
                <a:spcPct val="100000"/>
              </a:lnSpc>
              <a:spcBef>
                <a:spcPts val="0"/>
              </a:spcBef>
              <a:spcAft>
                <a:spcPts val="0"/>
              </a:spcAft>
              <a:buSzPts val="1400"/>
              <a:buChar char="○"/>
              <a:defRPr sz="1800"/>
            </a:lvl5pPr>
            <a:lvl6pPr lvl="5" algn="ctr">
              <a:lnSpc>
                <a:spcPct val="100000"/>
              </a:lnSpc>
              <a:spcBef>
                <a:spcPts val="0"/>
              </a:spcBef>
              <a:spcAft>
                <a:spcPts val="0"/>
              </a:spcAft>
              <a:buSzPts val="1400"/>
              <a:buChar char="■"/>
              <a:defRPr sz="1800"/>
            </a:lvl6pPr>
            <a:lvl7pPr lvl="6" algn="ctr">
              <a:lnSpc>
                <a:spcPct val="100000"/>
              </a:lnSpc>
              <a:spcBef>
                <a:spcPts val="0"/>
              </a:spcBef>
              <a:spcAft>
                <a:spcPts val="0"/>
              </a:spcAft>
              <a:buSzPts val="1400"/>
              <a:buChar char="●"/>
              <a:defRPr sz="1800"/>
            </a:lvl7pPr>
            <a:lvl8pPr lvl="7" algn="ctr">
              <a:lnSpc>
                <a:spcPct val="100000"/>
              </a:lnSpc>
              <a:spcBef>
                <a:spcPts val="0"/>
              </a:spcBef>
              <a:spcAft>
                <a:spcPts val="0"/>
              </a:spcAft>
              <a:buSzPts val="1400"/>
              <a:buChar char="○"/>
              <a:defRPr sz="1800"/>
            </a:lvl8pPr>
            <a:lvl9pPr lvl="8" algn="ctr">
              <a:lnSpc>
                <a:spcPct val="100000"/>
              </a:lnSpc>
              <a:spcBef>
                <a:spcPts val="0"/>
              </a:spcBef>
              <a:spcAft>
                <a:spcPts val="0"/>
              </a:spcAft>
              <a:buSzPts val="1400"/>
              <a:buChar char="■"/>
              <a:defRPr sz="1800"/>
            </a:lvl9pPr>
          </a:lstStyle>
          <a:p/>
        </p:txBody>
      </p:sp>
      <p:sp>
        <p:nvSpPr>
          <p:cNvPr id="1388" name="Google Shape;1388;p66"/>
          <p:cNvSpPr txBox="1"/>
          <p:nvPr>
            <p:ph idx="2" type="subTitle"/>
          </p:nvPr>
        </p:nvSpPr>
        <p:spPr>
          <a:xfrm>
            <a:off x="685800" y="1284151"/>
            <a:ext cx="3459600" cy="2938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400"/>
              <a:buChar char="●"/>
              <a:defRPr/>
            </a:lvl1pPr>
            <a:lvl2pPr lvl="1" algn="ctr">
              <a:lnSpc>
                <a:spcPct val="100000"/>
              </a:lnSpc>
              <a:spcBef>
                <a:spcPts val="0"/>
              </a:spcBef>
              <a:spcAft>
                <a:spcPts val="0"/>
              </a:spcAft>
              <a:buSzPts val="1400"/>
              <a:buChar char="○"/>
              <a:defRPr sz="1800"/>
            </a:lvl2pPr>
            <a:lvl3pPr lvl="2" algn="ctr">
              <a:lnSpc>
                <a:spcPct val="100000"/>
              </a:lnSpc>
              <a:spcBef>
                <a:spcPts val="0"/>
              </a:spcBef>
              <a:spcAft>
                <a:spcPts val="0"/>
              </a:spcAft>
              <a:buSzPts val="1400"/>
              <a:buChar char="■"/>
              <a:defRPr sz="1800"/>
            </a:lvl3pPr>
            <a:lvl4pPr lvl="3" algn="ctr">
              <a:lnSpc>
                <a:spcPct val="100000"/>
              </a:lnSpc>
              <a:spcBef>
                <a:spcPts val="0"/>
              </a:spcBef>
              <a:spcAft>
                <a:spcPts val="0"/>
              </a:spcAft>
              <a:buSzPts val="1400"/>
              <a:buChar char="●"/>
              <a:defRPr sz="1800"/>
            </a:lvl4pPr>
            <a:lvl5pPr lvl="4" algn="ctr">
              <a:lnSpc>
                <a:spcPct val="100000"/>
              </a:lnSpc>
              <a:spcBef>
                <a:spcPts val="0"/>
              </a:spcBef>
              <a:spcAft>
                <a:spcPts val="0"/>
              </a:spcAft>
              <a:buSzPts val="1400"/>
              <a:buChar char="○"/>
              <a:defRPr sz="1800"/>
            </a:lvl5pPr>
            <a:lvl6pPr lvl="5" algn="ctr">
              <a:lnSpc>
                <a:spcPct val="100000"/>
              </a:lnSpc>
              <a:spcBef>
                <a:spcPts val="0"/>
              </a:spcBef>
              <a:spcAft>
                <a:spcPts val="0"/>
              </a:spcAft>
              <a:buSzPts val="1400"/>
              <a:buChar char="■"/>
              <a:defRPr sz="1800"/>
            </a:lvl6pPr>
            <a:lvl7pPr lvl="6" algn="ctr">
              <a:lnSpc>
                <a:spcPct val="100000"/>
              </a:lnSpc>
              <a:spcBef>
                <a:spcPts val="0"/>
              </a:spcBef>
              <a:spcAft>
                <a:spcPts val="0"/>
              </a:spcAft>
              <a:buSzPts val="1400"/>
              <a:buChar char="●"/>
              <a:defRPr sz="1800"/>
            </a:lvl7pPr>
            <a:lvl8pPr lvl="7" algn="ctr">
              <a:lnSpc>
                <a:spcPct val="100000"/>
              </a:lnSpc>
              <a:spcBef>
                <a:spcPts val="0"/>
              </a:spcBef>
              <a:spcAft>
                <a:spcPts val="0"/>
              </a:spcAft>
              <a:buSzPts val="1400"/>
              <a:buChar char="○"/>
              <a:defRPr sz="1800"/>
            </a:lvl8pPr>
            <a:lvl9pPr lvl="8" algn="ctr">
              <a:lnSpc>
                <a:spcPct val="100000"/>
              </a:lnSpc>
              <a:spcBef>
                <a:spcPts val="0"/>
              </a:spcBef>
              <a:spcAft>
                <a:spcPts val="0"/>
              </a:spcAft>
              <a:buSzPts val="1400"/>
              <a:buChar char="■"/>
              <a:defRPr sz="1800"/>
            </a:lvl9pPr>
          </a:lstStyle>
          <a:p/>
        </p:txBody>
      </p:sp>
      <p:grpSp>
        <p:nvGrpSpPr>
          <p:cNvPr id="1389" name="Google Shape;1389;p66"/>
          <p:cNvGrpSpPr/>
          <p:nvPr/>
        </p:nvGrpSpPr>
        <p:grpSpPr>
          <a:xfrm>
            <a:off x="-741940" y="4176741"/>
            <a:ext cx="1671890" cy="1554246"/>
            <a:chOff x="-741940" y="4176741"/>
            <a:chExt cx="1671890" cy="1554246"/>
          </a:xfrm>
        </p:grpSpPr>
        <p:sp>
          <p:nvSpPr>
            <p:cNvPr id="1390" name="Google Shape;1390;p66"/>
            <p:cNvSpPr/>
            <p:nvPr/>
          </p:nvSpPr>
          <p:spPr>
            <a:xfrm>
              <a:off x="-702500" y="4176749"/>
              <a:ext cx="1593004" cy="1296731"/>
            </a:xfrm>
            <a:custGeom>
              <a:rect b="b" l="l" r="r" t="t"/>
              <a:pathLst>
                <a:path extrusionOk="0" h="48924" w="60102">
                  <a:moveTo>
                    <a:pt x="31550" y="1"/>
                  </a:moveTo>
                  <a:cubicBezTo>
                    <a:pt x="28688" y="1"/>
                    <a:pt x="25391" y="541"/>
                    <a:pt x="22089" y="2238"/>
                  </a:cubicBezTo>
                  <a:cubicBezTo>
                    <a:pt x="12977" y="6900"/>
                    <a:pt x="8196" y="17230"/>
                    <a:pt x="4091" y="25485"/>
                  </a:cubicBezTo>
                  <a:cubicBezTo>
                    <a:pt x="1" y="33725"/>
                    <a:pt x="2016" y="42612"/>
                    <a:pt x="8767" y="47123"/>
                  </a:cubicBezTo>
                  <a:cubicBezTo>
                    <a:pt x="10764" y="48461"/>
                    <a:pt x="12590" y="48924"/>
                    <a:pt x="14421" y="48924"/>
                  </a:cubicBezTo>
                  <a:cubicBezTo>
                    <a:pt x="18514" y="48924"/>
                    <a:pt x="22630" y="46611"/>
                    <a:pt x="28730" y="46611"/>
                  </a:cubicBezTo>
                  <a:cubicBezTo>
                    <a:pt x="29125" y="46611"/>
                    <a:pt x="29527" y="46621"/>
                    <a:pt x="29939" y="46641"/>
                  </a:cubicBezTo>
                  <a:cubicBezTo>
                    <a:pt x="34134" y="46851"/>
                    <a:pt x="36984" y="47278"/>
                    <a:pt x="39535" y="47278"/>
                  </a:cubicBezTo>
                  <a:cubicBezTo>
                    <a:pt x="42835" y="47278"/>
                    <a:pt x="45637" y="46563"/>
                    <a:pt x="50208" y="43739"/>
                  </a:cubicBezTo>
                  <a:cubicBezTo>
                    <a:pt x="58328" y="38732"/>
                    <a:pt x="60102" y="25500"/>
                    <a:pt x="54042" y="15140"/>
                  </a:cubicBezTo>
                  <a:cubicBezTo>
                    <a:pt x="47997" y="4779"/>
                    <a:pt x="40254" y="1667"/>
                    <a:pt x="40254" y="1667"/>
                  </a:cubicBezTo>
                  <a:cubicBezTo>
                    <a:pt x="40254" y="1667"/>
                    <a:pt x="36573" y="1"/>
                    <a:pt x="31550"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1" name="Google Shape;1391;p66"/>
            <p:cNvSpPr/>
            <p:nvPr/>
          </p:nvSpPr>
          <p:spPr>
            <a:xfrm rot="-899960">
              <a:off x="-606125" y="4336919"/>
              <a:ext cx="1400258" cy="1233888"/>
            </a:xfrm>
            <a:custGeom>
              <a:rect b="b" l="l" r="r" t="t"/>
              <a:pathLst>
                <a:path extrusionOk="0" h="49357" w="56012">
                  <a:moveTo>
                    <a:pt x="29954" y="0"/>
                  </a:moveTo>
                  <a:cubicBezTo>
                    <a:pt x="26409" y="0"/>
                    <a:pt x="22321" y="902"/>
                    <a:pt x="17654" y="3034"/>
                  </a:cubicBezTo>
                  <a:cubicBezTo>
                    <a:pt x="17654" y="3034"/>
                    <a:pt x="8827" y="7530"/>
                    <a:pt x="4406" y="14477"/>
                  </a:cubicBezTo>
                  <a:cubicBezTo>
                    <a:pt x="1" y="21424"/>
                    <a:pt x="347" y="30340"/>
                    <a:pt x="5715" y="36971"/>
                  </a:cubicBezTo>
                  <a:cubicBezTo>
                    <a:pt x="11068" y="43588"/>
                    <a:pt x="21308" y="42730"/>
                    <a:pt x="29878" y="46926"/>
                  </a:cubicBezTo>
                  <a:cubicBezTo>
                    <a:pt x="33082" y="48494"/>
                    <a:pt x="36410" y="49356"/>
                    <a:pt x="39533" y="49356"/>
                  </a:cubicBezTo>
                  <a:cubicBezTo>
                    <a:pt x="44766" y="49356"/>
                    <a:pt x="49425" y="46936"/>
                    <a:pt x="51967" y="41362"/>
                  </a:cubicBezTo>
                  <a:cubicBezTo>
                    <a:pt x="56012" y="32476"/>
                    <a:pt x="49907" y="29137"/>
                    <a:pt x="48854" y="18852"/>
                  </a:cubicBezTo>
                  <a:cubicBezTo>
                    <a:pt x="48037" y="10867"/>
                    <a:pt x="42263" y="0"/>
                    <a:pt x="29954"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92" name="Google Shape;1392;p66"/>
          <p:cNvGrpSpPr/>
          <p:nvPr/>
        </p:nvGrpSpPr>
        <p:grpSpPr>
          <a:xfrm>
            <a:off x="3317375" y="4356350"/>
            <a:ext cx="2768739" cy="650202"/>
            <a:chOff x="3317375" y="4356350"/>
            <a:chExt cx="2768739" cy="650202"/>
          </a:xfrm>
        </p:grpSpPr>
        <p:sp>
          <p:nvSpPr>
            <p:cNvPr id="1393" name="Google Shape;1393;p66"/>
            <p:cNvSpPr/>
            <p:nvPr/>
          </p:nvSpPr>
          <p:spPr>
            <a:xfrm>
              <a:off x="5449575" y="4811825"/>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4" name="Google Shape;1394;p66"/>
            <p:cNvSpPr/>
            <p:nvPr/>
          </p:nvSpPr>
          <p:spPr>
            <a:xfrm>
              <a:off x="4792551" y="4356350"/>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1395" name="Google Shape;1395;p66"/>
            <p:cNvGrpSpPr/>
            <p:nvPr/>
          </p:nvGrpSpPr>
          <p:grpSpPr>
            <a:xfrm>
              <a:off x="5980657" y="4474988"/>
              <a:ext cx="105457" cy="105457"/>
              <a:chOff x="7812545" y="194375"/>
              <a:chExt cx="105457" cy="105457"/>
            </a:xfrm>
          </p:grpSpPr>
          <p:sp>
            <p:nvSpPr>
              <p:cNvPr id="1396" name="Google Shape;1396;p66"/>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7" name="Google Shape;1397;p66"/>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8" name="Google Shape;1398;p66"/>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9" name="Google Shape;1399;p66"/>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00" name="Google Shape;1400;p66"/>
            <p:cNvGrpSpPr/>
            <p:nvPr/>
          </p:nvGrpSpPr>
          <p:grpSpPr>
            <a:xfrm>
              <a:off x="4243695" y="4706363"/>
              <a:ext cx="105457" cy="105457"/>
              <a:chOff x="7812545" y="194375"/>
              <a:chExt cx="105457" cy="105457"/>
            </a:xfrm>
          </p:grpSpPr>
          <p:sp>
            <p:nvSpPr>
              <p:cNvPr id="1401" name="Google Shape;1401;p66"/>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2" name="Google Shape;1402;p66"/>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3" name="Google Shape;1403;p66"/>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4" name="Google Shape;1404;p66"/>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05" name="Google Shape;1405;p66"/>
            <p:cNvSpPr/>
            <p:nvPr/>
          </p:nvSpPr>
          <p:spPr>
            <a:xfrm>
              <a:off x="3317375" y="4901162"/>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06" name="Google Shape;1406;p66"/>
          <p:cNvGrpSpPr/>
          <p:nvPr/>
        </p:nvGrpSpPr>
        <p:grpSpPr>
          <a:xfrm>
            <a:off x="7489059" y="249150"/>
            <a:ext cx="1447898" cy="1070793"/>
            <a:chOff x="7489059" y="249150"/>
            <a:chExt cx="1447898" cy="1070793"/>
          </a:xfrm>
        </p:grpSpPr>
        <p:sp>
          <p:nvSpPr>
            <p:cNvPr id="1407" name="Google Shape;1407;p66"/>
            <p:cNvSpPr/>
            <p:nvPr/>
          </p:nvSpPr>
          <p:spPr>
            <a:xfrm>
              <a:off x="7489062" y="480780"/>
              <a:ext cx="1089450" cy="348874"/>
            </a:xfrm>
            <a:custGeom>
              <a:rect b="b" l="l" r="r" t="t"/>
              <a:pathLst>
                <a:path extrusionOk="0" fill="none" h="4647" w="14511">
                  <a:moveTo>
                    <a:pt x="13894" y="3805"/>
                  </a:moveTo>
                  <a:cubicBezTo>
                    <a:pt x="13263" y="3459"/>
                    <a:pt x="12977" y="3744"/>
                    <a:pt x="12766" y="3459"/>
                  </a:cubicBezTo>
                  <a:cubicBezTo>
                    <a:pt x="12541" y="3173"/>
                    <a:pt x="13383" y="2436"/>
                    <a:pt x="11684" y="1699"/>
                  </a:cubicBezTo>
                  <a:cubicBezTo>
                    <a:pt x="11684" y="1699"/>
                    <a:pt x="11578" y="121"/>
                    <a:pt x="9248" y="60"/>
                  </a:cubicBezTo>
                  <a:cubicBezTo>
                    <a:pt x="6917" y="0"/>
                    <a:pt x="7549" y="1654"/>
                    <a:pt x="6917" y="2045"/>
                  </a:cubicBezTo>
                  <a:cubicBezTo>
                    <a:pt x="6286" y="2436"/>
                    <a:pt x="6120" y="1820"/>
                    <a:pt x="5504" y="2211"/>
                  </a:cubicBezTo>
                  <a:cubicBezTo>
                    <a:pt x="4872" y="2617"/>
                    <a:pt x="5158" y="3399"/>
                    <a:pt x="4647" y="3519"/>
                  </a:cubicBezTo>
                  <a:cubicBezTo>
                    <a:pt x="4135" y="3624"/>
                    <a:pt x="3459" y="3008"/>
                    <a:pt x="2842" y="3399"/>
                  </a:cubicBezTo>
                  <a:cubicBezTo>
                    <a:pt x="2211" y="3805"/>
                    <a:pt x="2211" y="4135"/>
                    <a:pt x="1925" y="4135"/>
                  </a:cubicBezTo>
                  <a:cubicBezTo>
                    <a:pt x="1654" y="4135"/>
                    <a:pt x="1083" y="3910"/>
                    <a:pt x="737" y="4135"/>
                  </a:cubicBezTo>
                  <a:cubicBezTo>
                    <a:pt x="406" y="4376"/>
                    <a:pt x="0" y="4647"/>
                    <a:pt x="0" y="4647"/>
                  </a:cubicBezTo>
                  <a:lnTo>
                    <a:pt x="14345" y="4647"/>
                  </a:lnTo>
                  <a:cubicBezTo>
                    <a:pt x="14345" y="4647"/>
                    <a:pt x="14511" y="4135"/>
                    <a:pt x="13894" y="3805"/>
                  </a:cubicBezTo>
                  <a:close/>
                </a:path>
              </a:pathLst>
            </a:custGeom>
            <a:solidFill>
              <a:schemeClr val="lt1"/>
            </a:solid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08" name="Google Shape;1408;p66"/>
            <p:cNvGrpSpPr/>
            <p:nvPr/>
          </p:nvGrpSpPr>
          <p:grpSpPr>
            <a:xfrm flipH="1">
              <a:off x="7489059" y="249150"/>
              <a:ext cx="93234" cy="93234"/>
              <a:chOff x="7812545" y="194375"/>
              <a:chExt cx="105457" cy="105457"/>
            </a:xfrm>
          </p:grpSpPr>
          <p:sp>
            <p:nvSpPr>
              <p:cNvPr id="1409" name="Google Shape;1409;p66"/>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0" name="Google Shape;1410;p66"/>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1" name="Google Shape;1411;p66"/>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2" name="Google Shape;1412;p66"/>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13" name="Google Shape;1413;p66"/>
            <p:cNvSpPr/>
            <p:nvPr/>
          </p:nvSpPr>
          <p:spPr>
            <a:xfrm flipH="1">
              <a:off x="8708901" y="249170"/>
              <a:ext cx="93231" cy="93173"/>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4" name="Google Shape;1414;p66"/>
            <p:cNvSpPr/>
            <p:nvPr/>
          </p:nvSpPr>
          <p:spPr>
            <a:xfrm flipH="1">
              <a:off x="8843726" y="1226770"/>
              <a:ext cx="93231" cy="93173"/>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15" name="Google Shape;1415;p66"/>
          <p:cNvSpPr/>
          <p:nvPr/>
        </p:nvSpPr>
        <p:spPr>
          <a:xfrm rot="5828238">
            <a:off x="8273326" y="4219055"/>
            <a:ext cx="1085117" cy="2077472"/>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BLANK_4">
    <p:spTree>
      <p:nvGrpSpPr>
        <p:cNvPr id="1416" name="Shape 1416"/>
        <p:cNvGrpSpPr/>
        <p:nvPr/>
      </p:nvGrpSpPr>
      <p:grpSpPr>
        <a:xfrm>
          <a:off x="0" y="0"/>
          <a:ext cx="0" cy="0"/>
          <a:chOff x="0" y="0"/>
          <a:chExt cx="0" cy="0"/>
        </a:xfrm>
      </p:grpSpPr>
      <p:sp>
        <p:nvSpPr>
          <p:cNvPr id="1417" name="Google Shape;1417;p6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1418" name="Google Shape;1418;p67"/>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419" name="Google Shape;1419;p67"/>
          <p:cNvSpPr txBox="1"/>
          <p:nvPr>
            <p:ph idx="1" type="subTitle"/>
          </p:nvPr>
        </p:nvSpPr>
        <p:spPr>
          <a:xfrm>
            <a:off x="685800" y="3395721"/>
            <a:ext cx="2353500" cy="6720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420" name="Google Shape;1420;p67"/>
          <p:cNvSpPr txBox="1"/>
          <p:nvPr>
            <p:ph idx="2" type="subTitle"/>
          </p:nvPr>
        </p:nvSpPr>
        <p:spPr>
          <a:xfrm>
            <a:off x="685800" y="3022400"/>
            <a:ext cx="2353500" cy="321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sp>
        <p:nvSpPr>
          <p:cNvPr id="1421" name="Google Shape;1421;p67"/>
          <p:cNvSpPr txBox="1"/>
          <p:nvPr>
            <p:ph idx="3" type="subTitle"/>
          </p:nvPr>
        </p:nvSpPr>
        <p:spPr>
          <a:xfrm>
            <a:off x="3395250" y="3395721"/>
            <a:ext cx="2353500" cy="6720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422" name="Google Shape;1422;p67"/>
          <p:cNvSpPr txBox="1"/>
          <p:nvPr>
            <p:ph idx="4" type="subTitle"/>
          </p:nvPr>
        </p:nvSpPr>
        <p:spPr>
          <a:xfrm>
            <a:off x="3395250" y="3022400"/>
            <a:ext cx="2353500" cy="321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sp>
        <p:nvSpPr>
          <p:cNvPr id="1423" name="Google Shape;1423;p67"/>
          <p:cNvSpPr txBox="1"/>
          <p:nvPr>
            <p:ph idx="5" type="subTitle"/>
          </p:nvPr>
        </p:nvSpPr>
        <p:spPr>
          <a:xfrm>
            <a:off x="6104700" y="3395721"/>
            <a:ext cx="2353500" cy="6720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424" name="Google Shape;1424;p67"/>
          <p:cNvSpPr txBox="1"/>
          <p:nvPr>
            <p:ph idx="6" type="subTitle"/>
          </p:nvPr>
        </p:nvSpPr>
        <p:spPr>
          <a:xfrm>
            <a:off x="6104700" y="3022400"/>
            <a:ext cx="2353500" cy="321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sp>
        <p:nvSpPr>
          <p:cNvPr id="1425" name="Google Shape;1425;p67"/>
          <p:cNvSpPr/>
          <p:nvPr/>
        </p:nvSpPr>
        <p:spPr>
          <a:xfrm>
            <a:off x="-486246" y="4538820"/>
            <a:ext cx="991119" cy="877511"/>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6" name="Google Shape;1426;p67"/>
          <p:cNvSpPr/>
          <p:nvPr/>
        </p:nvSpPr>
        <p:spPr>
          <a:xfrm>
            <a:off x="-708950" y="-242512"/>
            <a:ext cx="1232275" cy="1091025"/>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27" name="Google Shape;1427;p67"/>
          <p:cNvGrpSpPr/>
          <p:nvPr/>
        </p:nvGrpSpPr>
        <p:grpSpPr>
          <a:xfrm>
            <a:off x="6725000" y="4484900"/>
            <a:ext cx="1916852" cy="488594"/>
            <a:chOff x="6725000" y="4484900"/>
            <a:chExt cx="1916852" cy="488594"/>
          </a:xfrm>
        </p:grpSpPr>
        <p:sp>
          <p:nvSpPr>
            <p:cNvPr id="1428" name="Google Shape;1428;p67"/>
            <p:cNvSpPr/>
            <p:nvPr/>
          </p:nvSpPr>
          <p:spPr>
            <a:xfrm>
              <a:off x="8536400" y="4484900"/>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29" name="Google Shape;1429;p67"/>
            <p:cNvGrpSpPr/>
            <p:nvPr/>
          </p:nvGrpSpPr>
          <p:grpSpPr>
            <a:xfrm>
              <a:off x="7801920" y="4868038"/>
              <a:ext cx="105457" cy="105457"/>
              <a:chOff x="7812545" y="194375"/>
              <a:chExt cx="105457" cy="105457"/>
            </a:xfrm>
          </p:grpSpPr>
          <p:sp>
            <p:nvSpPr>
              <p:cNvPr id="1430" name="Google Shape;1430;p67"/>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1" name="Google Shape;1431;p67"/>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2" name="Google Shape;1432;p67"/>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3" name="Google Shape;1433;p67"/>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34" name="Google Shape;1434;p67"/>
            <p:cNvSpPr/>
            <p:nvPr/>
          </p:nvSpPr>
          <p:spPr>
            <a:xfrm>
              <a:off x="6725000" y="4762662"/>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BLANK_17">
    <p:spTree>
      <p:nvGrpSpPr>
        <p:cNvPr id="1435" name="Shape 1435"/>
        <p:cNvGrpSpPr/>
        <p:nvPr/>
      </p:nvGrpSpPr>
      <p:grpSpPr>
        <a:xfrm>
          <a:off x="0" y="0"/>
          <a:ext cx="0" cy="0"/>
          <a:chOff x="0" y="0"/>
          <a:chExt cx="0" cy="0"/>
        </a:xfrm>
      </p:grpSpPr>
      <p:sp>
        <p:nvSpPr>
          <p:cNvPr id="1436" name="Google Shape;1436;p6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1437" name="Google Shape;1437;p68"/>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438" name="Google Shape;1438;p68"/>
          <p:cNvSpPr txBox="1"/>
          <p:nvPr>
            <p:ph idx="2" type="title"/>
          </p:nvPr>
        </p:nvSpPr>
        <p:spPr>
          <a:xfrm>
            <a:off x="1850175" y="1419750"/>
            <a:ext cx="3249300" cy="3936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sz="2000">
                <a:solidFill>
                  <a:schemeClr val="accent2"/>
                </a:solidFill>
              </a:defRPr>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sp>
        <p:nvSpPr>
          <p:cNvPr id="1439" name="Google Shape;1439;p68"/>
          <p:cNvSpPr txBox="1"/>
          <p:nvPr>
            <p:ph idx="1" type="subTitle"/>
          </p:nvPr>
        </p:nvSpPr>
        <p:spPr>
          <a:xfrm>
            <a:off x="1853883" y="1813350"/>
            <a:ext cx="3249300" cy="4680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440" name="Google Shape;1440;p68"/>
          <p:cNvSpPr txBox="1"/>
          <p:nvPr>
            <p:ph hasCustomPrompt="1" idx="3" type="title"/>
          </p:nvPr>
        </p:nvSpPr>
        <p:spPr>
          <a:xfrm>
            <a:off x="851618" y="1586400"/>
            <a:ext cx="792600" cy="528300"/>
          </a:xfrm>
          <a:prstGeom prst="rect">
            <a:avLst/>
          </a:prstGeom>
        </p:spPr>
        <p:txBody>
          <a:bodyPr anchorCtr="0" anchor="ctr" bIns="91425" lIns="91425" spcFirstLastPara="1" rIns="91425" wrap="square" tIns="91425">
            <a:noAutofit/>
          </a:bodyPr>
          <a:lstStyle>
            <a:lvl1pPr lvl="0" algn="r">
              <a:spcBef>
                <a:spcPts val="0"/>
              </a:spcBef>
              <a:spcAft>
                <a:spcPts val="0"/>
              </a:spcAft>
              <a:buSzPts val="3000"/>
              <a:buNone/>
              <a:defRPr sz="3000">
                <a:solidFill>
                  <a:schemeClr val="accent2"/>
                </a:solidFill>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sp>
        <p:nvSpPr>
          <p:cNvPr id="1441" name="Google Shape;1441;p68"/>
          <p:cNvSpPr txBox="1"/>
          <p:nvPr>
            <p:ph idx="4" type="title"/>
          </p:nvPr>
        </p:nvSpPr>
        <p:spPr>
          <a:xfrm>
            <a:off x="1850175" y="2503025"/>
            <a:ext cx="3249300" cy="3936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sz="2000">
                <a:solidFill>
                  <a:schemeClr val="accent2"/>
                </a:solidFill>
              </a:defRPr>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sp>
        <p:nvSpPr>
          <p:cNvPr id="1442" name="Google Shape;1442;p68"/>
          <p:cNvSpPr txBox="1"/>
          <p:nvPr>
            <p:ph idx="5" type="subTitle"/>
          </p:nvPr>
        </p:nvSpPr>
        <p:spPr>
          <a:xfrm>
            <a:off x="1853883" y="2896625"/>
            <a:ext cx="3249300" cy="4680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443" name="Google Shape;1443;p68"/>
          <p:cNvSpPr txBox="1"/>
          <p:nvPr>
            <p:ph hasCustomPrompt="1" idx="6" type="title"/>
          </p:nvPr>
        </p:nvSpPr>
        <p:spPr>
          <a:xfrm>
            <a:off x="851618" y="2669675"/>
            <a:ext cx="792600" cy="528300"/>
          </a:xfrm>
          <a:prstGeom prst="rect">
            <a:avLst/>
          </a:prstGeom>
        </p:spPr>
        <p:txBody>
          <a:bodyPr anchorCtr="0" anchor="ctr" bIns="91425" lIns="91425" spcFirstLastPara="1" rIns="91425" wrap="square" tIns="91425">
            <a:noAutofit/>
          </a:bodyPr>
          <a:lstStyle>
            <a:lvl1pPr lvl="0" algn="r">
              <a:spcBef>
                <a:spcPts val="0"/>
              </a:spcBef>
              <a:spcAft>
                <a:spcPts val="0"/>
              </a:spcAft>
              <a:buSzPts val="3000"/>
              <a:buNone/>
              <a:defRPr sz="3000">
                <a:solidFill>
                  <a:schemeClr val="accent2"/>
                </a:solidFill>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sp>
        <p:nvSpPr>
          <p:cNvPr id="1444" name="Google Shape;1444;p68"/>
          <p:cNvSpPr txBox="1"/>
          <p:nvPr>
            <p:ph idx="7" type="title"/>
          </p:nvPr>
        </p:nvSpPr>
        <p:spPr>
          <a:xfrm>
            <a:off x="1850175" y="3586300"/>
            <a:ext cx="3249300" cy="3936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sz="2000">
                <a:solidFill>
                  <a:schemeClr val="accent2"/>
                </a:solidFill>
              </a:defRPr>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sp>
        <p:nvSpPr>
          <p:cNvPr id="1445" name="Google Shape;1445;p68"/>
          <p:cNvSpPr txBox="1"/>
          <p:nvPr>
            <p:ph idx="8" type="subTitle"/>
          </p:nvPr>
        </p:nvSpPr>
        <p:spPr>
          <a:xfrm>
            <a:off x="1853883" y="3979900"/>
            <a:ext cx="3249300" cy="4680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446" name="Google Shape;1446;p68"/>
          <p:cNvSpPr txBox="1"/>
          <p:nvPr>
            <p:ph hasCustomPrompt="1" idx="9" type="title"/>
          </p:nvPr>
        </p:nvSpPr>
        <p:spPr>
          <a:xfrm>
            <a:off x="851618" y="3752950"/>
            <a:ext cx="792600" cy="528300"/>
          </a:xfrm>
          <a:prstGeom prst="rect">
            <a:avLst/>
          </a:prstGeom>
        </p:spPr>
        <p:txBody>
          <a:bodyPr anchorCtr="0" anchor="ctr" bIns="91425" lIns="91425" spcFirstLastPara="1" rIns="91425" wrap="square" tIns="91425">
            <a:noAutofit/>
          </a:bodyPr>
          <a:lstStyle>
            <a:lvl1pPr lvl="0" algn="r">
              <a:spcBef>
                <a:spcPts val="0"/>
              </a:spcBef>
              <a:spcAft>
                <a:spcPts val="0"/>
              </a:spcAft>
              <a:buSzPts val="3000"/>
              <a:buNone/>
              <a:defRPr sz="3000">
                <a:solidFill>
                  <a:schemeClr val="accent2"/>
                </a:solidFill>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grpSp>
        <p:nvGrpSpPr>
          <p:cNvPr id="1447" name="Google Shape;1447;p68"/>
          <p:cNvGrpSpPr/>
          <p:nvPr/>
        </p:nvGrpSpPr>
        <p:grpSpPr>
          <a:xfrm>
            <a:off x="8195401" y="151622"/>
            <a:ext cx="609155" cy="610375"/>
            <a:chOff x="8195401" y="151622"/>
            <a:chExt cx="609155" cy="610375"/>
          </a:xfrm>
        </p:grpSpPr>
        <p:sp>
          <p:nvSpPr>
            <p:cNvPr id="1448" name="Google Shape;1448;p68"/>
            <p:cNvSpPr/>
            <p:nvPr/>
          </p:nvSpPr>
          <p:spPr>
            <a:xfrm>
              <a:off x="8195401" y="192608"/>
              <a:ext cx="93231" cy="93173"/>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49" name="Google Shape;1449;p68"/>
            <p:cNvGrpSpPr/>
            <p:nvPr/>
          </p:nvGrpSpPr>
          <p:grpSpPr>
            <a:xfrm>
              <a:off x="8711321" y="151622"/>
              <a:ext cx="93234" cy="93234"/>
              <a:chOff x="7812545" y="194375"/>
              <a:chExt cx="105457" cy="105457"/>
            </a:xfrm>
          </p:grpSpPr>
          <p:sp>
            <p:nvSpPr>
              <p:cNvPr id="1450" name="Google Shape;1450;p68"/>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1" name="Google Shape;1451;p68"/>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2" name="Google Shape;1452;p68"/>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3" name="Google Shape;1453;p68"/>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54" name="Google Shape;1454;p68"/>
            <p:cNvSpPr/>
            <p:nvPr/>
          </p:nvSpPr>
          <p:spPr>
            <a:xfrm>
              <a:off x="8670497" y="628022"/>
              <a:ext cx="134050" cy="133976"/>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55" name="Google Shape;1455;p68"/>
          <p:cNvGrpSpPr/>
          <p:nvPr/>
        </p:nvGrpSpPr>
        <p:grpSpPr>
          <a:xfrm>
            <a:off x="172645" y="4524332"/>
            <a:ext cx="552132" cy="431244"/>
            <a:chOff x="172645" y="4524332"/>
            <a:chExt cx="552132" cy="431244"/>
          </a:xfrm>
        </p:grpSpPr>
        <p:sp>
          <p:nvSpPr>
            <p:cNvPr id="1456" name="Google Shape;1456;p68"/>
            <p:cNvSpPr/>
            <p:nvPr/>
          </p:nvSpPr>
          <p:spPr>
            <a:xfrm flipH="1" rot="10800000">
              <a:off x="646826" y="487762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1457" name="Google Shape;1457;p68"/>
            <p:cNvGrpSpPr/>
            <p:nvPr/>
          </p:nvGrpSpPr>
          <p:grpSpPr>
            <a:xfrm flipH="1" rot="10800000">
              <a:off x="172645" y="4524332"/>
              <a:ext cx="105457" cy="105457"/>
              <a:chOff x="7812545" y="194375"/>
              <a:chExt cx="105457" cy="105457"/>
            </a:xfrm>
          </p:grpSpPr>
          <p:sp>
            <p:nvSpPr>
              <p:cNvPr id="1458" name="Google Shape;1458;p68"/>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9" name="Google Shape;1459;p68"/>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0" name="Google Shape;1460;p68"/>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1" name="Google Shape;1461;p68"/>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462" name="Google Shape;1462;p68"/>
          <p:cNvGrpSpPr/>
          <p:nvPr/>
        </p:nvGrpSpPr>
        <p:grpSpPr>
          <a:xfrm>
            <a:off x="198551" y="248100"/>
            <a:ext cx="340151" cy="550476"/>
            <a:chOff x="198551" y="248100"/>
            <a:chExt cx="340151" cy="550476"/>
          </a:xfrm>
        </p:grpSpPr>
        <p:sp>
          <p:nvSpPr>
            <p:cNvPr id="1463" name="Google Shape;1463;p68"/>
            <p:cNvSpPr/>
            <p:nvPr/>
          </p:nvSpPr>
          <p:spPr>
            <a:xfrm>
              <a:off x="198551" y="72062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1464" name="Google Shape;1464;p68"/>
            <p:cNvGrpSpPr/>
            <p:nvPr/>
          </p:nvGrpSpPr>
          <p:grpSpPr>
            <a:xfrm>
              <a:off x="433245" y="248100"/>
              <a:ext cx="105457" cy="105457"/>
              <a:chOff x="7812545" y="194375"/>
              <a:chExt cx="105457" cy="105457"/>
            </a:xfrm>
          </p:grpSpPr>
          <p:sp>
            <p:nvSpPr>
              <p:cNvPr id="1465" name="Google Shape;1465;p68"/>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6" name="Google Shape;1466;p68"/>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7" name="Google Shape;1467;p68"/>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8" name="Google Shape;1468;p68"/>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469" name="Google Shape;1469;p68"/>
          <p:cNvSpPr/>
          <p:nvPr/>
        </p:nvSpPr>
        <p:spPr>
          <a:xfrm rot="-2505920">
            <a:off x="8402181" y="4360827"/>
            <a:ext cx="1232310" cy="1091056"/>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2">
  <p:cSld name="BLANK_24">
    <p:spTree>
      <p:nvGrpSpPr>
        <p:cNvPr id="1470" name="Shape 1470"/>
        <p:cNvGrpSpPr/>
        <p:nvPr/>
      </p:nvGrpSpPr>
      <p:grpSpPr>
        <a:xfrm>
          <a:off x="0" y="0"/>
          <a:ext cx="0" cy="0"/>
          <a:chOff x="0" y="0"/>
          <a:chExt cx="0" cy="0"/>
        </a:xfrm>
      </p:grpSpPr>
      <p:sp>
        <p:nvSpPr>
          <p:cNvPr id="1471" name="Google Shape;1471;p6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1472" name="Google Shape;1472;p69"/>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473" name="Google Shape;1473;p69"/>
          <p:cNvSpPr txBox="1"/>
          <p:nvPr>
            <p:ph idx="2" type="title"/>
          </p:nvPr>
        </p:nvSpPr>
        <p:spPr>
          <a:xfrm>
            <a:off x="4641675" y="1480725"/>
            <a:ext cx="3812100" cy="3936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sz="2000">
                <a:solidFill>
                  <a:schemeClr val="accent2"/>
                </a:solidFill>
              </a:defRPr>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sp>
        <p:nvSpPr>
          <p:cNvPr id="1474" name="Google Shape;1474;p69"/>
          <p:cNvSpPr txBox="1"/>
          <p:nvPr>
            <p:ph idx="1" type="subTitle"/>
          </p:nvPr>
        </p:nvSpPr>
        <p:spPr>
          <a:xfrm>
            <a:off x="4646025" y="1874325"/>
            <a:ext cx="3812100" cy="4680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475" name="Google Shape;1475;p69"/>
          <p:cNvSpPr txBox="1"/>
          <p:nvPr>
            <p:ph idx="3" type="title"/>
          </p:nvPr>
        </p:nvSpPr>
        <p:spPr>
          <a:xfrm>
            <a:off x="4641675" y="2564000"/>
            <a:ext cx="3812100" cy="3936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sz="2000">
                <a:solidFill>
                  <a:schemeClr val="accent2"/>
                </a:solidFill>
              </a:defRPr>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sp>
        <p:nvSpPr>
          <p:cNvPr id="1476" name="Google Shape;1476;p69"/>
          <p:cNvSpPr txBox="1"/>
          <p:nvPr>
            <p:ph idx="4" type="subTitle"/>
          </p:nvPr>
        </p:nvSpPr>
        <p:spPr>
          <a:xfrm>
            <a:off x="4646025" y="2957600"/>
            <a:ext cx="3812100" cy="4680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477" name="Google Shape;1477;p69"/>
          <p:cNvSpPr txBox="1"/>
          <p:nvPr>
            <p:ph idx="5" type="title"/>
          </p:nvPr>
        </p:nvSpPr>
        <p:spPr>
          <a:xfrm>
            <a:off x="4641675" y="3647275"/>
            <a:ext cx="3812100" cy="3936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sz="2000">
                <a:solidFill>
                  <a:schemeClr val="accent2"/>
                </a:solidFill>
              </a:defRPr>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sp>
        <p:nvSpPr>
          <p:cNvPr id="1478" name="Google Shape;1478;p69"/>
          <p:cNvSpPr txBox="1"/>
          <p:nvPr>
            <p:ph idx="6" type="subTitle"/>
          </p:nvPr>
        </p:nvSpPr>
        <p:spPr>
          <a:xfrm>
            <a:off x="4646025" y="4040875"/>
            <a:ext cx="3812100" cy="4680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479" name="Google Shape;1479;p69"/>
          <p:cNvSpPr/>
          <p:nvPr/>
        </p:nvSpPr>
        <p:spPr>
          <a:xfrm>
            <a:off x="-615151" y="1413475"/>
            <a:ext cx="4960669" cy="4038065"/>
          </a:xfrm>
          <a:custGeom>
            <a:rect b="b" l="l" r="r" t="t"/>
            <a:pathLst>
              <a:path extrusionOk="0" h="48924" w="60102">
                <a:moveTo>
                  <a:pt x="31550" y="1"/>
                </a:moveTo>
                <a:cubicBezTo>
                  <a:pt x="28688" y="1"/>
                  <a:pt x="25391" y="541"/>
                  <a:pt x="22089" y="2238"/>
                </a:cubicBezTo>
                <a:cubicBezTo>
                  <a:pt x="12977" y="6900"/>
                  <a:pt x="8196" y="17230"/>
                  <a:pt x="4091" y="25485"/>
                </a:cubicBezTo>
                <a:cubicBezTo>
                  <a:pt x="1" y="33725"/>
                  <a:pt x="2016" y="42612"/>
                  <a:pt x="8767" y="47123"/>
                </a:cubicBezTo>
                <a:cubicBezTo>
                  <a:pt x="10764" y="48461"/>
                  <a:pt x="12590" y="48924"/>
                  <a:pt x="14421" y="48924"/>
                </a:cubicBezTo>
                <a:cubicBezTo>
                  <a:pt x="18514" y="48924"/>
                  <a:pt x="22630" y="46611"/>
                  <a:pt x="28730" y="46611"/>
                </a:cubicBezTo>
                <a:cubicBezTo>
                  <a:pt x="29125" y="46611"/>
                  <a:pt x="29527" y="46621"/>
                  <a:pt x="29939" y="46641"/>
                </a:cubicBezTo>
                <a:cubicBezTo>
                  <a:pt x="34134" y="46851"/>
                  <a:pt x="36984" y="47278"/>
                  <a:pt x="39535" y="47278"/>
                </a:cubicBezTo>
                <a:cubicBezTo>
                  <a:pt x="42835" y="47278"/>
                  <a:pt x="45637" y="46563"/>
                  <a:pt x="50208" y="43739"/>
                </a:cubicBezTo>
                <a:cubicBezTo>
                  <a:pt x="58328" y="38732"/>
                  <a:pt x="60102" y="25500"/>
                  <a:pt x="54042" y="15140"/>
                </a:cubicBezTo>
                <a:cubicBezTo>
                  <a:pt x="47997" y="4779"/>
                  <a:pt x="40254" y="1667"/>
                  <a:pt x="40254" y="1667"/>
                </a:cubicBezTo>
                <a:cubicBezTo>
                  <a:pt x="40254" y="1667"/>
                  <a:pt x="36573" y="1"/>
                  <a:pt x="31550"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80" name="Google Shape;1480;p69"/>
          <p:cNvGrpSpPr/>
          <p:nvPr/>
        </p:nvGrpSpPr>
        <p:grpSpPr>
          <a:xfrm rot="5400000">
            <a:off x="8326001" y="4395047"/>
            <a:ext cx="609155" cy="610375"/>
            <a:chOff x="8195401" y="151622"/>
            <a:chExt cx="609155" cy="610375"/>
          </a:xfrm>
        </p:grpSpPr>
        <p:sp>
          <p:nvSpPr>
            <p:cNvPr id="1481" name="Google Shape;1481;p69"/>
            <p:cNvSpPr/>
            <p:nvPr/>
          </p:nvSpPr>
          <p:spPr>
            <a:xfrm>
              <a:off x="8195401" y="192608"/>
              <a:ext cx="93231" cy="93173"/>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82" name="Google Shape;1482;p69"/>
            <p:cNvGrpSpPr/>
            <p:nvPr/>
          </p:nvGrpSpPr>
          <p:grpSpPr>
            <a:xfrm>
              <a:off x="8711321" y="151622"/>
              <a:ext cx="93234" cy="93234"/>
              <a:chOff x="7812545" y="194375"/>
              <a:chExt cx="105457" cy="105457"/>
            </a:xfrm>
          </p:grpSpPr>
          <p:sp>
            <p:nvSpPr>
              <p:cNvPr id="1483" name="Google Shape;1483;p69"/>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4" name="Google Shape;1484;p69"/>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5" name="Google Shape;1485;p69"/>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6" name="Google Shape;1486;p69"/>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87" name="Google Shape;1487;p69"/>
            <p:cNvSpPr/>
            <p:nvPr/>
          </p:nvSpPr>
          <p:spPr>
            <a:xfrm>
              <a:off x="8670497" y="628022"/>
              <a:ext cx="134050" cy="133976"/>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88" name="Google Shape;1488;p69"/>
          <p:cNvGrpSpPr/>
          <p:nvPr/>
        </p:nvGrpSpPr>
        <p:grpSpPr>
          <a:xfrm>
            <a:off x="242101" y="187150"/>
            <a:ext cx="340151" cy="550476"/>
            <a:chOff x="198551" y="248100"/>
            <a:chExt cx="340151" cy="550476"/>
          </a:xfrm>
        </p:grpSpPr>
        <p:sp>
          <p:nvSpPr>
            <p:cNvPr id="1489" name="Google Shape;1489;p69"/>
            <p:cNvSpPr/>
            <p:nvPr/>
          </p:nvSpPr>
          <p:spPr>
            <a:xfrm>
              <a:off x="198551" y="72062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1490" name="Google Shape;1490;p69"/>
            <p:cNvGrpSpPr/>
            <p:nvPr/>
          </p:nvGrpSpPr>
          <p:grpSpPr>
            <a:xfrm>
              <a:off x="433245" y="248100"/>
              <a:ext cx="105457" cy="105457"/>
              <a:chOff x="7812545" y="194375"/>
              <a:chExt cx="105457" cy="105457"/>
            </a:xfrm>
          </p:grpSpPr>
          <p:sp>
            <p:nvSpPr>
              <p:cNvPr id="1491" name="Google Shape;1491;p69"/>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2" name="Google Shape;1492;p69"/>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3" name="Google Shape;1493;p69"/>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4" name="Google Shape;1494;p69"/>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495" name="Google Shape;1495;p69"/>
          <p:cNvGrpSpPr/>
          <p:nvPr/>
        </p:nvGrpSpPr>
        <p:grpSpPr>
          <a:xfrm>
            <a:off x="-842823" y="3927658"/>
            <a:ext cx="2382475" cy="2041993"/>
            <a:chOff x="-842823" y="3927658"/>
            <a:chExt cx="2382475" cy="2041993"/>
          </a:xfrm>
        </p:grpSpPr>
        <p:sp>
          <p:nvSpPr>
            <p:cNvPr id="1496" name="Google Shape;1496;p69"/>
            <p:cNvSpPr/>
            <p:nvPr/>
          </p:nvSpPr>
          <p:spPr>
            <a:xfrm rot="-2505897">
              <a:off x="-584499" y="4267169"/>
              <a:ext cx="1539427" cy="1362970"/>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7" name="Google Shape;1497;p69"/>
            <p:cNvSpPr/>
            <p:nvPr/>
          </p:nvSpPr>
          <p:spPr>
            <a:xfrm>
              <a:off x="1461701" y="4822437"/>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1498" name="Google Shape;1498;p69"/>
            <p:cNvGrpSpPr/>
            <p:nvPr/>
          </p:nvGrpSpPr>
          <p:grpSpPr>
            <a:xfrm>
              <a:off x="1029945" y="4290188"/>
              <a:ext cx="105457" cy="105457"/>
              <a:chOff x="7812545" y="194375"/>
              <a:chExt cx="105457" cy="105457"/>
            </a:xfrm>
          </p:grpSpPr>
          <p:sp>
            <p:nvSpPr>
              <p:cNvPr id="1499" name="Google Shape;1499;p69"/>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0" name="Google Shape;1500;p69"/>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1" name="Google Shape;1501;p69"/>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2" name="Google Shape;1502;p69"/>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503" name="Google Shape;1503;p69"/>
          <p:cNvGrpSpPr/>
          <p:nvPr/>
        </p:nvGrpSpPr>
        <p:grpSpPr>
          <a:xfrm>
            <a:off x="7208520" y="-639702"/>
            <a:ext cx="2388459" cy="1634614"/>
            <a:chOff x="7208520" y="-639702"/>
            <a:chExt cx="2388459" cy="1634614"/>
          </a:xfrm>
        </p:grpSpPr>
        <p:sp>
          <p:nvSpPr>
            <p:cNvPr id="1504" name="Google Shape;1504;p69"/>
            <p:cNvSpPr/>
            <p:nvPr/>
          </p:nvSpPr>
          <p:spPr>
            <a:xfrm rot="-2505920">
              <a:off x="8157881" y="-367923"/>
              <a:ext cx="1232310" cy="1091056"/>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5" name="Google Shape;1505;p69"/>
            <p:cNvSpPr/>
            <p:nvPr/>
          </p:nvSpPr>
          <p:spPr>
            <a:xfrm>
              <a:off x="8175601" y="78677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1506" name="Google Shape;1506;p69"/>
            <p:cNvGrpSpPr/>
            <p:nvPr/>
          </p:nvGrpSpPr>
          <p:grpSpPr>
            <a:xfrm>
              <a:off x="7208520" y="178550"/>
              <a:ext cx="105457" cy="105457"/>
              <a:chOff x="7812545" y="194375"/>
              <a:chExt cx="105457" cy="105457"/>
            </a:xfrm>
          </p:grpSpPr>
          <p:sp>
            <p:nvSpPr>
              <p:cNvPr id="1507" name="Google Shape;1507;p69"/>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8" name="Google Shape;1508;p69"/>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9" name="Google Shape;1509;p69"/>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0" name="Google Shape;1510;p69"/>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5">
    <p:spTree>
      <p:nvGrpSpPr>
        <p:cNvPr id="1511" name="Shape 1511"/>
        <p:cNvGrpSpPr/>
        <p:nvPr/>
      </p:nvGrpSpPr>
      <p:grpSpPr>
        <a:xfrm>
          <a:off x="0" y="0"/>
          <a:ext cx="0" cy="0"/>
          <a:chOff x="0" y="0"/>
          <a:chExt cx="0" cy="0"/>
        </a:xfrm>
      </p:grpSpPr>
      <p:sp>
        <p:nvSpPr>
          <p:cNvPr id="1512" name="Google Shape;1512;p7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1513" name="Google Shape;1513;p70"/>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514" name="Google Shape;1514;p70"/>
          <p:cNvSpPr txBox="1"/>
          <p:nvPr>
            <p:ph idx="1" type="subTitle"/>
          </p:nvPr>
        </p:nvSpPr>
        <p:spPr>
          <a:xfrm>
            <a:off x="694600" y="2141050"/>
            <a:ext cx="1987800" cy="6741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1515" name="Google Shape;1515;p70"/>
          <p:cNvSpPr txBox="1"/>
          <p:nvPr>
            <p:ph idx="2" type="subTitle"/>
          </p:nvPr>
        </p:nvSpPr>
        <p:spPr>
          <a:xfrm>
            <a:off x="694600" y="1677500"/>
            <a:ext cx="1987800" cy="393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sp>
        <p:nvSpPr>
          <p:cNvPr id="1516" name="Google Shape;1516;p70"/>
          <p:cNvSpPr txBox="1"/>
          <p:nvPr>
            <p:ph idx="3" type="subTitle"/>
          </p:nvPr>
        </p:nvSpPr>
        <p:spPr>
          <a:xfrm>
            <a:off x="694600" y="3635925"/>
            <a:ext cx="1987800" cy="6741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1517" name="Google Shape;1517;p70"/>
          <p:cNvSpPr txBox="1"/>
          <p:nvPr>
            <p:ph idx="4" type="subTitle"/>
          </p:nvPr>
        </p:nvSpPr>
        <p:spPr>
          <a:xfrm>
            <a:off x="694600" y="3172375"/>
            <a:ext cx="1987800" cy="393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sp>
        <p:nvSpPr>
          <p:cNvPr id="1518" name="Google Shape;1518;p70"/>
          <p:cNvSpPr txBox="1"/>
          <p:nvPr>
            <p:ph idx="5" type="subTitle"/>
          </p:nvPr>
        </p:nvSpPr>
        <p:spPr>
          <a:xfrm>
            <a:off x="3022700" y="2141050"/>
            <a:ext cx="1987800" cy="6741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1519" name="Google Shape;1519;p70"/>
          <p:cNvSpPr txBox="1"/>
          <p:nvPr>
            <p:ph idx="6" type="subTitle"/>
          </p:nvPr>
        </p:nvSpPr>
        <p:spPr>
          <a:xfrm>
            <a:off x="3022700" y="1677500"/>
            <a:ext cx="1987800" cy="393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sp>
        <p:nvSpPr>
          <p:cNvPr id="1520" name="Google Shape;1520;p70"/>
          <p:cNvSpPr txBox="1"/>
          <p:nvPr>
            <p:ph idx="7" type="subTitle"/>
          </p:nvPr>
        </p:nvSpPr>
        <p:spPr>
          <a:xfrm>
            <a:off x="3022700" y="3635925"/>
            <a:ext cx="1987800" cy="6741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1521" name="Google Shape;1521;p70"/>
          <p:cNvSpPr txBox="1"/>
          <p:nvPr>
            <p:ph idx="8" type="subTitle"/>
          </p:nvPr>
        </p:nvSpPr>
        <p:spPr>
          <a:xfrm>
            <a:off x="3022700" y="3172375"/>
            <a:ext cx="1987800" cy="393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grpSp>
        <p:nvGrpSpPr>
          <p:cNvPr id="1522" name="Google Shape;1522;p70"/>
          <p:cNvGrpSpPr/>
          <p:nvPr/>
        </p:nvGrpSpPr>
        <p:grpSpPr>
          <a:xfrm>
            <a:off x="-1260750" y="4247400"/>
            <a:ext cx="2224933" cy="1789104"/>
            <a:chOff x="-1260750" y="4247400"/>
            <a:chExt cx="2224933" cy="1789104"/>
          </a:xfrm>
        </p:grpSpPr>
        <p:sp>
          <p:nvSpPr>
            <p:cNvPr id="1523" name="Google Shape;1523;p70"/>
            <p:cNvSpPr/>
            <p:nvPr/>
          </p:nvSpPr>
          <p:spPr>
            <a:xfrm flipH="1">
              <a:off x="-1260750" y="4247400"/>
              <a:ext cx="2224933" cy="1789104"/>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4" name="Google Shape;1524;p70"/>
            <p:cNvSpPr/>
            <p:nvPr/>
          </p:nvSpPr>
          <p:spPr>
            <a:xfrm>
              <a:off x="-708950" y="4596438"/>
              <a:ext cx="1232275" cy="1091025"/>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25" name="Google Shape;1525;p70"/>
          <p:cNvGrpSpPr/>
          <p:nvPr/>
        </p:nvGrpSpPr>
        <p:grpSpPr>
          <a:xfrm>
            <a:off x="274663" y="183250"/>
            <a:ext cx="463864" cy="572939"/>
            <a:chOff x="274663" y="183250"/>
            <a:chExt cx="463864" cy="572939"/>
          </a:xfrm>
        </p:grpSpPr>
        <p:grpSp>
          <p:nvGrpSpPr>
            <p:cNvPr id="1526" name="Google Shape;1526;p70"/>
            <p:cNvGrpSpPr/>
            <p:nvPr/>
          </p:nvGrpSpPr>
          <p:grpSpPr>
            <a:xfrm>
              <a:off x="633070" y="183250"/>
              <a:ext cx="105457" cy="105457"/>
              <a:chOff x="7812545" y="194375"/>
              <a:chExt cx="105457" cy="105457"/>
            </a:xfrm>
          </p:grpSpPr>
          <p:sp>
            <p:nvSpPr>
              <p:cNvPr id="1527" name="Google Shape;1527;p70"/>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8" name="Google Shape;1528;p70"/>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9" name="Google Shape;1529;p70"/>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0" name="Google Shape;1530;p70"/>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31" name="Google Shape;1531;p70"/>
            <p:cNvSpPr/>
            <p:nvPr/>
          </p:nvSpPr>
          <p:spPr>
            <a:xfrm>
              <a:off x="274663" y="650800"/>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32" name="Google Shape;1532;p70"/>
          <p:cNvGrpSpPr/>
          <p:nvPr/>
        </p:nvGrpSpPr>
        <p:grpSpPr>
          <a:xfrm>
            <a:off x="8458201" y="174775"/>
            <a:ext cx="450001" cy="729257"/>
            <a:chOff x="8458201" y="174775"/>
            <a:chExt cx="450001" cy="729257"/>
          </a:xfrm>
        </p:grpSpPr>
        <p:sp>
          <p:nvSpPr>
            <p:cNvPr id="1533" name="Google Shape;1533;p70"/>
            <p:cNvSpPr/>
            <p:nvPr/>
          </p:nvSpPr>
          <p:spPr>
            <a:xfrm>
              <a:off x="8458201" y="17477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1534" name="Google Shape;1534;p70"/>
            <p:cNvGrpSpPr/>
            <p:nvPr/>
          </p:nvGrpSpPr>
          <p:grpSpPr>
            <a:xfrm>
              <a:off x="8802745" y="798575"/>
              <a:ext cx="105457" cy="105457"/>
              <a:chOff x="7812545" y="194375"/>
              <a:chExt cx="105457" cy="105457"/>
            </a:xfrm>
          </p:grpSpPr>
          <p:sp>
            <p:nvSpPr>
              <p:cNvPr id="1535" name="Google Shape;1535;p70"/>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6" name="Google Shape;1536;p70"/>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7" name="Google Shape;1537;p70"/>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8" name="Google Shape;1538;p70"/>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539" name="Google Shape;1539;p70"/>
          <p:cNvGrpSpPr/>
          <p:nvPr/>
        </p:nvGrpSpPr>
        <p:grpSpPr>
          <a:xfrm>
            <a:off x="4674326" y="4643998"/>
            <a:ext cx="1462601" cy="285801"/>
            <a:chOff x="4826726" y="4646175"/>
            <a:chExt cx="1462601" cy="285801"/>
          </a:xfrm>
        </p:grpSpPr>
        <p:sp>
          <p:nvSpPr>
            <p:cNvPr id="1540" name="Google Shape;1540;p70"/>
            <p:cNvSpPr/>
            <p:nvPr/>
          </p:nvSpPr>
          <p:spPr>
            <a:xfrm>
              <a:off x="4826726" y="485402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1541" name="Google Shape;1541;p70"/>
            <p:cNvGrpSpPr/>
            <p:nvPr/>
          </p:nvGrpSpPr>
          <p:grpSpPr>
            <a:xfrm>
              <a:off x="5519620" y="4646175"/>
              <a:ext cx="105457" cy="105457"/>
              <a:chOff x="7812545" y="194375"/>
              <a:chExt cx="105457" cy="105457"/>
            </a:xfrm>
          </p:grpSpPr>
          <p:sp>
            <p:nvSpPr>
              <p:cNvPr id="1542" name="Google Shape;1542;p70"/>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3" name="Google Shape;1543;p70"/>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4" name="Google Shape;1544;p70"/>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5" name="Google Shape;1545;p70"/>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46" name="Google Shape;1546;p70"/>
            <p:cNvSpPr/>
            <p:nvPr/>
          </p:nvSpPr>
          <p:spPr>
            <a:xfrm>
              <a:off x="6211376" y="485402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1">
  <p:cSld name="BLANK_16">
    <p:spTree>
      <p:nvGrpSpPr>
        <p:cNvPr id="1547" name="Shape 1547"/>
        <p:cNvGrpSpPr/>
        <p:nvPr/>
      </p:nvGrpSpPr>
      <p:grpSpPr>
        <a:xfrm>
          <a:off x="0" y="0"/>
          <a:ext cx="0" cy="0"/>
          <a:chOff x="0" y="0"/>
          <a:chExt cx="0" cy="0"/>
        </a:xfrm>
      </p:grpSpPr>
      <p:sp>
        <p:nvSpPr>
          <p:cNvPr id="1548" name="Google Shape;1548;p7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1549" name="Google Shape;1549;p71"/>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550" name="Google Shape;1550;p71"/>
          <p:cNvSpPr txBox="1"/>
          <p:nvPr>
            <p:ph idx="1" type="subTitle"/>
          </p:nvPr>
        </p:nvSpPr>
        <p:spPr>
          <a:xfrm>
            <a:off x="685800" y="2234667"/>
            <a:ext cx="2249100" cy="481500"/>
          </a:xfrm>
          <a:prstGeom prst="rect">
            <a:avLst/>
          </a:prstGeom>
        </p:spPr>
        <p:txBody>
          <a:bodyPr anchorCtr="0" anchor="ctr" bIns="91425" lIns="91425" spcFirstLastPara="1" rIns="91425" wrap="square" tIns="91425">
            <a:noAutofit/>
          </a:bodyPr>
          <a:lstStyle>
            <a:lvl1pPr lvl="0" algn="r">
              <a:lnSpc>
                <a:spcPct val="100000"/>
              </a:lnSpc>
              <a:spcBef>
                <a:spcPts val="0"/>
              </a:spcBef>
              <a:spcAft>
                <a:spcPts val="0"/>
              </a:spcAft>
              <a:buSzPts val="1400"/>
              <a:buNone/>
              <a:defRPr/>
            </a:lvl1pPr>
            <a:lvl2pPr lvl="1" algn="r">
              <a:lnSpc>
                <a:spcPct val="100000"/>
              </a:lnSpc>
              <a:spcBef>
                <a:spcPts val="0"/>
              </a:spcBef>
              <a:spcAft>
                <a:spcPts val="0"/>
              </a:spcAft>
              <a:buSzPts val="1400"/>
              <a:buNone/>
              <a:defRPr/>
            </a:lvl2pPr>
            <a:lvl3pPr lvl="2" algn="r">
              <a:lnSpc>
                <a:spcPct val="100000"/>
              </a:lnSpc>
              <a:spcBef>
                <a:spcPts val="0"/>
              </a:spcBef>
              <a:spcAft>
                <a:spcPts val="0"/>
              </a:spcAft>
              <a:buSzPts val="1400"/>
              <a:buNone/>
              <a:defRPr/>
            </a:lvl3pPr>
            <a:lvl4pPr lvl="3" algn="r">
              <a:lnSpc>
                <a:spcPct val="100000"/>
              </a:lnSpc>
              <a:spcBef>
                <a:spcPts val="0"/>
              </a:spcBef>
              <a:spcAft>
                <a:spcPts val="0"/>
              </a:spcAft>
              <a:buSzPts val="1400"/>
              <a:buNone/>
              <a:defRPr/>
            </a:lvl4pPr>
            <a:lvl5pPr lvl="4" algn="r">
              <a:lnSpc>
                <a:spcPct val="100000"/>
              </a:lnSpc>
              <a:spcBef>
                <a:spcPts val="0"/>
              </a:spcBef>
              <a:spcAft>
                <a:spcPts val="0"/>
              </a:spcAft>
              <a:buSzPts val="1400"/>
              <a:buNone/>
              <a:defRPr/>
            </a:lvl5pPr>
            <a:lvl6pPr lvl="5" algn="r">
              <a:lnSpc>
                <a:spcPct val="100000"/>
              </a:lnSpc>
              <a:spcBef>
                <a:spcPts val="0"/>
              </a:spcBef>
              <a:spcAft>
                <a:spcPts val="0"/>
              </a:spcAft>
              <a:buSzPts val="1400"/>
              <a:buNone/>
              <a:defRPr/>
            </a:lvl6pPr>
            <a:lvl7pPr lvl="6" algn="r">
              <a:lnSpc>
                <a:spcPct val="100000"/>
              </a:lnSpc>
              <a:spcBef>
                <a:spcPts val="0"/>
              </a:spcBef>
              <a:spcAft>
                <a:spcPts val="0"/>
              </a:spcAft>
              <a:buSzPts val="1400"/>
              <a:buNone/>
              <a:defRPr/>
            </a:lvl7pPr>
            <a:lvl8pPr lvl="7" algn="r">
              <a:lnSpc>
                <a:spcPct val="100000"/>
              </a:lnSpc>
              <a:spcBef>
                <a:spcPts val="0"/>
              </a:spcBef>
              <a:spcAft>
                <a:spcPts val="0"/>
              </a:spcAft>
              <a:buSzPts val="1400"/>
              <a:buNone/>
              <a:defRPr/>
            </a:lvl8pPr>
            <a:lvl9pPr lvl="8" algn="r">
              <a:lnSpc>
                <a:spcPct val="100000"/>
              </a:lnSpc>
              <a:spcBef>
                <a:spcPts val="0"/>
              </a:spcBef>
              <a:spcAft>
                <a:spcPts val="0"/>
              </a:spcAft>
              <a:buSzPts val="1400"/>
              <a:buNone/>
              <a:defRPr/>
            </a:lvl9pPr>
          </a:lstStyle>
          <a:p/>
        </p:txBody>
      </p:sp>
      <p:sp>
        <p:nvSpPr>
          <p:cNvPr id="1551" name="Google Shape;1551;p71"/>
          <p:cNvSpPr txBox="1"/>
          <p:nvPr>
            <p:ph idx="2" type="subTitle"/>
          </p:nvPr>
        </p:nvSpPr>
        <p:spPr>
          <a:xfrm>
            <a:off x="685800" y="1771117"/>
            <a:ext cx="2249100" cy="393600"/>
          </a:xfrm>
          <a:prstGeom prst="rect">
            <a:avLst/>
          </a:prstGeom>
        </p:spPr>
        <p:txBody>
          <a:bodyPr anchorCtr="0" anchor="ctr" bIns="91425" lIns="91425" spcFirstLastPara="1" rIns="91425" wrap="square" tIns="91425">
            <a:noAutofit/>
          </a:bodyPr>
          <a:lstStyle>
            <a:lvl1pPr lvl="0" algn="r">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sp>
        <p:nvSpPr>
          <p:cNvPr id="1552" name="Google Shape;1552;p71"/>
          <p:cNvSpPr txBox="1"/>
          <p:nvPr>
            <p:ph idx="3" type="subTitle"/>
          </p:nvPr>
        </p:nvSpPr>
        <p:spPr>
          <a:xfrm>
            <a:off x="685800" y="3577142"/>
            <a:ext cx="2249100" cy="481500"/>
          </a:xfrm>
          <a:prstGeom prst="rect">
            <a:avLst/>
          </a:prstGeom>
        </p:spPr>
        <p:txBody>
          <a:bodyPr anchorCtr="0" anchor="ctr" bIns="91425" lIns="91425" spcFirstLastPara="1" rIns="91425" wrap="square" tIns="91425">
            <a:noAutofit/>
          </a:bodyPr>
          <a:lstStyle>
            <a:lvl1pPr lvl="0" algn="r">
              <a:lnSpc>
                <a:spcPct val="100000"/>
              </a:lnSpc>
              <a:spcBef>
                <a:spcPts val="0"/>
              </a:spcBef>
              <a:spcAft>
                <a:spcPts val="0"/>
              </a:spcAft>
              <a:buSzPts val="1400"/>
              <a:buNone/>
              <a:defRPr/>
            </a:lvl1pPr>
            <a:lvl2pPr lvl="1" algn="r">
              <a:lnSpc>
                <a:spcPct val="100000"/>
              </a:lnSpc>
              <a:spcBef>
                <a:spcPts val="0"/>
              </a:spcBef>
              <a:spcAft>
                <a:spcPts val="0"/>
              </a:spcAft>
              <a:buSzPts val="1400"/>
              <a:buNone/>
              <a:defRPr/>
            </a:lvl2pPr>
            <a:lvl3pPr lvl="2" algn="r">
              <a:lnSpc>
                <a:spcPct val="100000"/>
              </a:lnSpc>
              <a:spcBef>
                <a:spcPts val="0"/>
              </a:spcBef>
              <a:spcAft>
                <a:spcPts val="0"/>
              </a:spcAft>
              <a:buSzPts val="1400"/>
              <a:buNone/>
              <a:defRPr/>
            </a:lvl3pPr>
            <a:lvl4pPr lvl="3" algn="r">
              <a:lnSpc>
                <a:spcPct val="100000"/>
              </a:lnSpc>
              <a:spcBef>
                <a:spcPts val="0"/>
              </a:spcBef>
              <a:spcAft>
                <a:spcPts val="0"/>
              </a:spcAft>
              <a:buSzPts val="1400"/>
              <a:buNone/>
              <a:defRPr/>
            </a:lvl4pPr>
            <a:lvl5pPr lvl="4" algn="r">
              <a:lnSpc>
                <a:spcPct val="100000"/>
              </a:lnSpc>
              <a:spcBef>
                <a:spcPts val="0"/>
              </a:spcBef>
              <a:spcAft>
                <a:spcPts val="0"/>
              </a:spcAft>
              <a:buSzPts val="1400"/>
              <a:buNone/>
              <a:defRPr/>
            </a:lvl5pPr>
            <a:lvl6pPr lvl="5" algn="r">
              <a:lnSpc>
                <a:spcPct val="100000"/>
              </a:lnSpc>
              <a:spcBef>
                <a:spcPts val="0"/>
              </a:spcBef>
              <a:spcAft>
                <a:spcPts val="0"/>
              </a:spcAft>
              <a:buSzPts val="1400"/>
              <a:buNone/>
              <a:defRPr/>
            </a:lvl6pPr>
            <a:lvl7pPr lvl="6" algn="r">
              <a:lnSpc>
                <a:spcPct val="100000"/>
              </a:lnSpc>
              <a:spcBef>
                <a:spcPts val="0"/>
              </a:spcBef>
              <a:spcAft>
                <a:spcPts val="0"/>
              </a:spcAft>
              <a:buSzPts val="1400"/>
              <a:buNone/>
              <a:defRPr/>
            </a:lvl7pPr>
            <a:lvl8pPr lvl="7" algn="r">
              <a:lnSpc>
                <a:spcPct val="100000"/>
              </a:lnSpc>
              <a:spcBef>
                <a:spcPts val="0"/>
              </a:spcBef>
              <a:spcAft>
                <a:spcPts val="0"/>
              </a:spcAft>
              <a:buSzPts val="1400"/>
              <a:buNone/>
              <a:defRPr/>
            </a:lvl8pPr>
            <a:lvl9pPr lvl="8" algn="r">
              <a:lnSpc>
                <a:spcPct val="100000"/>
              </a:lnSpc>
              <a:spcBef>
                <a:spcPts val="0"/>
              </a:spcBef>
              <a:spcAft>
                <a:spcPts val="0"/>
              </a:spcAft>
              <a:buSzPts val="1400"/>
              <a:buNone/>
              <a:defRPr/>
            </a:lvl9pPr>
          </a:lstStyle>
          <a:p/>
        </p:txBody>
      </p:sp>
      <p:sp>
        <p:nvSpPr>
          <p:cNvPr id="1553" name="Google Shape;1553;p71"/>
          <p:cNvSpPr txBox="1"/>
          <p:nvPr>
            <p:ph idx="4" type="subTitle"/>
          </p:nvPr>
        </p:nvSpPr>
        <p:spPr>
          <a:xfrm>
            <a:off x="685800" y="3113592"/>
            <a:ext cx="2249100" cy="393600"/>
          </a:xfrm>
          <a:prstGeom prst="rect">
            <a:avLst/>
          </a:prstGeom>
        </p:spPr>
        <p:txBody>
          <a:bodyPr anchorCtr="0" anchor="ctr" bIns="91425" lIns="91425" spcFirstLastPara="1" rIns="91425" wrap="square" tIns="91425">
            <a:noAutofit/>
          </a:bodyPr>
          <a:lstStyle>
            <a:lvl1pPr lvl="0" algn="r">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sp>
        <p:nvSpPr>
          <p:cNvPr id="1554" name="Google Shape;1554;p71"/>
          <p:cNvSpPr txBox="1"/>
          <p:nvPr>
            <p:ph idx="5" type="subTitle"/>
          </p:nvPr>
        </p:nvSpPr>
        <p:spPr>
          <a:xfrm>
            <a:off x="6209200" y="2234667"/>
            <a:ext cx="2249100" cy="4815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1555" name="Google Shape;1555;p71"/>
          <p:cNvSpPr txBox="1"/>
          <p:nvPr>
            <p:ph idx="6" type="subTitle"/>
          </p:nvPr>
        </p:nvSpPr>
        <p:spPr>
          <a:xfrm>
            <a:off x="6209200" y="1771117"/>
            <a:ext cx="2249100" cy="393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sp>
        <p:nvSpPr>
          <p:cNvPr id="1556" name="Google Shape;1556;p71"/>
          <p:cNvSpPr txBox="1"/>
          <p:nvPr>
            <p:ph idx="7" type="subTitle"/>
          </p:nvPr>
        </p:nvSpPr>
        <p:spPr>
          <a:xfrm>
            <a:off x="6209200" y="3577142"/>
            <a:ext cx="2249100" cy="4815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1557" name="Google Shape;1557;p71"/>
          <p:cNvSpPr txBox="1"/>
          <p:nvPr>
            <p:ph idx="8" type="subTitle"/>
          </p:nvPr>
        </p:nvSpPr>
        <p:spPr>
          <a:xfrm>
            <a:off x="6209200" y="3113592"/>
            <a:ext cx="2249100" cy="393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grpSp>
        <p:nvGrpSpPr>
          <p:cNvPr id="1558" name="Google Shape;1558;p71"/>
          <p:cNvGrpSpPr/>
          <p:nvPr/>
        </p:nvGrpSpPr>
        <p:grpSpPr>
          <a:xfrm flipH="1">
            <a:off x="450425" y="4456075"/>
            <a:ext cx="1916852" cy="488594"/>
            <a:chOff x="6725000" y="4484900"/>
            <a:chExt cx="1916852" cy="488594"/>
          </a:xfrm>
        </p:grpSpPr>
        <p:sp>
          <p:nvSpPr>
            <p:cNvPr id="1559" name="Google Shape;1559;p71"/>
            <p:cNvSpPr/>
            <p:nvPr/>
          </p:nvSpPr>
          <p:spPr>
            <a:xfrm>
              <a:off x="8536400" y="4484900"/>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60" name="Google Shape;1560;p71"/>
            <p:cNvGrpSpPr/>
            <p:nvPr/>
          </p:nvGrpSpPr>
          <p:grpSpPr>
            <a:xfrm>
              <a:off x="7801920" y="4868038"/>
              <a:ext cx="105457" cy="105457"/>
              <a:chOff x="7812545" y="194375"/>
              <a:chExt cx="105457" cy="105457"/>
            </a:xfrm>
          </p:grpSpPr>
          <p:sp>
            <p:nvSpPr>
              <p:cNvPr id="1561" name="Google Shape;1561;p71"/>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2" name="Google Shape;1562;p71"/>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3" name="Google Shape;1563;p71"/>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4" name="Google Shape;1564;p71"/>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65" name="Google Shape;1565;p71"/>
            <p:cNvSpPr/>
            <p:nvPr/>
          </p:nvSpPr>
          <p:spPr>
            <a:xfrm>
              <a:off x="6725000" y="4762662"/>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66" name="Google Shape;1566;p71"/>
          <p:cNvGrpSpPr/>
          <p:nvPr/>
        </p:nvGrpSpPr>
        <p:grpSpPr>
          <a:xfrm>
            <a:off x="8072151" y="199650"/>
            <a:ext cx="727201" cy="912457"/>
            <a:chOff x="8072151" y="199650"/>
            <a:chExt cx="727201" cy="912457"/>
          </a:xfrm>
        </p:grpSpPr>
        <p:sp>
          <p:nvSpPr>
            <p:cNvPr id="1567" name="Google Shape;1567;p71"/>
            <p:cNvSpPr/>
            <p:nvPr/>
          </p:nvSpPr>
          <p:spPr>
            <a:xfrm>
              <a:off x="8072151" y="199650"/>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1568" name="Google Shape;1568;p71"/>
            <p:cNvGrpSpPr/>
            <p:nvPr/>
          </p:nvGrpSpPr>
          <p:grpSpPr>
            <a:xfrm>
              <a:off x="8645970" y="1006650"/>
              <a:ext cx="105457" cy="105457"/>
              <a:chOff x="7812545" y="194375"/>
              <a:chExt cx="105457" cy="105457"/>
            </a:xfrm>
          </p:grpSpPr>
          <p:sp>
            <p:nvSpPr>
              <p:cNvPr id="1569" name="Google Shape;1569;p71"/>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0" name="Google Shape;1570;p71"/>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1" name="Google Shape;1571;p71"/>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2" name="Google Shape;1572;p71"/>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73" name="Google Shape;1573;p71"/>
            <p:cNvGrpSpPr/>
            <p:nvPr/>
          </p:nvGrpSpPr>
          <p:grpSpPr>
            <a:xfrm>
              <a:off x="8693895" y="342525"/>
              <a:ext cx="105457" cy="105457"/>
              <a:chOff x="7812545" y="194375"/>
              <a:chExt cx="105457" cy="105457"/>
            </a:xfrm>
          </p:grpSpPr>
          <p:sp>
            <p:nvSpPr>
              <p:cNvPr id="1574" name="Google Shape;1574;p71"/>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5" name="Google Shape;1575;p71"/>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6" name="Google Shape;1576;p71"/>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7" name="Google Shape;1577;p71"/>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578" name="Google Shape;1578;p71"/>
          <p:cNvGrpSpPr/>
          <p:nvPr/>
        </p:nvGrpSpPr>
        <p:grpSpPr>
          <a:xfrm>
            <a:off x="7924782" y="4282875"/>
            <a:ext cx="1763256" cy="1268320"/>
            <a:chOff x="7924782" y="4282875"/>
            <a:chExt cx="1763256" cy="1268320"/>
          </a:xfrm>
        </p:grpSpPr>
        <p:sp>
          <p:nvSpPr>
            <p:cNvPr id="1579" name="Google Shape;1579;p71"/>
            <p:cNvSpPr/>
            <p:nvPr/>
          </p:nvSpPr>
          <p:spPr>
            <a:xfrm flipH="1">
              <a:off x="7924782" y="4282875"/>
              <a:ext cx="1463593" cy="1176898"/>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rgbClr val="F0F0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0" name="Google Shape;1580;p71"/>
            <p:cNvSpPr/>
            <p:nvPr/>
          </p:nvSpPr>
          <p:spPr>
            <a:xfrm>
              <a:off x="8471361" y="4438924"/>
              <a:ext cx="1216677" cy="1112271"/>
            </a:xfrm>
            <a:custGeom>
              <a:rect b="b" l="l" r="r" t="t"/>
              <a:pathLst>
                <a:path extrusionOk="0" h="49900" w="54584">
                  <a:moveTo>
                    <a:pt x="39803" y="0"/>
                  </a:moveTo>
                  <a:cubicBezTo>
                    <a:pt x="38029" y="0"/>
                    <a:pt x="36248" y="409"/>
                    <a:pt x="34570" y="1238"/>
                  </a:cubicBezTo>
                  <a:cubicBezTo>
                    <a:pt x="31367" y="2802"/>
                    <a:pt x="28886" y="5448"/>
                    <a:pt x="25683" y="7012"/>
                  </a:cubicBezTo>
                  <a:cubicBezTo>
                    <a:pt x="21308" y="9163"/>
                    <a:pt x="16511" y="10320"/>
                    <a:pt x="12090" y="12380"/>
                  </a:cubicBezTo>
                  <a:cubicBezTo>
                    <a:pt x="7684" y="14425"/>
                    <a:pt x="3444" y="17628"/>
                    <a:pt x="1865" y="22244"/>
                  </a:cubicBezTo>
                  <a:cubicBezTo>
                    <a:pt x="1" y="27673"/>
                    <a:pt x="647" y="34078"/>
                    <a:pt x="3504" y="39040"/>
                  </a:cubicBezTo>
                  <a:cubicBezTo>
                    <a:pt x="8069" y="46988"/>
                    <a:pt x="17031" y="49899"/>
                    <a:pt x="25743" y="49899"/>
                  </a:cubicBezTo>
                  <a:cubicBezTo>
                    <a:pt x="25898" y="49899"/>
                    <a:pt x="26054" y="49898"/>
                    <a:pt x="26209" y="49897"/>
                  </a:cubicBezTo>
                  <a:cubicBezTo>
                    <a:pt x="44945" y="49671"/>
                    <a:pt x="54583" y="26996"/>
                    <a:pt x="51531" y="10696"/>
                  </a:cubicBezTo>
                  <a:cubicBezTo>
                    <a:pt x="50869" y="7163"/>
                    <a:pt x="49230" y="3779"/>
                    <a:pt x="46118" y="1840"/>
                  </a:cubicBezTo>
                  <a:cubicBezTo>
                    <a:pt x="44160" y="620"/>
                    <a:pt x="41987" y="0"/>
                    <a:pt x="398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2">
  <p:cSld name="BLANK_21">
    <p:spTree>
      <p:nvGrpSpPr>
        <p:cNvPr id="1581" name="Shape 1581"/>
        <p:cNvGrpSpPr/>
        <p:nvPr/>
      </p:nvGrpSpPr>
      <p:grpSpPr>
        <a:xfrm>
          <a:off x="0" y="0"/>
          <a:ext cx="0" cy="0"/>
          <a:chOff x="0" y="0"/>
          <a:chExt cx="0" cy="0"/>
        </a:xfrm>
      </p:grpSpPr>
      <p:sp>
        <p:nvSpPr>
          <p:cNvPr id="1582" name="Google Shape;1582;p7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1583" name="Google Shape;1583;p72"/>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584" name="Google Shape;1584;p72"/>
          <p:cNvSpPr txBox="1"/>
          <p:nvPr>
            <p:ph idx="2" type="title"/>
          </p:nvPr>
        </p:nvSpPr>
        <p:spPr>
          <a:xfrm>
            <a:off x="685800" y="2239050"/>
            <a:ext cx="2227800" cy="3936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sz="2000">
                <a:solidFill>
                  <a:schemeClr val="accent2"/>
                </a:solidFill>
              </a:defRPr>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sp>
        <p:nvSpPr>
          <p:cNvPr id="1585" name="Google Shape;1585;p72"/>
          <p:cNvSpPr txBox="1"/>
          <p:nvPr>
            <p:ph idx="1" type="subTitle"/>
          </p:nvPr>
        </p:nvSpPr>
        <p:spPr>
          <a:xfrm>
            <a:off x="688342" y="2632650"/>
            <a:ext cx="2227800" cy="4680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586" name="Google Shape;1586;p72"/>
          <p:cNvSpPr txBox="1"/>
          <p:nvPr>
            <p:ph hasCustomPrompt="1" idx="3" type="title"/>
          </p:nvPr>
        </p:nvSpPr>
        <p:spPr>
          <a:xfrm>
            <a:off x="685793" y="1773634"/>
            <a:ext cx="792600" cy="5283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solidFill>
                  <a:schemeClr val="accent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587" name="Google Shape;1587;p72"/>
          <p:cNvSpPr txBox="1"/>
          <p:nvPr>
            <p:ph idx="4" type="title"/>
          </p:nvPr>
        </p:nvSpPr>
        <p:spPr>
          <a:xfrm>
            <a:off x="6230350" y="2239050"/>
            <a:ext cx="2225400" cy="393600"/>
          </a:xfrm>
          <a:prstGeom prst="rect">
            <a:avLst/>
          </a:prstGeom>
        </p:spPr>
        <p:txBody>
          <a:bodyPr anchorCtr="0" anchor="ctr" bIns="91425" lIns="91425" spcFirstLastPara="1" rIns="91425" wrap="square" tIns="91425">
            <a:noAutofit/>
          </a:bodyPr>
          <a:lstStyle>
            <a:lvl1pPr lvl="0" algn="r">
              <a:spcBef>
                <a:spcPts val="0"/>
              </a:spcBef>
              <a:spcAft>
                <a:spcPts val="0"/>
              </a:spcAft>
              <a:buSzPts val="2000"/>
              <a:buNone/>
              <a:defRPr sz="2000">
                <a:solidFill>
                  <a:schemeClr val="accent2"/>
                </a:solidFill>
              </a:defRPr>
            </a:lvl1pPr>
            <a:lvl2pPr lvl="1" algn="r">
              <a:spcBef>
                <a:spcPts val="0"/>
              </a:spcBef>
              <a:spcAft>
                <a:spcPts val="0"/>
              </a:spcAft>
              <a:buSzPts val="2000"/>
              <a:buNone/>
              <a:defRPr sz="2000"/>
            </a:lvl2pPr>
            <a:lvl3pPr lvl="2" algn="r">
              <a:spcBef>
                <a:spcPts val="0"/>
              </a:spcBef>
              <a:spcAft>
                <a:spcPts val="0"/>
              </a:spcAft>
              <a:buSzPts val="2000"/>
              <a:buNone/>
              <a:defRPr sz="2000"/>
            </a:lvl3pPr>
            <a:lvl4pPr lvl="3" algn="r">
              <a:spcBef>
                <a:spcPts val="0"/>
              </a:spcBef>
              <a:spcAft>
                <a:spcPts val="0"/>
              </a:spcAft>
              <a:buSzPts val="2000"/>
              <a:buNone/>
              <a:defRPr sz="2000"/>
            </a:lvl4pPr>
            <a:lvl5pPr lvl="4" algn="r">
              <a:spcBef>
                <a:spcPts val="0"/>
              </a:spcBef>
              <a:spcAft>
                <a:spcPts val="0"/>
              </a:spcAft>
              <a:buSzPts val="2000"/>
              <a:buNone/>
              <a:defRPr sz="2000"/>
            </a:lvl5pPr>
            <a:lvl6pPr lvl="5" algn="r">
              <a:spcBef>
                <a:spcPts val="0"/>
              </a:spcBef>
              <a:spcAft>
                <a:spcPts val="0"/>
              </a:spcAft>
              <a:buSzPts val="2000"/>
              <a:buNone/>
              <a:defRPr sz="2000"/>
            </a:lvl6pPr>
            <a:lvl7pPr lvl="6" algn="r">
              <a:spcBef>
                <a:spcPts val="0"/>
              </a:spcBef>
              <a:spcAft>
                <a:spcPts val="0"/>
              </a:spcAft>
              <a:buSzPts val="2000"/>
              <a:buNone/>
              <a:defRPr sz="2000"/>
            </a:lvl7pPr>
            <a:lvl8pPr lvl="7" algn="r">
              <a:spcBef>
                <a:spcPts val="0"/>
              </a:spcBef>
              <a:spcAft>
                <a:spcPts val="0"/>
              </a:spcAft>
              <a:buSzPts val="2000"/>
              <a:buNone/>
              <a:defRPr sz="2000"/>
            </a:lvl8pPr>
            <a:lvl9pPr lvl="8" algn="r">
              <a:spcBef>
                <a:spcPts val="0"/>
              </a:spcBef>
              <a:spcAft>
                <a:spcPts val="0"/>
              </a:spcAft>
              <a:buSzPts val="2000"/>
              <a:buNone/>
              <a:defRPr sz="2000"/>
            </a:lvl9pPr>
          </a:lstStyle>
          <a:p/>
        </p:txBody>
      </p:sp>
      <p:sp>
        <p:nvSpPr>
          <p:cNvPr id="1588" name="Google Shape;1588;p72"/>
          <p:cNvSpPr txBox="1"/>
          <p:nvPr>
            <p:ph idx="5" type="subTitle"/>
          </p:nvPr>
        </p:nvSpPr>
        <p:spPr>
          <a:xfrm>
            <a:off x="6232889" y="2632650"/>
            <a:ext cx="2225400" cy="468000"/>
          </a:xfrm>
          <a:prstGeom prst="rect">
            <a:avLst/>
          </a:prstGeom>
        </p:spPr>
        <p:txBody>
          <a:bodyPr anchorCtr="0" anchor="ctr" bIns="91425" lIns="91425" spcFirstLastPara="1" rIns="91425" wrap="square" tIns="91425">
            <a:noAutofit/>
          </a:bodyPr>
          <a:lstStyle>
            <a:lvl1pPr lvl="0" algn="r">
              <a:lnSpc>
                <a:spcPct val="100000"/>
              </a:lnSpc>
              <a:spcBef>
                <a:spcPts val="0"/>
              </a:spcBef>
              <a:spcAft>
                <a:spcPts val="0"/>
              </a:spcAft>
              <a:buSzPts val="1400"/>
              <a:buNone/>
              <a:defRPr/>
            </a:lvl1pPr>
            <a:lvl2pPr lvl="1" algn="r">
              <a:lnSpc>
                <a:spcPct val="100000"/>
              </a:lnSpc>
              <a:spcBef>
                <a:spcPts val="0"/>
              </a:spcBef>
              <a:spcAft>
                <a:spcPts val="0"/>
              </a:spcAft>
              <a:buSzPts val="1400"/>
              <a:buNone/>
              <a:defRPr/>
            </a:lvl2pPr>
            <a:lvl3pPr lvl="2" algn="r">
              <a:lnSpc>
                <a:spcPct val="100000"/>
              </a:lnSpc>
              <a:spcBef>
                <a:spcPts val="0"/>
              </a:spcBef>
              <a:spcAft>
                <a:spcPts val="0"/>
              </a:spcAft>
              <a:buSzPts val="1400"/>
              <a:buNone/>
              <a:defRPr/>
            </a:lvl3pPr>
            <a:lvl4pPr lvl="3" algn="r">
              <a:lnSpc>
                <a:spcPct val="100000"/>
              </a:lnSpc>
              <a:spcBef>
                <a:spcPts val="0"/>
              </a:spcBef>
              <a:spcAft>
                <a:spcPts val="0"/>
              </a:spcAft>
              <a:buSzPts val="1400"/>
              <a:buNone/>
              <a:defRPr/>
            </a:lvl4pPr>
            <a:lvl5pPr lvl="4" algn="r">
              <a:lnSpc>
                <a:spcPct val="100000"/>
              </a:lnSpc>
              <a:spcBef>
                <a:spcPts val="0"/>
              </a:spcBef>
              <a:spcAft>
                <a:spcPts val="0"/>
              </a:spcAft>
              <a:buSzPts val="1400"/>
              <a:buNone/>
              <a:defRPr/>
            </a:lvl5pPr>
            <a:lvl6pPr lvl="5" algn="r">
              <a:lnSpc>
                <a:spcPct val="100000"/>
              </a:lnSpc>
              <a:spcBef>
                <a:spcPts val="0"/>
              </a:spcBef>
              <a:spcAft>
                <a:spcPts val="0"/>
              </a:spcAft>
              <a:buSzPts val="1400"/>
              <a:buNone/>
              <a:defRPr/>
            </a:lvl6pPr>
            <a:lvl7pPr lvl="6" algn="r">
              <a:lnSpc>
                <a:spcPct val="100000"/>
              </a:lnSpc>
              <a:spcBef>
                <a:spcPts val="0"/>
              </a:spcBef>
              <a:spcAft>
                <a:spcPts val="0"/>
              </a:spcAft>
              <a:buSzPts val="1400"/>
              <a:buNone/>
              <a:defRPr/>
            </a:lvl7pPr>
            <a:lvl8pPr lvl="7" algn="r">
              <a:lnSpc>
                <a:spcPct val="100000"/>
              </a:lnSpc>
              <a:spcBef>
                <a:spcPts val="0"/>
              </a:spcBef>
              <a:spcAft>
                <a:spcPts val="0"/>
              </a:spcAft>
              <a:buSzPts val="1400"/>
              <a:buNone/>
              <a:defRPr/>
            </a:lvl8pPr>
            <a:lvl9pPr lvl="8" algn="r">
              <a:lnSpc>
                <a:spcPct val="100000"/>
              </a:lnSpc>
              <a:spcBef>
                <a:spcPts val="0"/>
              </a:spcBef>
              <a:spcAft>
                <a:spcPts val="0"/>
              </a:spcAft>
              <a:buSzPts val="1400"/>
              <a:buNone/>
              <a:defRPr/>
            </a:lvl9pPr>
          </a:lstStyle>
          <a:p/>
        </p:txBody>
      </p:sp>
      <p:sp>
        <p:nvSpPr>
          <p:cNvPr id="1589" name="Google Shape;1589;p72"/>
          <p:cNvSpPr txBox="1"/>
          <p:nvPr>
            <p:ph hasCustomPrompt="1" idx="6" type="title"/>
          </p:nvPr>
        </p:nvSpPr>
        <p:spPr>
          <a:xfrm>
            <a:off x="7662593" y="1773634"/>
            <a:ext cx="792600" cy="528300"/>
          </a:xfrm>
          <a:prstGeom prst="rect">
            <a:avLst/>
          </a:prstGeom>
        </p:spPr>
        <p:txBody>
          <a:bodyPr anchorCtr="0" anchor="ctr" bIns="91425" lIns="91425" spcFirstLastPara="1" rIns="91425" wrap="square" tIns="91425">
            <a:noAutofit/>
          </a:bodyPr>
          <a:lstStyle>
            <a:lvl1pPr lvl="0" algn="r">
              <a:spcBef>
                <a:spcPts val="0"/>
              </a:spcBef>
              <a:spcAft>
                <a:spcPts val="0"/>
              </a:spcAft>
              <a:buSzPts val="3000"/>
              <a:buNone/>
              <a:defRPr sz="3000">
                <a:solidFill>
                  <a:schemeClr val="accent2"/>
                </a:solidFill>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sp>
        <p:nvSpPr>
          <p:cNvPr id="1590" name="Google Shape;1590;p72"/>
          <p:cNvSpPr txBox="1"/>
          <p:nvPr>
            <p:ph idx="7" type="title"/>
          </p:nvPr>
        </p:nvSpPr>
        <p:spPr>
          <a:xfrm>
            <a:off x="687071" y="3702599"/>
            <a:ext cx="2227800" cy="3936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sz="2000">
                <a:solidFill>
                  <a:schemeClr val="accent2"/>
                </a:solidFill>
              </a:defRPr>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sp>
        <p:nvSpPr>
          <p:cNvPr id="1591" name="Google Shape;1591;p72"/>
          <p:cNvSpPr txBox="1"/>
          <p:nvPr>
            <p:ph idx="8" type="subTitle"/>
          </p:nvPr>
        </p:nvSpPr>
        <p:spPr>
          <a:xfrm>
            <a:off x="689613" y="4096199"/>
            <a:ext cx="2227800" cy="4680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592" name="Google Shape;1592;p72"/>
          <p:cNvSpPr txBox="1"/>
          <p:nvPr>
            <p:ph hasCustomPrompt="1" idx="9" type="title"/>
          </p:nvPr>
        </p:nvSpPr>
        <p:spPr>
          <a:xfrm>
            <a:off x="685793" y="3237184"/>
            <a:ext cx="792600" cy="5283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solidFill>
                  <a:schemeClr val="accent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593" name="Google Shape;1593;p72"/>
          <p:cNvSpPr txBox="1"/>
          <p:nvPr>
            <p:ph idx="13" type="title"/>
          </p:nvPr>
        </p:nvSpPr>
        <p:spPr>
          <a:xfrm>
            <a:off x="6230350" y="3702599"/>
            <a:ext cx="2225400" cy="393600"/>
          </a:xfrm>
          <a:prstGeom prst="rect">
            <a:avLst/>
          </a:prstGeom>
        </p:spPr>
        <p:txBody>
          <a:bodyPr anchorCtr="0" anchor="ctr" bIns="91425" lIns="91425" spcFirstLastPara="1" rIns="91425" wrap="square" tIns="91425">
            <a:noAutofit/>
          </a:bodyPr>
          <a:lstStyle>
            <a:lvl1pPr lvl="0" algn="r">
              <a:spcBef>
                <a:spcPts val="0"/>
              </a:spcBef>
              <a:spcAft>
                <a:spcPts val="0"/>
              </a:spcAft>
              <a:buSzPts val="2000"/>
              <a:buNone/>
              <a:defRPr sz="2000">
                <a:solidFill>
                  <a:schemeClr val="accent2"/>
                </a:solidFill>
              </a:defRPr>
            </a:lvl1pPr>
            <a:lvl2pPr lvl="1" algn="r">
              <a:spcBef>
                <a:spcPts val="0"/>
              </a:spcBef>
              <a:spcAft>
                <a:spcPts val="0"/>
              </a:spcAft>
              <a:buSzPts val="2000"/>
              <a:buNone/>
              <a:defRPr sz="2000"/>
            </a:lvl2pPr>
            <a:lvl3pPr lvl="2" algn="r">
              <a:spcBef>
                <a:spcPts val="0"/>
              </a:spcBef>
              <a:spcAft>
                <a:spcPts val="0"/>
              </a:spcAft>
              <a:buSzPts val="2000"/>
              <a:buNone/>
              <a:defRPr sz="2000"/>
            </a:lvl3pPr>
            <a:lvl4pPr lvl="3" algn="r">
              <a:spcBef>
                <a:spcPts val="0"/>
              </a:spcBef>
              <a:spcAft>
                <a:spcPts val="0"/>
              </a:spcAft>
              <a:buSzPts val="2000"/>
              <a:buNone/>
              <a:defRPr sz="2000"/>
            </a:lvl4pPr>
            <a:lvl5pPr lvl="4" algn="r">
              <a:spcBef>
                <a:spcPts val="0"/>
              </a:spcBef>
              <a:spcAft>
                <a:spcPts val="0"/>
              </a:spcAft>
              <a:buSzPts val="2000"/>
              <a:buNone/>
              <a:defRPr sz="2000"/>
            </a:lvl5pPr>
            <a:lvl6pPr lvl="5" algn="r">
              <a:spcBef>
                <a:spcPts val="0"/>
              </a:spcBef>
              <a:spcAft>
                <a:spcPts val="0"/>
              </a:spcAft>
              <a:buSzPts val="2000"/>
              <a:buNone/>
              <a:defRPr sz="2000"/>
            </a:lvl6pPr>
            <a:lvl7pPr lvl="6" algn="r">
              <a:spcBef>
                <a:spcPts val="0"/>
              </a:spcBef>
              <a:spcAft>
                <a:spcPts val="0"/>
              </a:spcAft>
              <a:buSzPts val="2000"/>
              <a:buNone/>
              <a:defRPr sz="2000"/>
            </a:lvl7pPr>
            <a:lvl8pPr lvl="7" algn="r">
              <a:spcBef>
                <a:spcPts val="0"/>
              </a:spcBef>
              <a:spcAft>
                <a:spcPts val="0"/>
              </a:spcAft>
              <a:buSzPts val="2000"/>
              <a:buNone/>
              <a:defRPr sz="2000"/>
            </a:lvl8pPr>
            <a:lvl9pPr lvl="8" algn="r">
              <a:spcBef>
                <a:spcPts val="0"/>
              </a:spcBef>
              <a:spcAft>
                <a:spcPts val="0"/>
              </a:spcAft>
              <a:buSzPts val="2000"/>
              <a:buNone/>
              <a:defRPr sz="2000"/>
            </a:lvl9pPr>
          </a:lstStyle>
          <a:p/>
        </p:txBody>
      </p:sp>
      <p:sp>
        <p:nvSpPr>
          <p:cNvPr id="1594" name="Google Shape;1594;p72"/>
          <p:cNvSpPr txBox="1"/>
          <p:nvPr>
            <p:ph idx="14" type="subTitle"/>
          </p:nvPr>
        </p:nvSpPr>
        <p:spPr>
          <a:xfrm>
            <a:off x="6232889" y="4096199"/>
            <a:ext cx="2225400" cy="468000"/>
          </a:xfrm>
          <a:prstGeom prst="rect">
            <a:avLst/>
          </a:prstGeom>
        </p:spPr>
        <p:txBody>
          <a:bodyPr anchorCtr="0" anchor="ctr" bIns="91425" lIns="91425" spcFirstLastPara="1" rIns="91425" wrap="square" tIns="91425">
            <a:noAutofit/>
          </a:bodyPr>
          <a:lstStyle>
            <a:lvl1pPr lvl="0" algn="r">
              <a:lnSpc>
                <a:spcPct val="100000"/>
              </a:lnSpc>
              <a:spcBef>
                <a:spcPts val="0"/>
              </a:spcBef>
              <a:spcAft>
                <a:spcPts val="0"/>
              </a:spcAft>
              <a:buSzPts val="1400"/>
              <a:buNone/>
              <a:defRPr/>
            </a:lvl1pPr>
            <a:lvl2pPr lvl="1" algn="r">
              <a:lnSpc>
                <a:spcPct val="100000"/>
              </a:lnSpc>
              <a:spcBef>
                <a:spcPts val="0"/>
              </a:spcBef>
              <a:spcAft>
                <a:spcPts val="0"/>
              </a:spcAft>
              <a:buSzPts val="1400"/>
              <a:buNone/>
              <a:defRPr/>
            </a:lvl2pPr>
            <a:lvl3pPr lvl="2" algn="r">
              <a:lnSpc>
                <a:spcPct val="100000"/>
              </a:lnSpc>
              <a:spcBef>
                <a:spcPts val="0"/>
              </a:spcBef>
              <a:spcAft>
                <a:spcPts val="0"/>
              </a:spcAft>
              <a:buSzPts val="1400"/>
              <a:buNone/>
              <a:defRPr/>
            </a:lvl3pPr>
            <a:lvl4pPr lvl="3" algn="r">
              <a:lnSpc>
                <a:spcPct val="100000"/>
              </a:lnSpc>
              <a:spcBef>
                <a:spcPts val="0"/>
              </a:spcBef>
              <a:spcAft>
                <a:spcPts val="0"/>
              </a:spcAft>
              <a:buSzPts val="1400"/>
              <a:buNone/>
              <a:defRPr/>
            </a:lvl4pPr>
            <a:lvl5pPr lvl="4" algn="r">
              <a:lnSpc>
                <a:spcPct val="100000"/>
              </a:lnSpc>
              <a:spcBef>
                <a:spcPts val="0"/>
              </a:spcBef>
              <a:spcAft>
                <a:spcPts val="0"/>
              </a:spcAft>
              <a:buSzPts val="1400"/>
              <a:buNone/>
              <a:defRPr/>
            </a:lvl5pPr>
            <a:lvl6pPr lvl="5" algn="r">
              <a:lnSpc>
                <a:spcPct val="100000"/>
              </a:lnSpc>
              <a:spcBef>
                <a:spcPts val="0"/>
              </a:spcBef>
              <a:spcAft>
                <a:spcPts val="0"/>
              </a:spcAft>
              <a:buSzPts val="1400"/>
              <a:buNone/>
              <a:defRPr/>
            </a:lvl6pPr>
            <a:lvl7pPr lvl="6" algn="r">
              <a:lnSpc>
                <a:spcPct val="100000"/>
              </a:lnSpc>
              <a:spcBef>
                <a:spcPts val="0"/>
              </a:spcBef>
              <a:spcAft>
                <a:spcPts val="0"/>
              </a:spcAft>
              <a:buSzPts val="1400"/>
              <a:buNone/>
              <a:defRPr/>
            </a:lvl7pPr>
            <a:lvl8pPr lvl="7" algn="r">
              <a:lnSpc>
                <a:spcPct val="100000"/>
              </a:lnSpc>
              <a:spcBef>
                <a:spcPts val="0"/>
              </a:spcBef>
              <a:spcAft>
                <a:spcPts val="0"/>
              </a:spcAft>
              <a:buSzPts val="1400"/>
              <a:buNone/>
              <a:defRPr/>
            </a:lvl8pPr>
            <a:lvl9pPr lvl="8" algn="r">
              <a:lnSpc>
                <a:spcPct val="100000"/>
              </a:lnSpc>
              <a:spcBef>
                <a:spcPts val="0"/>
              </a:spcBef>
              <a:spcAft>
                <a:spcPts val="0"/>
              </a:spcAft>
              <a:buSzPts val="1400"/>
              <a:buNone/>
              <a:defRPr/>
            </a:lvl9pPr>
          </a:lstStyle>
          <a:p/>
        </p:txBody>
      </p:sp>
      <p:sp>
        <p:nvSpPr>
          <p:cNvPr id="1595" name="Google Shape;1595;p72"/>
          <p:cNvSpPr txBox="1"/>
          <p:nvPr>
            <p:ph hasCustomPrompt="1" idx="15" type="title"/>
          </p:nvPr>
        </p:nvSpPr>
        <p:spPr>
          <a:xfrm>
            <a:off x="7662593" y="3237184"/>
            <a:ext cx="792600" cy="528300"/>
          </a:xfrm>
          <a:prstGeom prst="rect">
            <a:avLst/>
          </a:prstGeom>
        </p:spPr>
        <p:txBody>
          <a:bodyPr anchorCtr="0" anchor="ctr" bIns="91425" lIns="91425" spcFirstLastPara="1" rIns="91425" wrap="square" tIns="91425">
            <a:noAutofit/>
          </a:bodyPr>
          <a:lstStyle>
            <a:lvl1pPr lvl="0" algn="r">
              <a:spcBef>
                <a:spcPts val="0"/>
              </a:spcBef>
              <a:spcAft>
                <a:spcPts val="0"/>
              </a:spcAft>
              <a:buSzPts val="3000"/>
              <a:buNone/>
              <a:defRPr sz="3000">
                <a:solidFill>
                  <a:schemeClr val="accent2"/>
                </a:solidFill>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grpSp>
        <p:nvGrpSpPr>
          <p:cNvPr id="1596" name="Google Shape;1596;p72"/>
          <p:cNvGrpSpPr/>
          <p:nvPr/>
        </p:nvGrpSpPr>
        <p:grpSpPr>
          <a:xfrm>
            <a:off x="-1069154" y="4407897"/>
            <a:ext cx="1878379" cy="1510434"/>
            <a:chOff x="-1069154" y="4407897"/>
            <a:chExt cx="1878379" cy="1510434"/>
          </a:xfrm>
        </p:grpSpPr>
        <p:sp>
          <p:nvSpPr>
            <p:cNvPr id="1597" name="Google Shape;1597;p72"/>
            <p:cNvSpPr/>
            <p:nvPr/>
          </p:nvSpPr>
          <p:spPr>
            <a:xfrm flipH="1">
              <a:off x="-1069154" y="4407897"/>
              <a:ext cx="1878379" cy="1510434"/>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8" name="Google Shape;1598;p72"/>
            <p:cNvSpPr/>
            <p:nvPr/>
          </p:nvSpPr>
          <p:spPr>
            <a:xfrm>
              <a:off x="-603318" y="4702573"/>
              <a:ext cx="1040410" cy="921152"/>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99" name="Google Shape;1599;p72"/>
          <p:cNvGrpSpPr/>
          <p:nvPr/>
        </p:nvGrpSpPr>
        <p:grpSpPr>
          <a:xfrm flipH="1" rot="10800000">
            <a:off x="8455188" y="183250"/>
            <a:ext cx="463864" cy="572939"/>
            <a:chOff x="274663" y="183250"/>
            <a:chExt cx="463864" cy="572939"/>
          </a:xfrm>
        </p:grpSpPr>
        <p:grpSp>
          <p:nvGrpSpPr>
            <p:cNvPr id="1600" name="Google Shape;1600;p72"/>
            <p:cNvGrpSpPr/>
            <p:nvPr/>
          </p:nvGrpSpPr>
          <p:grpSpPr>
            <a:xfrm>
              <a:off x="633070" y="183250"/>
              <a:ext cx="105457" cy="105457"/>
              <a:chOff x="7812545" y="194375"/>
              <a:chExt cx="105457" cy="105457"/>
            </a:xfrm>
          </p:grpSpPr>
          <p:sp>
            <p:nvSpPr>
              <p:cNvPr id="1601" name="Google Shape;1601;p72"/>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2" name="Google Shape;1602;p72"/>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3" name="Google Shape;1603;p72"/>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4" name="Google Shape;1604;p72"/>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05" name="Google Shape;1605;p72"/>
            <p:cNvSpPr/>
            <p:nvPr/>
          </p:nvSpPr>
          <p:spPr>
            <a:xfrm>
              <a:off x="274663" y="650800"/>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06" name="Google Shape;1606;p72"/>
          <p:cNvSpPr/>
          <p:nvPr/>
        </p:nvSpPr>
        <p:spPr>
          <a:xfrm rot="10800000">
            <a:off x="8055478" y="4564201"/>
            <a:ext cx="1683999" cy="1354130"/>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07" name="Google Shape;1607;p72"/>
          <p:cNvGrpSpPr/>
          <p:nvPr/>
        </p:nvGrpSpPr>
        <p:grpSpPr>
          <a:xfrm>
            <a:off x="167651" y="174775"/>
            <a:ext cx="719526" cy="729257"/>
            <a:chOff x="167651" y="174775"/>
            <a:chExt cx="719526" cy="729257"/>
          </a:xfrm>
        </p:grpSpPr>
        <p:sp>
          <p:nvSpPr>
            <p:cNvPr id="1608" name="Google Shape;1608;p72"/>
            <p:cNvSpPr/>
            <p:nvPr/>
          </p:nvSpPr>
          <p:spPr>
            <a:xfrm flipH="1" rot="10800000">
              <a:off x="167651" y="826080"/>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1609" name="Google Shape;1609;p72"/>
            <p:cNvGrpSpPr/>
            <p:nvPr/>
          </p:nvGrpSpPr>
          <p:grpSpPr>
            <a:xfrm flipH="1" rot="10800000">
              <a:off x="512195" y="174775"/>
              <a:ext cx="105457" cy="105457"/>
              <a:chOff x="7812545" y="194375"/>
              <a:chExt cx="105457" cy="105457"/>
            </a:xfrm>
          </p:grpSpPr>
          <p:sp>
            <p:nvSpPr>
              <p:cNvPr id="1610" name="Google Shape;1610;p72"/>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1" name="Google Shape;1611;p72"/>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2" name="Google Shape;1612;p72"/>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3" name="Google Shape;1613;p72"/>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14" name="Google Shape;1614;p72"/>
            <p:cNvSpPr/>
            <p:nvPr/>
          </p:nvSpPr>
          <p:spPr>
            <a:xfrm flipH="1" rot="10800000">
              <a:off x="809226" y="58245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BLANK_8">
    <p:spTree>
      <p:nvGrpSpPr>
        <p:cNvPr id="1615" name="Shape 1615"/>
        <p:cNvGrpSpPr/>
        <p:nvPr/>
      </p:nvGrpSpPr>
      <p:grpSpPr>
        <a:xfrm>
          <a:off x="0" y="0"/>
          <a:ext cx="0" cy="0"/>
          <a:chOff x="0" y="0"/>
          <a:chExt cx="0" cy="0"/>
        </a:xfrm>
      </p:grpSpPr>
      <p:sp>
        <p:nvSpPr>
          <p:cNvPr id="1616" name="Google Shape;1616;p7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1617" name="Google Shape;1617;p73"/>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618" name="Google Shape;1618;p73"/>
          <p:cNvSpPr txBox="1"/>
          <p:nvPr>
            <p:ph idx="1" type="subTitle"/>
          </p:nvPr>
        </p:nvSpPr>
        <p:spPr>
          <a:xfrm>
            <a:off x="3601100" y="1757449"/>
            <a:ext cx="2063100" cy="4815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1619" name="Google Shape;1619;p73"/>
          <p:cNvSpPr txBox="1"/>
          <p:nvPr>
            <p:ph idx="2" type="subTitle"/>
          </p:nvPr>
        </p:nvSpPr>
        <p:spPr>
          <a:xfrm>
            <a:off x="3601100" y="1346150"/>
            <a:ext cx="2063100" cy="393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sp>
        <p:nvSpPr>
          <p:cNvPr id="1620" name="Google Shape;1620;p73"/>
          <p:cNvSpPr txBox="1"/>
          <p:nvPr>
            <p:ph idx="3" type="subTitle"/>
          </p:nvPr>
        </p:nvSpPr>
        <p:spPr>
          <a:xfrm>
            <a:off x="3601100" y="2860349"/>
            <a:ext cx="2063100" cy="4815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1621" name="Google Shape;1621;p73"/>
          <p:cNvSpPr txBox="1"/>
          <p:nvPr>
            <p:ph idx="4" type="subTitle"/>
          </p:nvPr>
        </p:nvSpPr>
        <p:spPr>
          <a:xfrm>
            <a:off x="3601100" y="2449051"/>
            <a:ext cx="2063100" cy="393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sp>
        <p:nvSpPr>
          <p:cNvPr id="1622" name="Google Shape;1622;p73"/>
          <p:cNvSpPr txBox="1"/>
          <p:nvPr>
            <p:ph idx="5" type="subTitle"/>
          </p:nvPr>
        </p:nvSpPr>
        <p:spPr>
          <a:xfrm>
            <a:off x="3601100" y="3963250"/>
            <a:ext cx="2063100" cy="4815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1623" name="Google Shape;1623;p73"/>
          <p:cNvSpPr txBox="1"/>
          <p:nvPr>
            <p:ph idx="6" type="subTitle"/>
          </p:nvPr>
        </p:nvSpPr>
        <p:spPr>
          <a:xfrm>
            <a:off x="3601100" y="3551951"/>
            <a:ext cx="2063100" cy="393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sp>
        <p:nvSpPr>
          <p:cNvPr id="1624" name="Google Shape;1624;p73"/>
          <p:cNvSpPr txBox="1"/>
          <p:nvPr>
            <p:ph idx="7" type="subTitle"/>
          </p:nvPr>
        </p:nvSpPr>
        <p:spPr>
          <a:xfrm>
            <a:off x="6395100" y="1757449"/>
            <a:ext cx="2063100" cy="4815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1625" name="Google Shape;1625;p73"/>
          <p:cNvSpPr txBox="1"/>
          <p:nvPr>
            <p:ph idx="8" type="subTitle"/>
          </p:nvPr>
        </p:nvSpPr>
        <p:spPr>
          <a:xfrm>
            <a:off x="6395100" y="1346150"/>
            <a:ext cx="2063100" cy="393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sp>
        <p:nvSpPr>
          <p:cNvPr id="1626" name="Google Shape;1626;p73"/>
          <p:cNvSpPr txBox="1"/>
          <p:nvPr>
            <p:ph idx="9" type="subTitle"/>
          </p:nvPr>
        </p:nvSpPr>
        <p:spPr>
          <a:xfrm>
            <a:off x="6395100" y="2860349"/>
            <a:ext cx="2063100" cy="4815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1627" name="Google Shape;1627;p73"/>
          <p:cNvSpPr txBox="1"/>
          <p:nvPr>
            <p:ph idx="13" type="subTitle"/>
          </p:nvPr>
        </p:nvSpPr>
        <p:spPr>
          <a:xfrm>
            <a:off x="6395100" y="2449051"/>
            <a:ext cx="2063100" cy="393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sp>
        <p:nvSpPr>
          <p:cNvPr id="1628" name="Google Shape;1628;p73"/>
          <p:cNvSpPr txBox="1"/>
          <p:nvPr>
            <p:ph idx="14" type="subTitle"/>
          </p:nvPr>
        </p:nvSpPr>
        <p:spPr>
          <a:xfrm>
            <a:off x="6395100" y="3963250"/>
            <a:ext cx="2063100" cy="4815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1629" name="Google Shape;1629;p73"/>
          <p:cNvSpPr txBox="1"/>
          <p:nvPr>
            <p:ph idx="15" type="subTitle"/>
          </p:nvPr>
        </p:nvSpPr>
        <p:spPr>
          <a:xfrm>
            <a:off x="6395100" y="3551951"/>
            <a:ext cx="2063100" cy="393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grpSp>
        <p:nvGrpSpPr>
          <p:cNvPr id="1630" name="Google Shape;1630;p73"/>
          <p:cNvGrpSpPr/>
          <p:nvPr/>
        </p:nvGrpSpPr>
        <p:grpSpPr>
          <a:xfrm>
            <a:off x="8140895" y="199900"/>
            <a:ext cx="767307" cy="704132"/>
            <a:chOff x="8140895" y="199900"/>
            <a:chExt cx="767307" cy="704132"/>
          </a:xfrm>
        </p:grpSpPr>
        <p:sp>
          <p:nvSpPr>
            <p:cNvPr id="1631" name="Google Shape;1631;p73"/>
            <p:cNvSpPr/>
            <p:nvPr/>
          </p:nvSpPr>
          <p:spPr>
            <a:xfrm>
              <a:off x="8724801" y="261850"/>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1632" name="Google Shape;1632;p73"/>
            <p:cNvGrpSpPr/>
            <p:nvPr/>
          </p:nvGrpSpPr>
          <p:grpSpPr>
            <a:xfrm>
              <a:off x="8802745" y="798575"/>
              <a:ext cx="105457" cy="105457"/>
              <a:chOff x="7812545" y="194375"/>
              <a:chExt cx="105457" cy="105457"/>
            </a:xfrm>
          </p:grpSpPr>
          <p:sp>
            <p:nvSpPr>
              <p:cNvPr id="1633" name="Google Shape;1633;p73"/>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4" name="Google Shape;1634;p73"/>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5" name="Google Shape;1635;p73"/>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6" name="Google Shape;1636;p73"/>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37" name="Google Shape;1637;p73"/>
            <p:cNvGrpSpPr/>
            <p:nvPr/>
          </p:nvGrpSpPr>
          <p:grpSpPr>
            <a:xfrm>
              <a:off x="8140895" y="199900"/>
              <a:ext cx="105457" cy="105457"/>
              <a:chOff x="7812545" y="194375"/>
              <a:chExt cx="105457" cy="105457"/>
            </a:xfrm>
          </p:grpSpPr>
          <p:sp>
            <p:nvSpPr>
              <p:cNvPr id="1638" name="Google Shape;1638;p73"/>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9" name="Google Shape;1639;p73"/>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0" name="Google Shape;1640;p73"/>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1" name="Google Shape;1641;p73"/>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642" name="Google Shape;1642;p73"/>
          <p:cNvGrpSpPr/>
          <p:nvPr/>
        </p:nvGrpSpPr>
        <p:grpSpPr>
          <a:xfrm>
            <a:off x="198551" y="248100"/>
            <a:ext cx="340151" cy="550476"/>
            <a:chOff x="198551" y="248100"/>
            <a:chExt cx="340151" cy="550476"/>
          </a:xfrm>
        </p:grpSpPr>
        <p:sp>
          <p:nvSpPr>
            <p:cNvPr id="1643" name="Google Shape;1643;p73"/>
            <p:cNvSpPr/>
            <p:nvPr/>
          </p:nvSpPr>
          <p:spPr>
            <a:xfrm>
              <a:off x="198551" y="72062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1644" name="Google Shape;1644;p73"/>
            <p:cNvGrpSpPr/>
            <p:nvPr/>
          </p:nvGrpSpPr>
          <p:grpSpPr>
            <a:xfrm>
              <a:off x="433245" y="248100"/>
              <a:ext cx="105457" cy="105457"/>
              <a:chOff x="7812545" y="194375"/>
              <a:chExt cx="105457" cy="105457"/>
            </a:xfrm>
          </p:grpSpPr>
          <p:sp>
            <p:nvSpPr>
              <p:cNvPr id="1645" name="Google Shape;1645;p73"/>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6" name="Google Shape;1646;p73"/>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7" name="Google Shape;1647;p73"/>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8" name="Google Shape;1648;p73"/>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649" name="Google Shape;1649;p73"/>
          <p:cNvSpPr/>
          <p:nvPr/>
        </p:nvSpPr>
        <p:spPr>
          <a:xfrm flipH="1">
            <a:off x="8724788" y="4527038"/>
            <a:ext cx="1232275" cy="1091025"/>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50" name="Google Shape;1650;p73"/>
          <p:cNvGrpSpPr/>
          <p:nvPr/>
        </p:nvGrpSpPr>
        <p:grpSpPr>
          <a:xfrm>
            <a:off x="2880351" y="4654848"/>
            <a:ext cx="2357201" cy="285801"/>
            <a:chOff x="2880351" y="4654848"/>
            <a:chExt cx="2357201" cy="285801"/>
          </a:xfrm>
        </p:grpSpPr>
        <p:sp>
          <p:nvSpPr>
            <p:cNvPr id="1651" name="Google Shape;1651;p73"/>
            <p:cNvSpPr/>
            <p:nvPr/>
          </p:nvSpPr>
          <p:spPr>
            <a:xfrm>
              <a:off x="2880351" y="4862698"/>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1652" name="Google Shape;1652;p73"/>
            <p:cNvGrpSpPr/>
            <p:nvPr/>
          </p:nvGrpSpPr>
          <p:grpSpPr>
            <a:xfrm>
              <a:off x="3601095" y="4654848"/>
              <a:ext cx="105457" cy="105457"/>
              <a:chOff x="7812545" y="194375"/>
              <a:chExt cx="105457" cy="105457"/>
            </a:xfrm>
          </p:grpSpPr>
          <p:sp>
            <p:nvSpPr>
              <p:cNvPr id="1653" name="Google Shape;1653;p73"/>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4" name="Google Shape;1654;p73"/>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5" name="Google Shape;1655;p73"/>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6" name="Google Shape;1656;p73"/>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57" name="Google Shape;1657;p73"/>
            <p:cNvSpPr/>
            <p:nvPr/>
          </p:nvSpPr>
          <p:spPr>
            <a:xfrm>
              <a:off x="4343376" y="4862698"/>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1658" name="Google Shape;1658;p73"/>
            <p:cNvGrpSpPr/>
            <p:nvPr/>
          </p:nvGrpSpPr>
          <p:grpSpPr>
            <a:xfrm>
              <a:off x="5132095" y="4654848"/>
              <a:ext cx="105457" cy="105457"/>
              <a:chOff x="7812545" y="194375"/>
              <a:chExt cx="105457" cy="105457"/>
            </a:xfrm>
          </p:grpSpPr>
          <p:sp>
            <p:nvSpPr>
              <p:cNvPr id="1659" name="Google Shape;1659;p73"/>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0" name="Google Shape;1660;p73"/>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1" name="Google Shape;1661;p73"/>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2" name="Google Shape;1662;p73"/>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BLANK_9">
    <p:spTree>
      <p:nvGrpSpPr>
        <p:cNvPr id="1663" name="Shape 1663"/>
        <p:cNvGrpSpPr/>
        <p:nvPr/>
      </p:nvGrpSpPr>
      <p:grpSpPr>
        <a:xfrm>
          <a:off x="0" y="0"/>
          <a:ext cx="0" cy="0"/>
          <a:chOff x="0" y="0"/>
          <a:chExt cx="0" cy="0"/>
        </a:xfrm>
      </p:grpSpPr>
      <p:sp>
        <p:nvSpPr>
          <p:cNvPr id="1664" name="Google Shape;1664;p7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1665" name="Google Shape;1665;p74"/>
          <p:cNvSpPr txBox="1"/>
          <p:nvPr>
            <p:ph type="title"/>
          </p:nvPr>
        </p:nvSpPr>
        <p:spPr>
          <a:xfrm>
            <a:off x="685800" y="1976850"/>
            <a:ext cx="3598800" cy="5355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666" name="Google Shape;1666;p74"/>
          <p:cNvSpPr txBox="1"/>
          <p:nvPr>
            <p:ph idx="1" type="subTitle"/>
          </p:nvPr>
        </p:nvSpPr>
        <p:spPr>
          <a:xfrm>
            <a:off x="685800" y="2627175"/>
            <a:ext cx="3598800" cy="7518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nSpc>
                <a:spcPct val="100000"/>
              </a:lnSpc>
              <a:spcBef>
                <a:spcPts val="0"/>
              </a:spcBef>
              <a:spcAft>
                <a:spcPts val="0"/>
              </a:spcAft>
              <a:buSzPts val="2100"/>
              <a:buNone/>
              <a:defRPr sz="2100"/>
            </a:lvl2pPr>
            <a:lvl3pPr lvl="2">
              <a:lnSpc>
                <a:spcPct val="100000"/>
              </a:lnSpc>
              <a:spcBef>
                <a:spcPts val="0"/>
              </a:spcBef>
              <a:spcAft>
                <a:spcPts val="0"/>
              </a:spcAft>
              <a:buSzPts val="2100"/>
              <a:buNone/>
              <a:defRPr sz="2100"/>
            </a:lvl3pPr>
            <a:lvl4pPr lvl="3">
              <a:lnSpc>
                <a:spcPct val="100000"/>
              </a:lnSpc>
              <a:spcBef>
                <a:spcPts val="0"/>
              </a:spcBef>
              <a:spcAft>
                <a:spcPts val="0"/>
              </a:spcAft>
              <a:buSzPts val="2100"/>
              <a:buNone/>
              <a:defRPr sz="2100"/>
            </a:lvl4pPr>
            <a:lvl5pPr lvl="4">
              <a:lnSpc>
                <a:spcPct val="100000"/>
              </a:lnSpc>
              <a:spcBef>
                <a:spcPts val="0"/>
              </a:spcBef>
              <a:spcAft>
                <a:spcPts val="0"/>
              </a:spcAft>
              <a:buSzPts val="2100"/>
              <a:buNone/>
              <a:defRPr sz="2100"/>
            </a:lvl5pPr>
            <a:lvl6pPr lvl="5">
              <a:lnSpc>
                <a:spcPct val="100000"/>
              </a:lnSpc>
              <a:spcBef>
                <a:spcPts val="0"/>
              </a:spcBef>
              <a:spcAft>
                <a:spcPts val="0"/>
              </a:spcAft>
              <a:buSzPts val="2100"/>
              <a:buNone/>
              <a:defRPr sz="2100"/>
            </a:lvl6pPr>
            <a:lvl7pPr lvl="6">
              <a:lnSpc>
                <a:spcPct val="100000"/>
              </a:lnSpc>
              <a:spcBef>
                <a:spcPts val="0"/>
              </a:spcBef>
              <a:spcAft>
                <a:spcPts val="0"/>
              </a:spcAft>
              <a:buSzPts val="2100"/>
              <a:buNone/>
              <a:defRPr sz="2100"/>
            </a:lvl7pPr>
            <a:lvl8pPr lvl="7">
              <a:lnSpc>
                <a:spcPct val="100000"/>
              </a:lnSpc>
              <a:spcBef>
                <a:spcPts val="0"/>
              </a:spcBef>
              <a:spcAft>
                <a:spcPts val="0"/>
              </a:spcAft>
              <a:buSzPts val="2100"/>
              <a:buNone/>
              <a:defRPr sz="2100"/>
            </a:lvl8pPr>
            <a:lvl9pPr lvl="8">
              <a:lnSpc>
                <a:spcPct val="100000"/>
              </a:lnSpc>
              <a:spcBef>
                <a:spcPts val="0"/>
              </a:spcBef>
              <a:spcAft>
                <a:spcPts val="0"/>
              </a:spcAft>
              <a:buSzPts val="2100"/>
              <a:buNone/>
              <a:defRPr sz="2100"/>
            </a:lvl9pPr>
          </a:lstStyle>
          <a:p/>
        </p:txBody>
      </p:sp>
      <p:grpSp>
        <p:nvGrpSpPr>
          <p:cNvPr id="1667" name="Google Shape;1667;p74"/>
          <p:cNvGrpSpPr/>
          <p:nvPr/>
        </p:nvGrpSpPr>
        <p:grpSpPr>
          <a:xfrm>
            <a:off x="203282" y="217187"/>
            <a:ext cx="801319" cy="855707"/>
            <a:chOff x="203282" y="217187"/>
            <a:chExt cx="801319" cy="855707"/>
          </a:xfrm>
        </p:grpSpPr>
        <p:sp>
          <p:nvSpPr>
            <p:cNvPr id="1668" name="Google Shape;1668;p74"/>
            <p:cNvSpPr/>
            <p:nvPr/>
          </p:nvSpPr>
          <p:spPr>
            <a:xfrm>
              <a:off x="899150" y="217187"/>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69" name="Google Shape;1669;p74"/>
            <p:cNvGrpSpPr/>
            <p:nvPr/>
          </p:nvGrpSpPr>
          <p:grpSpPr>
            <a:xfrm>
              <a:off x="203282" y="967438"/>
              <a:ext cx="105457" cy="105457"/>
              <a:chOff x="7812545" y="194375"/>
              <a:chExt cx="105457" cy="105457"/>
            </a:xfrm>
          </p:grpSpPr>
          <p:sp>
            <p:nvSpPr>
              <p:cNvPr id="1670" name="Google Shape;1670;p74"/>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1" name="Google Shape;1671;p74"/>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2" name="Google Shape;1672;p74"/>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3" name="Google Shape;1673;p74"/>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674" name="Google Shape;1674;p74"/>
          <p:cNvGrpSpPr/>
          <p:nvPr/>
        </p:nvGrpSpPr>
        <p:grpSpPr>
          <a:xfrm>
            <a:off x="-486246" y="4538820"/>
            <a:ext cx="1490848" cy="877511"/>
            <a:chOff x="-486246" y="4538820"/>
            <a:chExt cx="1490848" cy="877511"/>
          </a:xfrm>
        </p:grpSpPr>
        <p:sp>
          <p:nvSpPr>
            <p:cNvPr id="1675" name="Google Shape;1675;p74"/>
            <p:cNvSpPr/>
            <p:nvPr/>
          </p:nvSpPr>
          <p:spPr>
            <a:xfrm>
              <a:off x="-486246" y="4538820"/>
              <a:ext cx="991119" cy="877511"/>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6" name="Google Shape;1676;p74"/>
            <p:cNvSpPr/>
            <p:nvPr/>
          </p:nvSpPr>
          <p:spPr>
            <a:xfrm>
              <a:off x="899150" y="4850137"/>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BLANK_11">
    <p:spTree>
      <p:nvGrpSpPr>
        <p:cNvPr id="1677" name="Shape 1677"/>
        <p:cNvGrpSpPr/>
        <p:nvPr/>
      </p:nvGrpSpPr>
      <p:grpSpPr>
        <a:xfrm>
          <a:off x="0" y="0"/>
          <a:ext cx="0" cy="0"/>
          <a:chOff x="0" y="0"/>
          <a:chExt cx="0" cy="0"/>
        </a:xfrm>
      </p:grpSpPr>
      <p:sp>
        <p:nvSpPr>
          <p:cNvPr id="1678" name="Google Shape;1678;p7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1679" name="Google Shape;1679;p75"/>
          <p:cNvSpPr txBox="1"/>
          <p:nvPr>
            <p:ph type="title"/>
          </p:nvPr>
        </p:nvSpPr>
        <p:spPr>
          <a:xfrm>
            <a:off x="4859400" y="1976850"/>
            <a:ext cx="3598800" cy="5355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680" name="Google Shape;1680;p75"/>
          <p:cNvSpPr txBox="1"/>
          <p:nvPr>
            <p:ph idx="1" type="subTitle"/>
          </p:nvPr>
        </p:nvSpPr>
        <p:spPr>
          <a:xfrm>
            <a:off x="4859400" y="2627175"/>
            <a:ext cx="3598800" cy="7518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nSpc>
                <a:spcPct val="100000"/>
              </a:lnSpc>
              <a:spcBef>
                <a:spcPts val="0"/>
              </a:spcBef>
              <a:spcAft>
                <a:spcPts val="0"/>
              </a:spcAft>
              <a:buSzPts val="2100"/>
              <a:buNone/>
              <a:defRPr sz="2100"/>
            </a:lvl2pPr>
            <a:lvl3pPr lvl="2">
              <a:lnSpc>
                <a:spcPct val="100000"/>
              </a:lnSpc>
              <a:spcBef>
                <a:spcPts val="0"/>
              </a:spcBef>
              <a:spcAft>
                <a:spcPts val="0"/>
              </a:spcAft>
              <a:buSzPts val="2100"/>
              <a:buNone/>
              <a:defRPr sz="2100"/>
            </a:lvl3pPr>
            <a:lvl4pPr lvl="3">
              <a:lnSpc>
                <a:spcPct val="100000"/>
              </a:lnSpc>
              <a:spcBef>
                <a:spcPts val="0"/>
              </a:spcBef>
              <a:spcAft>
                <a:spcPts val="0"/>
              </a:spcAft>
              <a:buSzPts val="2100"/>
              <a:buNone/>
              <a:defRPr sz="2100"/>
            </a:lvl4pPr>
            <a:lvl5pPr lvl="4">
              <a:lnSpc>
                <a:spcPct val="100000"/>
              </a:lnSpc>
              <a:spcBef>
                <a:spcPts val="0"/>
              </a:spcBef>
              <a:spcAft>
                <a:spcPts val="0"/>
              </a:spcAft>
              <a:buSzPts val="2100"/>
              <a:buNone/>
              <a:defRPr sz="2100"/>
            </a:lvl5pPr>
            <a:lvl6pPr lvl="5">
              <a:lnSpc>
                <a:spcPct val="100000"/>
              </a:lnSpc>
              <a:spcBef>
                <a:spcPts val="0"/>
              </a:spcBef>
              <a:spcAft>
                <a:spcPts val="0"/>
              </a:spcAft>
              <a:buSzPts val="2100"/>
              <a:buNone/>
              <a:defRPr sz="2100"/>
            </a:lvl6pPr>
            <a:lvl7pPr lvl="6">
              <a:lnSpc>
                <a:spcPct val="100000"/>
              </a:lnSpc>
              <a:spcBef>
                <a:spcPts val="0"/>
              </a:spcBef>
              <a:spcAft>
                <a:spcPts val="0"/>
              </a:spcAft>
              <a:buSzPts val="2100"/>
              <a:buNone/>
              <a:defRPr sz="2100"/>
            </a:lvl7pPr>
            <a:lvl8pPr lvl="7">
              <a:lnSpc>
                <a:spcPct val="100000"/>
              </a:lnSpc>
              <a:spcBef>
                <a:spcPts val="0"/>
              </a:spcBef>
              <a:spcAft>
                <a:spcPts val="0"/>
              </a:spcAft>
              <a:buSzPts val="2100"/>
              <a:buNone/>
              <a:defRPr sz="2100"/>
            </a:lvl8pPr>
            <a:lvl9pPr lvl="8">
              <a:lnSpc>
                <a:spcPct val="100000"/>
              </a:lnSpc>
              <a:spcBef>
                <a:spcPts val="0"/>
              </a:spcBef>
              <a:spcAft>
                <a:spcPts val="0"/>
              </a:spcAft>
              <a:buSzPts val="2100"/>
              <a:buNone/>
              <a:defRPr sz="2100"/>
            </a:lvl9pPr>
          </a:lstStyle>
          <a:p/>
        </p:txBody>
      </p:sp>
      <p:grpSp>
        <p:nvGrpSpPr>
          <p:cNvPr id="1681" name="Google Shape;1681;p75"/>
          <p:cNvGrpSpPr/>
          <p:nvPr/>
        </p:nvGrpSpPr>
        <p:grpSpPr>
          <a:xfrm>
            <a:off x="4267201" y="4281023"/>
            <a:ext cx="2862276" cy="557407"/>
            <a:chOff x="4267201" y="4281023"/>
            <a:chExt cx="2862276" cy="557407"/>
          </a:xfrm>
        </p:grpSpPr>
        <p:sp>
          <p:nvSpPr>
            <p:cNvPr id="1682" name="Google Shape;1682;p75"/>
            <p:cNvSpPr/>
            <p:nvPr/>
          </p:nvSpPr>
          <p:spPr>
            <a:xfrm>
              <a:off x="4267201" y="4746723"/>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1683" name="Google Shape;1683;p75"/>
            <p:cNvGrpSpPr/>
            <p:nvPr/>
          </p:nvGrpSpPr>
          <p:grpSpPr>
            <a:xfrm>
              <a:off x="5127270" y="4281023"/>
              <a:ext cx="105457" cy="105457"/>
              <a:chOff x="7812545" y="194375"/>
              <a:chExt cx="105457" cy="105457"/>
            </a:xfrm>
          </p:grpSpPr>
          <p:sp>
            <p:nvSpPr>
              <p:cNvPr id="1684" name="Google Shape;1684;p75"/>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5" name="Google Shape;1685;p75"/>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6" name="Google Shape;1686;p75"/>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7" name="Google Shape;1687;p75"/>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88" name="Google Shape;1688;p75"/>
            <p:cNvSpPr/>
            <p:nvPr/>
          </p:nvSpPr>
          <p:spPr>
            <a:xfrm>
              <a:off x="6165650" y="4487449"/>
              <a:ext cx="171626" cy="171626"/>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1689" name="Google Shape;1689;p75"/>
            <p:cNvGrpSpPr/>
            <p:nvPr/>
          </p:nvGrpSpPr>
          <p:grpSpPr>
            <a:xfrm>
              <a:off x="7024020" y="4732973"/>
              <a:ext cx="105457" cy="105457"/>
              <a:chOff x="7812545" y="194375"/>
              <a:chExt cx="105457" cy="105457"/>
            </a:xfrm>
          </p:grpSpPr>
          <p:sp>
            <p:nvSpPr>
              <p:cNvPr id="1690" name="Google Shape;1690;p75"/>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1" name="Google Shape;1691;p75"/>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2" name="Google Shape;1692;p75"/>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3" name="Google Shape;1693;p75"/>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694" name="Google Shape;1694;p75"/>
          <p:cNvSpPr/>
          <p:nvPr/>
        </p:nvSpPr>
        <p:spPr>
          <a:xfrm rot="5828238">
            <a:off x="712226" y="4219055"/>
            <a:ext cx="1085117" cy="2077472"/>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5" name="Google Shape;1695;p75"/>
          <p:cNvSpPr/>
          <p:nvPr/>
        </p:nvSpPr>
        <p:spPr>
          <a:xfrm flipH="1">
            <a:off x="8516050" y="4487450"/>
            <a:ext cx="1172375" cy="942725"/>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96" name="Google Shape;1696;p75"/>
          <p:cNvGrpSpPr/>
          <p:nvPr/>
        </p:nvGrpSpPr>
        <p:grpSpPr>
          <a:xfrm>
            <a:off x="8176604" y="-179030"/>
            <a:ext cx="1421198" cy="1325909"/>
            <a:chOff x="8176604" y="-179030"/>
            <a:chExt cx="1421198" cy="1325909"/>
          </a:xfrm>
        </p:grpSpPr>
        <p:sp>
          <p:nvSpPr>
            <p:cNvPr id="1697" name="Google Shape;1697;p75"/>
            <p:cNvSpPr/>
            <p:nvPr/>
          </p:nvSpPr>
          <p:spPr>
            <a:xfrm flipH="1">
              <a:off x="8606683" y="-179030"/>
              <a:ext cx="991119" cy="877511"/>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8" name="Google Shape;1698;p75"/>
            <p:cNvSpPr/>
            <p:nvPr/>
          </p:nvSpPr>
          <p:spPr>
            <a:xfrm flipH="1">
              <a:off x="8176604" y="349987"/>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99" name="Google Shape;1699;p75"/>
            <p:cNvGrpSpPr/>
            <p:nvPr/>
          </p:nvGrpSpPr>
          <p:grpSpPr>
            <a:xfrm>
              <a:off x="8732620" y="1041423"/>
              <a:ext cx="105457" cy="105457"/>
              <a:chOff x="7812545" y="194375"/>
              <a:chExt cx="105457" cy="105457"/>
            </a:xfrm>
          </p:grpSpPr>
          <p:sp>
            <p:nvSpPr>
              <p:cNvPr id="1700" name="Google Shape;1700;p75"/>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1" name="Google Shape;1701;p75"/>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2" name="Google Shape;1702;p75"/>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3" name="Google Shape;1703;p75"/>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704" name="Google Shape;1704;p75"/>
          <p:cNvSpPr/>
          <p:nvPr/>
        </p:nvSpPr>
        <p:spPr>
          <a:xfrm>
            <a:off x="-1881050" y="-618725"/>
            <a:ext cx="6399210" cy="5209061"/>
          </a:xfrm>
          <a:custGeom>
            <a:rect b="b" l="l" r="r" t="t"/>
            <a:pathLst>
              <a:path extrusionOk="0" h="48924" w="60102">
                <a:moveTo>
                  <a:pt x="31550" y="1"/>
                </a:moveTo>
                <a:cubicBezTo>
                  <a:pt x="28688" y="1"/>
                  <a:pt x="25391" y="541"/>
                  <a:pt x="22089" y="2238"/>
                </a:cubicBezTo>
                <a:cubicBezTo>
                  <a:pt x="12977" y="6900"/>
                  <a:pt x="8196" y="17230"/>
                  <a:pt x="4091" y="25485"/>
                </a:cubicBezTo>
                <a:cubicBezTo>
                  <a:pt x="1" y="33725"/>
                  <a:pt x="2016" y="42612"/>
                  <a:pt x="8767" y="47123"/>
                </a:cubicBezTo>
                <a:cubicBezTo>
                  <a:pt x="10764" y="48461"/>
                  <a:pt x="12590" y="48924"/>
                  <a:pt x="14421" y="48924"/>
                </a:cubicBezTo>
                <a:cubicBezTo>
                  <a:pt x="18514" y="48924"/>
                  <a:pt x="22630" y="46611"/>
                  <a:pt x="28730" y="46611"/>
                </a:cubicBezTo>
                <a:cubicBezTo>
                  <a:pt x="29125" y="46611"/>
                  <a:pt x="29527" y="46621"/>
                  <a:pt x="29939" y="46641"/>
                </a:cubicBezTo>
                <a:cubicBezTo>
                  <a:pt x="34134" y="46851"/>
                  <a:pt x="36984" y="47278"/>
                  <a:pt x="39535" y="47278"/>
                </a:cubicBezTo>
                <a:cubicBezTo>
                  <a:pt x="42835" y="47278"/>
                  <a:pt x="45637" y="46563"/>
                  <a:pt x="50208" y="43739"/>
                </a:cubicBezTo>
                <a:cubicBezTo>
                  <a:pt x="58328" y="38732"/>
                  <a:pt x="60102" y="25500"/>
                  <a:pt x="54042" y="15140"/>
                </a:cubicBezTo>
                <a:cubicBezTo>
                  <a:pt x="47997" y="4779"/>
                  <a:pt x="40254" y="1667"/>
                  <a:pt x="40254" y="1667"/>
                </a:cubicBezTo>
                <a:cubicBezTo>
                  <a:pt x="40254" y="1667"/>
                  <a:pt x="36573" y="1"/>
                  <a:pt x="31550"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BLANK_13">
    <p:spTree>
      <p:nvGrpSpPr>
        <p:cNvPr id="1705" name="Shape 1705"/>
        <p:cNvGrpSpPr/>
        <p:nvPr/>
      </p:nvGrpSpPr>
      <p:grpSpPr>
        <a:xfrm>
          <a:off x="0" y="0"/>
          <a:ext cx="0" cy="0"/>
          <a:chOff x="0" y="0"/>
          <a:chExt cx="0" cy="0"/>
        </a:xfrm>
      </p:grpSpPr>
      <p:sp>
        <p:nvSpPr>
          <p:cNvPr id="1706" name="Google Shape;1706;p76"/>
          <p:cNvSpPr/>
          <p:nvPr/>
        </p:nvSpPr>
        <p:spPr>
          <a:xfrm flipH="1" rot="10800000">
            <a:off x="708675" y="219590"/>
            <a:ext cx="7726638" cy="4704323"/>
          </a:xfrm>
          <a:custGeom>
            <a:rect b="b" l="l" r="r" t="t"/>
            <a:pathLst>
              <a:path extrusionOk="0" h="49900" w="54584">
                <a:moveTo>
                  <a:pt x="39803" y="0"/>
                </a:moveTo>
                <a:cubicBezTo>
                  <a:pt x="38029" y="0"/>
                  <a:pt x="36248" y="409"/>
                  <a:pt x="34570" y="1238"/>
                </a:cubicBezTo>
                <a:cubicBezTo>
                  <a:pt x="31367" y="2802"/>
                  <a:pt x="28886" y="5448"/>
                  <a:pt x="25683" y="7012"/>
                </a:cubicBezTo>
                <a:cubicBezTo>
                  <a:pt x="21308" y="9163"/>
                  <a:pt x="16511" y="10320"/>
                  <a:pt x="12090" y="12380"/>
                </a:cubicBezTo>
                <a:cubicBezTo>
                  <a:pt x="7684" y="14425"/>
                  <a:pt x="3444" y="17628"/>
                  <a:pt x="1865" y="22244"/>
                </a:cubicBezTo>
                <a:cubicBezTo>
                  <a:pt x="1" y="27673"/>
                  <a:pt x="647" y="34078"/>
                  <a:pt x="3504" y="39040"/>
                </a:cubicBezTo>
                <a:cubicBezTo>
                  <a:pt x="8069" y="46988"/>
                  <a:pt x="17031" y="49899"/>
                  <a:pt x="25743" y="49899"/>
                </a:cubicBezTo>
                <a:cubicBezTo>
                  <a:pt x="25898" y="49899"/>
                  <a:pt x="26054" y="49898"/>
                  <a:pt x="26209" y="49897"/>
                </a:cubicBezTo>
                <a:cubicBezTo>
                  <a:pt x="44945" y="49671"/>
                  <a:pt x="54583" y="26996"/>
                  <a:pt x="51531" y="10696"/>
                </a:cubicBezTo>
                <a:cubicBezTo>
                  <a:pt x="50869" y="7163"/>
                  <a:pt x="49230" y="3779"/>
                  <a:pt x="46118" y="1840"/>
                </a:cubicBezTo>
                <a:cubicBezTo>
                  <a:pt x="44160" y="620"/>
                  <a:pt x="41987" y="0"/>
                  <a:pt x="3980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7" name="Google Shape;1707;p7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1708" name="Google Shape;1708;p76"/>
          <p:cNvSpPr txBox="1"/>
          <p:nvPr>
            <p:ph type="title"/>
          </p:nvPr>
        </p:nvSpPr>
        <p:spPr>
          <a:xfrm>
            <a:off x="1342950" y="1382675"/>
            <a:ext cx="6458100" cy="12486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accent2"/>
              </a:buClr>
              <a:buSzPts val="10000"/>
              <a:buNone/>
              <a:defRPr sz="10000">
                <a:solidFill>
                  <a:schemeClr val="accent2"/>
                </a:solidFill>
              </a:defRPr>
            </a:lvl1pPr>
            <a:lvl2pPr lvl="1">
              <a:spcBef>
                <a:spcPts val="0"/>
              </a:spcBef>
              <a:spcAft>
                <a:spcPts val="0"/>
              </a:spcAft>
              <a:buClr>
                <a:schemeClr val="accent2"/>
              </a:buClr>
              <a:buSzPts val="10000"/>
              <a:buNone/>
              <a:defRPr sz="10000">
                <a:solidFill>
                  <a:schemeClr val="accent2"/>
                </a:solidFill>
              </a:defRPr>
            </a:lvl2pPr>
            <a:lvl3pPr lvl="2">
              <a:spcBef>
                <a:spcPts val="0"/>
              </a:spcBef>
              <a:spcAft>
                <a:spcPts val="0"/>
              </a:spcAft>
              <a:buClr>
                <a:schemeClr val="accent2"/>
              </a:buClr>
              <a:buSzPts val="10000"/>
              <a:buNone/>
              <a:defRPr sz="10000">
                <a:solidFill>
                  <a:schemeClr val="accent2"/>
                </a:solidFill>
              </a:defRPr>
            </a:lvl3pPr>
            <a:lvl4pPr lvl="3">
              <a:spcBef>
                <a:spcPts val="0"/>
              </a:spcBef>
              <a:spcAft>
                <a:spcPts val="0"/>
              </a:spcAft>
              <a:buClr>
                <a:schemeClr val="accent2"/>
              </a:buClr>
              <a:buSzPts val="10000"/>
              <a:buNone/>
              <a:defRPr sz="10000">
                <a:solidFill>
                  <a:schemeClr val="accent2"/>
                </a:solidFill>
              </a:defRPr>
            </a:lvl4pPr>
            <a:lvl5pPr lvl="4">
              <a:spcBef>
                <a:spcPts val="0"/>
              </a:spcBef>
              <a:spcAft>
                <a:spcPts val="0"/>
              </a:spcAft>
              <a:buClr>
                <a:schemeClr val="accent2"/>
              </a:buClr>
              <a:buSzPts val="10000"/>
              <a:buNone/>
              <a:defRPr sz="10000">
                <a:solidFill>
                  <a:schemeClr val="accent2"/>
                </a:solidFill>
              </a:defRPr>
            </a:lvl5pPr>
            <a:lvl6pPr lvl="5">
              <a:spcBef>
                <a:spcPts val="0"/>
              </a:spcBef>
              <a:spcAft>
                <a:spcPts val="0"/>
              </a:spcAft>
              <a:buClr>
                <a:schemeClr val="accent2"/>
              </a:buClr>
              <a:buSzPts val="10000"/>
              <a:buNone/>
              <a:defRPr sz="10000">
                <a:solidFill>
                  <a:schemeClr val="accent2"/>
                </a:solidFill>
              </a:defRPr>
            </a:lvl6pPr>
            <a:lvl7pPr lvl="6">
              <a:spcBef>
                <a:spcPts val="0"/>
              </a:spcBef>
              <a:spcAft>
                <a:spcPts val="0"/>
              </a:spcAft>
              <a:buClr>
                <a:schemeClr val="accent2"/>
              </a:buClr>
              <a:buSzPts val="10000"/>
              <a:buNone/>
              <a:defRPr sz="10000">
                <a:solidFill>
                  <a:schemeClr val="accent2"/>
                </a:solidFill>
              </a:defRPr>
            </a:lvl7pPr>
            <a:lvl8pPr lvl="7">
              <a:spcBef>
                <a:spcPts val="0"/>
              </a:spcBef>
              <a:spcAft>
                <a:spcPts val="0"/>
              </a:spcAft>
              <a:buClr>
                <a:schemeClr val="accent2"/>
              </a:buClr>
              <a:buSzPts val="10000"/>
              <a:buNone/>
              <a:defRPr sz="10000">
                <a:solidFill>
                  <a:schemeClr val="accent2"/>
                </a:solidFill>
              </a:defRPr>
            </a:lvl8pPr>
            <a:lvl9pPr lvl="8">
              <a:spcBef>
                <a:spcPts val="0"/>
              </a:spcBef>
              <a:spcAft>
                <a:spcPts val="0"/>
              </a:spcAft>
              <a:buClr>
                <a:schemeClr val="accent2"/>
              </a:buClr>
              <a:buSzPts val="10000"/>
              <a:buNone/>
              <a:defRPr sz="10000">
                <a:solidFill>
                  <a:schemeClr val="accent2"/>
                </a:solidFill>
              </a:defRPr>
            </a:lvl9pPr>
          </a:lstStyle>
          <a:p/>
        </p:txBody>
      </p:sp>
      <p:sp>
        <p:nvSpPr>
          <p:cNvPr id="1709" name="Google Shape;1709;p76"/>
          <p:cNvSpPr txBox="1"/>
          <p:nvPr>
            <p:ph idx="1" type="subTitle"/>
          </p:nvPr>
        </p:nvSpPr>
        <p:spPr>
          <a:xfrm>
            <a:off x="2011650" y="2844800"/>
            <a:ext cx="5120700" cy="4470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8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1710" name="Google Shape;1710;p76"/>
          <p:cNvGrpSpPr/>
          <p:nvPr/>
        </p:nvGrpSpPr>
        <p:grpSpPr>
          <a:xfrm>
            <a:off x="-491969" y="3889601"/>
            <a:ext cx="2426346" cy="1766101"/>
            <a:chOff x="-491969" y="3889601"/>
            <a:chExt cx="2426346" cy="1766101"/>
          </a:xfrm>
        </p:grpSpPr>
        <p:sp>
          <p:nvSpPr>
            <p:cNvPr id="1711" name="Google Shape;1711;p76"/>
            <p:cNvSpPr/>
            <p:nvPr/>
          </p:nvSpPr>
          <p:spPr>
            <a:xfrm>
              <a:off x="-261950" y="3889601"/>
              <a:ext cx="2196327" cy="1766101"/>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2" name="Google Shape;1712;p76"/>
            <p:cNvSpPr/>
            <p:nvPr/>
          </p:nvSpPr>
          <p:spPr>
            <a:xfrm flipH="1">
              <a:off x="-491969" y="4265416"/>
              <a:ext cx="1463670" cy="1338068"/>
            </a:xfrm>
            <a:custGeom>
              <a:rect b="b" l="l" r="r" t="t"/>
              <a:pathLst>
                <a:path extrusionOk="0" h="49900" w="54584">
                  <a:moveTo>
                    <a:pt x="39803" y="0"/>
                  </a:moveTo>
                  <a:cubicBezTo>
                    <a:pt x="38029" y="0"/>
                    <a:pt x="36248" y="409"/>
                    <a:pt x="34570" y="1238"/>
                  </a:cubicBezTo>
                  <a:cubicBezTo>
                    <a:pt x="31367" y="2802"/>
                    <a:pt x="28886" y="5448"/>
                    <a:pt x="25683" y="7012"/>
                  </a:cubicBezTo>
                  <a:cubicBezTo>
                    <a:pt x="21308" y="9163"/>
                    <a:pt x="16511" y="10320"/>
                    <a:pt x="12090" y="12380"/>
                  </a:cubicBezTo>
                  <a:cubicBezTo>
                    <a:pt x="7684" y="14425"/>
                    <a:pt x="3444" y="17628"/>
                    <a:pt x="1865" y="22244"/>
                  </a:cubicBezTo>
                  <a:cubicBezTo>
                    <a:pt x="1" y="27673"/>
                    <a:pt x="647" y="34078"/>
                    <a:pt x="3504" y="39040"/>
                  </a:cubicBezTo>
                  <a:cubicBezTo>
                    <a:pt x="8069" y="46988"/>
                    <a:pt x="17031" y="49899"/>
                    <a:pt x="25743" y="49899"/>
                  </a:cubicBezTo>
                  <a:cubicBezTo>
                    <a:pt x="25898" y="49899"/>
                    <a:pt x="26054" y="49898"/>
                    <a:pt x="26209" y="49897"/>
                  </a:cubicBezTo>
                  <a:cubicBezTo>
                    <a:pt x="44945" y="49671"/>
                    <a:pt x="54583" y="26996"/>
                    <a:pt x="51531" y="10696"/>
                  </a:cubicBezTo>
                  <a:cubicBezTo>
                    <a:pt x="50869" y="7163"/>
                    <a:pt x="49230" y="3779"/>
                    <a:pt x="46118" y="1840"/>
                  </a:cubicBezTo>
                  <a:cubicBezTo>
                    <a:pt x="44160" y="620"/>
                    <a:pt x="41987" y="0"/>
                    <a:pt x="398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13" name="Google Shape;1713;p76"/>
          <p:cNvGrpSpPr/>
          <p:nvPr/>
        </p:nvGrpSpPr>
        <p:grpSpPr>
          <a:xfrm>
            <a:off x="8112408" y="-304605"/>
            <a:ext cx="1502819" cy="1131369"/>
            <a:chOff x="8112408" y="-304605"/>
            <a:chExt cx="1502819" cy="1131369"/>
          </a:xfrm>
        </p:grpSpPr>
        <p:sp>
          <p:nvSpPr>
            <p:cNvPr id="1714" name="Google Shape;1714;p76"/>
            <p:cNvSpPr/>
            <p:nvPr/>
          </p:nvSpPr>
          <p:spPr>
            <a:xfrm flipH="1">
              <a:off x="8112408" y="-304600"/>
              <a:ext cx="1406967" cy="1131364"/>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5" name="Google Shape;1715;p76"/>
            <p:cNvSpPr/>
            <p:nvPr/>
          </p:nvSpPr>
          <p:spPr>
            <a:xfrm flipH="1">
              <a:off x="8624108" y="-304605"/>
              <a:ext cx="991119" cy="877511"/>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16" name="Google Shape;1716;p76"/>
          <p:cNvGrpSpPr/>
          <p:nvPr/>
        </p:nvGrpSpPr>
        <p:grpSpPr>
          <a:xfrm>
            <a:off x="356395" y="307050"/>
            <a:ext cx="1124357" cy="1900014"/>
            <a:chOff x="356395" y="307050"/>
            <a:chExt cx="1124357" cy="1900014"/>
          </a:xfrm>
        </p:grpSpPr>
        <p:grpSp>
          <p:nvGrpSpPr>
            <p:cNvPr id="1717" name="Google Shape;1717;p76"/>
            <p:cNvGrpSpPr/>
            <p:nvPr/>
          </p:nvGrpSpPr>
          <p:grpSpPr>
            <a:xfrm>
              <a:off x="356395" y="1077175"/>
              <a:ext cx="105457" cy="105457"/>
              <a:chOff x="7812545" y="194375"/>
              <a:chExt cx="105457" cy="105457"/>
            </a:xfrm>
          </p:grpSpPr>
          <p:sp>
            <p:nvSpPr>
              <p:cNvPr id="1718" name="Google Shape;1718;p76"/>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9" name="Google Shape;1719;p76"/>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0" name="Google Shape;1720;p76"/>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1" name="Google Shape;1721;p76"/>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22" name="Google Shape;1722;p76"/>
            <p:cNvSpPr/>
            <p:nvPr/>
          </p:nvSpPr>
          <p:spPr>
            <a:xfrm>
              <a:off x="525263" y="2101675"/>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3" name="Google Shape;1723;p76"/>
            <p:cNvSpPr/>
            <p:nvPr/>
          </p:nvSpPr>
          <p:spPr>
            <a:xfrm>
              <a:off x="886526" y="307050"/>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1724" name="Google Shape;1724;p76"/>
            <p:cNvGrpSpPr/>
            <p:nvPr/>
          </p:nvGrpSpPr>
          <p:grpSpPr>
            <a:xfrm>
              <a:off x="1375295" y="1834350"/>
              <a:ext cx="105457" cy="105457"/>
              <a:chOff x="7812545" y="194375"/>
              <a:chExt cx="105457" cy="105457"/>
            </a:xfrm>
          </p:grpSpPr>
          <p:sp>
            <p:nvSpPr>
              <p:cNvPr id="1725" name="Google Shape;1725;p76"/>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6" name="Google Shape;1726;p76"/>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7" name="Google Shape;1727;p76"/>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8" name="Google Shape;1728;p76"/>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729" name="Google Shape;1729;p76"/>
          <p:cNvGrpSpPr/>
          <p:nvPr/>
        </p:nvGrpSpPr>
        <p:grpSpPr>
          <a:xfrm>
            <a:off x="7287120" y="3141625"/>
            <a:ext cx="1552557" cy="1766094"/>
            <a:chOff x="7400320" y="248200"/>
            <a:chExt cx="1552557" cy="1766094"/>
          </a:xfrm>
        </p:grpSpPr>
        <p:sp>
          <p:nvSpPr>
            <p:cNvPr id="1730" name="Google Shape;1730;p76"/>
            <p:cNvSpPr/>
            <p:nvPr/>
          </p:nvSpPr>
          <p:spPr>
            <a:xfrm>
              <a:off x="8405475" y="1190225"/>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1" name="Google Shape;1731;p76"/>
            <p:cNvSpPr/>
            <p:nvPr/>
          </p:nvSpPr>
          <p:spPr>
            <a:xfrm>
              <a:off x="8861176" y="248200"/>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1732" name="Google Shape;1732;p76"/>
            <p:cNvGrpSpPr/>
            <p:nvPr/>
          </p:nvGrpSpPr>
          <p:grpSpPr>
            <a:xfrm>
              <a:off x="8847420" y="1908838"/>
              <a:ext cx="105457" cy="105457"/>
              <a:chOff x="7812545" y="194375"/>
              <a:chExt cx="105457" cy="105457"/>
            </a:xfrm>
          </p:grpSpPr>
          <p:sp>
            <p:nvSpPr>
              <p:cNvPr id="1733" name="Google Shape;1733;p76"/>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4" name="Google Shape;1734;p76"/>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5" name="Google Shape;1735;p76"/>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6" name="Google Shape;1736;p76"/>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37" name="Google Shape;1737;p76"/>
            <p:cNvGrpSpPr/>
            <p:nvPr/>
          </p:nvGrpSpPr>
          <p:grpSpPr>
            <a:xfrm>
              <a:off x="7400320" y="473138"/>
              <a:ext cx="105457" cy="105457"/>
              <a:chOff x="7812545" y="194375"/>
              <a:chExt cx="105457" cy="105457"/>
            </a:xfrm>
          </p:grpSpPr>
          <p:sp>
            <p:nvSpPr>
              <p:cNvPr id="1738" name="Google Shape;1738;p76"/>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9" name="Google Shape;1739;p76"/>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0" name="Google Shape;1740;p76"/>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1" name="Google Shape;1741;p76"/>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742" name="Google Shape;1742;p76"/>
          <p:cNvGrpSpPr/>
          <p:nvPr/>
        </p:nvGrpSpPr>
        <p:grpSpPr>
          <a:xfrm>
            <a:off x="6039884" y="307038"/>
            <a:ext cx="1761155" cy="1002727"/>
            <a:chOff x="6039884" y="307038"/>
            <a:chExt cx="1761155" cy="1002727"/>
          </a:xfrm>
        </p:grpSpPr>
        <p:sp>
          <p:nvSpPr>
            <p:cNvPr id="1743" name="Google Shape;1743;p76"/>
            <p:cNvSpPr/>
            <p:nvPr/>
          </p:nvSpPr>
          <p:spPr>
            <a:xfrm flipH="1">
              <a:off x="6039884" y="455902"/>
              <a:ext cx="1463616" cy="468662"/>
            </a:xfrm>
            <a:custGeom>
              <a:rect b="b" l="l" r="r" t="t"/>
              <a:pathLst>
                <a:path extrusionOk="0" fill="none" h="4647" w="14511">
                  <a:moveTo>
                    <a:pt x="13894" y="3805"/>
                  </a:moveTo>
                  <a:cubicBezTo>
                    <a:pt x="13263" y="3459"/>
                    <a:pt x="12977" y="3744"/>
                    <a:pt x="12766" y="3459"/>
                  </a:cubicBezTo>
                  <a:cubicBezTo>
                    <a:pt x="12541" y="3173"/>
                    <a:pt x="13383" y="2436"/>
                    <a:pt x="11684" y="1699"/>
                  </a:cubicBezTo>
                  <a:cubicBezTo>
                    <a:pt x="11684" y="1699"/>
                    <a:pt x="11578" y="121"/>
                    <a:pt x="9248" y="60"/>
                  </a:cubicBezTo>
                  <a:cubicBezTo>
                    <a:pt x="6917" y="0"/>
                    <a:pt x="7549" y="1654"/>
                    <a:pt x="6917" y="2045"/>
                  </a:cubicBezTo>
                  <a:cubicBezTo>
                    <a:pt x="6286" y="2436"/>
                    <a:pt x="6120" y="1820"/>
                    <a:pt x="5504" y="2211"/>
                  </a:cubicBezTo>
                  <a:cubicBezTo>
                    <a:pt x="4872" y="2617"/>
                    <a:pt x="5158" y="3399"/>
                    <a:pt x="4647" y="3519"/>
                  </a:cubicBezTo>
                  <a:cubicBezTo>
                    <a:pt x="4135" y="3624"/>
                    <a:pt x="3459" y="3008"/>
                    <a:pt x="2842" y="3399"/>
                  </a:cubicBezTo>
                  <a:cubicBezTo>
                    <a:pt x="2211" y="3805"/>
                    <a:pt x="2211" y="4135"/>
                    <a:pt x="1925" y="4135"/>
                  </a:cubicBezTo>
                  <a:cubicBezTo>
                    <a:pt x="1654" y="4135"/>
                    <a:pt x="1083" y="3910"/>
                    <a:pt x="737" y="4135"/>
                  </a:cubicBezTo>
                  <a:cubicBezTo>
                    <a:pt x="406" y="4376"/>
                    <a:pt x="0" y="4647"/>
                    <a:pt x="0" y="4647"/>
                  </a:cubicBezTo>
                  <a:lnTo>
                    <a:pt x="14345" y="4647"/>
                  </a:lnTo>
                  <a:cubicBezTo>
                    <a:pt x="14345" y="4647"/>
                    <a:pt x="14511" y="4135"/>
                    <a:pt x="13894" y="3805"/>
                  </a:cubicBezTo>
                  <a:close/>
                </a:path>
              </a:pathLst>
            </a:custGeom>
            <a:solidFill>
              <a:schemeClr val="lt1"/>
            </a:solid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4" name="Google Shape;1744;p76"/>
            <p:cNvSpPr/>
            <p:nvPr/>
          </p:nvSpPr>
          <p:spPr>
            <a:xfrm>
              <a:off x="7695588" y="1204375"/>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45" name="Google Shape;1745;p76"/>
            <p:cNvGrpSpPr/>
            <p:nvPr/>
          </p:nvGrpSpPr>
          <p:grpSpPr>
            <a:xfrm>
              <a:off x="7398045" y="307038"/>
              <a:ext cx="105457" cy="105457"/>
              <a:chOff x="7812545" y="194375"/>
              <a:chExt cx="105457" cy="105457"/>
            </a:xfrm>
          </p:grpSpPr>
          <p:sp>
            <p:nvSpPr>
              <p:cNvPr id="1746" name="Google Shape;1746;p76"/>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7" name="Google Shape;1747;p76"/>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8" name="Google Shape;1748;p76"/>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9" name="Google Shape;1749;p76"/>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BLANK_14">
    <p:spTree>
      <p:nvGrpSpPr>
        <p:cNvPr id="1750" name="Shape 1750"/>
        <p:cNvGrpSpPr/>
        <p:nvPr/>
      </p:nvGrpSpPr>
      <p:grpSpPr>
        <a:xfrm>
          <a:off x="0" y="0"/>
          <a:ext cx="0" cy="0"/>
          <a:chOff x="0" y="0"/>
          <a:chExt cx="0" cy="0"/>
        </a:xfrm>
      </p:grpSpPr>
      <p:sp>
        <p:nvSpPr>
          <p:cNvPr id="1751" name="Google Shape;1751;p7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1752" name="Google Shape;1752;p77"/>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lgn="ctr">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753" name="Google Shape;1753;p77"/>
          <p:cNvSpPr txBox="1"/>
          <p:nvPr>
            <p:ph idx="1" type="subTitle"/>
          </p:nvPr>
        </p:nvSpPr>
        <p:spPr>
          <a:xfrm>
            <a:off x="685800" y="3831709"/>
            <a:ext cx="3651000" cy="393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754" name="Google Shape;1754;p77"/>
          <p:cNvSpPr txBox="1"/>
          <p:nvPr>
            <p:ph idx="2" type="subTitle"/>
          </p:nvPr>
        </p:nvSpPr>
        <p:spPr>
          <a:xfrm>
            <a:off x="2129250" y="2403350"/>
            <a:ext cx="4885500" cy="393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755" name="Google Shape;1755;p77"/>
          <p:cNvSpPr txBox="1"/>
          <p:nvPr>
            <p:ph idx="3" type="subTitle"/>
          </p:nvPr>
        </p:nvSpPr>
        <p:spPr>
          <a:xfrm>
            <a:off x="4807243" y="3831709"/>
            <a:ext cx="3651000" cy="393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756" name="Google Shape;1756;p77"/>
          <p:cNvSpPr txBox="1"/>
          <p:nvPr>
            <p:ph hasCustomPrompt="1" idx="4" type="title"/>
          </p:nvPr>
        </p:nvSpPr>
        <p:spPr>
          <a:xfrm>
            <a:off x="685800" y="3117675"/>
            <a:ext cx="3651000" cy="635700"/>
          </a:xfrm>
          <a:prstGeom prst="rect">
            <a:avLst/>
          </a:prstGeom>
        </p:spPr>
        <p:txBody>
          <a:bodyPr anchorCtr="0" anchor="ctr" bIns="91425" lIns="91425" spcFirstLastPara="1" rIns="91425" wrap="square" tIns="91425">
            <a:noAutofit/>
          </a:bodyPr>
          <a:lstStyle>
            <a:lvl1pPr lvl="0" algn="ctr">
              <a:spcBef>
                <a:spcPts val="0"/>
              </a:spcBef>
              <a:spcAft>
                <a:spcPts val="0"/>
              </a:spcAft>
              <a:buSzPts val="5000"/>
              <a:buNone/>
              <a:defRPr sz="6000">
                <a:solidFill>
                  <a:schemeClr val="accent2"/>
                </a:solidFill>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sp>
        <p:nvSpPr>
          <p:cNvPr id="1757" name="Google Shape;1757;p77"/>
          <p:cNvSpPr txBox="1"/>
          <p:nvPr>
            <p:ph hasCustomPrompt="1" idx="5" type="title"/>
          </p:nvPr>
        </p:nvSpPr>
        <p:spPr>
          <a:xfrm>
            <a:off x="2129250" y="1691873"/>
            <a:ext cx="4885500" cy="635700"/>
          </a:xfrm>
          <a:prstGeom prst="rect">
            <a:avLst/>
          </a:prstGeom>
        </p:spPr>
        <p:txBody>
          <a:bodyPr anchorCtr="0" anchor="ctr" bIns="91425" lIns="91425" spcFirstLastPara="1" rIns="91425" wrap="square" tIns="91425">
            <a:noAutofit/>
          </a:bodyPr>
          <a:lstStyle>
            <a:lvl1pPr lvl="0" algn="ctr">
              <a:spcBef>
                <a:spcPts val="0"/>
              </a:spcBef>
              <a:spcAft>
                <a:spcPts val="0"/>
              </a:spcAft>
              <a:buSzPts val="5000"/>
              <a:buNone/>
              <a:defRPr sz="6000">
                <a:solidFill>
                  <a:schemeClr val="accent2"/>
                </a:solidFill>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sp>
        <p:nvSpPr>
          <p:cNvPr id="1758" name="Google Shape;1758;p77"/>
          <p:cNvSpPr txBox="1"/>
          <p:nvPr>
            <p:ph hasCustomPrompt="1" idx="6" type="title"/>
          </p:nvPr>
        </p:nvSpPr>
        <p:spPr>
          <a:xfrm>
            <a:off x="4807125" y="3117675"/>
            <a:ext cx="3651000" cy="635700"/>
          </a:xfrm>
          <a:prstGeom prst="rect">
            <a:avLst/>
          </a:prstGeom>
        </p:spPr>
        <p:txBody>
          <a:bodyPr anchorCtr="0" anchor="ctr" bIns="91425" lIns="91425" spcFirstLastPara="1" rIns="91425" wrap="square" tIns="91425">
            <a:noAutofit/>
          </a:bodyPr>
          <a:lstStyle>
            <a:lvl1pPr lvl="0" algn="ctr">
              <a:spcBef>
                <a:spcPts val="0"/>
              </a:spcBef>
              <a:spcAft>
                <a:spcPts val="0"/>
              </a:spcAft>
              <a:buSzPts val="5000"/>
              <a:buNone/>
              <a:defRPr sz="6000">
                <a:solidFill>
                  <a:schemeClr val="accent2"/>
                </a:solidFill>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sp>
        <p:nvSpPr>
          <p:cNvPr id="1759" name="Google Shape;1759;p77"/>
          <p:cNvSpPr/>
          <p:nvPr/>
        </p:nvSpPr>
        <p:spPr>
          <a:xfrm flipH="1">
            <a:off x="-379375" y="-260675"/>
            <a:ext cx="1172375" cy="942725"/>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0" name="Google Shape;1760;p77"/>
          <p:cNvSpPr/>
          <p:nvPr/>
        </p:nvSpPr>
        <p:spPr>
          <a:xfrm>
            <a:off x="8191050" y="4377350"/>
            <a:ext cx="1232275" cy="1091025"/>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BLANK_6">
    <p:spTree>
      <p:nvGrpSpPr>
        <p:cNvPr id="1761" name="Shape 1761"/>
        <p:cNvGrpSpPr/>
        <p:nvPr/>
      </p:nvGrpSpPr>
      <p:grpSpPr>
        <a:xfrm>
          <a:off x="0" y="0"/>
          <a:ext cx="0" cy="0"/>
          <a:chOff x="0" y="0"/>
          <a:chExt cx="0" cy="0"/>
        </a:xfrm>
      </p:grpSpPr>
      <p:sp>
        <p:nvSpPr>
          <p:cNvPr id="1762" name="Google Shape;1762;p7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1763" name="Google Shape;1763;p78"/>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grpSp>
        <p:nvGrpSpPr>
          <p:cNvPr id="1764" name="Google Shape;1764;p78"/>
          <p:cNvGrpSpPr/>
          <p:nvPr/>
        </p:nvGrpSpPr>
        <p:grpSpPr>
          <a:xfrm>
            <a:off x="286211" y="261301"/>
            <a:ext cx="678453" cy="565475"/>
            <a:chOff x="286211" y="261301"/>
            <a:chExt cx="678453" cy="565475"/>
          </a:xfrm>
        </p:grpSpPr>
        <p:sp>
          <p:nvSpPr>
            <p:cNvPr id="1765" name="Google Shape;1765;p78"/>
            <p:cNvSpPr/>
            <p:nvPr/>
          </p:nvSpPr>
          <p:spPr>
            <a:xfrm>
              <a:off x="319288" y="721387"/>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66" name="Google Shape;1766;p78"/>
            <p:cNvGrpSpPr/>
            <p:nvPr/>
          </p:nvGrpSpPr>
          <p:grpSpPr>
            <a:xfrm>
              <a:off x="859207" y="294338"/>
              <a:ext cx="105457" cy="105457"/>
              <a:chOff x="7812545" y="194375"/>
              <a:chExt cx="105457" cy="105457"/>
            </a:xfrm>
          </p:grpSpPr>
          <p:sp>
            <p:nvSpPr>
              <p:cNvPr id="1767" name="Google Shape;1767;p78"/>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8" name="Google Shape;1768;p78"/>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9" name="Google Shape;1769;p78"/>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0" name="Google Shape;1770;p78"/>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71" name="Google Shape;1771;p78"/>
            <p:cNvSpPr/>
            <p:nvPr/>
          </p:nvSpPr>
          <p:spPr>
            <a:xfrm>
              <a:off x="286211" y="261301"/>
              <a:ext cx="171626" cy="171542"/>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72" name="Google Shape;1772;p78"/>
          <p:cNvSpPr/>
          <p:nvPr/>
        </p:nvSpPr>
        <p:spPr>
          <a:xfrm rot="5828238">
            <a:off x="8273326" y="4219055"/>
            <a:ext cx="1085117" cy="2077472"/>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73" name="Google Shape;1773;p78"/>
          <p:cNvGrpSpPr/>
          <p:nvPr/>
        </p:nvGrpSpPr>
        <p:grpSpPr>
          <a:xfrm>
            <a:off x="319295" y="4308988"/>
            <a:ext cx="750832" cy="656232"/>
            <a:chOff x="319295" y="4308988"/>
            <a:chExt cx="750832" cy="656232"/>
          </a:xfrm>
        </p:grpSpPr>
        <p:grpSp>
          <p:nvGrpSpPr>
            <p:cNvPr id="1774" name="Google Shape;1774;p78"/>
            <p:cNvGrpSpPr/>
            <p:nvPr/>
          </p:nvGrpSpPr>
          <p:grpSpPr>
            <a:xfrm>
              <a:off x="964670" y="4859763"/>
              <a:ext cx="105457" cy="105457"/>
              <a:chOff x="7812545" y="194375"/>
              <a:chExt cx="105457" cy="105457"/>
            </a:xfrm>
          </p:grpSpPr>
          <p:sp>
            <p:nvSpPr>
              <p:cNvPr id="1775" name="Google Shape;1775;p78"/>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6" name="Google Shape;1776;p78"/>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7" name="Google Shape;1777;p78"/>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8" name="Google Shape;1778;p78"/>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79" name="Google Shape;1779;p78"/>
            <p:cNvSpPr/>
            <p:nvPr/>
          </p:nvSpPr>
          <p:spPr>
            <a:xfrm>
              <a:off x="424749" y="4721876"/>
              <a:ext cx="171626" cy="171542"/>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80" name="Google Shape;1780;p78"/>
            <p:cNvGrpSpPr/>
            <p:nvPr/>
          </p:nvGrpSpPr>
          <p:grpSpPr>
            <a:xfrm>
              <a:off x="319295" y="4308988"/>
              <a:ext cx="105457" cy="105457"/>
              <a:chOff x="7812545" y="194375"/>
              <a:chExt cx="105457" cy="105457"/>
            </a:xfrm>
          </p:grpSpPr>
          <p:sp>
            <p:nvSpPr>
              <p:cNvPr id="1781" name="Google Shape;1781;p78"/>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2" name="Google Shape;1782;p78"/>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3" name="Google Shape;1783;p78"/>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4" name="Google Shape;1784;p78"/>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785" name="Google Shape;1785;p78"/>
          <p:cNvGrpSpPr/>
          <p:nvPr/>
        </p:nvGrpSpPr>
        <p:grpSpPr>
          <a:xfrm>
            <a:off x="8112408" y="-304605"/>
            <a:ext cx="1502819" cy="1131369"/>
            <a:chOff x="8112408" y="-304605"/>
            <a:chExt cx="1502819" cy="1131369"/>
          </a:xfrm>
        </p:grpSpPr>
        <p:sp>
          <p:nvSpPr>
            <p:cNvPr id="1786" name="Google Shape;1786;p78"/>
            <p:cNvSpPr/>
            <p:nvPr/>
          </p:nvSpPr>
          <p:spPr>
            <a:xfrm flipH="1">
              <a:off x="8112408" y="-304600"/>
              <a:ext cx="1406967" cy="1131364"/>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7" name="Google Shape;1787;p78"/>
            <p:cNvSpPr/>
            <p:nvPr/>
          </p:nvSpPr>
          <p:spPr>
            <a:xfrm flipH="1">
              <a:off x="8624108" y="-304605"/>
              <a:ext cx="991119" cy="877511"/>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BLANK_15">
    <p:spTree>
      <p:nvGrpSpPr>
        <p:cNvPr id="1788" name="Shape 1788"/>
        <p:cNvGrpSpPr/>
        <p:nvPr/>
      </p:nvGrpSpPr>
      <p:grpSpPr>
        <a:xfrm>
          <a:off x="0" y="0"/>
          <a:ext cx="0" cy="0"/>
          <a:chOff x="0" y="0"/>
          <a:chExt cx="0" cy="0"/>
        </a:xfrm>
      </p:grpSpPr>
      <p:sp>
        <p:nvSpPr>
          <p:cNvPr id="1789" name="Google Shape;1789;p7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1790" name="Google Shape;1790;p79"/>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791" name="Google Shape;1791;p79"/>
          <p:cNvSpPr/>
          <p:nvPr/>
        </p:nvSpPr>
        <p:spPr>
          <a:xfrm flipH="1" rot="10800000">
            <a:off x="5573502" y="2080275"/>
            <a:ext cx="5049319" cy="4110228"/>
          </a:xfrm>
          <a:custGeom>
            <a:rect b="b" l="l" r="r" t="t"/>
            <a:pathLst>
              <a:path extrusionOk="0" h="48924" w="60102">
                <a:moveTo>
                  <a:pt x="31550" y="1"/>
                </a:moveTo>
                <a:cubicBezTo>
                  <a:pt x="28688" y="1"/>
                  <a:pt x="25391" y="541"/>
                  <a:pt x="22089" y="2238"/>
                </a:cubicBezTo>
                <a:cubicBezTo>
                  <a:pt x="12977" y="6900"/>
                  <a:pt x="8196" y="17230"/>
                  <a:pt x="4091" y="25485"/>
                </a:cubicBezTo>
                <a:cubicBezTo>
                  <a:pt x="1" y="33725"/>
                  <a:pt x="2016" y="42612"/>
                  <a:pt x="8767" y="47123"/>
                </a:cubicBezTo>
                <a:cubicBezTo>
                  <a:pt x="10764" y="48461"/>
                  <a:pt x="12590" y="48924"/>
                  <a:pt x="14421" y="48924"/>
                </a:cubicBezTo>
                <a:cubicBezTo>
                  <a:pt x="18514" y="48924"/>
                  <a:pt x="22630" y="46611"/>
                  <a:pt x="28730" y="46611"/>
                </a:cubicBezTo>
                <a:cubicBezTo>
                  <a:pt x="29125" y="46611"/>
                  <a:pt x="29527" y="46621"/>
                  <a:pt x="29939" y="46641"/>
                </a:cubicBezTo>
                <a:cubicBezTo>
                  <a:pt x="34134" y="46851"/>
                  <a:pt x="36984" y="47278"/>
                  <a:pt x="39535" y="47278"/>
                </a:cubicBezTo>
                <a:cubicBezTo>
                  <a:pt x="42835" y="47278"/>
                  <a:pt x="45637" y="46563"/>
                  <a:pt x="50208" y="43739"/>
                </a:cubicBezTo>
                <a:cubicBezTo>
                  <a:pt x="58328" y="38732"/>
                  <a:pt x="60102" y="25500"/>
                  <a:pt x="54042" y="15140"/>
                </a:cubicBezTo>
                <a:cubicBezTo>
                  <a:pt x="47997" y="4779"/>
                  <a:pt x="40254" y="1667"/>
                  <a:pt x="40254" y="1667"/>
                </a:cubicBezTo>
                <a:cubicBezTo>
                  <a:pt x="40254" y="1667"/>
                  <a:pt x="36573" y="1"/>
                  <a:pt x="31550"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2" name="Google Shape;1792;p79"/>
          <p:cNvSpPr/>
          <p:nvPr/>
        </p:nvSpPr>
        <p:spPr>
          <a:xfrm rot="5828238">
            <a:off x="8273326" y="4219055"/>
            <a:ext cx="1085117" cy="2077472"/>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93" name="Google Shape;1793;p79"/>
          <p:cNvGrpSpPr/>
          <p:nvPr/>
        </p:nvGrpSpPr>
        <p:grpSpPr>
          <a:xfrm>
            <a:off x="319295" y="4308988"/>
            <a:ext cx="750832" cy="656232"/>
            <a:chOff x="319295" y="4308988"/>
            <a:chExt cx="750832" cy="656232"/>
          </a:xfrm>
        </p:grpSpPr>
        <p:grpSp>
          <p:nvGrpSpPr>
            <p:cNvPr id="1794" name="Google Shape;1794;p79"/>
            <p:cNvGrpSpPr/>
            <p:nvPr/>
          </p:nvGrpSpPr>
          <p:grpSpPr>
            <a:xfrm>
              <a:off x="964670" y="4859763"/>
              <a:ext cx="105457" cy="105457"/>
              <a:chOff x="7812545" y="194375"/>
              <a:chExt cx="105457" cy="105457"/>
            </a:xfrm>
          </p:grpSpPr>
          <p:sp>
            <p:nvSpPr>
              <p:cNvPr id="1795" name="Google Shape;1795;p79"/>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6" name="Google Shape;1796;p79"/>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7" name="Google Shape;1797;p79"/>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8" name="Google Shape;1798;p79"/>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99" name="Google Shape;1799;p79"/>
            <p:cNvSpPr/>
            <p:nvPr/>
          </p:nvSpPr>
          <p:spPr>
            <a:xfrm>
              <a:off x="424749" y="4721876"/>
              <a:ext cx="171626" cy="171542"/>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00" name="Google Shape;1800;p79"/>
            <p:cNvGrpSpPr/>
            <p:nvPr/>
          </p:nvGrpSpPr>
          <p:grpSpPr>
            <a:xfrm>
              <a:off x="319295" y="4308988"/>
              <a:ext cx="105457" cy="105457"/>
              <a:chOff x="7812545" y="194375"/>
              <a:chExt cx="105457" cy="105457"/>
            </a:xfrm>
          </p:grpSpPr>
          <p:sp>
            <p:nvSpPr>
              <p:cNvPr id="1801" name="Google Shape;1801;p79"/>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2" name="Google Shape;1802;p79"/>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3" name="Google Shape;1803;p79"/>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4" name="Google Shape;1804;p79"/>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805" name="Google Shape;1805;p79"/>
          <p:cNvGrpSpPr/>
          <p:nvPr/>
        </p:nvGrpSpPr>
        <p:grpSpPr>
          <a:xfrm>
            <a:off x="319295" y="181363"/>
            <a:ext cx="698582" cy="835057"/>
            <a:chOff x="319295" y="181363"/>
            <a:chExt cx="698582" cy="835057"/>
          </a:xfrm>
        </p:grpSpPr>
        <p:grpSp>
          <p:nvGrpSpPr>
            <p:cNvPr id="1806" name="Google Shape;1806;p79"/>
            <p:cNvGrpSpPr/>
            <p:nvPr/>
          </p:nvGrpSpPr>
          <p:grpSpPr>
            <a:xfrm>
              <a:off x="912420" y="181363"/>
              <a:ext cx="105457" cy="105457"/>
              <a:chOff x="7812545" y="194375"/>
              <a:chExt cx="105457" cy="105457"/>
            </a:xfrm>
          </p:grpSpPr>
          <p:sp>
            <p:nvSpPr>
              <p:cNvPr id="1807" name="Google Shape;1807;p79"/>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8" name="Google Shape;1808;p79"/>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9" name="Google Shape;1809;p79"/>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0" name="Google Shape;1810;p79"/>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11" name="Google Shape;1811;p79"/>
            <p:cNvSpPr/>
            <p:nvPr/>
          </p:nvSpPr>
          <p:spPr>
            <a:xfrm>
              <a:off x="319299" y="331076"/>
              <a:ext cx="171626" cy="171542"/>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12" name="Google Shape;1812;p79"/>
            <p:cNvGrpSpPr/>
            <p:nvPr/>
          </p:nvGrpSpPr>
          <p:grpSpPr>
            <a:xfrm>
              <a:off x="319295" y="910963"/>
              <a:ext cx="105457" cy="105457"/>
              <a:chOff x="7812545" y="194375"/>
              <a:chExt cx="105457" cy="105457"/>
            </a:xfrm>
          </p:grpSpPr>
          <p:sp>
            <p:nvSpPr>
              <p:cNvPr id="1813" name="Google Shape;1813;p79"/>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4" name="Google Shape;1814;p79"/>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5" name="Google Shape;1815;p79"/>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6" name="Google Shape;1816;p79"/>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BLANK_3">
    <p:spTree>
      <p:nvGrpSpPr>
        <p:cNvPr id="1817" name="Shape 1817"/>
        <p:cNvGrpSpPr/>
        <p:nvPr/>
      </p:nvGrpSpPr>
      <p:grpSpPr>
        <a:xfrm>
          <a:off x="0" y="0"/>
          <a:ext cx="0" cy="0"/>
          <a:chOff x="0" y="0"/>
          <a:chExt cx="0" cy="0"/>
        </a:xfrm>
      </p:grpSpPr>
      <p:sp>
        <p:nvSpPr>
          <p:cNvPr id="1818" name="Google Shape;1818;p80"/>
          <p:cNvSpPr/>
          <p:nvPr/>
        </p:nvSpPr>
        <p:spPr>
          <a:xfrm flipH="1">
            <a:off x="437224" y="87075"/>
            <a:ext cx="8269551" cy="4798437"/>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9" name="Google Shape;1819;p8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1820" name="Google Shape;1820;p80"/>
          <p:cNvSpPr txBox="1"/>
          <p:nvPr>
            <p:ph type="title"/>
          </p:nvPr>
        </p:nvSpPr>
        <p:spPr>
          <a:xfrm>
            <a:off x="1505550" y="920400"/>
            <a:ext cx="6132900" cy="871500"/>
          </a:xfrm>
          <a:prstGeom prst="rect">
            <a:avLst/>
          </a:prstGeom>
        </p:spPr>
        <p:txBody>
          <a:bodyPr anchorCtr="0" anchor="ctr" bIns="91425" lIns="91425" spcFirstLastPara="1" rIns="91425" wrap="square" tIns="91425">
            <a:noAutofit/>
          </a:bodyPr>
          <a:lstStyle>
            <a:lvl1pPr lvl="0" algn="ctr">
              <a:spcBef>
                <a:spcPts val="0"/>
              </a:spcBef>
              <a:spcAft>
                <a:spcPts val="0"/>
              </a:spcAft>
              <a:buSzPts val="2800"/>
              <a:buNone/>
              <a:defRPr sz="6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21" name="Google Shape;1821;p80"/>
          <p:cNvSpPr txBox="1"/>
          <p:nvPr>
            <p:ph idx="1" type="subTitle"/>
          </p:nvPr>
        </p:nvSpPr>
        <p:spPr>
          <a:xfrm>
            <a:off x="2549400" y="1842175"/>
            <a:ext cx="4045200" cy="10122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822" name="Google Shape;1822;p80"/>
          <p:cNvSpPr txBox="1"/>
          <p:nvPr/>
        </p:nvSpPr>
        <p:spPr>
          <a:xfrm>
            <a:off x="2549400" y="3439165"/>
            <a:ext cx="4045200" cy="670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CA" sz="1200">
                <a:solidFill>
                  <a:schemeClr val="dk1"/>
                </a:solidFill>
                <a:latin typeface="Lato"/>
                <a:ea typeface="Lato"/>
                <a:cs typeface="Lato"/>
                <a:sym typeface="Lato"/>
              </a:rPr>
              <a:t>CREDITS:</a:t>
            </a:r>
            <a:r>
              <a:rPr lang="en-CA" sz="1200">
                <a:solidFill>
                  <a:schemeClr val="dk1"/>
                </a:solidFill>
                <a:latin typeface="Lato"/>
                <a:ea typeface="Lato"/>
                <a:cs typeface="Lato"/>
                <a:sym typeface="Lato"/>
              </a:rPr>
              <a:t> This presentation template was created by </a:t>
            </a:r>
            <a:r>
              <a:rPr b="1" lang="en-CA" sz="1200">
                <a:solidFill>
                  <a:schemeClr val="dk1"/>
                </a:solidFill>
                <a:uFill>
                  <a:noFill/>
                </a:uFill>
                <a:latin typeface="Lato"/>
                <a:ea typeface="Lato"/>
                <a:cs typeface="Lato"/>
                <a:sym typeface="Lato"/>
                <a:hlinkClick r:id="rId2">
                  <a:extLst>
                    <a:ext uri="{A12FA001-AC4F-418D-AE19-62706E023703}">
                      <ahyp:hlinkClr val="tx"/>
                    </a:ext>
                  </a:extLst>
                </a:hlinkClick>
              </a:rPr>
              <a:t>Slidesgo</a:t>
            </a:r>
            <a:r>
              <a:rPr b="1" lang="en-CA" sz="1200">
                <a:solidFill>
                  <a:schemeClr val="dk1"/>
                </a:solidFill>
                <a:latin typeface="Lato"/>
                <a:ea typeface="Lato"/>
                <a:cs typeface="Lato"/>
                <a:sym typeface="Lato"/>
              </a:rPr>
              <a:t>,</a:t>
            </a:r>
            <a:r>
              <a:rPr lang="en-CA" sz="1200">
                <a:solidFill>
                  <a:schemeClr val="dk1"/>
                </a:solidFill>
                <a:latin typeface="Lato"/>
                <a:ea typeface="Lato"/>
                <a:cs typeface="Lato"/>
                <a:sym typeface="Lato"/>
              </a:rPr>
              <a:t> including icons by </a:t>
            </a:r>
            <a:r>
              <a:rPr b="1" lang="en-CA" sz="1200">
                <a:solidFill>
                  <a:schemeClr val="dk1"/>
                </a:solidFill>
                <a:uFill>
                  <a:noFill/>
                </a:uFill>
                <a:latin typeface="Lato"/>
                <a:ea typeface="Lato"/>
                <a:cs typeface="Lato"/>
                <a:sym typeface="Lato"/>
                <a:hlinkClick r:id="rId3">
                  <a:extLst>
                    <a:ext uri="{A12FA001-AC4F-418D-AE19-62706E023703}">
                      <ahyp:hlinkClr val="tx"/>
                    </a:ext>
                  </a:extLst>
                </a:hlinkClick>
              </a:rPr>
              <a:t>Flaticon</a:t>
            </a:r>
            <a:r>
              <a:rPr lang="en-CA" sz="1200">
                <a:solidFill>
                  <a:schemeClr val="dk1"/>
                </a:solidFill>
                <a:latin typeface="Lato"/>
                <a:ea typeface="Lato"/>
                <a:cs typeface="Lato"/>
                <a:sym typeface="Lato"/>
              </a:rPr>
              <a:t>, infographics &amp; images by </a:t>
            </a:r>
            <a:r>
              <a:rPr b="1" lang="en-CA" sz="1200">
                <a:solidFill>
                  <a:schemeClr val="dk1"/>
                </a:solidFill>
                <a:uFill>
                  <a:noFill/>
                </a:uFill>
                <a:latin typeface="Lato"/>
                <a:ea typeface="Lato"/>
                <a:cs typeface="Lato"/>
                <a:sym typeface="Lato"/>
                <a:hlinkClick r:id="rId4">
                  <a:extLst>
                    <a:ext uri="{A12FA001-AC4F-418D-AE19-62706E023703}">
                      <ahyp:hlinkClr val="tx"/>
                    </a:ext>
                  </a:extLst>
                </a:hlinkClick>
              </a:rPr>
              <a:t>Freepik</a:t>
            </a:r>
            <a:r>
              <a:rPr lang="en-CA" sz="1200">
                <a:solidFill>
                  <a:schemeClr val="dk1"/>
                </a:solidFill>
                <a:latin typeface="Lato"/>
                <a:ea typeface="Lato"/>
                <a:cs typeface="Lato"/>
                <a:sym typeface="Lato"/>
              </a:rPr>
              <a:t> and illustrations by </a:t>
            </a:r>
            <a:r>
              <a:rPr b="1" lang="en-CA" sz="1200">
                <a:solidFill>
                  <a:schemeClr val="dk1"/>
                </a:solidFill>
                <a:uFill>
                  <a:noFill/>
                </a:uFill>
                <a:latin typeface="Lato"/>
                <a:ea typeface="Lato"/>
                <a:cs typeface="Lato"/>
                <a:sym typeface="Lato"/>
                <a:hlinkClick r:id="rId5">
                  <a:extLst>
                    <a:ext uri="{A12FA001-AC4F-418D-AE19-62706E023703}">
                      <ahyp:hlinkClr val="tx"/>
                    </a:ext>
                  </a:extLst>
                </a:hlinkClick>
              </a:rPr>
              <a:t>Storyset</a:t>
            </a:r>
            <a:r>
              <a:rPr lang="en-CA" sz="1200">
                <a:solidFill>
                  <a:schemeClr val="dk1"/>
                </a:solidFill>
                <a:latin typeface="Lato"/>
                <a:ea typeface="Lato"/>
                <a:cs typeface="Lato"/>
                <a:sym typeface="Lato"/>
              </a:rPr>
              <a:t>.</a:t>
            </a:r>
            <a:endParaRPr>
              <a:solidFill>
                <a:schemeClr val="dk1"/>
              </a:solidFill>
              <a:latin typeface="Lato"/>
              <a:ea typeface="Lato"/>
              <a:cs typeface="Lato"/>
              <a:sym typeface="Lato"/>
            </a:endParaRPr>
          </a:p>
        </p:txBody>
      </p:sp>
      <p:grpSp>
        <p:nvGrpSpPr>
          <p:cNvPr id="1823" name="Google Shape;1823;p80"/>
          <p:cNvGrpSpPr/>
          <p:nvPr/>
        </p:nvGrpSpPr>
        <p:grpSpPr>
          <a:xfrm>
            <a:off x="-324289" y="3240517"/>
            <a:ext cx="2492715" cy="2684735"/>
            <a:chOff x="-324289" y="3240517"/>
            <a:chExt cx="2492715" cy="2684735"/>
          </a:xfrm>
        </p:grpSpPr>
        <p:sp>
          <p:nvSpPr>
            <p:cNvPr id="1824" name="Google Shape;1824;p80"/>
            <p:cNvSpPr/>
            <p:nvPr/>
          </p:nvSpPr>
          <p:spPr>
            <a:xfrm rot="10800000">
              <a:off x="-324289" y="3240517"/>
              <a:ext cx="2492715" cy="2278933"/>
            </a:xfrm>
            <a:custGeom>
              <a:rect b="b" l="l" r="r" t="t"/>
              <a:pathLst>
                <a:path extrusionOk="0" h="49900" w="54584">
                  <a:moveTo>
                    <a:pt x="39803" y="0"/>
                  </a:moveTo>
                  <a:cubicBezTo>
                    <a:pt x="38029" y="0"/>
                    <a:pt x="36248" y="409"/>
                    <a:pt x="34570" y="1238"/>
                  </a:cubicBezTo>
                  <a:cubicBezTo>
                    <a:pt x="31367" y="2802"/>
                    <a:pt x="28886" y="5448"/>
                    <a:pt x="25683" y="7012"/>
                  </a:cubicBezTo>
                  <a:cubicBezTo>
                    <a:pt x="21308" y="9163"/>
                    <a:pt x="16511" y="10320"/>
                    <a:pt x="12090" y="12380"/>
                  </a:cubicBezTo>
                  <a:cubicBezTo>
                    <a:pt x="7684" y="14425"/>
                    <a:pt x="3444" y="17628"/>
                    <a:pt x="1865" y="22244"/>
                  </a:cubicBezTo>
                  <a:cubicBezTo>
                    <a:pt x="1" y="27673"/>
                    <a:pt x="647" y="34078"/>
                    <a:pt x="3504" y="39040"/>
                  </a:cubicBezTo>
                  <a:cubicBezTo>
                    <a:pt x="8069" y="46988"/>
                    <a:pt x="17031" y="49899"/>
                    <a:pt x="25743" y="49899"/>
                  </a:cubicBezTo>
                  <a:cubicBezTo>
                    <a:pt x="25898" y="49899"/>
                    <a:pt x="26054" y="49898"/>
                    <a:pt x="26209" y="49897"/>
                  </a:cubicBezTo>
                  <a:cubicBezTo>
                    <a:pt x="44945" y="49671"/>
                    <a:pt x="54583" y="26996"/>
                    <a:pt x="51531" y="10696"/>
                  </a:cubicBezTo>
                  <a:cubicBezTo>
                    <a:pt x="50869" y="7163"/>
                    <a:pt x="49230" y="3779"/>
                    <a:pt x="46118" y="1840"/>
                  </a:cubicBezTo>
                  <a:cubicBezTo>
                    <a:pt x="44160" y="620"/>
                    <a:pt x="41987" y="0"/>
                    <a:pt x="39803"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5" name="Google Shape;1825;p80"/>
            <p:cNvSpPr/>
            <p:nvPr/>
          </p:nvSpPr>
          <p:spPr>
            <a:xfrm rot="5828238">
              <a:off x="251851" y="4219055"/>
              <a:ext cx="1085117" cy="2077472"/>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26" name="Google Shape;1826;p80"/>
          <p:cNvSpPr/>
          <p:nvPr/>
        </p:nvSpPr>
        <p:spPr>
          <a:xfrm rot="899878">
            <a:off x="-523899" y="-362625"/>
            <a:ext cx="1102774" cy="971749"/>
          </a:xfrm>
          <a:custGeom>
            <a:rect b="b" l="l" r="r" t="t"/>
            <a:pathLst>
              <a:path extrusionOk="0" h="49357" w="56012">
                <a:moveTo>
                  <a:pt x="29954" y="0"/>
                </a:moveTo>
                <a:cubicBezTo>
                  <a:pt x="26409" y="0"/>
                  <a:pt x="22321" y="902"/>
                  <a:pt x="17654" y="3034"/>
                </a:cubicBezTo>
                <a:cubicBezTo>
                  <a:pt x="17654" y="3034"/>
                  <a:pt x="8827" y="7530"/>
                  <a:pt x="4406" y="14477"/>
                </a:cubicBezTo>
                <a:cubicBezTo>
                  <a:pt x="1" y="21424"/>
                  <a:pt x="347" y="30340"/>
                  <a:pt x="5715" y="36971"/>
                </a:cubicBezTo>
                <a:cubicBezTo>
                  <a:pt x="11068" y="43588"/>
                  <a:pt x="21308" y="42730"/>
                  <a:pt x="29878" y="46926"/>
                </a:cubicBezTo>
                <a:cubicBezTo>
                  <a:pt x="33082" y="48494"/>
                  <a:pt x="36410" y="49356"/>
                  <a:pt x="39533" y="49356"/>
                </a:cubicBezTo>
                <a:cubicBezTo>
                  <a:pt x="44766" y="49356"/>
                  <a:pt x="49425" y="46936"/>
                  <a:pt x="51967" y="41362"/>
                </a:cubicBezTo>
                <a:cubicBezTo>
                  <a:pt x="56012" y="32476"/>
                  <a:pt x="49907" y="29137"/>
                  <a:pt x="48854" y="18852"/>
                </a:cubicBezTo>
                <a:cubicBezTo>
                  <a:pt x="48037" y="10867"/>
                  <a:pt x="42263" y="0"/>
                  <a:pt x="29954"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27" name="Google Shape;1827;p80"/>
          <p:cNvGrpSpPr/>
          <p:nvPr/>
        </p:nvGrpSpPr>
        <p:grpSpPr>
          <a:xfrm>
            <a:off x="298009" y="1164970"/>
            <a:ext cx="1121498" cy="1129498"/>
            <a:chOff x="298009" y="1164970"/>
            <a:chExt cx="1121498" cy="1129498"/>
          </a:xfrm>
        </p:grpSpPr>
        <p:grpSp>
          <p:nvGrpSpPr>
            <p:cNvPr id="1828" name="Google Shape;1828;p80"/>
            <p:cNvGrpSpPr/>
            <p:nvPr/>
          </p:nvGrpSpPr>
          <p:grpSpPr>
            <a:xfrm flipH="1">
              <a:off x="298009" y="1309538"/>
              <a:ext cx="93234" cy="93234"/>
              <a:chOff x="7812545" y="194375"/>
              <a:chExt cx="105457" cy="105457"/>
            </a:xfrm>
          </p:grpSpPr>
          <p:sp>
            <p:nvSpPr>
              <p:cNvPr id="1829" name="Google Shape;1829;p80"/>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0" name="Google Shape;1830;p80"/>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1" name="Google Shape;1831;p80"/>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2" name="Google Shape;1832;p80"/>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33" name="Google Shape;1833;p80"/>
            <p:cNvSpPr/>
            <p:nvPr/>
          </p:nvSpPr>
          <p:spPr>
            <a:xfrm flipH="1">
              <a:off x="1326276" y="1164970"/>
              <a:ext cx="93231" cy="93173"/>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4" name="Google Shape;1834;p80"/>
            <p:cNvSpPr/>
            <p:nvPr/>
          </p:nvSpPr>
          <p:spPr>
            <a:xfrm flipH="1">
              <a:off x="685826" y="2201295"/>
              <a:ext cx="93231" cy="93173"/>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35" name="Google Shape;1835;p80"/>
          <p:cNvGrpSpPr/>
          <p:nvPr/>
        </p:nvGrpSpPr>
        <p:grpSpPr>
          <a:xfrm>
            <a:off x="7297176" y="3655625"/>
            <a:ext cx="2210428" cy="1863813"/>
            <a:chOff x="7297176" y="3655625"/>
            <a:chExt cx="2210428" cy="1863813"/>
          </a:xfrm>
        </p:grpSpPr>
        <p:sp>
          <p:nvSpPr>
            <p:cNvPr id="1836" name="Google Shape;1836;p80"/>
            <p:cNvSpPr/>
            <p:nvPr/>
          </p:nvSpPr>
          <p:spPr>
            <a:xfrm rot="899878">
              <a:off x="8297876" y="4421550"/>
              <a:ext cx="1102774" cy="971749"/>
            </a:xfrm>
            <a:custGeom>
              <a:rect b="b" l="l" r="r" t="t"/>
              <a:pathLst>
                <a:path extrusionOk="0" h="49357" w="56012">
                  <a:moveTo>
                    <a:pt x="29954" y="0"/>
                  </a:moveTo>
                  <a:cubicBezTo>
                    <a:pt x="26409" y="0"/>
                    <a:pt x="22321" y="902"/>
                    <a:pt x="17654" y="3034"/>
                  </a:cubicBezTo>
                  <a:cubicBezTo>
                    <a:pt x="17654" y="3034"/>
                    <a:pt x="8827" y="7530"/>
                    <a:pt x="4406" y="14477"/>
                  </a:cubicBezTo>
                  <a:cubicBezTo>
                    <a:pt x="1" y="21424"/>
                    <a:pt x="347" y="30340"/>
                    <a:pt x="5715" y="36971"/>
                  </a:cubicBezTo>
                  <a:cubicBezTo>
                    <a:pt x="11068" y="43588"/>
                    <a:pt x="21308" y="42730"/>
                    <a:pt x="29878" y="46926"/>
                  </a:cubicBezTo>
                  <a:cubicBezTo>
                    <a:pt x="33082" y="48494"/>
                    <a:pt x="36410" y="49356"/>
                    <a:pt x="39533" y="49356"/>
                  </a:cubicBezTo>
                  <a:cubicBezTo>
                    <a:pt x="44766" y="49356"/>
                    <a:pt x="49425" y="46936"/>
                    <a:pt x="51967" y="41362"/>
                  </a:cubicBezTo>
                  <a:cubicBezTo>
                    <a:pt x="56012" y="32476"/>
                    <a:pt x="49907" y="29137"/>
                    <a:pt x="48854" y="18852"/>
                  </a:cubicBezTo>
                  <a:cubicBezTo>
                    <a:pt x="48037" y="10867"/>
                    <a:pt x="42263" y="0"/>
                    <a:pt x="29954"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37" name="Google Shape;1837;p80"/>
            <p:cNvGrpSpPr/>
            <p:nvPr/>
          </p:nvGrpSpPr>
          <p:grpSpPr>
            <a:xfrm>
              <a:off x="7297176" y="3655625"/>
              <a:ext cx="1024368" cy="981280"/>
              <a:chOff x="7297176" y="3655625"/>
              <a:chExt cx="1024368" cy="981280"/>
            </a:xfrm>
          </p:grpSpPr>
          <p:grpSp>
            <p:nvGrpSpPr>
              <p:cNvPr id="1838" name="Google Shape;1838;p80"/>
              <p:cNvGrpSpPr/>
              <p:nvPr/>
            </p:nvGrpSpPr>
            <p:grpSpPr>
              <a:xfrm flipH="1">
                <a:off x="8228309" y="3655625"/>
                <a:ext cx="93234" cy="93234"/>
                <a:chOff x="7812545" y="194375"/>
                <a:chExt cx="105457" cy="105457"/>
              </a:xfrm>
            </p:grpSpPr>
            <p:sp>
              <p:nvSpPr>
                <p:cNvPr id="1839" name="Google Shape;1839;p80"/>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0" name="Google Shape;1840;p80"/>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1" name="Google Shape;1841;p80"/>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2" name="Google Shape;1842;p80"/>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43" name="Google Shape;1843;p80"/>
              <p:cNvSpPr/>
              <p:nvPr/>
            </p:nvSpPr>
            <p:spPr>
              <a:xfrm flipH="1">
                <a:off x="7297176" y="4543733"/>
                <a:ext cx="93231" cy="93173"/>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20">
    <p:spTree>
      <p:nvGrpSpPr>
        <p:cNvPr id="1844" name="Shape 1844"/>
        <p:cNvGrpSpPr/>
        <p:nvPr/>
      </p:nvGrpSpPr>
      <p:grpSpPr>
        <a:xfrm>
          <a:off x="0" y="0"/>
          <a:ext cx="0" cy="0"/>
          <a:chOff x="0" y="0"/>
          <a:chExt cx="0" cy="0"/>
        </a:xfrm>
      </p:grpSpPr>
      <p:sp>
        <p:nvSpPr>
          <p:cNvPr id="1845" name="Google Shape;1845;p8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grpSp>
        <p:nvGrpSpPr>
          <p:cNvPr id="1846" name="Google Shape;1846;p81"/>
          <p:cNvGrpSpPr/>
          <p:nvPr/>
        </p:nvGrpSpPr>
        <p:grpSpPr>
          <a:xfrm>
            <a:off x="319295" y="4308988"/>
            <a:ext cx="750832" cy="656232"/>
            <a:chOff x="319295" y="4308988"/>
            <a:chExt cx="750832" cy="656232"/>
          </a:xfrm>
        </p:grpSpPr>
        <p:grpSp>
          <p:nvGrpSpPr>
            <p:cNvPr id="1847" name="Google Shape;1847;p81"/>
            <p:cNvGrpSpPr/>
            <p:nvPr/>
          </p:nvGrpSpPr>
          <p:grpSpPr>
            <a:xfrm>
              <a:off x="964670" y="4859763"/>
              <a:ext cx="105457" cy="105457"/>
              <a:chOff x="7812545" y="194375"/>
              <a:chExt cx="105457" cy="105457"/>
            </a:xfrm>
          </p:grpSpPr>
          <p:sp>
            <p:nvSpPr>
              <p:cNvPr id="1848" name="Google Shape;1848;p81"/>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9" name="Google Shape;1849;p81"/>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0" name="Google Shape;1850;p81"/>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1" name="Google Shape;1851;p81"/>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52" name="Google Shape;1852;p81"/>
            <p:cNvSpPr/>
            <p:nvPr/>
          </p:nvSpPr>
          <p:spPr>
            <a:xfrm>
              <a:off x="424749" y="4721876"/>
              <a:ext cx="171626" cy="171542"/>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53" name="Google Shape;1853;p81"/>
            <p:cNvGrpSpPr/>
            <p:nvPr/>
          </p:nvGrpSpPr>
          <p:grpSpPr>
            <a:xfrm>
              <a:off x="319295" y="4308988"/>
              <a:ext cx="105457" cy="105457"/>
              <a:chOff x="7812545" y="194375"/>
              <a:chExt cx="105457" cy="105457"/>
            </a:xfrm>
          </p:grpSpPr>
          <p:sp>
            <p:nvSpPr>
              <p:cNvPr id="1854" name="Google Shape;1854;p81"/>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5" name="Google Shape;1855;p81"/>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6" name="Google Shape;1856;p81"/>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7" name="Google Shape;1857;p81"/>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858" name="Google Shape;1858;p81"/>
          <p:cNvGrpSpPr/>
          <p:nvPr/>
        </p:nvGrpSpPr>
        <p:grpSpPr>
          <a:xfrm>
            <a:off x="8176604" y="-179030"/>
            <a:ext cx="1421198" cy="1325909"/>
            <a:chOff x="8176604" y="-179030"/>
            <a:chExt cx="1421198" cy="1325909"/>
          </a:xfrm>
        </p:grpSpPr>
        <p:sp>
          <p:nvSpPr>
            <p:cNvPr id="1859" name="Google Shape;1859;p81"/>
            <p:cNvSpPr/>
            <p:nvPr/>
          </p:nvSpPr>
          <p:spPr>
            <a:xfrm flipH="1">
              <a:off x="8606683" y="-179030"/>
              <a:ext cx="991119" cy="877511"/>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0" name="Google Shape;1860;p81"/>
            <p:cNvSpPr/>
            <p:nvPr/>
          </p:nvSpPr>
          <p:spPr>
            <a:xfrm flipH="1">
              <a:off x="8176604" y="349987"/>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61" name="Google Shape;1861;p81"/>
            <p:cNvGrpSpPr/>
            <p:nvPr/>
          </p:nvGrpSpPr>
          <p:grpSpPr>
            <a:xfrm>
              <a:off x="8732620" y="1041423"/>
              <a:ext cx="105457" cy="105457"/>
              <a:chOff x="7812545" y="194375"/>
              <a:chExt cx="105457" cy="105457"/>
            </a:xfrm>
          </p:grpSpPr>
          <p:sp>
            <p:nvSpPr>
              <p:cNvPr id="1862" name="Google Shape;1862;p81"/>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3" name="Google Shape;1863;p81"/>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4" name="Google Shape;1864;p81"/>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5" name="Google Shape;1865;p81"/>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19">
    <p:spTree>
      <p:nvGrpSpPr>
        <p:cNvPr id="1866" name="Shape 1866"/>
        <p:cNvGrpSpPr/>
        <p:nvPr/>
      </p:nvGrpSpPr>
      <p:grpSpPr>
        <a:xfrm>
          <a:off x="0" y="0"/>
          <a:ext cx="0" cy="0"/>
          <a:chOff x="0" y="0"/>
          <a:chExt cx="0" cy="0"/>
        </a:xfrm>
      </p:grpSpPr>
      <p:sp>
        <p:nvSpPr>
          <p:cNvPr id="1867" name="Google Shape;1867;p8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1868" name="Google Shape;1868;p82"/>
          <p:cNvSpPr/>
          <p:nvPr/>
        </p:nvSpPr>
        <p:spPr>
          <a:xfrm rot="5828238">
            <a:off x="712226" y="4219055"/>
            <a:ext cx="1085117" cy="2077472"/>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9" name="Google Shape;1869;p82"/>
          <p:cNvSpPr/>
          <p:nvPr/>
        </p:nvSpPr>
        <p:spPr>
          <a:xfrm flipH="1">
            <a:off x="8516050" y="4487450"/>
            <a:ext cx="1172375" cy="942725"/>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70" name="Google Shape;1870;p82"/>
          <p:cNvGrpSpPr/>
          <p:nvPr/>
        </p:nvGrpSpPr>
        <p:grpSpPr>
          <a:xfrm>
            <a:off x="-1252300" y="-775500"/>
            <a:ext cx="2224933" cy="1789104"/>
            <a:chOff x="-1260750" y="4247400"/>
            <a:chExt cx="2224933" cy="1789104"/>
          </a:xfrm>
        </p:grpSpPr>
        <p:sp>
          <p:nvSpPr>
            <p:cNvPr id="1871" name="Google Shape;1871;p82"/>
            <p:cNvSpPr/>
            <p:nvPr/>
          </p:nvSpPr>
          <p:spPr>
            <a:xfrm flipH="1">
              <a:off x="-1260750" y="4247400"/>
              <a:ext cx="2224933" cy="1789104"/>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2" name="Google Shape;1872;p82"/>
            <p:cNvSpPr/>
            <p:nvPr/>
          </p:nvSpPr>
          <p:spPr>
            <a:xfrm>
              <a:off x="-708950" y="4596438"/>
              <a:ext cx="1232275" cy="1091025"/>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73" name="Google Shape;1873;p82"/>
          <p:cNvGrpSpPr/>
          <p:nvPr/>
        </p:nvGrpSpPr>
        <p:grpSpPr>
          <a:xfrm flipH="1" rot="10800000">
            <a:off x="8455188" y="183250"/>
            <a:ext cx="463864" cy="572939"/>
            <a:chOff x="274663" y="183250"/>
            <a:chExt cx="463864" cy="572939"/>
          </a:xfrm>
        </p:grpSpPr>
        <p:grpSp>
          <p:nvGrpSpPr>
            <p:cNvPr id="1874" name="Google Shape;1874;p82"/>
            <p:cNvGrpSpPr/>
            <p:nvPr/>
          </p:nvGrpSpPr>
          <p:grpSpPr>
            <a:xfrm>
              <a:off x="633070" y="183250"/>
              <a:ext cx="105457" cy="105457"/>
              <a:chOff x="7812545" y="194375"/>
              <a:chExt cx="105457" cy="105457"/>
            </a:xfrm>
          </p:grpSpPr>
          <p:sp>
            <p:nvSpPr>
              <p:cNvPr id="1875" name="Google Shape;1875;p82"/>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6" name="Google Shape;1876;p82"/>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7" name="Google Shape;1877;p82"/>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8" name="Google Shape;1878;p82"/>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79" name="Google Shape;1879;p82"/>
            <p:cNvSpPr/>
            <p:nvPr/>
          </p:nvSpPr>
          <p:spPr>
            <a:xfrm>
              <a:off x="274663" y="650800"/>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884" name="Shape 1884"/>
        <p:cNvGrpSpPr/>
        <p:nvPr/>
      </p:nvGrpSpPr>
      <p:grpSpPr>
        <a:xfrm>
          <a:off x="0" y="0"/>
          <a:ext cx="0" cy="0"/>
          <a:chOff x="0" y="0"/>
          <a:chExt cx="0" cy="0"/>
        </a:xfrm>
      </p:grpSpPr>
      <p:sp>
        <p:nvSpPr>
          <p:cNvPr id="1885" name="Google Shape;1885;p84"/>
          <p:cNvSpPr/>
          <p:nvPr/>
        </p:nvSpPr>
        <p:spPr>
          <a:xfrm>
            <a:off x="-298976" y="-442224"/>
            <a:ext cx="6067158" cy="4878696"/>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6" name="Google Shape;1886;p84"/>
          <p:cNvSpPr/>
          <p:nvPr/>
        </p:nvSpPr>
        <p:spPr>
          <a:xfrm>
            <a:off x="-418150" y="-442225"/>
            <a:ext cx="1232275" cy="1091025"/>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7" name="Google Shape;1887;p84"/>
          <p:cNvSpPr txBox="1"/>
          <p:nvPr>
            <p:ph type="ctrTitle"/>
          </p:nvPr>
        </p:nvSpPr>
        <p:spPr>
          <a:xfrm>
            <a:off x="1041050" y="995375"/>
            <a:ext cx="4159800" cy="2145600"/>
          </a:xfrm>
          <a:prstGeom prst="rect">
            <a:avLst/>
          </a:prstGeom>
        </p:spPr>
        <p:txBody>
          <a:bodyPr anchorCtr="0" anchor="ctr" bIns="91425" lIns="91425" spcFirstLastPara="1" rIns="91425" wrap="square" tIns="91425">
            <a:noAutofit/>
          </a:bodyPr>
          <a:lstStyle>
            <a:lvl1pPr lvl="0">
              <a:lnSpc>
                <a:spcPct val="90000"/>
              </a:lnSpc>
              <a:spcBef>
                <a:spcPts val="0"/>
              </a:spcBef>
              <a:spcAft>
                <a:spcPts val="0"/>
              </a:spcAft>
              <a:buSzPts val="5200"/>
              <a:buNone/>
              <a:defRPr sz="5200"/>
            </a:lvl1pPr>
            <a:lvl2pPr lvl="1">
              <a:spcBef>
                <a:spcPts val="0"/>
              </a:spcBef>
              <a:spcAft>
                <a:spcPts val="0"/>
              </a:spcAft>
              <a:buSzPts val="5200"/>
              <a:buNone/>
              <a:defRPr sz="5200"/>
            </a:lvl2pPr>
            <a:lvl3pPr lvl="2">
              <a:spcBef>
                <a:spcPts val="0"/>
              </a:spcBef>
              <a:spcAft>
                <a:spcPts val="0"/>
              </a:spcAft>
              <a:buSzPts val="5200"/>
              <a:buNone/>
              <a:defRPr sz="5200"/>
            </a:lvl3pPr>
            <a:lvl4pPr lvl="3">
              <a:spcBef>
                <a:spcPts val="0"/>
              </a:spcBef>
              <a:spcAft>
                <a:spcPts val="0"/>
              </a:spcAft>
              <a:buSzPts val="5200"/>
              <a:buNone/>
              <a:defRPr sz="5200"/>
            </a:lvl4pPr>
            <a:lvl5pPr lvl="4">
              <a:spcBef>
                <a:spcPts val="0"/>
              </a:spcBef>
              <a:spcAft>
                <a:spcPts val="0"/>
              </a:spcAft>
              <a:buSzPts val="5200"/>
              <a:buNone/>
              <a:defRPr sz="5200"/>
            </a:lvl5pPr>
            <a:lvl6pPr lvl="5">
              <a:spcBef>
                <a:spcPts val="0"/>
              </a:spcBef>
              <a:spcAft>
                <a:spcPts val="0"/>
              </a:spcAft>
              <a:buSzPts val="5200"/>
              <a:buNone/>
              <a:defRPr sz="5200"/>
            </a:lvl6pPr>
            <a:lvl7pPr lvl="6">
              <a:spcBef>
                <a:spcPts val="0"/>
              </a:spcBef>
              <a:spcAft>
                <a:spcPts val="0"/>
              </a:spcAft>
              <a:buSzPts val="5200"/>
              <a:buNone/>
              <a:defRPr sz="5200"/>
            </a:lvl7pPr>
            <a:lvl8pPr lvl="7">
              <a:spcBef>
                <a:spcPts val="0"/>
              </a:spcBef>
              <a:spcAft>
                <a:spcPts val="0"/>
              </a:spcAft>
              <a:buSzPts val="5200"/>
              <a:buNone/>
              <a:defRPr sz="5200"/>
            </a:lvl8pPr>
            <a:lvl9pPr lvl="8">
              <a:spcBef>
                <a:spcPts val="0"/>
              </a:spcBef>
              <a:spcAft>
                <a:spcPts val="0"/>
              </a:spcAft>
              <a:buSzPts val="5200"/>
              <a:buNone/>
              <a:defRPr sz="5200"/>
            </a:lvl9pPr>
          </a:lstStyle>
          <a:p/>
        </p:txBody>
      </p:sp>
      <p:sp>
        <p:nvSpPr>
          <p:cNvPr id="1888" name="Google Shape;1888;p84"/>
          <p:cNvSpPr txBox="1"/>
          <p:nvPr>
            <p:ph idx="1" type="subTitle"/>
          </p:nvPr>
        </p:nvSpPr>
        <p:spPr>
          <a:xfrm>
            <a:off x="1041050" y="3140985"/>
            <a:ext cx="5488500" cy="336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800"/>
              <a:buNone/>
              <a:defRPr sz="18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1889" name="Google Shape;1889;p8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grpSp>
        <p:nvGrpSpPr>
          <p:cNvPr id="1890" name="Google Shape;1890;p84"/>
          <p:cNvGrpSpPr/>
          <p:nvPr/>
        </p:nvGrpSpPr>
        <p:grpSpPr>
          <a:xfrm>
            <a:off x="-1113715" y="3104082"/>
            <a:ext cx="3240940" cy="3045231"/>
            <a:chOff x="-1113715" y="3104082"/>
            <a:chExt cx="3240940" cy="3045231"/>
          </a:xfrm>
        </p:grpSpPr>
        <p:sp>
          <p:nvSpPr>
            <p:cNvPr id="1891" name="Google Shape;1891;p84"/>
            <p:cNvSpPr/>
            <p:nvPr/>
          </p:nvSpPr>
          <p:spPr>
            <a:xfrm rot="-6150387">
              <a:off x="-934264" y="3408221"/>
              <a:ext cx="2578600" cy="2436953"/>
            </a:xfrm>
            <a:custGeom>
              <a:rect b="b" l="l" r="r" t="t"/>
              <a:pathLst>
                <a:path extrusionOk="0" h="49900" w="54584">
                  <a:moveTo>
                    <a:pt x="39803" y="0"/>
                  </a:moveTo>
                  <a:cubicBezTo>
                    <a:pt x="38029" y="0"/>
                    <a:pt x="36248" y="409"/>
                    <a:pt x="34570" y="1238"/>
                  </a:cubicBezTo>
                  <a:cubicBezTo>
                    <a:pt x="31367" y="2802"/>
                    <a:pt x="28886" y="5448"/>
                    <a:pt x="25683" y="7012"/>
                  </a:cubicBezTo>
                  <a:cubicBezTo>
                    <a:pt x="21308" y="9163"/>
                    <a:pt x="16511" y="10320"/>
                    <a:pt x="12090" y="12380"/>
                  </a:cubicBezTo>
                  <a:cubicBezTo>
                    <a:pt x="7684" y="14425"/>
                    <a:pt x="3444" y="17628"/>
                    <a:pt x="1865" y="22244"/>
                  </a:cubicBezTo>
                  <a:cubicBezTo>
                    <a:pt x="1" y="27673"/>
                    <a:pt x="647" y="34078"/>
                    <a:pt x="3504" y="39040"/>
                  </a:cubicBezTo>
                  <a:cubicBezTo>
                    <a:pt x="8069" y="46988"/>
                    <a:pt x="17031" y="49899"/>
                    <a:pt x="25743" y="49899"/>
                  </a:cubicBezTo>
                  <a:cubicBezTo>
                    <a:pt x="25898" y="49899"/>
                    <a:pt x="26054" y="49898"/>
                    <a:pt x="26209" y="49897"/>
                  </a:cubicBezTo>
                  <a:cubicBezTo>
                    <a:pt x="44945" y="49671"/>
                    <a:pt x="54583" y="26996"/>
                    <a:pt x="51531" y="10696"/>
                  </a:cubicBezTo>
                  <a:cubicBezTo>
                    <a:pt x="50869" y="7163"/>
                    <a:pt x="49230" y="3779"/>
                    <a:pt x="46118" y="1840"/>
                  </a:cubicBezTo>
                  <a:cubicBezTo>
                    <a:pt x="44160" y="620"/>
                    <a:pt x="41987" y="0"/>
                    <a:pt x="39803"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2" name="Google Shape;1892;p84"/>
            <p:cNvSpPr/>
            <p:nvPr/>
          </p:nvSpPr>
          <p:spPr>
            <a:xfrm rot="5828283">
              <a:off x="677849" y="4406018"/>
              <a:ext cx="958577" cy="1835297"/>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893" name="Shape 1893"/>
        <p:cNvGrpSpPr/>
        <p:nvPr/>
      </p:nvGrpSpPr>
      <p:grpSpPr>
        <a:xfrm>
          <a:off x="0" y="0"/>
          <a:ext cx="0" cy="0"/>
          <a:chOff x="0" y="0"/>
          <a:chExt cx="0" cy="0"/>
        </a:xfrm>
      </p:grpSpPr>
      <p:sp>
        <p:nvSpPr>
          <p:cNvPr id="1894" name="Google Shape;1894;p85"/>
          <p:cNvSpPr txBox="1"/>
          <p:nvPr>
            <p:ph type="title"/>
          </p:nvPr>
        </p:nvSpPr>
        <p:spPr>
          <a:xfrm>
            <a:off x="3920952" y="2223325"/>
            <a:ext cx="4551600" cy="749100"/>
          </a:xfrm>
          <a:prstGeom prst="rect">
            <a:avLst/>
          </a:prstGeom>
        </p:spPr>
        <p:txBody>
          <a:bodyPr anchorCtr="0" anchor="ctr" bIns="91425" lIns="91425" spcFirstLastPara="1" rIns="91425" wrap="square" tIns="91425">
            <a:noAutofit/>
          </a:bodyPr>
          <a:lstStyle>
            <a:lvl1pPr lvl="0">
              <a:spcBef>
                <a:spcPts val="0"/>
              </a:spcBef>
              <a:spcAft>
                <a:spcPts val="0"/>
              </a:spcAft>
              <a:buSzPts val="3600"/>
              <a:buNone/>
              <a:defRPr sz="4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895" name="Google Shape;1895;p8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1896" name="Google Shape;1896;p85"/>
          <p:cNvSpPr txBox="1"/>
          <p:nvPr>
            <p:ph idx="1" type="subTitle"/>
          </p:nvPr>
        </p:nvSpPr>
        <p:spPr>
          <a:xfrm>
            <a:off x="3907975" y="2905550"/>
            <a:ext cx="4551600" cy="383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800"/>
              <a:buNone/>
              <a:defRPr sz="18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1897" name="Google Shape;1897;p85"/>
          <p:cNvSpPr txBox="1"/>
          <p:nvPr>
            <p:ph hasCustomPrompt="1" idx="2" type="title"/>
          </p:nvPr>
        </p:nvSpPr>
        <p:spPr>
          <a:xfrm>
            <a:off x="3907970" y="1278475"/>
            <a:ext cx="1595700" cy="898500"/>
          </a:xfrm>
          <a:prstGeom prst="rect">
            <a:avLst/>
          </a:prstGeom>
        </p:spPr>
        <p:txBody>
          <a:bodyPr anchorCtr="0" anchor="ctr" bIns="91425" lIns="91425" spcFirstLastPara="1" rIns="91425" wrap="square" tIns="91425">
            <a:noAutofit/>
          </a:bodyPr>
          <a:lstStyle>
            <a:lvl1pPr lvl="0">
              <a:spcBef>
                <a:spcPts val="0"/>
              </a:spcBef>
              <a:spcAft>
                <a:spcPts val="0"/>
              </a:spcAft>
              <a:buSzPts val="8000"/>
              <a:buNone/>
              <a:defRPr sz="8000">
                <a:solidFill>
                  <a:schemeClr val="accent2"/>
                </a:solidFill>
              </a:defRPr>
            </a:lvl1pPr>
            <a:lvl2pPr lvl="1" algn="ctr">
              <a:spcBef>
                <a:spcPts val="0"/>
              </a:spcBef>
              <a:spcAft>
                <a:spcPts val="0"/>
              </a:spcAft>
              <a:buSzPts val="8000"/>
              <a:buNone/>
              <a:defRPr sz="8000"/>
            </a:lvl2pPr>
            <a:lvl3pPr lvl="2" algn="ctr">
              <a:spcBef>
                <a:spcPts val="0"/>
              </a:spcBef>
              <a:spcAft>
                <a:spcPts val="0"/>
              </a:spcAft>
              <a:buSzPts val="8000"/>
              <a:buNone/>
              <a:defRPr sz="8000"/>
            </a:lvl3pPr>
            <a:lvl4pPr lvl="3" algn="ctr">
              <a:spcBef>
                <a:spcPts val="0"/>
              </a:spcBef>
              <a:spcAft>
                <a:spcPts val="0"/>
              </a:spcAft>
              <a:buSzPts val="8000"/>
              <a:buNone/>
              <a:defRPr sz="8000"/>
            </a:lvl4pPr>
            <a:lvl5pPr lvl="4" algn="ctr">
              <a:spcBef>
                <a:spcPts val="0"/>
              </a:spcBef>
              <a:spcAft>
                <a:spcPts val="0"/>
              </a:spcAft>
              <a:buSzPts val="8000"/>
              <a:buNone/>
              <a:defRPr sz="8000"/>
            </a:lvl5pPr>
            <a:lvl6pPr lvl="5" algn="ctr">
              <a:spcBef>
                <a:spcPts val="0"/>
              </a:spcBef>
              <a:spcAft>
                <a:spcPts val="0"/>
              </a:spcAft>
              <a:buSzPts val="8000"/>
              <a:buNone/>
              <a:defRPr sz="8000"/>
            </a:lvl6pPr>
            <a:lvl7pPr lvl="6" algn="ctr">
              <a:spcBef>
                <a:spcPts val="0"/>
              </a:spcBef>
              <a:spcAft>
                <a:spcPts val="0"/>
              </a:spcAft>
              <a:buSzPts val="8000"/>
              <a:buNone/>
              <a:defRPr sz="8000"/>
            </a:lvl7pPr>
            <a:lvl8pPr lvl="7" algn="ctr">
              <a:spcBef>
                <a:spcPts val="0"/>
              </a:spcBef>
              <a:spcAft>
                <a:spcPts val="0"/>
              </a:spcAft>
              <a:buSzPts val="8000"/>
              <a:buNone/>
              <a:defRPr sz="8000"/>
            </a:lvl8pPr>
            <a:lvl9pPr lvl="8" algn="ctr">
              <a:spcBef>
                <a:spcPts val="0"/>
              </a:spcBef>
              <a:spcAft>
                <a:spcPts val="0"/>
              </a:spcAft>
              <a:buSzPts val="8000"/>
              <a:buNone/>
              <a:defRPr sz="8000"/>
            </a:lvl9pPr>
          </a:lstStyle>
          <a:p>
            <a:r>
              <a:t>xx%</a:t>
            </a:r>
          </a:p>
        </p:txBody>
      </p:sp>
      <p:grpSp>
        <p:nvGrpSpPr>
          <p:cNvPr id="1898" name="Google Shape;1898;p85"/>
          <p:cNvGrpSpPr/>
          <p:nvPr/>
        </p:nvGrpSpPr>
        <p:grpSpPr>
          <a:xfrm>
            <a:off x="8269426" y="4107105"/>
            <a:ext cx="1691968" cy="1546775"/>
            <a:chOff x="8269426" y="4107105"/>
            <a:chExt cx="1691968" cy="1546775"/>
          </a:xfrm>
        </p:grpSpPr>
        <p:sp>
          <p:nvSpPr>
            <p:cNvPr id="1899" name="Google Shape;1899;p85"/>
            <p:cNvSpPr/>
            <p:nvPr/>
          </p:nvSpPr>
          <p:spPr>
            <a:xfrm>
              <a:off x="8269426" y="4107105"/>
              <a:ext cx="1691968" cy="1546775"/>
            </a:xfrm>
            <a:custGeom>
              <a:rect b="b" l="l" r="r" t="t"/>
              <a:pathLst>
                <a:path extrusionOk="0" h="49900" w="54584">
                  <a:moveTo>
                    <a:pt x="39803" y="0"/>
                  </a:moveTo>
                  <a:cubicBezTo>
                    <a:pt x="38029" y="0"/>
                    <a:pt x="36248" y="409"/>
                    <a:pt x="34570" y="1238"/>
                  </a:cubicBezTo>
                  <a:cubicBezTo>
                    <a:pt x="31367" y="2802"/>
                    <a:pt x="28886" y="5448"/>
                    <a:pt x="25683" y="7012"/>
                  </a:cubicBezTo>
                  <a:cubicBezTo>
                    <a:pt x="21308" y="9163"/>
                    <a:pt x="16511" y="10320"/>
                    <a:pt x="12090" y="12380"/>
                  </a:cubicBezTo>
                  <a:cubicBezTo>
                    <a:pt x="7684" y="14425"/>
                    <a:pt x="3444" y="17628"/>
                    <a:pt x="1865" y="22244"/>
                  </a:cubicBezTo>
                  <a:cubicBezTo>
                    <a:pt x="1" y="27673"/>
                    <a:pt x="647" y="34078"/>
                    <a:pt x="3504" y="39040"/>
                  </a:cubicBezTo>
                  <a:cubicBezTo>
                    <a:pt x="8069" y="46988"/>
                    <a:pt x="17031" y="49899"/>
                    <a:pt x="25743" y="49899"/>
                  </a:cubicBezTo>
                  <a:cubicBezTo>
                    <a:pt x="25898" y="49899"/>
                    <a:pt x="26054" y="49898"/>
                    <a:pt x="26209" y="49897"/>
                  </a:cubicBezTo>
                  <a:cubicBezTo>
                    <a:pt x="44945" y="49671"/>
                    <a:pt x="54583" y="26996"/>
                    <a:pt x="51531" y="10696"/>
                  </a:cubicBezTo>
                  <a:cubicBezTo>
                    <a:pt x="50869" y="7163"/>
                    <a:pt x="49230" y="3779"/>
                    <a:pt x="46118" y="1840"/>
                  </a:cubicBezTo>
                  <a:cubicBezTo>
                    <a:pt x="44160" y="620"/>
                    <a:pt x="41987" y="0"/>
                    <a:pt x="39803" y="0"/>
                  </a:cubicBezTo>
                  <a:close/>
                </a:path>
              </a:pathLst>
            </a:custGeom>
            <a:solidFill>
              <a:srgbClr val="F0F0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0" name="Google Shape;1900;p85"/>
            <p:cNvSpPr/>
            <p:nvPr/>
          </p:nvSpPr>
          <p:spPr>
            <a:xfrm>
              <a:off x="8602429" y="4538820"/>
              <a:ext cx="991119" cy="877511"/>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01" name="Google Shape;1901;p85"/>
          <p:cNvGrpSpPr/>
          <p:nvPr/>
        </p:nvGrpSpPr>
        <p:grpSpPr>
          <a:xfrm>
            <a:off x="6194195" y="289400"/>
            <a:ext cx="2508782" cy="1009939"/>
            <a:chOff x="6194195" y="289400"/>
            <a:chExt cx="2508782" cy="1009939"/>
          </a:xfrm>
        </p:grpSpPr>
        <p:sp>
          <p:nvSpPr>
            <p:cNvPr id="1902" name="Google Shape;1902;p85"/>
            <p:cNvSpPr/>
            <p:nvPr/>
          </p:nvSpPr>
          <p:spPr>
            <a:xfrm>
              <a:off x="7081200" y="1193950"/>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3" name="Google Shape;1903;p85"/>
            <p:cNvSpPr/>
            <p:nvPr/>
          </p:nvSpPr>
          <p:spPr>
            <a:xfrm>
              <a:off x="7997076" y="289400"/>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1904" name="Google Shape;1904;p85"/>
            <p:cNvGrpSpPr/>
            <p:nvPr/>
          </p:nvGrpSpPr>
          <p:grpSpPr>
            <a:xfrm>
              <a:off x="8597520" y="1140738"/>
              <a:ext cx="105457" cy="105457"/>
              <a:chOff x="7812545" y="194375"/>
              <a:chExt cx="105457" cy="105457"/>
            </a:xfrm>
          </p:grpSpPr>
          <p:sp>
            <p:nvSpPr>
              <p:cNvPr id="1905" name="Google Shape;1905;p85"/>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6" name="Google Shape;1906;p85"/>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7" name="Google Shape;1907;p85"/>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8" name="Google Shape;1908;p85"/>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09" name="Google Shape;1909;p85"/>
            <p:cNvGrpSpPr/>
            <p:nvPr/>
          </p:nvGrpSpPr>
          <p:grpSpPr>
            <a:xfrm>
              <a:off x="6194195" y="551338"/>
              <a:ext cx="105457" cy="105457"/>
              <a:chOff x="7812545" y="194375"/>
              <a:chExt cx="105457" cy="105457"/>
            </a:xfrm>
          </p:grpSpPr>
          <p:sp>
            <p:nvSpPr>
              <p:cNvPr id="1910" name="Google Shape;1910;p85"/>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1" name="Google Shape;1911;p85"/>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2" name="Google Shape;1912;p85"/>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3" name="Google Shape;1913;p85"/>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914" name="Google Shape;1914;p85"/>
          <p:cNvGrpSpPr/>
          <p:nvPr/>
        </p:nvGrpSpPr>
        <p:grpSpPr>
          <a:xfrm>
            <a:off x="5001120" y="3928038"/>
            <a:ext cx="1828507" cy="817002"/>
            <a:chOff x="5001120" y="3928038"/>
            <a:chExt cx="1828507" cy="817002"/>
          </a:xfrm>
        </p:grpSpPr>
        <p:sp>
          <p:nvSpPr>
            <p:cNvPr id="1915" name="Google Shape;1915;p85"/>
            <p:cNvSpPr/>
            <p:nvPr/>
          </p:nvSpPr>
          <p:spPr>
            <a:xfrm>
              <a:off x="6724175" y="4639650"/>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916" name="Google Shape;1916;p85"/>
            <p:cNvGrpSpPr/>
            <p:nvPr/>
          </p:nvGrpSpPr>
          <p:grpSpPr>
            <a:xfrm>
              <a:off x="5001120" y="3928038"/>
              <a:ext cx="105457" cy="105457"/>
              <a:chOff x="7812545" y="194375"/>
              <a:chExt cx="105457" cy="105457"/>
            </a:xfrm>
          </p:grpSpPr>
          <p:sp>
            <p:nvSpPr>
              <p:cNvPr id="1917" name="Google Shape;1917;p85"/>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8" name="Google Shape;1918;p85"/>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9" name="Google Shape;1919;p85"/>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0" name="Google Shape;1920;p85"/>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21" name="Shape 1921"/>
        <p:cNvGrpSpPr/>
        <p:nvPr/>
      </p:nvGrpSpPr>
      <p:grpSpPr>
        <a:xfrm>
          <a:off x="0" y="0"/>
          <a:ext cx="0" cy="0"/>
          <a:chOff x="0" y="0"/>
          <a:chExt cx="0" cy="0"/>
        </a:xfrm>
      </p:grpSpPr>
      <p:sp>
        <p:nvSpPr>
          <p:cNvPr id="1922" name="Google Shape;1922;p86"/>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923" name="Google Shape;1923;p86"/>
          <p:cNvSpPr txBox="1"/>
          <p:nvPr>
            <p:ph idx="1" type="body"/>
          </p:nvPr>
        </p:nvSpPr>
        <p:spPr>
          <a:xfrm>
            <a:off x="685800" y="1152475"/>
            <a:ext cx="7786800" cy="3416400"/>
          </a:xfrm>
          <a:prstGeom prst="rect">
            <a:avLst/>
          </a:prstGeom>
        </p:spPr>
        <p:txBody>
          <a:bodyPr anchorCtr="0" anchor="t" bIns="91425" lIns="91425" spcFirstLastPara="1" rIns="91425" wrap="square" tIns="91425">
            <a:noAutofit/>
          </a:bodyPr>
          <a:lstStyle>
            <a:lvl1pPr indent="-304800" lvl="0" marL="457200">
              <a:lnSpc>
                <a:spcPct val="100000"/>
              </a:lnSpc>
              <a:spcBef>
                <a:spcPts val="0"/>
              </a:spcBef>
              <a:spcAft>
                <a:spcPts val="0"/>
              </a:spcAft>
              <a:buSzPts val="1200"/>
              <a:buChar char="●"/>
              <a:defRPr sz="1200"/>
            </a:lvl1pPr>
            <a:lvl2pPr indent="-304800" lvl="1" marL="914400">
              <a:lnSpc>
                <a:spcPct val="100000"/>
              </a:lnSpc>
              <a:spcBef>
                <a:spcPts val="0"/>
              </a:spcBef>
              <a:spcAft>
                <a:spcPts val="0"/>
              </a:spcAft>
              <a:buSzPts val="1200"/>
              <a:buChar char="○"/>
              <a:defRPr sz="1200"/>
            </a:lvl2pPr>
            <a:lvl3pPr indent="-304800" lvl="2" marL="1371600">
              <a:lnSpc>
                <a:spcPct val="100000"/>
              </a:lnSpc>
              <a:spcBef>
                <a:spcPts val="0"/>
              </a:spcBef>
              <a:spcAft>
                <a:spcPts val="0"/>
              </a:spcAft>
              <a:buSzPts val="1200"/>
              <a:buChar char="■"/>
              <a:defRPr sz="1200"/>
            </a:lvl3pPr>
            <a:lvl4pPr indent="-304800" lvl="3" marL="1828800">
              <a:lnSpc>
                <a:spcPct val="100000"/>
              </a:lnSpc>
              <a:spcBef>
                <a:spcPts val="0"/>
              </a:spcBef>
              <a:spcAft>
                <a:spcPts val="0"/>
              </a:spcAft>
              <a:buSzPts val="1200"/>
              <a:buChar char="●"/>
              <a:defRPr sz="1200"/>
            </a:lvl4pPr>
            <a:lvl5pPr indent="-304800" lvl="4" marL="2286000">
              <a:lnSpc>
                <a:spcPct val="100000"/>
              </a:lnSpc>
              <a:spcBef>
                <a:spcPts val="0"/>
              </a:spcBef>
              <a:spcAft>
                <a:spcPts val="0"/>
              </a:spcAft>
              <a:buSzPts val="1200"/>
              <a:buChar char="○"/>
              <a:defRPr sz="1200"/>
            </a:lvl5pPr>
            <a:lvl6pPr indent="-304800" lvl="5" marL="2743200">
              <a:lnSpc>
                <a:spcPct val="100000"/>
              </a:lnSpc>
              <a:spcBef>
                <a:spcPts val="0"/>
              </a:spcBef>
              <a:spcAft>
                <a:spcPts val="0"/>
              </a:spcAft>
              <a:buSzPts val="1200"/>
              <a:buChar char="■"/>
              <a:defRPr sz="1200"/>
            </a:lvl6pPr>
            <a:lvl7pPr indent="-304800" lvl="6" marL="3200400">
              <a:lnSpc>
                <a:spcPct val="100000"/>
              </a:lnSpc>
              <a:spcBef>
                <a:spcPts val="0"/>
              </a:spcBef>
              <a:spcAft>
                <a:spcPts val="0"/>
              </a:spcAft>
              <a:buSzPts val="1200"/>
              <a:buChar char="●"/>
              <a:defRPr sz="1200"/>
            </a:lvl7pPr>
            <a:lvl8pPr indent="-304800" lvl="7" marL="3657600">
              <a:lnSpc>
                <a:spcPct val="100000"/>
              </a:lnSpc>
              <a:spcBef>
                <a:spcPts val="0"/>
              </a:spcBef>
              <a:spcAft>
                <a:spcPts val="0"/>
              </a:spcAft>
              <a:buSzPts val="1200"/>
              <a:buChar char="○"/>
              <a:defRPr sz="1200"/>
            </a:lvl8pPr>
            <a:lvl9pPr indent="-304800" lvl="8" marL="4114800">
              <a:lnSpc>
                <a:spcPct val="100000"/>
              </a:lnSpc>
              <a:spcBef>
                <a:spcPts val="0"/>
              </a:spcBef>
              <a:spcAft>
                <a:spcPts val="0"/>
              </a:spcAft>
              <a:buSzPts val="1200"/>
              <a:buChar char="■"/>
              <a:defRPr sz="1200"/>
            </a:lvl9pPr>
          </a:lstStyle>
          <a:p/>
        </p:txBody>
      </p:sp>
      <p:sp>
        <p:nvSpPr>
          <p:cNvPr id="1924" name="Google Shape;1924;p8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grpSp>
        <p:nvGrpSpPr>
          <p:cNvPr id="1925" name="Google Shape;1925;p86"/>
          <p:cNvGrpSpPr/>
          <p:nvPr/>
        </p:nvGrpSpPr>
        <p:grpSpPr>
          <a:xfrm>
            <a:off x="215745" y="152937"/>
            <a:ext cx="470057" cy="586177"/>
            <a:chOff x="215745" y="152938"/>
            <a:chExt cx="470057" cy="586177"/>
          </a:xfrm>
        </p:grpSpPr>
        <p:sp>
          <p:nvSpPr>
            <p:cNvPr id="1926" name="Google Shape;1926;p86"/>
            <p:cNvSpPr/>
            <p:nvPr/>
          </p:nvSpPr>
          <p:spPr>
            <a:xfrm>
              <a:off x="215750" y="633725"/>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7" name="Google Shape;1927;p86"/>
            <p:cNvSpPr/>
            <p:nvPr/>
          </p:nvSpPr>
          <p:spPr>
            <a:xfrm>
              <a:off x="607851" y="22487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1928" name="Google Shape;1928;p86"/>
            <p:cNvGrpSpPr/>
            <p:nvPr/>
          </p:nvGrpSpPr>
          <p:grpSpPr>
            <a:xfrm>
              <a:off x="215745" y="152938"/>
              <a:ext cx="105457" cy="105457"/>
              <a:chOff x="7812545" y="194375"/>
              <a:chExt cx="105457" cy="105457"/>
            </a:xfrm>
          </p:grpSpPr>
          <p:sp>
            <p:nvSpPr>
              <p:cNvPr id="1929" name="Google Shape;1929;p86"/>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0" name="Google Shape;1930;p86"/>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1" name="Google Shape;1931;p86"/>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2" name="Google Shape;1932;p86"/>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933" name="Google Shape;1933;p86"/>
          <p:cNvGrpSpPr/>
          <p:nvPr/>
        </p:nvGrpSpPr>
        <p:grpSpPr>
          <a:xfrm rot="10800000">
            <a:off x="8496297" y="4349552"/>
            <a:ext cx="470057" cy="586177"/>
            <a:chOff x="215745" y="152938"/>
            <a:chExt cx="470057" cy="586177"/>
          </a:xfrm>
        </p:grpSpPr>
        <p:sp>
          <p:nvSpPr>
            <p:cNvPr id="1934" name="Google Shape;1934;p86"/>
            <p:cNvSpPr/>
            <p:nvPr/>
          </p:nvSpPr>
          <p:spPr>
            <a:xfrm>
              <a:off x="215750" y="633725"/>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5" name="Google Shape;1935;p86"/>
            <p:cNvSpPr/>
            <p:nvPr/>
          </p:nvSpPr>
          <p:spPr>
            <a:xfrm>
              <a:off x="607851" y="22487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1936" name="Google Shape;1936;p86"/>
            <p:cNvGrpSpPr/>
            <p:nvPr/>
          </p:nvGrpSpPr>
          <p:grpSpPr>
            <a:xfrm>
              <a:off x="215745" y="152938"/>
              <a:ext cx="105457" cy="105457"/>
              <a:chOff x="7812545" y="194375"/>
              <a:chExt cx="105457" cy="105457"/>
            </a:xfrm>
          </p:grpSpPr>
          <p:sp>
            <p:nvSpPr>
              <p:cNvPr id="1937" name="Google Shape;1937;p86"/>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8" name="Google Shape;1938;p86"/>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9" name="Google Shape;1939;p86"/>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0" name="Google Shape;1940;p86"/>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941" name="Google Shape;1941;p86"/>
          <p:cNvGrpSpPr/>
          <p:nvPr/>
        </p:nvGrpSpPr>
        <p:grpSpPr>
          <a:xfrm>
            <a:off x="7610270" y="-737025"/>
            <a:ext cx="2476138" cy="1789104"/>
            <a:chOff x="7610270" y="-737025"/>
            <a:chExt cx="2476138" cy="1789104"/>
          </a:xfrm>
        </p:grpSpPr>
        <p:sp>
          <p:nvSpPr>
            <p:cNvPr id="1942" name="Google Shape;1942;p86"/>
            <p:cNvSpPr/>
            <p:nvPr/>
          </p:nvSpPr>
          <p:spPr>
            <a:xfrm flipH="1">
              <a:off x="7861475" y="-737025"/>
              <a:ext cx="2224933" cy="1789104"/>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3" name="Google Shape;1943;p86"/>
            <p:cNvSpPr/>
            <p:nvPr/>
          </p:nvSpPr>
          <p:spPr>
            <a:xfrm flipH="1">
              <a:off x="8506983" y="-551625"/>
              <a:ext cx="1232275" cy="1091025"/>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944" name="Google Shape;1944;p86"/>
            <p:cNvGrpSpPr/>
            <p:nvPr/>
          </p:nvGrpSpPr>
          <p:grpSpPr>
            <a:xfrm>
              <a:off x="7610270" y="211113"/>
              <a:ext cx="105457" cy="105457"/>
              <a:chOff x="7812545" y="194375"/>
              <a:chExt cx="105457" cy="105457"/>
            </a:xfrm>
          </p:grpSpPr>
          <p:sp>
            <p:nvSpPr>
              <p:cNvPr id="1945" name="Google Shape;1945;p86"/>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6" name="Google Shape;1946;p86"/>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7" name="Google Shape;1947;p86"/>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8" name="Google Shape;1948;p86"/>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949" name="Google Shape;1949;p86"/>
          <p:cNvSpPr/>
          <p:nvPr/>
        </p:nvSpPr>
        <p:spPr>
          <a:xfrm rot="-6150494">
            <a:off x="-869858" y="4348040"/>
            <a:ext cx="1855548" cy="1753582"/>
          </a:xfrm>
          <a:custGeom>
            <a:rect b="b" l="l" r="r" t="t"/>
            <a:pathLst>
              <a:path extrusionOk="0" h="49900" w="54584">
                <a:moveTo>
                  <a:pt x="39803" y="0"/>
                </a:moveTo>
                <a:cubicBezTo>
                  <a:pt x="38029" y="0"/>
                  <a:pt x="36248" y="409"/>
                  <a:pt x="34570" y="1238"/>
                </a:cubicBezTo>
                <a:cubicBezTo>
                  <a:pt x="31367" y="2802"/>
                  <a:pt x="28886" y="5448"/>
                  <a:pt x="25683" y="7012"/>
                </a:cubicBezTo>
                <a:cubicBezTo>
                  <a:pt x="21308" y="9163"/>
                  <a:pt x="16511" y="10320"/>
                  <a:pt x="12090" y="12380"/>
                </a:cubicBezTo>
                <a:cubicBezTo>
                  <a:pt x="7684" y="14425"/>
                  <a:pt x="3444" y="17628"/>
                  <a:pt x="1865" y="22244"/>
                </a:cubicBezTo>
                <a:cubicBezTo>
                  <a:pt x="1" y="27673"/>
                  <a:pt x="647" y="34078"/>
                  <a:pt x="3504" y="39040"/>
                </a:cubicBezTo>
                <a:cubicBezTo>
                  <a:pt x="8069" y="46988"/>
                  <a:pt x="17031" y="49899"/>
                  <a:pt x="25743" y="49899"/>
                </a:cubicBezTo>
                <a:cubicBezTo>
                  <a:pt x="25898" y="49899"/>
                  <a:pt x="26054" y="49898"/>
                  <a:pt x="26209" y="49897"/>
                </a:cubicBezTo>
                <a:cubicBezTo>
                  <a:pt x="44945" y="49671"/>
                  <a:pt x="54583" y="26996"/>
                  <a:pt x="51531" y="10696"/>
                </a:cubicBezTo>
                <a:cubicBezTo>
                  <a:pt x="50869" y="7163"/>
                  <a:pt x="49230" y="3779"/>
                  <a:pt x="46118" y="1840"/>
                </a:cubicBezTo>
                <a:cubicBezTo>
                  <a:pt x="44160" y="620"/>
                  <a:pt x="41987" y="0"/>
                  <a:pt x="39803" y="0"/>
                </a:cubicBezTo>
                <a:close/>
              </a:path>
            </a:pathLst>
          </a:custGeom>
          <a:solidFill>
            <a:srgbClr val="DED0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950" name="Shape 1950"/>
        <p:cNvGrpSpPr/>
        <p:nvPr/>
      </p:nvGrpSpPr>
      <p:grpSpPr>
        <a:xfrm>
          <a:off x="0" y="0"/>
          <a:ext cx="0" cy="0"/>
          <a:chOff x="0" y="0"/>
          <a:chExt cx="0" cy="0"/>
        </a:xfrm>
      </p:grpSpPr>
      <p:sp>
        <p:nvSpPr>
          <p:cNvPr id="1951" name="Google Shape;1951;p87"/>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952" name="Google Shape;1952;p8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1953" name="Google Shape;1953;p87"/>
          <p:cNvSpPr txBox="1"/>
          <p:nvPr>
            <p:ph idx="1" type="subTitle"/>
          </p:nvPr>
        </p:nvSpPr>
        <p:spPr>
          <a:xfrm>
            <a:off x="1516375" y="2804150"/>
            <a:ext cx="2554500" cy="387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800"/>
              <a:buNone/>
              <a:defRPr b="1" sz="2000">
                <a:solidFill>
                  <a:schemeClr val="accent2"/>
                </a:solidFill>
                <a:latin typeface="Barlow"/>
                <a:ea typeface="Barlow"/>
                <a:cs typeface="Barlow"/>
                <a:sym typeface="Barlow"/>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1954" name="Google Shape;1954;p87"/>
          <p:cNvSpPr txBox="1"/>
          <p:nvPr>
            <p:ph idx="2" type="subTitle"/>
          </p:nvPr>
        </p:nvSpPr>
        <p:spPr>
          <a:xfrm>
            <a:off x="5073125" y="2804150"/>
            <a:ext cx="2554500" cy="387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800"/>
              <a:buNone/>
              <a:defRPr b="1" sz="2000">
                <a:solidFill>
                  <a:schemeClr val="accent2"/>
                </a:solidFill>
                <a:latin typeface="Barlow"/>
                <a:ea typeface="Barlow"/>
                <a:cs typeface="Barlow"/>
                <a:sym typeface="Barlow"/>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1955" name="Google Shape;1955;p87"/>
          <p:cNvSpPr txBox="1"/>
          <p:nvPr>
            <p:ph idx="3" type="subTitle"/>
          </p:nvPr>
        </p:nvSpPr>
        <p:spPr>
          <a:xfrm>
            <a:off x="1516375" y="3198215"/>
            <a:ext cx="2554500" cy="9405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8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1956" name="Google Shape;1956;p87"/>
          <p:cNvSpPr txBox="1"/>
          <p:nvPr>
            <p:ph idx="4" type="subTitle"/>
          </p:nvPr>
        </p:nvSpPr>
        <p:spPr>
          <a:xfrm>
            <a:off x="5073125" y="3198215"/>
            <a:ext cx="2554500" cy="9405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8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1957" name="Google Shape;1957;p87"/>
          <p:cNvGrpSpPr/>
          <p:nvPr/>
        </p:nvGrpSpPr>
        <p:grpSpPr>
          <a:xfrm>
            <a:off x="-1307617" y="3655381"/>
            <a:ext cx="2984172" cy="2871184"/>
            <a:chOff x="-1307617" y="3655381"/>
            <a:chExt cx="2984172" cy="2871184"/>
          </a:xfrm>
        </p:grpSpPr>
        <p:sp>
          <p:nvSpPr>
            <p:cNvPr id="1958" name="Google Shape;1958;p87"/>
            <p:cNvSpPr/>
            <p:nvPr/>
          </p:nvSpPr>
          <p:spPr>
            <a:xfrm flipH="1" rot="638420">
              <a:off x="-1104798" y="3872484"/>
              <a:ext cx="2578535" cy="2436978"/>
            </a:xfrm>
            <a:custGeom>
              <a:rect b="b" l="l" r="r" t="t"/>
              <a:pathLst>
                <a:path extrusionOk="0" h="49900" w="54584">
                  <a:moveTo>
                    <a:pt x="39803" y="0"/>
                  </a:moveTo>
                  <a:cubicBezTo>
                    <a:pt x="38029" y="0"/>
                    <a:pt x="36248" y="409"/>
                    <a:pt x="34570" y="1238"/>
                  </a:cubicBezTo>
                  <a:cubicBezTo>
                    <a:pt x="31367" y="2802"/>
                    <a:pt x="28886" y="5448"/>
                    <a:pt x="25683" y="7012"/>
                  </a:cubicBezTo>
                  <a:cubicBezTo>
                    <a:pt x="21308" y="9163"/>
                    <a:pt x="16511" y="10320"/>
                    <a:pt x="12090" y="12380"/>
                  </a:cubicBezTo>
                  <a:cubicBezTo>
                    <a:pt x="7684" y="14425"/>
                    <a:pt x="3444" y="17628"/>
                    <a:pt x="1865" y="22244"/>
                  </a:cubicBezTo>
                  <a:cubicBezTo>
                    <a:pt x="1" y="27673"/>
                    <a:pt x="647" y="34078"/>
                    <a:pt x="3504" y="39040"/>
                  </a:cubicBezTo>
                  <a:cubicBezTo>
                    <a:pt x="8069" y="46988"/>
                    <a:pt x="17031" y="49899"/>
                    <a:pt x="25743" y="49899"/>
                  </a:cubicBezTo>
                  <a:cubicBezTo>
                    <a:pt x="25898" y="49899"/>
                    <a:pt x="26054" y="49898"/>
                    <a:pt x="26209" y="49897"/>
                  </a:cubicBezTo>
                  <a:cubicBezTo>
                    <a:pt x="44945" y="49671"/>
                    <a:pt x="54583" y="26996"/>
                    <a:pt x="51531" y="10696"/>
                  </a:cubicBezTo>
                  <a:cubicBezTo>
                    <a:pt x="50869" y="7163"/>
                    <a:pt x="49230" y="3779"/>
                    <a:pt x="46118" y="1840"/>
                  </a:cubicBezTo>
                  <a:cubicBezTo>
                    <a:pt x="44160" y="620"/>
                    <a:pt x="41987" y="0"/>
                    <a:pt x="3980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9" name="Google Shape;1959;p87"/>
            <p:cNvSpPr/>
            <p:nvPr/>
          </p:nvSpPr>
          <p:spPr>
            <a:xfrm rot="7710264">
              <a:off x="-15001" y="4173334"/>
              <a:ext cx="958502" cy="1835274"/>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60" name="Google Shape;1960;p87"/>
          <p:cNvGrpSpPr/>
          <p:nvPr/>
        </p:nvGrpSpPr>
        <p:grpSpPr>
          <a:xfrm>
            <a:off x="8526097" y="4420947"/>
            <a:ext cx="396476" cy="526844"/>
            <a:chOff x="8526097" y="4420947"/>
            <a:chExt cx="396476" cy="526844"/>
          </a:xfrm>
        </p:grpSpPr>
        <p:sp>
          <p:nvSpPr>
            <p:cNvPr id="1961" name="Google Shape;1961;p87"/>
            <p:cNvSpPr/>
            <p:nvPr/>
          </p:nvSpPr>
          <p:spPr>
            <a:xfrm rot="10800000">
              <a:off x="8526097" y="4842402"/>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2" name="Google Shape;1962;p87"/>
            <p:cNvSpPr/>
            <p:nvPr/>
          </p:nvSpPr>
          <p:spPr>
            <a:xfrm rot="10800000">
              <a:off x="8844622" y="462626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1963" name="Google Shape;1963;p87"/>
            <p:cNvGrpSpPr/>
            <p:nvPr/>
          </p:nvGrpSpPr>
          <p:grpSpPr>
            <a:xfrm rot="10800000">
              <a:off x="8526097" y="4420947"/>
              <a:ext cx="105457" cy="105457"/>
              <a:chOff x="7812545" y="194375"/>
              <a:chExt cx="105457" cy="105457"/>
            </a:xfrm>
          </p:grpSpPr>
          <p:sp>
            <p:nvSpPr>
              <p:cNvPr id="1964" name="Google Shape;1964;p87"/>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5" name="Google Shape;1965;p87"/>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6" name="Google Shape;1966;p87"/>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7" name="Google Shape;1967;p87"/>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968" name="Google Shape;1968;p87"/>
          <p:cNvGrpSpPr/>
          <p:nvPr/>
        </p:nvGrpSpPr>
        <p:grpSpPr>
          <a:xfrm>
            <a:off x="7917051" y="-242512"/>
            <a:ext cx="1773412" cy="1460069"/>
            <a:chOff x="7917051" y="-242512"/>
            <a:chExt cx="1773412" cy="1460069"/>
          </a:xfrm>
        </p:grpSpPr>
        <p:sp>
          <p:nvSpPr>
            <p:cNvPr id="1969" name="Google Shape;1969;p87"/>
            <p:cNvSpPr/>
            <p:nvPr/>
          </p:nvSpPr>
          <p:spPr>
            <a:xfrm flipH="1">
              <a:off x="8458188" y="-242512"/>
              <a:ext cx="1232275" cy="1091025"/>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0" name="Google Shape;1970;p87"/>
            <p:cNvSpPr/>
            <p:nvPr/>
          </p:nvSpPr>
          <p:spPr>
            <a:xfrm>
              <a:off x="7917051" y="19137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1971" name="Google Shape;1971;p87"/>
            <p:cNvGrpSpPr/>
            <p:nvPr/>
          </p:nvGrpSpPr>
          <p:grpSpPr>
            <a:xfrm>
              <a:off x="8723170" y="1112100"/>
              <a:ext cx="105457" cy="105457"/>
              <a:chOff x="7812545" y="194375"/>
              <a:chExt cx="105457" cy="105457"/>
            </a:xfrm>
          </p:grpSpPr>
          <p:sp>
            <p:nvSpPr>
              <p:cNvPr id="1972" name="Google Shape;1972;p87"/>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3" name="Google Shape;1973;p87"/>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4" name="Google Shape;1974;p87"/>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5" name="Google Shape;1975;p87"/>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976" name="Shape 1976"/>
        <p:cNvGrpSpPr/>
        <p:nvPr/>
      </p:nvGrpSpPr>
      <p:grpSpPr>
        <a:xfrm>
          <a:off x="0" y="0"/>
          <a:ext cx="0" cy="0"/>
          <a:chOff x="0" y="0"/>
          <a:chExt cx="0" cy="0"/>
        </a:xfrm>
      </p:grpSpPr>
      <p:sp>
        <p:nvSpPr>
          <p:cNvPr id="1977" name="Google Shape;1977;p88"/>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978" name="Google Shape;1978;p8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grpSp>
        <p:nvGrpSpPr>
          <p:cNvPr id="1979" name="Google Shape;1979;p88"/>
          <p:cNvGrpSpPr/>
          <p:nvPr/>
        </p:nvGrpSpPr>
        <p:grpSpPr>
          <a:xfrm>
            <a:off x="7254626" y="137295"/>
            <a:ext cx="1638498" cy="1140836"/>
            <a:chOff x="7254626" y="137295"/>
            <a:chExt cx="1638498" cy="1140836"/>
          </a:xfrm>
        </p:grpSpPr>
        <p:sp>
          <p:nvSpPr>
            <p:cNvPr id="1980" name="Google Shape;1980;p88"/>
            <p:cNvSpPr/>
            <p:nvPr/>
          </p:nvSpPr>
          <p:spPr>
            <a:xfrm>
              <a:off x="7602574" y="286875"/>
              <a:ext cx="1254440" cy="401698"/>
            </a:xfrm>
            <a:custGeom>
              <a:rect b="b" l="l" r="r" t="t"/>
              <a:pathLst>
                <a:path extrusionOk="0" fill="none" h="4647" w="14511">
                  <a:moveTo>
                    <a:pt x="13894" y="3805"/>
                  </a:moveTo>
                  <a:cubicBezTo>
                    <a:pt x="13263" y="3459"/>
                    <a:pt x="12977" y="3744"/>
                    <a:pt x="12766" y="3459"/>
                  </a:cubicBezTo>
                  <a:cubicBezTo>
                    <a:pt x="12541" y="3173"/>
                    <a:pt x="13383" y="2436"/>
                    <a:pt x="11684" y="1699"/>
                  </a:cubicBezTo>
                  <a:cubicBezTo>
                    <a:pt x="11684" y="1699"/>
                    <a:pt x="11578" y="121"/>
                    <a:pt x="9248" y="60"/>
                  </a:cubicBezTo>
                  <a:cubicBezTo>
                    <a:pt x="6917" y="0"/>
                    <a:pt x="7549" y="1654"/>
                    <a:pt x="6917" y="2045"/>
                  </a:cubicBezTo>
                  <a:cubicBezTo>
                    <a:pt x="6286" y="2436"/>
                    <a:pt x="6120" y="1820"/>
                    <a:pt x="5504" y="2211"/>
                  </a:cubicBezTo>
                  <a:cubicBezTo>
                    <a:pt x="4872" y="2617"/>
                    <a:pt x="5158" y="3399"/>
                    <a:pt x="4647" y="3519"/>
                  </a:cubicBezTo>
                  <a:cubicBezTo>
                    <a:pt x="4135" y="3624"/>
                    <a:pt x="3459" y="3008"/>
                    <a:pt x="2842" y="3399"/>
                  </a:cubicBezTo>
                  <a:cubicBezTo>
                    <a:pt x="2211" y="3805"/>
                    <a:pt x="2211" y="4135"/>
                    <a:pt x="1925" y="4135"/>
                  </a:cubicBezTo>
                  <a:cubicBezTo>
                    <a:pt x="1654" y="4135"/>
                    <a:pt x="1083" y="3910"/>
                    <a:pt x="737" y="4135"/>
                  </a:cubicBezTo>
                  <a:cubicBezTo>
                    <a:pt x="406" y="4376"/>
                    <a:pt x="0" y="4647"/>
                    <a:pt x="0" y="4647"/>
                  </a:cubicBezTo>
                  <a:lnTo>
                    <a:pt x="14345" y="4647"/>
                  </a:lnTo>
                  <a:cubicBezTo>
                    <a:pt x="14345" y="4647"/>
                    <a:pt x="14511" y="4135"/>
                    <a:pt x="13894" y="3805"/>
                  </a:cubicBezTo>
                  <a:close/>
                </a:path>
              </a:pathLst>
            </a:custGeom>
            <a:solidFill>
              <a:schemeClr val="lt1"/>
            </a:solid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981" name="Google Shape;1981;p88"/>
            <p:cNvGrpSpPr/>
            <p:nvPr/>
          </p:nvGrpSpPr>
          <p:grpSpPr>
            <a:xfrm flipH="1">
              <a:off x="8799889" y="1184897"/>
              <a:ext cx="93234" cy="93234"/>
              <a:chOff x="7812545" y="194375"/>
              <a:chExt cx="105457" cy="105457"/>
            </a:xfrm>
          </p:grpSpPr>
          <p:sp>
            <p:nvSpPr>
              <p:cNvPr id="1982" name="Google Shape;1982;p88"/>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3" name="Google Shape;1983;p88"/>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4" name="Google Shape;1984;p88"/>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5" name="Google Shape;1985;p88"/>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86" name="Google Shape;1986;p88"/>
            <p:cNvSpPr/>
            <p:nvPr/>
          </p:nvSpPr>
          <p:spPr>
            <a:xfrm flipH="1">
              <a:off x="7254626" y="137295"/>
              <a:ext cx="93231" cy="93173"/>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87" name="Google Shape;1987;p88"/>
          <p:cNvGrpSpPr/>
          <p:nvPr/>
        </p:nvGrpSpPr>
        <p:grpSpPr>
          <a:xfrm>
            <a:off x="-390446" y="-390230"/>
            <a:ext cx="991119" cy="1268681"/>
            <a:chOff x="-390446" y="-390230"/>
            <a:chExt cx="991119" cy="1268681"/>
          </a:xfrm>
        </p:grpSpPr>
        <p:sp>
          <p:nvSpPr>
            <p:cNvPr id="1988" name="Google Shape;1988;p88"/>
            <p:cNvSpPr/>
            <p:nvPr/>
          </p:nvSpPr>
          <p:spPr>
            <a:xfrm flipH="1">
              <a:off x="-390446" y="-390230"/>
              <a:ext cx="991119" cy="877511"/>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9" name="Google Shape;1989;p88"/>
            <p:cNvSpPr/>
            <p:nvPr/>
          </p:nvSpPr>
          <p:spPr>
            <a:xfrm>
              <a:off x="289550" y="773062"/>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90" name="Google Shape;1990;p88"/>
          <p:cNvGrpSpPr/>
          <p:nvPr/>
        </p:nvGrpSpPr>
        <p:grpSpPr>
          <a:xfrm>
            <a:off x="289550" y="4060749"/>
            <a:ext cx="1207951" cy="872639"/>
            <a:chOff x="289550" y="4060749"/>
            <a:chExt cx="1207951" cy="872639"/>
          </a:xfrm>
        </p:grpSpPr>
        <p:sp>
          <p:nvSpPr>
            <p:cNvPr id="1991" name="Google Shape;1991;p88"/>
            <p:cNvSpPr/>
            <p:nvPr/>
          </p:nvSpPr>
          <p:spPr>
            <a:xfrm>
              <a:off x="289550" y="4060749"/>
              <a:ext cx="171626" cy="171626"/>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1992" name="Google Shape;1992;p88"/>
            <p:cNvGrpSpPr/>
            <p:nvPr/>
          </p:nvGrpSpPr>
          <p:grpSpPr>
            <a:xfrm>
              <a:off x="322632" y="4794848"/>
              <a:ext cx="105457" cy="105457"/>
              <a:chOff x="7812545" y="194375"/>
              <a:chExt cx="105457" cy="105457"/>
            </a:xfrm>
          </p:grpSpPr>
          <p:sp>
            <p:nvSpPr>
              <p:cNvPr id="1993" name="Google Shape;1993;p88"/>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4" name="Google Shape;1994;p88"/>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5" name="Google Shape;1995;p88"/>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6" name="Google Shape;1996;p88"/>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97" name="Google Shape;1997;p88"/>
            <p:cNvSpPr/>
            <p:nvPr/>
          </p:nvSpPr>
          <p:spPr>
            <a:xfrm>
              <a:off x="1325875" y="4761762"/>
              <a:ext cx="171626" cy="171626"/>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grpSp>
        <p:nvGrpSpPr>
          <p:cNvPr id="1998" name="Google Shape;1998;p88"/>
          <p:cNvGrpSpPr/>
          <p:nvPr/>
        </p:nvGrpSpPr>
        <p:grpSpPr>
          <a:xfrm>
            <a:off x="8567767" y="4635659"/>
            <a:ext cx="1140940" cy="858935"/>
            <a:chOff x="8112408" y="-304605"/>
            <a:chExt cx="1502819" cy="1131369"/>
          </a:xfrm>
        </p:grpSpPr>
        <p:sp>
          <p:nvSpPr>
            <p:cNvPr id="1999" name="Google Shape;1999;p88"/>
            <p:cNvSpPr/>
            <p:nvPr/>
          </p:nvSpPr>
          <p:spPr>
            <a:xfrm flipH="1">
              <a:off x="8112408" y="-304600"/>
              <a:ext cx="1406967" cy="1131364"/>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0" name="Google Shape;2000;p88"/>
            <p:cNvSpPr/>
            <p:nvPr/>
          </p:nvSpPr>
          <p:spPr>
            <a:xfrm flipH="1">
              <a:off x="8624108" y="-304605"/>
              <a:ext cx="991119" cy="877511"/>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001" name="Shape 2001"/>
        <p:cNvGrpSpPr/>
        <p:nvPr/>
      </p:nvGrpSpPr>
      <p:grpSpPr>
        <a:xfrm>
          <a:off x="0" y="0"/>
          <a:ext cx="0" cy="0"/>
          <a:chOff x="0" y="0"/>
          <a:chExt cx="0" cy="0"/>
        </a:xfrm>
      </p:grpSpPr>
      <p:sp>
        <p:nvSpPr>
          <p:cNvPr id="2002" name="Google Shape;2002;p8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2003" name="Google Shape;2003;p89"/>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004" name="Google Shape;2004;p89"/>
          <p:cNvSpPr txBox="1"/>
          <p:nvPr>
            <p:ph idx="1" type="subTitle"/>
          </p:nvPr>
        </p:nvSpPr>
        <p:spPr>
          <a:xfrm>
            <a:off x="685800" y="1760150"/>
            <a:ext cx="4574100" cy="22353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accent1"/>
              </a:buClr>
              <a:buSzPts val="1400"/>
              <a:buChar char="●"/>
              <a:defRPr/>
            </a:lvl1pPr>
            <a:lvl2pPr lvl="1" algn="ctr">
              <a:lnSpc>
                <a:spcPct val="100000"/>
              </a:lnSpc>
              <a:spcBef>
                <a:spcPts val="0"/>
              </a:spcBef>
              <a:spcAft>
                <a:spcPts val="0"/>
              </a:spcAft>
              <a:buSzPts val="2100"/>
              <a:buChar char="○"/>
              <a:defRPr sz="2100"/>
            </a:lvl2pPr>
            <a:lvl3pPr lvl="2" algn="ctr">
              <a:lnSpc>
                <a:spcPct val="100000"/>
              </a:lnSpc>
              <a:spcBef>
                <a:spcPts val="0"/>
              </a:spcBef>
              <a:spcAft>
                <a:spcPts val="0"/>
              </a:spcAft>
              <a:buSzPts val="2100"/>
              <a:buChar char="■"/>
              <a:defRPr sz="2100"/>
            </a:lvl3pPr>
            <a:lvl4pPr lvl="3" algn="ctr">
              <a:lnSpc>
                <a:spcPct val="100000"/>
              </a:lnSpc>
              <a:spcBef>
                <a:spcPts val="0"/>
              </a:spcBef>
              <a:spcAft>
                <a:spcPts val="0"/>
              </a:spcAft>
              <a:buSzPts val="2100"/>
              <a:buChar char="●"/>
              <a:defRPr sz="2100"/>
            </a:lvl4pPr>
            <a:lvl5pPr lvl="4" algn="ctr">
              <a:lnSpc>
                <a:spcPct val="100000"/>
              </a:lnSpc>
              <a:spcBef>
                <a:spcPts val="0"/>
              </a:spcBef>
              <a:spcAft>
                <a:spcPts val="0"/>
              </a:spcAft>
              <a:buSzPts val="2100"/>
              <a:buChar char="○"/>
              <a:defRPr sz="2100"/>
            </a:lvl5pPr>
            <a:lvl6pPr lvl="5" algn="ctr">
              <a:lnSpc>
                <a:spcPct val="100000"/>
              </a:lnSpc>
              <a:spcBef>
                <a:spcPts val="0"/>
              </a:spcBef>
              <a:spcAft>
                <a:spcPts val="0"/>
              </a:spcAft>
              <a:buSzPts val="2100"/>
              <a:buChar char="■"/>
              <a:defRPr sz="2100"/>
            </a:lvl6pPr>
            <a:lvl7pPr lvl="6" algn="ctr">
              <a:lnSpc>
                <a:spcPct val="100000"/>
              </a:lnSpc>
              <a:spcBef>
                <a:spcPts val="0"/>
              </a:spcBef>
              <a:spcAft>
                <a:spcPts val="0"/>
              </a:spcAft>
              <a:buSzPts val="2100"/>
              <a:buChar char="●"/>
              <a:defRPr sz="2100"/>
            </a:lvl7pPr>
            <a:lvl8pPr lvl="7" algn="ctr">
              <a:lnSpc>
                <a:spcPct val="100000"/>
              </a:lnSpc>
              <a:spcBef>
                <a:spcPts val="0"/>
              </a:spcBef>
              <a:spcAft>
                <a:spcPts val="0"/>
              </a:spcAft>
              <a:buSzPts val="2100"/>
              <a:buChar char="○"/>
              <a:defRPr sz="2100"/>
            </a:lvl8pPr>
            <a:lvl9pPr lvl="8" algn="ctr">
              <a:lnSpc>
                <a:spcPct val="100000"/>
              </a:lnSpc>
              <a:spcBef>
                <a:spcPts val="0"/>
              </a:spcBef>
              <a:spcAft>
                <a:spcPts val="0"/>
              </a:spcAft>
              <a:buSzPts val="2100"/>
              <a:buChar char="■"/>
              <a:defRPr sz="2100"/>
            </a:lvl9pPr>
          </a:lstStyle>
          <a:p/>
        </p:txBody>
      </p:sp>
      <p:grpSp>
        <p:nvGrpSpPr>
          <p:cNvPr id="2005" name="Google Shape;2005;p89"/>
          <p:cNvGrpSpPr/>
          <p:nvPr/>
        </p:nvGrpSpPr>
        <p:grpSpPr>
          <a:xfrm flipH="1">
            <a:off x="-534624" y="-277337"/>
            <a:ext cx="1773412" cy="1460069"/>
            <a:chOff x="7917051" y="-242512"/>
            <a:chExt cx="1773412" cy="1460069"/>
          </a:xfrm>
        </p:grpSpPr>
        <p:sp>
          <p:nvSpPr>
            <p:cNvPr id="2006" name="Google Shape;2006;p89"/>
            <p:cNvSpPr/>
            <p:nvPr/>
          </p:nvSpPr>
          <p:spPr>
            <a:xfrm flipH="1">
              <a:off x="8458188" y="-242512"/>
              <a:ext cx="1232275" cy="1091025"/>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7" name="Google Shape;2007;p89"/>
            <p:cNvSpPr/>
            <p:nvPr/>
          </p:nvSpPr>
          <p:spPr>
            <a:xfrm>
              <a:off x="7917051" y="19137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2008" name="Google Shape;2008;p89"/>
            <p:cNvGrpSpPr/>
            <p:nvPr/>
          </p:nvGrpSpPr>
          <p:grpSpPr>
            <a:xfrm>
              <a:off x="8723170" y="1112100"/>
              <a:ext cx="105457" cy="105457"/>
              <a:chOff x="7812545" y="194375"/>
              <a:chExt cx="105457" cy="105457"/>
            </a:xfrm>
          </p:grpSpPr>
          <p:sp>
            <p:nvSpPr>
              <p:cNvPr id="2009" name="Google Shape;2009;p89"/>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0" name="Google Shape;2010;p89"/>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1" name="Google Shape;2011;p89"/>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2" name="Google Shape;2012;p89"/>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013" name="Google Shape;2013;p89"/>
          <p:cNvGrpSpPr/>
          <p:nvPr/>
        </p:nvGrpSpPr>
        <p:grpSpPr>
          <a:xfrm>
            <a:off x="259745" y="4220645"/>
            <a:ext cx="5232560" cy="653431"/>
            <a:chOff x="259745" y="4220645"/>
            <a:chExt cx="5232560" cy="653431"/>
          </a:xfrm>
        </p:grpSpPr>
        <p:grpSp>
          <p:nvGrpSpPr>
            <p:cNvPr id="2014" name="Google Shape;2014;p89"/>
            <p:cNvGrpSpPr/>
            <p:nvPr/>
          </p:nvGrpSpPr>
          <p:grpSpPr>
            <a:xfrm flipH="1" rot="10800000">
              <a:off x="5399081" y="4220645"/>
              <a:ext cx="93224" cy="93255"/>
              <a:chOff x="7812545" y="194375"/>
              <a:chExt cx="105457" cy="105457"/>
            </a:xfrm>
          </p:grpSpPr>
          <p:sp>
            <p:nvSpPr>
              <p:cNvPr id="2015" name="Google Shape;2015;p89"/>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6" name="Google Shape;2016;p89"/>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7" name="Google Shape;2017;p89"/>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8" name="Google Shape;2018;p89"/>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19" name="Google Shape;2019;p89"/>
            <p:cNvSpPr/>
            <p:nvPr/>
          </p:nvSpPr>
          <p:spPr>
            <a:xfrm>
              <a:off x="4106676" y="4640545"/>
              <a:ext cx="93231" cy="93173"/>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020" name="Google Shape;2020;p89"/>
            <p:cNvGrpSpPr/>
            <p:nvPr/>
          </p:nvGrpSpPr>
          <p:grpSpPr>
            <a:xfrm>
              <a:off x="259745" y="4407982"/>
              <a:ext cx="735782" cy="466094"/>
              <a:chOff x="259745" y="4407982"/>
              <a:chExt cx="735782" cy="466094"/>
            </a:xfrm>
          </p:grpSpPr>
          <p:sp>
            <p:nvSpPr>
              <p:cNvPr id="2021" name="Google Shape;2021;p89"/>
              <p:cNvSpPr/>
              <p:nvPr/>
            </p:nvSpPr>
            <p:spPr>
              <a:xfrm flipH="1" rot="10800000">
                <a:off x="917576" y="479612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2022" name="Google Shape;2022;p89"/>
              <p:cNvGrpSpPr/>
              <p:nvPr/>
            </p:nvGrpSpPr>
            <p:grpSpPr>
              <a:xfrm flipH="1" rot="10800000">
                <a:off x="259745" y="4407982"/>
                <a:ext cx="105457" cy="105457"/>
                <a:chOff x="7812545" y="194375"/>
                <a:chExt cx="105457" cy="105457"/>
              </a:xfrm>
            </p:grpSpPr>
            <p:sp>
              <p:nvSpPr>
                <p:cNvPr id="2023" name="Google Shape;2023;p89"/>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4" name="Google Shape;2024;p89"/>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5" name="Google Shape;2025;p89"/>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6" name="Google Shape;2026;p89"/>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027" name="Shape 2027"/>
        <p:cNvGrpSpPr/>
        <p:nvPr/>
      </p:nvGrpSpPr>
      <p:grpSpPr>
        <a:xfrm>
          <a:off x="0" y="0"/>
          <a:ext cx="0" cy="0"/>
          <a:chOff x="0" y="0"/>
          <a:chExt cx="0" cy="0"/>
        </a:xfrm>
      </p:grpSpPr>
      <p:sp>
        <p:nvSpPr>
          <p:cNvPr id="2028" name="Google Shape;2028;p90"/>
          <p:cNvSpPr/>
          <p:nvPr/>
        </p:nvSpPr>
        <p:spPr>
          <a:xfrm>
            <a:off x="969350" y="330918"/>
            <a:ext cx="7205328" cy="4511037"/>
          </a:xfrm>
          <a:custGeom>
            <a:rect b="b" l="l" r="r" t="t"/>
            <a:pathLst>
              <a:path extrusionOk="0" h="48924" w="60102">
                <a:moveTo>
                  <a:pt x="31550" y="1"/>
                </a:moveTo>
                <a:cubicBezTo>
                  <a:pt x="28688" y="1"/>
                  <a:pt x="25391" y="541"/>
                  <a:pt x="22089" y="2238"/>
                </a:cubicBezTo>
                <a:cubicBezTo>
                  <a:pt x="12977" y="6900"/>
                  <a:pt x="8196" y="17230"/>
                  <a:pt x="4091" y="25485"/>
                </a:cubicBezTo>
                <a:cubicBezTo>
                  <a:pt x="1" y="33725"/>
                  <a:pt x="2016" y="42612"/>
                  <a:pt x="8767" y="47123"/>
                </a:cubicBezTo>
                <a:cubicBezTo>
                  <a:pt x="10764" y="48461"/>
                  <a:pt x="12590" y="48924"/>
                  <a:pt x="14421" y="48924"/>
                </a:cubicBezTo>
                <a:cubicBezTo>
                  <a:pt x="18514" y="48924"/>
                  <a:pt x="22630" y="46611"/>
                  <a:pt x="28730" y="46611"/>
                </a:cubicBezTo>
                <a:cubicBezTo>
                  <a:pt x="29125" y="46611"/>
                  <a:pt x="29527" y="46621"/>
                  <a:pt x="29939" y="46641"/>
                </a:cubicBezTo>
                <a:cubicBezTo>
                  <a:pt x="34134" y="46851"/>
                  <a:pt x="36984" y="47278"/>
                  <a:pt x="39535" y="47278"/>
                </a:cubicBezTo>
                <a:cubicBezTo>
                  <a:pt x="42835" y="47278"/>
                  <a:pt x="45637" y="46563"/>
                  <a:pt x="50208" y="43739"/>
                </a:cubicBezTo>
                <a:cubicBezTo>
                  <a:pt x="58328" y="38732"/>
                  <a:pt x="60102" y="25500"/>
                  <a:pt x="54042" y="15140"/>
                </a:cubicBezTo>
                <a:cubicBezTo>
                  <a:pt x="47997" y="4779"/>
                  <a:pt x="40254" y="1667"/>
                  <a:pt x="40254" y="1667"/>
                </a:cubicBezTo>
                <a:cubicBezTo>
                  <a:pt x="40254" y="1667"/>
                  <a:pt x="36573" y="1"/>
                  <a:pt x="31550"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029" name="Google Shape;2029;p90"/>
          <p:cNvGrpSpPr/>
          <p:nvPr/>
        </p:nvGrpSpPr>
        <p:grpSpPr>
          <a:xfrm flipH="1">
            <a:off x="6191707" y="2901140"/>
            <a:ext cx="3799354" cy="3569925"/>
            <a:chOff x="-1113715" y="3104082"/>
            <a:chExt cx="3240940" cy="3045231"/>
          </a:xfrm>
        </p:grpSpPr>
        <p:sp>
          <p:nvSpPr>
            <p:cNvPr id="2030" name="Google Shape;2030;p90"/>
            <p:cNvSpPr/>
            <p:nvPr/>
          </p:nvSpPr>
          <p:spPr>
            <a:xfrm rot="-6150387">
              <a:off x="-934264" y="3408221"/>
              <a:ext cx="2578600" cy="2436953"/>
            </a:xfrm>
            <a:custGeom>
              <a:rect b="b" l="l" r="r" t="t"/>
              <a:pathLst>
                <a:path extrusionOk="0" h="49900" w="54584">
                  <a:moveTo>
                    <a:pt x="39803" y="0"/>
                  </a:moveTo>
                  <a:cubicBezTo>
                    <a:pt x="38029" y="0"/>
                    <a:pt x="36248" y="409"/>
                    <a:pt x="34570" y="1238"/>
                  </a:cubicBezTo>
                  <a:cubicBezTo>
                    <a:pt x="31367" y="2802"/>
                    <a:pt x="28886" y="5448"/>
                    <a:pt x="25683" y="7012"/>
                  </a:cubicBezTo>
                  <a:cubicBezTo>
                    <a:pt x="21308" y="9163"/>
                    <a:pt x="16511" y="10320"/>
                    <a:pt x="12090" y="12380"/>
                  </a:cubicBezTo>
                  <a:cubicBezTo>
                    <a:pt x="7684" y="14425"/>
                    <a:pt x="3444" y="17628"/>
                    <a:pt x="1865" y="22244"/>
                  </a:cubicBezTo>
                  <a:cubicBezTo>
                    <a:pt x="1" y="27673"/>
                    <a:pt x="647" y="34078"/>
                    <a:pt x="3504" y="39040"/>
                  </a:cubicBezTo>
                  <a:cubicBezTo>
                    <a:pt x="8069" y="46988"/>
                    <a:pt x="17031" y="49899"/>
                    <a:pt x="25743" y="49899"/>
                  </a:cubicBezTo>
                  <a:cubicBezTo>
                    <a:pt x="25898" y="49899"/>
                    <a:pt x="26054" y="49898"/>
                    <a:pt x="26209" y="49897"/>
                  </a:cubicBezTo>
                  <a:cubicBezTo>
                    <a:pt x="44945" y="49671"/>
                    <a:pt x="54583" y="26996"/>
                    <a:pt x="51531" y="10696"/>
                  </a:cubicBezTo>
                  <a:cubicBezTo>
                    <a:pt x="50869" y="7163"/>
                    <a:pt x="49230" y="3779"/>
                    <a:pt x="46118" y="1840"/>
                  </a:cubicBezTo>
                  <a:cubicBezTo>
                    <a:pt x="44160" y="620"/>
                    <a:pt x="41987" y="0"/>
                    <a:pt x="39803"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1" name="Google Shape;2031;p90"/>
            <p:cNvSpPr/>
            <p:nvPr/>
          </p:nvSpPr>
          <p:spPr>
            <a:xfrm rot="5828283">
              <a:off x="677849" y="4406018"/>
              <a:ext cx="958577" cy="1835297"/>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32" name="Google Shape;2032;p90"/>
          <p:cNvSpPr txBox="1"/>
          <p:nvPr>
            <p:ph type="title"/>
          </p:nvPr>
        </p:nvSpPr>
        <p:spPr>
          <a:xfrm>
            <a:off x="1483650" y="1518095"/>
            <a:ext cx="6176700" cy="21222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SzPts val="4800"/>
              <a:buNone/>
              <a:defRPr sz="80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2033" name="Google Shape;2033;p9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grpSp>
        <p:nvGrpSpPr>
          <p:cNvPr id="2034" name="Google Shape;2034;p90"/>
          <p:cNvGrpSpPr/>
          <p:nvPr/>
        </p:nvGrpSpPr>
        <p:grpSpPr>
          <a:xfrm>
            <a:off x="271470" y="2863025"/>
            <a:ext cx="1124357" cy="1900014"/>
            <a:chOff x="271470" y="2863025"/>
            <a:chExt cx="1124357" cy="1900014"/>
          </a:xfrm>
        </p:grpSpPr>
        <p:grpSp>
          <p:nvGrpSpPr>
            <p:cNvPr id="2035" name="Google Shape;2035;p90"/>
            <p:cNvGrpSpPr/>
            <p:nvPr/>
          </p:nvGrpSpPr>
          <p:grpSpPr>
            <a:xfrm>
              <a:off x="271470" y="3633150"/>
              <a:ext cx="105457" cy="105457"/>
              <a:chOff x="7812545" y="194375"/>
              <a:chExt cx="105457" cy="105457"/>
            </a:xfrm>
          </p:grpSpPr>
          <p:sp>
            <p:nvSpPr>
              <p:cNvPr id="2036" name="Google Shape;2036;p90"/>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7" name="Google Shape;2037;p90"/>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8" name="Google Shape;2038;p90"/>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9" name="Google Shape;2039;p90"/>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40" name="Google Shape;2040;p90"/>
            <p:cNvSpPr/>
            <p:nvPr/>
          </p:nvSpPr>
          <p:spPr>
            <a:xfrm>
              <a:off x="440338" y="4657650"/>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1" name="Google Shape;2041;p90"/>
            <p:cNvSpPr/>
            <p:nvPr/>
          </p:nvSpPr>
          <p:spPr>
            <a:xfrm>
              <a:off x="801601" y="286302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2042" name="Google Shape;2042;p90"/>
            <p:cNvGrpSpPr/>
            <p:nvPr/>
          </p:nvGrpSpPr>
          <p:grpSpPr>
            <a:xfrm>
              <a:off x="1290370" y="4390325"/>
              <a:ext cx="105457" cy="105457"/>
              <a:chOff x="7812545" y="194375"/>
              <a:chExt cx="105457" cy="105457"/>
            </a:xfrm>
          </p:grpSpPr>
          <p:sp>
            <p:nvSpPr>
              <p:cNvPr id="2043" name="Google Shape;2043;p90"/>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4" name="Google Shape;2044;p90"/>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5" name="Google Shape;2045;p90"/>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6" name="Google Shape;2046;p90"/>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047" name="Google Shape;2047;p90"/>
          <p:cNvSpPr/>
          <p:nvPr/>
        </p:nvSpPr>
        <p:spPr>
          <a:xfrm rot="5400000">
            <a:off x="-437566" y="-329796"/>
            <a:ext cx="1400300" cy="1233925"/>
          </a:xfrm>
          <a:custGeom>
            <a:rect b="b" l="l" r="r" t="t"/>
            <a:pathLst>
              <a:path extrusionOk="0" h="49357" w="56012">
                <a:moveTo>
                  <a:pt x="29954" y="0"/>
                </a:moveTo>
                <a:cubicBezTo>
                  <a:pt x="26409" y="0"/>
                  <a:pt x="22321" y="902"/>
                  <a:pt x="17654" y="3034"/>
                </a:cubicBezTo>
                <a:cubicBezTo>
                  <a:pt x="17654" y="3034"/>
                  <a:pt x="8827" y="7530"/>
                  <a:pt x="4406" y="14477"/>
                </a:cubicBezTo>
                <a:cubicBezTo>
                  <a:pt x="1" y="21424"/>
                  <a:pt x="347" y="30340"/>
                  <a:pt x="5715" y="36971"/>
                </a:cubicBezTo>
                <a:cubicBezTo>
                  <a:pt x="11068" y="43588"/>
                  <a:pt x="21308" y="42730"/>
                  <a:pt x="29878" y="46926"/>
                </a:cubicBezTo>
                <a:cubicBezTo>
                  <a:pt x="33082" y="48494"/>
                  <a:pt x="36410" y="49356"/>
                  <a:pt x="39533" y="49356"/>
                </a:cubicBezTo>
                <a:cubicBezTo>
                  <a:pt x="44766" y="49356"/>
                  <a:pt x="49425" y="46936"/>
                  <a:pt x="51967" y="41362"/>
                </a:cubicBezTo>
                <a:cubicBezTo>
                  <a:pt x="56012" y="32476"/>
                  <a:pt x="49907" y="29137"/>
                  <a:pt x="48854" y="18852"/>
                </a:cubicBezTo>
                <a:cubicBezTo>
                  <a:pt x="48037" y="10867"/>
                  <a:pt x="42263" y="0"/>
                  <a:pt x="29954"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048" name="Google Shape;2048;p90"/>
          <p:cNvGrpSpPr/>
          <p:nvPr/>
        </p:nvGrpSpPr>
        <p:grpSpPr>
          <a:xfrm>
            <a:off x="7400320" y="248200"/>
            <a:ext cx="1552557" cy="1766094"/>
            <a:chOff x="7400320" y="248200"/>
            <a:chExt cx="1552557" cy="1766094"/>
          </a:xfrm>
        </p:grpSpPr>
        <p:sp>
          <p:nvSpPr>
            <p:cNvPr id="2049" name="Google Shape;2049;p90"/>
            <p:cNvSpPr/>
            <p:nvPr/>
          </p:nvSpPr>
          <p:spPr>
            <a:xfrm>
              <a:off x="8405475" y="1190225"/>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0" name="Google Shape;2050;p90"/>
            <p:cNvSpPr/>
            <p:nvPr/>
          </p:nvSpPr>
          <p:spPr>
            <a:xfrm>
              <a:off x="8861176" y="248200"/>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2051" name="Google Shape;2051;p90"/>
            <p:cNvGrpSpPr/>
            <p:nvPr/>
          </p:nvGrpSpPr>
          <p:grpSpPr>
            <a:xfrm>
              <a:off x="8847420" y="1908838"/>
              <a:ext cx="105457" cy="105457"/>
              <a:chOff x="7812545" y="194375"/>
              <a:chExt cx="105457" cy="105457"/>
            </a:xfrm>
          </p:grpSpPr>
          <p:sp>
            <p:nvSpPr>
              <p:cNvPr id="2052" name="Google Shape;2052;p90"/>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3" name="Google Shape;2053;p90"/>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4" name="Google Shape;2054;p90"/>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5" name="Google Shape;2055;p90"/>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56" name="Google Shape;2056;p90"/>
            <p:cNvGrpSpPr/>
            <p:nvPr/>
          </p:nvGrpSpPr>
          <p:grpSpPr>
            <a:xfrm>
              <a:off x="7400320" y="473138"/>
              <a:ext cx="105457" cy="105457"/>
              <a:chOff x="7812545" y="194375"/>
              <a:chExt cx="105457" cy="105457"/>
            </a:xfrm>
          </p:grpSpPr>
          <p:sp>
            <p:nvSpPr>
              <p:cNvPr id="2057" name="Google Shape;2057;p90"/>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8" name="Google Shape;2058;p90"/>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9" name="Google Shape;2059;p90"/>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0" name="Google Shape;2060;p90"/>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061" name="Shape 2061"/>
        <p:cNvGrpSpPr/>
        <p:nvPr/>
      </p:nvGrpSpPr>
      <p:grpSpPr>
        <a:xfrm>
          <a:off x="0" y="0"/>
          <a:ext cx="0" cy="0"/>
          <a:chOff x="0" y="0"/>
          <a:chExt cx="0" cy="0"/>
        </a:xfrm>
      </p:grpSpPr>
      <p:sp>
        <p:nvSpPr>
          <p:cNvPr id="2062" name="Google Shape;2062;p91"/>
          <p:cNvSpPr txBox="1"/>
          <p:nvPr>
            <p:ph type="title"/>
          </p:nvPr>
        </p:nvSpPr>
        <p:spPr>
          <a:xfrm>
            <a:off x="685800" y="1577467"/>
            <a:ext cx="4045200" cy="934800"/>
          </a:xfrm>
          <a:prstGeom prst="rect">
            <a:avLst/>
          </a:prstGeom>
        </p:spPr>
        <p:txBody>
          <a:bodyPr anchorCtr="0" anchor="ctr" bIns="91425" lIns="91425" spcFirstLastPara="1" rIns="91425" wrap="square" tIns="91425">
            <a:noAutofit/>
          </a:bodyPr>
          <a:lstStyle>
            <a:lvl1pPr lvl="0" algn="ctr">
              <a:spcBef>
                <a:spcPts val="0"/>
              </a:spcBef>
              <a:spcAft>
                <a:spcPts val="0"/>
              </a:spcAft>
              <a:buSzPts val="2800"/>
              <a:buNone/>
              <a:defRPr/>
            </a:lvl1pPr>
            <a:lvl2pPr lvl="1" algn="ctr">
              <a:spcBef>
                <a:spcPts val="0"/>
              </a:spcBef>
              <a:spcAft>
                <a:spcPts val="0"/>
              </a:spcAft>
              <a:buSzPts val="2800"/>
              <a:buNone/>
              <a:defRPr/>
            </a:lvl2pPr>
            <a:lvl3pPr lvl="2" algn="ctr">
              <a:spcBef>
                <a:spcPts val="0"/>
              </a:spcBef>
              <a:spcAft>
                <a:spcPts val="0"/>
              </a:spcAft>
              <a:buSzPts val="2800"/>
              <a:buNone/>
              <a:defRPr/>
            </a:lvl3pPr>
            <a:lvl4pPr lvl="3" algn="ctr">
              <a:spcBef>
                <a:spcPts val="0"/>
              </a:spcBef>
              <a:spcAft>
                <a:spcPts val="0"/>
              </a:spcAft>
              <a:buSzPts val="2800"/>
              <a:buNone/>
              <a:defRPr/>
            </a:lvl4pPr>
            <a:lvl5pPr lvl="4" algn="ctr">
              <a:spcBef>
                <a:spcPts val="0"/>
              </a:spcBef>
              <a:spcAft>
                <a:spcPts val="0"/>
              </a:spcAft>
              <a:buSzPts val="2800"/>
              <a:buNone/>
              <a:defRPr/>
            </a:lvl5pPr>
            <a:lvl6pPr lvl="5" algn="ctr">
              <a:spcBef>
                <a:spcPts val="0"/>
              </a:spcBef>
              <a:spcAft>
                <a:spcPts val="0"/>
              </a:spcAft>
              <a:buSzPts val="2800"/>
              <a:buNone/>
              <a:defRPr/>
            </a:lvl6pPr>
            <a:lvl7pPr lvl="6" algn="ctr">
              <a:spcBef>
                <a:spcPts val="0"/>
              </a:spcBef>
              <a:spcAft>
                <a:spcPts val="0"/>
              </a:spcAft>
              <a:buSzPts val="2800"/>
              <a:buNone/>
              <a:defRPr/>
            </a:lvl7pPr>
            <a:lvl8pPr lvl="7" algn="ctr">
              <a:spcBef>
                <a:spcPts val="0"/>
              </a:spcBef>
              <a:spcAft>
                <a:spcPts val="0"/>
              </a:spcAft>
              <a:buSzPts val="2800"/>
              <a:buNone/>
              <a:defRPr/>
            </a:lvl8pPr>
            <a:lvl9pPr lvl="8" algn="ctr">
              <a:spcBef>
                <a:spcPts val="0"/>
              </a:spcBef>
              <a:spcAft>
                <a:spcPts val="0"/>
              </a:spcAft>
              <a:buSzPts val="2800"/>
              <a:buNone/>
              <a:defRPr/>
            </a:lvl9pPr>
          </a:lstStyle>
          <a:p/>
        </p:txBody>
      </p:sp>
      <p:sp>
        <p:nvSpPr>
          <p:cNvPr id="2063" name="Google Shape;2063;p91"/>
          <p:cNvSpPr txBox="1"/>
          <p:nvPr>
            <p:ph idx="1" type="subTitle"/>
          </p:nvPr>
        </p:nvSpPr>
        <p:spPr>
          <a:xfrm>
            <a:off x="685800" y="2627166"/>
            <a:ext cx="4045200" cy="9348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2064" name="Google Shape;2064;p9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grpSp>
        <p:nvGrpSpPr>
          <p:cNvPr id="2065" name="Google Shape;2065;p91"/>
          <p:cNvGrpSpPr/>
          <p:nvPr/>
        </p:nvGrpSpPr>
        <p:grpSpPr>
          <a:xfrm flipH="1">
            <a:off x="-534624" y="-277337"/>
            <a:ext cx="1773412" cy="1460069"/>
            <a:chOff x="7917051" y="-242512"/>
            <a:chExt cx="1773412" cy="1460069"/>
          </a:xfrm>
        </p:grpSpPr>
        <p:sp>
          <p:nvSpPr>
            <p:cNvPr id="2066" name="Google Shape;2066;p91"/>
            <p:cNvSpPr/>
            <p:nvPr/>
          </p:nvSpPr>
          <p:spPr>
            <a:xfrm flipH="1">
              <a:off x="8458188" y="-242512"/>
              <a:ext cx="1232275" cy="1091025"/>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7" name="Google Shape;2067;p91"/>
            <p:cNvSpPr/>
            <p:nvPr/>
          </p:nvSpPr>
          <p:spPr>
            <a:xfrm>
              <a:off x="7917051" y="19137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2068" name="Google Shape;2068;p91"/>
            <p:cNvGrpSpPr/>
            <p:nvPr/>
          </p:nvGrpSpPr>
          <p:grpSpPr>
            <a:xfrm>
              <a:off x="8723170" y="1112100"/>
              <a:ext cx="105457" cy="105457"/>
              <a:chOff x="7812545" y="194375"/>
              <a:chExt cx="105457" cy="105457"/>
            </a:xfrm>
          </p:grpSpPr>
          <p:sp>
            <p:nvSpPr>
              <p:cNvPr id="2069" name="Google Shape;2069;p91"/>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0" name="Google Shape;2070;p91"/>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1" name="Google Shape;2071;p91"/>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2" name="Google Shape;2072;p91"/>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073" name="Google Shape;2073;p91"/>
          <p:cNvGrpSpPr/>
          <p:nvPr/>
        </p:nvGrpSpPr>
        <p:grpSpPr>
          <a:xfrm>
            <a:off x="-1490517" y="3598506"/>
            <a:ext cx="2984172" cy="2871184"/>
            <a:chOff x="-1307617" y="3655381"/>
            <a:chExt cx="2984172" cy="2871184"/>
          </a:xfrm>
        </p:grpSpPr>
        <p:sp>
          <p:nvSpPr>
            <p:cNvPr id="2074" name="Google Shape;2074;p91"/>
            <p:cNvSpPr/>
            <p:nvPr/>
          </p:nvSpPr>
          <p:spPr>
            <a:xfrm flipH="1" rot="638420">
              <a:off x="-1104798" y="3872484"/>
              <a:ext cx="2578535" cy="2436978"/>
            </a:xfrm>
            <a:custGeom>
              <a:rect b="b" l="l" r="r" t="t"/>
              <a:pathLst>
                <a:path extrusionOk="0" h="49900" w="54584">
                  <a:moveTo>
                    <a:pt x="39803" y="0"/>
                  </a:moveTo>
                  <a:cubicBezTo>
                    <a:pt x="38029" y="0"/>
                    <a:pt x="36248" y="409"/>
                    <a:pt x="34570" y="1238"/>
                  </a:cubicBezTo>
                  <a:cubicBezTo>
                    <a:pt x="31367" y="2802"/>
                    <a:pt x="28886" y="5448"/>
                    <a:pt x="25683" y="7012"/>
                  </a:cubicBezTo>
                  <a:cubicBezTo>
                    <a:pt x="21308" y="9163"/>
                    <a:pt x="16511" y="10320"/>
                    <a:pt x="12090" y="12380"/>
                  </a:cubicBezTo>
                  <a:cubicBezTo>
                    <a:pt x="7684" y="14425"/>
                    <a:pt x="3444" y="17628"/>
                    <a:pt x="1865" y="22244"/>
                  </a:cubicBezTo>
                  <a:cubicBezTo>
                    <a:pt x="1" y="27673"/>
                    <a:pt x="647" y="34078"/>
                    <a:pt x="3504" y="39040"/>
                  </a:cubicBezTo>
                  <a:cubicBezTo>
                    <a:pt x="8069" y="46988"/>
                    <a:pt x="17031" y="49899"/>
                    <a:pt x="25743" y="49899"/>
                  </a:cubicBezTo>
                  <a:cubicBezTo>
                    <a:pt x="25898" y="49899"/>
                    <a:pt x="26054" y="49898"/>
                    <a:pt x="26209" y="49897"/>
                  </a:cubicBezTo>
                  <a:cubicBezTo>
                    <a:pt x="44945" y="49671"/>
                    <a:pt x="54583" y="26996"/>
                    <a:pt x="51531" y="10696"/>
                  </a:cubicBezTo>
                  <a:cubicBezTo>
                    <a:pt x="50869" y="7163"/>
                    <a:pt x="49230" y="3779"/>
                    <a:pt x="46118" y="1840"/>
                  </a:cubicBezTo>
                  <a:cubicBezTo>
                    <a:pt x="44160" y="620"/>
                    <a:pt x="41987" y="0"/>
                    <a:pt x="3980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5" name="Google Shape;2075;p91"/>
            <p:cNvSpPr/>
            <p:nvPr/>
          </p:nvSpPr>
          <p:spPr>
            <a:xfrm rot="7710264">
              <a:off x="-15001" y="4173334"/>
              <a:ext cx="958502" cy="1835274"/>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76" name="Google Shape;2076;p91"/>
          <p:cNvGrpSpPr/>
          <p:nvPr/>
        </p:nvGrpSpPr>
        <p:grpSpPr>
          <a:xfrm>
            <a:off x="5096454" y="406120"/>
            <a:ext cx="3821429" cy="1518424"/>
            <a:chOff x="5096454" y="406120"/>
            <a:chExt cx="3821429" cy="1518424"/>
          </a:xfrm>
        </p:grpSpPr>
        <p:sp>
          <p:nvSpPr>
            <p:cNvPr id="2077" name="Google Shape;2077;p91"/>
            <p:cNvSpPr/>
            <p:nvPr/>
          </p:nvSpPr>
          <p:spPr>
            <a:xfrm>
              <a:off x="5096454" y="539393"/>
              <a:ext cx="1089450" cy="348874"/>
            </a:xfrm>
            <a:custGeom>
              <a:rect b="b" l="l" r="r" t="t"/>
              <a:pathLst>
                <a:path extrusionOk="0" fill="none" h="4647" w="14511">
                  <a:moveTo>
                    <a:pt x="13894" y="3805"/>
                  </a:moveTo>
                  <a:cubicBezTo>
                    <a:pt x="13263" y="3459"/>
                    <a:pt x="12977" y="3744"/>
                    <a:pt x="12766" y="3459"/>
                  </a:cubicBezTo>
                  <a:cubicBezTo>
                    <a:pt x="12541" y="3173"/>
                    <a:pt x="13383" y="2436"/>
                    <a:pt x="11684" y="1699"/>
                  </a:cubicBezTo>
                  <a:cubicBezTo>
                    <a:pt x="11684" y="1699"/>
                    <a:pt x="11578" y="121"/>
                    <a:pt x="9248" y="60"/>
                  </a:cubicBezTo>
                  <a:cubicBezTo>
                    <a:pt x="6917" y="0"/>
                    <a:pt x="7549" y="1654"/>
                    <a:pt x="6917" y="2045"/>
                  </a:cubicBezTo>
                  <a:cubicBezTo>
                    <a:pt x="6286" y="2436"/>
                    <a:pt x="6120" y="1820"/>
                    <a:pt x="5504" y="2211"/>
                  </a:cubicBezTo>
                  <a:cubicBezTo>
                    <a:pt x="4872" y="2617"/>
                    <a:pt x="5158" y="3399"/>
                    <a:pt x="4647" y="3519"/>
                  </a:cubicBezTo>
                  <a:cubicBezTo>
                    <a:pt x="4135" y="3624"/>
                    <a:pt x="3459" y="3008"/>
                    <a:pt x="2842" y="3399"/>
                  </a:cubicBezTo>
                  <a:cubicBezTo>
                    <a:pt x="2211" y="3805"/>
                    <a:pt x="2211" y="4135"/>
                    <a:pt x="1925" y="4135"/>
                  </a:cubicBezTo>
                  <a:cubicBezTo>
                    <a:pt x="1654" y="4135"/>
                    <a:pt x="1083" y="3910"/>
                    <a:pt x="737" y="4135"/>
                  </a:cubicBezTo>
                  <a:cubicBezTo>
                    <a:pt x="406" y="4376"/>
                    <a:pt x="0" y="4647"/>
                    <a:pt x="0" y="4647"/>
                  </a:cubicBezTo>
                  <a:lnTo>
                    <a:pt x="14345" y="4647"/>
                  </a:lnTo>
                  <a:cubicBezTo>
                    <a:pt x="14345" y="4647"/>
                    <a:pt x="14511" y="4135"/>
                    <a:pt x="13894" y="3805"/>
                  </a:cubicBezTo>
                  <a:close/>
                </a:path>
              </a:pathLst>
            </a:custGeom>
            <a:solidFill>
              <a:schemeClr val="lt1"/>
            </a:solid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8" name="Google Shape;2078;p91"/>
            <p:cNvSpPr/>
            <p:nvPr/>
          </p:nvSpPr>
          <p:spPr>
            <a:xfrm flipH="1">
              <a:off x="7828433" y="748130"/>
              <a:ext cx="1089450" cy="348874"/>
            </a:xfrm>
            <a:custGeom>
              <a:rect b="b" l="l" r="r" t="t"/>
              <a:pathLst>
                <a:path extrusionOk="0" fill="none" h="4647" w="14511">
                  <a:moveTo>
                    <a:pt x="13894" y="3805"/>
                  </a:moveTo>
                  <a:cubicBezTo>
                    <a:pt x="13263" y="3459"/>
                    <a:pt x="12977" y="3744"/>
                    <a:pt x="12766" y="3459"/>
                  </a:cubicBezTo>
                  <a:cubicBezTo>
                    <a:pt x="12541" y="3173"/>
                    <a:pt x="13383" y="2436"/>
                    <a:pt x="11684" y="1699"/>
                  </a:cubicBezTo>
                  <a:cubicBezTo>
                    <a:pt x="11684" y="1699"/>
                    <a:pt x="11578" y="121"/>
                    <a:pt x="9248" y="60"/>
                  </a:cubicBezTo>
                  <a:cubicBezTo>
                    <a:pt x="6917" y="0"/>
                    <a:pt x="7549" y="1654"/>
                    <a:pt x="6917" y="2045"/>
                  </a:cubicBezTo>
                  <a:cubicBezTo>
                    <a:pt x="6286" y="2436"/>
                    <a:pt x="6120" y="1820"/>
                    <a:pt x="5504" y="2211"/>
                  </a:cubicBezTo>
                  <a:cubicBezTo>
                    <a:pt x="4872" y="2617"/>
                    <a:pt x="5158" y="3399"/>
                    <a:pt x="4647" y="3519"/>
                  </a:cubicBezTo>
                  <a:cubicBezTo>
                    <a:pt x="4135" y="3624"/>
                    <a:pt x="3459" y="3008"/>
                    <a:pt x="2842" y="3399"/>
                  </a:cubicBezTo>
                  <a:cubicBezTo>
                    <a:pt x="2211" y="3805"/>
                    <a:pt x="2211" y="4135"/>
                    <a:pt x="1925" y="4135"/>
                  </a:cubicBezTo>
                  <a:cubicBezTo>
                    <a:pt x="1654" y="4135"/>
                    <a:pt x="1083" y="3910"/>
                    <a:pt x="737" y="4135"/>
                  </a:cubicBezTo>
                  <a:cubicBezTo>
                    <a:pt x="406" y="4376"/>
                    <a:pt x="0" y="4647"/>
                    <a:pt x="0" y="4647"/>
                  </a:cubicBezTo>
                  <a:lnTo>
                    <a:pt x="14345" y="4647"/>
                  </a:lnTo>
                  <a:cubicBezTo>
                    <a:pt x="14345" y="4647"/>
                    <a:pt x="14511" y="4135"/>
                    <a:pt x="13894" y="3805"/>
                  </a:cubicBezTo>
                  <a:close/>
                </a:path>
              </a:pathLst>
            </a:custGeom>
            <a:solidFill>
              <a:schemeClr val="lt1"/>
            </a:solid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9" name="Google Shape;2079;p91"/>
            <p:cNvSpPr/>
            <p:nvPr/>
          </p:nvSpPr>
          <p:spPr>
            <a:xfrm>
              <a:off x="8824638" y="406120"/>
              <a:ext cx="93231" cy="93173"/>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080" name="Google Shape;2080;p91"/>
            <p:cNvGrpSpPr/>
            <p:nvPr/>
          </p:nvGrpSpPr>
          <p:grpSpPr>
            <a:xfrm>
              <a:off x="8629946" y="1831310"/>
              <a:ext cx="93234" cy="93234"/>
              <a:chOff x="7812545" y="194375"/>
              <a:chExt cx="105457" cy="105457"/>
            </a:xfrm>
          </p:grpSpPr>
          <p:sp>
            <p:nvSpPr>
              <p:cNvPr id="2081" name="Google Shape;2081;p91"/>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2" name="Google Shape;2082;p91"/>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3" name="Google Shape;2083;p91"/>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4" name="Google Shape;2084;p91"/>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85" name="Google Shape;2085;p91"/>
            <p:cNvGrpSpPr/>
            <p:nvPr/>
          </p:nvGrpSpPr>
          <p:grpSpPr>
            <a:xfrm flipH="1" rot="10800000">
              <a:off x="7254006" y="492770"/>
              <a:ext cx="93224" cy="93255"/>
              <a:chOff x="7812545" y="194375"/>
              <a:chExt cx="105457" cy="105457"/>
            </a:xfrm>
          </p:grpSpPr>
          <p:sp>
            <p:nvSpPr>
              <p:cNvPr id="2086" name="Google Shape;2086;p91"/>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7" name="Google Shape;2087;p91"/>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8" name="Google Shape;2088;p91"/>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9" name="Google Shape;2089;p91"/>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090" name="Shape 2090"/>
        <p:cNvGrpSpPr/>
        <p:nvPr/>
      </p:nvGrpSpPr>
      <p:grpSpPr>
        <a:xfrm>
          <a:off x="0" y="0"/>
          <a:ext cx="0" cy="0"/>
          <a:chOff x="0" y="0"/>
          <a:chExt cx="0" cy="0"/>
        </a:xfrm>
      </p:grpSpPr>
      <p:sp>
        <p:nvSpPr>
          <p:cNvPr id="2091" name="Google Shape;2091;p92"/>
          <p:cNvSpPr txBox="1"/>
          <p:nvPr>
            <p:ph idx="1" type="body"/>
          </p:nvPr>
        </p:nvSpPr>
        <p:spPr>
          <a:xfrm>
            <a:off x="685800" y="3601550"/>
            <a:ext cx="2993100" cy="8235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2000"/>
              <a:buFont typeface="Barlow"/>
              <a:buNone/>
              <a:defRPr b="1" sz="2200">
                <a:latin typeface="Barlow"/>
                <a:ea typeface="Barlow"/>
                <a:cs typeface="Barlow"/>
                <a:sym typeface="Barlow"/>
              </a:defRPr>
            </a:lvl1pPr>
          </a:lstStyle>
          <a:p/>
        </p:txBody>
      </p:sp>
      <p:sp>
        <p:nvSpPr>
          <p:cNvPr id="2092" name="Google Shape;2092;p9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2093" name="Shape 2093"/>
        <p:cNvGrpSpPr/>
        <p:nvPr/>
      </p:nvGrpSpPr>
      <p:grpSpPr>
        <a:xfrm>
          <a:off x="0" y="0"/>
          <a:ext cx="0" cy="0"/>
          <a:chOff x="0" y="0"/>
          <a:chExt cx="0" cy="0"/>
        </a:xfrm>
      </p:grpSpPr>
      <p:sp>
        <p:nvSpPr>
          <p:cNvPr id="2094" name="Google Shape;2094;p93"/>
          <p:cNvSpPr txBox="1"/>
          <p:nvPr>
            <p:ph hasCustomPrompt="1" type="title"/>
          </p:nvPr>
        </p:nvSpPr>
        <p:spPr>
          <a:xfrm>
            <a:off x="1226850" y="1830050"/>
            <a:ext cx="6690300" cy="1113600"/>
          </a:xfrm>
          <a:prstGeom prst="rect">
            <a:avLst/>
          </a:prstGeom>
        </p:spPr>
        <p:txBody>
          <a:bodyPr anchorCtr="0" anchor="ctr" bIns="91425" lIns="91425" spcFirstLastPara="1" rIns="91425" wrap="square" tIns="91425">
            <a:noAutofit/>
          </a:bodyPr>
          <a:lstStyle>
            <a:lvl1pPr lvl="0" algn="ctr">
              <a:spcBef>
                <a:spcPts val="0"/>
              </a:spcBef>
              <a:spcAft>
                <a:spcPts val="0"/>
              </a:spcAft>
              <a:buSzPts val="8000"/>
              <a:buNone/>
              <a:defRPr sz="9000">
                <a:solidFill>
                  <a:schemeClr val="accent2"/>
                </a:solidFill>
              </a:defRPr>
            </a:lvl1pPr>
            <a:lvl2pPr lvl="1" algn="ctr">
              <a:spcBef>
                <a:spcPts val="0"/>
              </a:spcBef>
              <a:spcAft>
                <a:spcPts val="0"/>
              </a:spcAft>
              <a:buSzPts val="8000"/>
              <a:buNone/>
              <a:defRPr sz="8000"/>
            </a:lvl2pPr>
            <a:lvl3pPr lvl="2" algn="ctr">
              <a:spcBef>
                <a:spcPts val="0"/>
              </a:spcBef>
              <a:spcAft>
                <a:spcPts val="0"/>
              </a:spcAft>
              <a:buSzPts val="8000"/>
              <a:buNone/>
              <a:defRPr sz="8000"/>
            </a:lvl3pPr>
            <a:lvl4pPr lvl="3" algn="ctr">
              <a:spcBef>
                <a:spcPts val="0"/>
              </a:spcBef>
              <a:spcAft>
                <a:spcPts val="0"/>
              </a:spcAft>
              <a:buSzPts val="8000"/>
              <a:buNone/>
              <a:defRPr sz="8000"/>
            </a:lvl4pPr>
            <a:lvl5pPr lvl="4" algn="ctr">
              <a:spcBef>
                <a:spcPts val="0"/>
              </a:spcBef>
              <a:spcAft>
                <a:spcPts val="0"/>
              </a:spcAft>
              <a:buSzPts val="8000"/>
              <a:buNone/>
              <a:defRPr sz="8000"/>
            </a:lvl5pPr>
            <a:lvl6pPr lvl="5" algn="ctr">
              <a:spcBef>
                <a:spcPts val="0"/>
              </a:spcBef>
              <a:spcAft>
                <a:spcPts val="0"/>
              </a:spcAft>
              <a:buSzPts val="8000"/>
              <a:buNone/>
              <a:defRPr sz="8000"/>
            </a:lvl6pPr>
            <a:lvl7pPr lvl="6" algn="ctr">
              <a:spcBef>
                <a:spcPts val="0"/>
              </a:spcBef>
              <a:spcAft>
                <a:spcPts val="0"/>
              </a:spcAft>
              <a:buSzPts val="8000"/>
              <a:buNone/>
              <a:defRPr sz="8000"/>
            </a:lvl7pPr>
            <a:lvl8pPr lvl="7" algn="ctr">
              <a:spcBef>
                <a:spcPts val="0"/>
              </a:spcBef>
              <a:spcAft>
                <a:spcPts val="0"/>
              </a:spcAft>
              <a:buSzPts val="8000"/>
              <a:buNone/>
              <a:defRPr sz="8000"/>
            </a:lvl8pPr>
            <a:lvl9pPr lvl="8" algn="ctr">
              <a:spcBef>
                <a:spcPts val="0"/>
              </a:spcBef>
              <a:spcAft>
                <a:spcPts val="0"/>
              </a:spcAft>
              <a:buSzPts val="8000"/>
              <a:buNone/>
              <a:defRPr sz="8000"/>
            </a:lvl9pPr>
          </a:lstStyle>
          <a:p>
            <a:r>
              <a:t>xx%</a:t>
            </a:r>
          </a:p>
        </p:txBody>
      </p:sp>
      <p:sp>
        <p:nvSpPr>
          <p:cNvPr id="2095" name="Google Shape;2095;p9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2096" name="Google Shape;2096;p93"/>
          <p:cNvSpPr txBox="1"/>
          <p:nvPr>
            <p:ph idx="1" type="subTitle"/>
          </p:nvPr>
        </p:nvSpPr>
        <p:spPr>
          <a:xfrm>
            <a:off x="1516375" y="3002275"/>
            <a:ext cx="6144300" cy="3417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8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2097" name="Google Shape;2097;p93"/>
          <p:cNvSpPr/>
          <p:nvPr/>
        </p:nvSpPr>
        <p:spPr>
          <a:xfrm rot="2700000">
            <a:off x="5376368" y="-1160318"/>
            <a:ext cx="5591744" cy="3399428"/>
          </a:xfrm>
          <a:custGeom>
            <a:rect b="b" l="l" r="r" t="t"/>
            <a:pathLst>
              <a:path extrusionOk="0" h="48924" w="60102">
                <a:moveTo>
                  <a:pt x="31550" y="1"/>
                </a:moveTo>
                <a:cubicBezTo>
                  <a:pt x="28688" y="1"/>
                  <a:pt x="25391" y="541"/>
                  <a:pt x="22089" y="2238"/>
                </a:cubicBezTo>
                <a:cubicBezTo>
                  <a:pt x="12977" y="6900"/>
                  <a:pt x="8196" y="17230"/>
                  <a:pt x="4091" y="25485"/>
                </a:cubicBezTo>
                <a:cubicBezTo>
                  <a:pt x="1" y="33725"/>
                  <a:pt x="2016" y="42612"/>
                  <a:pt x="8767" y="47123"/>
                </a:cubicBezTo>
                <a:cubicBezTo>
                  <a:pt x="10764" y="48461"/>
                  <a:pt x="12590" y="48924"/>
                  <a:pt x="14421" y="48924"/>
                </a:cubicBezTo>
                <a:cubicBezTo>
                  <a:pt x="18514" y="48924"/>
                  <a:pt x="22630" y="46611"/>
                  <a:pt x="28730" y="46611"/>
                </a:cubicBezTo>
                <a:cubicBezTo>
                  <a:pt x="29125" y="46611"/>
                  <a:pt x="29527" y="46621"/>
                  <a:pt x="29939" y="46641"/>
                </a:cubicBezTo>
                <a:cubicBezTo>
                  <a:pt x="34134" y="46851"/>
                  <a:pt x="36984" y="47278"/>
                  <a:pt x="39535" y="47278"/>
                </a:cubicBezTo>
                <a:cubicBezTo>
                  <a:pt x="42835" y="47278"/>
                  <a:pt x="45637" y="46563"/>
                  <a:pt x="50208" y="43739"/>
                </a:cubicBezTo>
                <a:cubicBezTo>
                  <a:pt x="58328" y="38732"/>
                  <a:pt x="60102" y="25500"/>
                  <a:pt x="54042" y="15140"/>
                </a:cubicBezTo>
                <a:cubicBezTo>
                  <a:pt x="47997" y="4779"/>
                  <a:pt x="40254" y="1667"/>
                  <a:pt x="40254" y="1667"/>
                </a:cubicBezTo>
                <a:cubicBezTo>
                  <a:pt x="40254" y="1667"/>
                  <a:pt x="36573" y="1"/>
                  <a:pt x="31550"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098" name="Google Shape;2098;p93"/>
          <p:cNvGrpSpPr/>
          <p:nvPr/>
        </p:nvGrpSpPr>
        <p:grpSpPr>
          <a:xfrm>
            <a:off x="405960" y="-304605"/>
            <a:ext cx="9209266" cy="1854619"/>
            <a:chOff x="405960" y="-304605"/>
            <a:chExt cx="9209266" cy="1854619"/>
          </a:xfrm>
        </p:grpSpPr>
        <p:sp>
          <p:nvSpPr>
            <p:cNvPr id="2099" name="Google Shape;2099;p93"/>
            <p:cNvSpPr/>
            <p:nvPr/>
          </p:nvSpPr>
          <p:spPr>
            <a:xfrm>
              <a:off x="6209226" y="478878"/>
              <a:ext cx="1324564" cy="424178"/>
            </a:xfrm>
            <a:custGeom>
              <a:rect b="b" l="l" r="r" t="t"/>
              <a:pathLst>
                <a:path extrusionOk="0" fill="none" h="4647" w="14511">
                  <a:moveTo>
                    <a:pt x="13894" y="3805"/>
                  </a:moveTo>
                  <a:cubicBezTo>
                    <a:pt x="13263" y="3459"/>
                    <a:pt x="12977" y="3744"/>
                    <a:pt x="12766" y="3459"/>
                  </a:cubicBezTo>
                  <a:cubicBezTo>
                    <a:pt x="12541" y="3173"/>
                    <a:pt x="13383" y="2436"/>
                    <a:pt x="11684" y="1699"/>
                  </a:cubicBezTo>
                  <a:cubicBezTo>
                    <a:pt x="11684" y="1699"/>
                    <a:pt x="11578" y="121"/>
                    <a:pt x="9248" y="60"/>
                  </a:cubicBezTo>
                  <a:cubicBezTo>
                    <a:pt x="6917" y="0"/>
                    <a:pt x="7549" y="1654"/>
                    <a:pt x="6917" y="2045"/>
                  </a:cubicBezTo>
                  <a:cubicBezTo>
                    <a:pt x="6286" y="2436"/>
                    <a:pt x="6120" y="1820"/>
                    <a:pt x="5504" y="2211"/>
                  </a:cubicBezTo>
                  <a:cubicBezTo>
                    <a:pt x="4872" y="2617"/>
                    <a:pt x="5158" y="3399"/>
                    <a:pt x="4647" y="3519"/>
                  </a:cubicBezTo>
                  <a:cubicBezTo>
                    <a:pt x="4135" y="3624"/>
                    <a:pt x="3459" y="3008"/>
                    <a:pt x="2842" y="3399"/>
                  </a:cubicBezTo>
                  <a:cubicBezTo>
                    <a:pt x="2211" y="3805"/>
                    <a:pt x="2211" y="4135"/>
                    <a:pt x="1925" y="4135"/>
                  </a:cubicBezTo>
                  <a:cubicBezTo>
                    <a:pt x="1654" y="4135"/>
                    <a:pt x="1083" y="3910"/>
                    <a:pt x="737" y="4135"/>
                  </a:cubicBezTo>
                  <a:cubicBezTo>
                    <a:pt x="406" y="4376"/>
                    <a:pt x="0" y="4647"/>
                    <a:pt x="0" y="4647"/>
                  </a:cubicBezTo>
                  <a:lnTo>
                    <a:pt x="14345" y="4647"/>
                  </a:lnTo>
                  <a:cubicBezTo>
                    <a:pt x="14345" y="4647"/>
                    <a:pt x="14511" y="4135"/>
                    <a:pt x="13894" y="3805"/>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0" name="Google Shape;2100;p93"/>
            <p:cNvSpPr/>
            <p:nvPr/>
          </p:nvSpPr>
          <p:spPr>
            <a:xfrm flipH="1">
              <a:off x="405960" y="399116"/>
              <a:ext cx="991138" cy="317437"/>
            </a:xfrm>
            <a:custGeom>
              <a:rect b="b" l="l" r="r" t="t"/>
              <a:pathLst>
                <a:path extrusionOk="0" fill="none" h="4647" w="14511">
                  <a:moveTo>
                    <a:pt x="13894" y="3805"/>
                  </a:moveTo>
                  <a:cubicBezTo>
                    <a:pt x="13263" y="3459"/>
                    <a:pt x="12977" y="3744"/>
                    <a:pt x="12766" y="3459"/>
                  </a:cubicBezTo>
                  <a:cubicBezTo>
                    <a:pt x="12541" y="3173"/>
                    <a:pt x="13383" y="2436"/>
                    <a:pt x="11684" y="1699"/>
                  </a:cubicBezTo>
                  <a:cubicBezTo>
                    <a:pt x="11684" y="1699"/>
                    <a:pt x="11578" y="121"/>
                    <a:pt x="9248" y="60"/>
                  </a:cubicBezTo>
                  <a:cubicBezTo>
                    <a:pt x="6917" y="0"/>
                    <a:pt x="7549" y="1654"/>
                    <a:pt x="6917" y="2045"/>
                  </a:cubicBezTo>
                  <a:cubicBezTo>
                    <a:pt x="6286" y="2436"/>
                    <a:pt x="6120" y="1820"/>
                    <a:pt x="5504" y="2211"/>
                  </a:cubicBezTo>
                  <a:cubicBezTo>
                    <a:pt x="4872" y="2617"/>
                    <a:pt x="5158" y="3399"/>
                    <a:pt x="4647" y="3519"/>
                  </a:cubicBezTo>
                  <a:cubicBezTo>
                    <a:pt x="4135" y="3624"/>
                    <a:pt x="3459" y="3008"/>
                    <a:pt x="2842" y="3399"/>
                  </a:cubicBezTo>
                  <a:cubicBezTo>
                    <a:pt x="2211" y="3805"/>
                    <a:pt x="2211" y="4135"/>
                    <a:pt x="1925" y="4135"/>
                  </a:cubicBezTo>
                  <a:cubicBezTo>
                    <a:pt x="1654" y="4135"/>
                    <a:pt x="1083" y="3910"/>
                    <a:pt x="737" y="4135"/>
                  </a:cubicBezTo>
                  <a:cubicBezTo>
                    <a:pt x="406" y="4376"/>
                    <a:pt x="0" y="4647"/>
                    <a:pt x="0" y="4647"/>
                  </a:cubicBezTo>
                  <a:lnTo>
                    <a:pt x="14345" y="4647"/>
                  </a:lnTo>
                  <a:cubicBezTo>
                    <a:pt x="14345" y="4647"/>
                    <a:pt x="14511" y="4135"/>
                    <a:pt x="13894" y="3805"/>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1" name="Google Shape;2101;p93"/>
            <p:cNvSpPr/>
            <p:nvPr/>
          </p:nvSpPr>
          <p:spPr>
            <a:xfrm>
              <a:off x="3935325" y="338641"/>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102" name="Google Shape;2102;p93"/>
            <p:cNvGrpSpPr/>
            <p:nvPr/>
          </p:nvGrpSpPr>
          <p:grpSpPr>
            <a:xfrm>
              <a:off x="2179520" y="1113216"/>
              <a:ext cx="105457" cy="105457"/>
              <a:chOff x="7812545" y="194375"/>
              <a:chExt cx="105457" cy="105457"/>
            </a:xfrm>
          </p:grpSpPr>
          <p:sp>
            <p:nvSpPr>
              <p:cNvPr id="2103" name="Google Shape;2103;p93"/>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4" name="Google Shape;2104;p93"/>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5" name="Google Shape;2105;p93"/>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6" name="Google Shape;2106;p93"/>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07" name="Google Shape;2107;p93"/>
            <p:cNvGrpSpPr/>
            <p:nvPr/>
          </p:nvGrpSpPr>
          <p:grpSpPr>
            <a:xfrm>
              <a:off x="5288520" y="1007766"/>
              <a:ext cx="105457" cy="105457"/>
              <a:chOff x="7812545" y="194375"/>
              <a:chExt cx="105457" cy="105457"/>
            </a:xfrm>
          </p:grpSpPr>
          <p:sp>
            <p:nvSpPr>
              <p:cNvPr id="2108" name="Google Shape;2108;p93"/>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9" name="Google Shape;2109;p93"/>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0" name="Google Shape;2110;p93"/>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1" name="Google Shape;2111;p93"/>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12" name="Google Shape;2112;p93"/>
            <p:cNvSpPr/>
            <p:nvPr/>
          </p:nvSpPr>
          <p:spPr>
            <a:xfrm>
              <a:off x="8211200" y="1444625"/>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113" name="Google Shape;2113;p93"/>
            <p:cNvGrpSpPr/>
            <p:nvPr/>
          </p:nvGrpSpPr>
          <p:grpSpPr>
            <a:xfrm>
              <a:off x="7988195" y="154325"/>
              <a:ext cx="105457" cy="105457"/>
              <a:chOff x="7812545" y="194375"/>
              <a:chExt cx="105457" cy="105457"/>
            </a:xfrm>
          </p:grpSpPr>
          <p:sp>
            <p:nvSpPr>
              <p:cNvPr id="2114" name="Google Shape;2114;p93"/>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5" name="Google Shape;2115;p93"/>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6" name="Google Shape;2116;p93"/>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7" name="Google Shape;2117;p93"/>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18" name="Google Shape;2118;p93"/>
            <p:cNvSpPr/>
            <p:nvPr/>
          </p:nvSpPr>
          <p:spPr>
            <a:xfrm flipH="1">
              <a:off x="8624108" y="-304605"/>
              <a:ext cx="991119" cy="877511"/>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19" name="Google Shape;2119;p93"/>
          <p:cNvGrpSpPr/>
          <p:nvPr/>
        </p:nvGrpSpPr>
        <p:grpSpPr>
          <a:xfrm>
            <a:off x="-1391383" y="2943501"/>
            <a:ext cx="2967633" cy="3117497"/>
            <a:chOff x="-1391383" y="2943501"/>
            <a:chExt cx="2967633" cy="3117497"/>
          </a:xfrm>
        </p:grpSpPr>
        <p:sp>
          <p:nvSpPr>
            <p:cNvPr id="2120" name="Google Shape;2120;p93"/>
            <p:cNvSpPr/>
            <p:nvPr/>
          </p:nvSpPr>
          <p:spPr>
            <a:xfrm flipH="1">
              <a:off x="-1391383" y="2943501"/>
              <a:ext cx="2967633" cy="3117497"/>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1" name="Google Shape;2121;p93"/>
            <p:cNvSpPr/>
            <p:nvPr/>
          </p:nvSpPr>
          <p:spPr>
            <a:xfrm>
              <a:off x="-533479" y="4183785"/>
              <a:ext cx="1643608" cy="1455209"/>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122" name="Google Shape;2122;p93"/>
            <p:cNvGrpSpPr/>
            <p:nvPr/>
          </p:nvGrpSpPr>
          <p:grpSpPr>
            <a:xfrm>
              <a:off x="448432" y="3524550"/>
              <a:ext cx="105457" cy="105457"/>
              <a:chOff x="7812545" y="194375"/>
              <a:chExt cx="105457" cy="105457"/>
            </a:xfrm>
          </p:grpSpPr>
          <p:sp>
            <p:nvSpPr>
              <p:cNvPr id="2123" name="Google Shape;2123;p93"/>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4" name="Google Shape;2124;p93"/>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5" name="Google Shape;2125;p93"/>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6" name="Google Shape;2126;p93"/>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127" name="Google Shape;2127;p93"/>
          <p:cNvGrpSpPr/>
          <p:nvPr/>
        </p:nvGrpSpPr>
        <p:grpSpPr>
          <a:xfrm rot="10800000">
            <a:off x="8496297" y="4349552"/>
            <a:ext cx="470057" cy="586177"/>
            <a:chOff x="215745" y="152938"/>
            <a:chExt cx="470057" cy="586177"/>
          </a:xfrm>
        </p:grpSpPr>
        <p:sp>
          <p:nvSpPr>
            <p:cNvPr id="2128" name="Google Shape;2128;p93"/>
            <p:cNvSpPr/>
            <p:nvPr/>
          </p:nvSpPr>
          <p:spPr>
            <a:xfrm>
              <a:off x="215750" y="633725"/>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9" name="Google Shape;2129;p93"/>
            <p:cNvSpPr/>
            <p:nvPr/>
          </p:nvSpPr>
          <p:spPr>
            <a:xfrm>
              <a:off x="607851" y="22487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2130" name="Google Shape;2130;p93"/>
            <p:cNvGrpSpPr/>
            <p:nvPr/>
          </p:nvGrpSpPr>
          <p:grpSpPr>
            <a:xfrm>
              <a:off x="215745" y="152938"/>
              <a:ext cx="105457" cy="105457"/>
              <a:chOff x="7812545" y="194375"/>
              <a:chExt cx="105457" cy="105457"/>
            </a:xfrm>
          </p:grpSpPr>
          <p:sp>
            <p:nvSpPr>
              <p:cNvPr id="2131" name="Google Shape;2131;p93"/>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2" name="Google Shape;2132;p93"/>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3" name="Google Shape;2133;p93"/>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4" name="Google Shape;2134;p93"/>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135" name="Google Shape;2135;p93"/>
          <p:cNvGrpSpPr/>
          <p:nvPr/>
        </p:nvGrpSpPr>
        <p:grpSpPr>
          <a:xfrm>
            <a:off x="3186400" y="4032125"/>
            <a:ext cx="3326023" cy="808356"/>
            <a:chOff x="3186400" y="4032125"/>
            <a:chExt cx="3326023" cy="808356"/>
          </a:xfrm>
        </p:grpSpPr>
        <p:sp>
          <p:nvSpPr>
            <p:cNvPr id="2136" name="Google Shape;2136;p93"/>
            <p:cNvSpPr/>
            <p:nvPr/>
          </p:nvSpPr>
          <p:spPr>
            <a:xfrm>
              <a:off x="3186400" y="4234775"/>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137" name="Google Shape;2137;p93"/>
            <p:cNvGrpSpPr/>
            <p:nvPr/>
          </p:nvGrpSpPr>
          <p:grpSpPr>
            <a:xfrm>
              <a:off x="4750482" y="4735025"/>
              <a:ext cx="105457" cy="105457"/>
              <a:chOff x="7812545" y="194375"/>
              <a:chExt cx="105457" cy="105457"/>
            </a:xfrm>
          </p:grpSpPr>
          <p:sp>
            <p:nvSpPr>
              <p:cNvPr id="2138" name="Google Shape;2138;p93"/>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9" name="Google Shape;2139;p93"/>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0" name="Google Shape;2140;p93"/>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1" name="Google Shape;2141;p93"/>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42" name="Google Shape;2142;p93"/>
            <p:cNvSpPr/>
            <p:nvPr/>
          </p:nvSpPr>
          <p:spPr>
            <a:xfrm flipH="1">
              <a:off x="5521285" y="4032125"/>
              <a:ext cx="991138" cy="317437"/>
            </a:xfrm>
            <a:custGeom>
              <a:rect b="b" l="l" r="r" t="t"/>
              <a:pathLst>
                <a:path extrusionOk="0" fill="none" h="4647" w="14511">
                  <a:moveTo>
                    <a:pt x="13894" y="3805"/>
                  </a:moveTo>
                  <a:cubicBezTo>
                    <a:pt x="13263" y="3459"/>
                    <a:pt x="12977" y="3744"/>
                    <a:pt x="12766" y="3459"/>
                  </a:cubicBezTo>
                  <a:cubicBezTo>
                    <a:pt x="12541" y="3173"/>
                    <a:pt x="13383" y="2436"/>
                    <a:pt x="11684" y="1699"/>
                  </a:cubicBezTo>
                  <a:cubicBezTo>
                    <a:pt x="11684" y="1699"/>
                    <a:pt x="11578" y="121"/>
                    <a:pt x="9248" y="60"/>
                  </a:cubicBezTo>
                  <a:cubicBezTo>
                    <a:pt x="6917" y="0"/>
                    <a:pt x="7549" y="1654"/>
                    <a:pt x="6917" y="2045"/>
                  </a:cubicBezTo>
                  <a:cubicBezTo>
                    <a:pt x="6286" y="2436"/>
                    <a:pt x="6120" y="1820"/>
                    <a:pt x="5504" y="2211"/>
                  </a:cubicBezTo>
                  <a:cubicBezTo>
                    <a:pt x="4872" y="2617"/>
                    <a:pt x="5158" y="3399"/>
                    <a:pt x="4647" y="3519"/>
                  </a:cubicBezTo>
                  <a:cubicBezTo>
                    <a:pt x="4135" y="3624"/>
                    <a:pt x="3459" y="3008"/>
                    <a:pt x="2842" y="3399"/>
                  </a:cubicBezTo>
                  <a:cubicBezTo>
                    <a:pt x="2211" y="3805"/>
                    <a:pt x="2211" y="4135"/>
                    <a:pt x="1925" y="4135"/>
                  </a:cubicBezTo>
                  <a:cubicBezTo>
                    <a:pt x="1654" y="4135"/>
                    <a:pt x="1083" y="3910"/>
                    <a:pt x="737" y="4135"/>
                  </a:cubicBezTo>
                  <a:cubicBezTo>
                    <a:pt x="406" y="4376"/>
                    <a:pt x="0" y="4647"/>
                    <a:pt x="0" y="4647"/>
                  </a:cubicBezTo>
                  <a:lnTo>
                    <a:pt x="14345" y="4647"/>
                  </a:lnTo>
                  <a:cubicBezTo>
                    <a:pt x="14345" y="4647"/>
                    <a:pt x="14511" y="4135"/>
                    <a:pt x="13894" y="3805"/>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lt1"/>
        </a:solidFill>
      </p:bgPr>
    </p:bg>
    <p:spTree>
      <p:nvGrpSpPr>
        <p:cNvPr id="2143" name="Shape 2143"/>
        <p:cNvGrpSpPr/>
        <p:nvPr/>
      </p:nvGrpSpPr>
      <p:grpSpPr>
        <a:xfrm>
          <a:off x="0" y="0"/>
          <a:ext cx="0" cy="0"/>
          <a:chOff x="0" y="0"/>
          <a:chExt cx="0" cy="0"/>
        </a:xfrm>
      </p:grpSpPr>
      <p:sp>
        <p:nvSpPr>
          <p:cNvPr id="2144" name="Google Shape;2144;p9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BLANK_10">
    <p:spTree>
      <p:nvGrpSpPr>
        <p:cNvPr id="2145" name="Shape 2145"/>
        <p:cNvGrpSpPr/>
        <p:nvPr/>
      </p:nvGrpSpPr>
      <p:grpSpPr>
        <a:xfrm>
          <a:off x="0" y="0"/>
          <a:ext cx="0" cy="0"/>
          <a:chOff x="0" y="0"/>
          <a:chExt cx="0" cy="0"/>
        </a:xfrm>
      </p:grpSpPr>
      <p:sp>
        <p:nvSpPr>
          <p:cNvPr id="2146" name="Google Shape;2146;p9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2147" name="Google Shape;2147;p95"/>
          <p:cNvSpPr txBox="1"/>
          <p:nvPr>
            <p:ph type="title"/>
          </p:nvPr>
        </p:nvSpPr>
        <p:spPr>
          <a:xfrm>
            <a:off x="698777" y="2223325"/>
            <a:ext cx="4551600" cy="749100"/>
          </a:xfrm>
          <a:prstGeom prst="rect">
            <a:avLst/>
          </a:prstGeom>
        </p:spPr>
        <p:txBody>
          <a:bodyPr anchorCtr="0" anchor="ctr" bIns="91425" lIns="91425" spcFirstLastPara="1" rIns="91425" wrap="square" tIns="91425">
            <a:noAutofit/>
          </a:bodyPr>
          <a:lstStyle>
            <a:lvl1pPr lvl="0">
              <a:spcBef>
                <a:spcPts val="0"/>
              </a:spcBef>
              <a:spcAft>
                <a:spcPts val="0"/>
              </a:spcAft>
              <a:buSzPts val="3600"/>
              <a:buNone/>
              <a:defRPr sz="4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148" name="Google Shape;2148;p95"/>
          <p:cNvSpPr txBox="1"/>
          <p:nvPr>
            <p:ph idx="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2149" name="Google Shape;2149;p95"/>
          <p:cNvSpPr txBox="1"/>
          <p:nvPr>
            <p:ph idx="1" type="subTitle"/>
          </p:nvPr>
        </p:nvSpPr>
        <p:spPr>
          <a:xfrm>
            <a:off x="685800" y="2905550"/>
            <a:ext cx="4551600" cy="383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800"/>
              <a:buNone/>
              <a:defRPr sz="18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2150" name="Google Shape;2150;p95"/>
          <p:cNvSpPr txBox="1"/>
          <p:nvPr>
            <p:ph hasCustomPrompt="1" idx="3" type="title"/>
          </p:nvPr>
        </p:nvSpPr>
        <p:spPr>
          <a:xfrm>
            <a:off x="685795" y="1278475"/>
            <a:ext cx="1595700" cy="898500"/>
          </a:xfrm>
          <a:prstGeom prst="rect">
            <a:avLst/>
          </a:prstGeom>
        </p:spPr>
        <p:txBody>
          <a:bodyPr anchorCtr="0" anchor="ctr" bIns="91425" lIns="91425" spcFirstLastPara="1" rIns="91425" wrap="square" tIns="91425">
            <a:noAutofit/>
          </a:bodyPr>
          <a:lstStyle>
            <a:lvl1pPr lvl="0">
              <a:spcBef>
                <a:spcPts val="0"/>
              </a:spcBef>
              <a:spcAft>
                <a:spcPts val="0"/>
              </a:spcAft>
              <a:buSzPts val="8000"/>
              <a:buNone/>
              <a:defRPr sz="8000">
                <a:solidFill>
                  <a:schemeClr val="accent2"/>
                </a:solidFill>
              </a:defRPr>
            </a:lvl1pPr>
            <a:lvl2pPr lvl="1" algn="ctr">
              <a:spcBef>
                <a:spcPts val="0"/>
              </a:spcBef>
              <a:spcAft>
                <a:spcPts val="0"/>
              </a:spcAft>
              <a:buSzPts val="8000"/>
              <a:buNone/>
              <a:defRPr sz="8000"/>
            </a:lvl2pPr>
            <a:lvl3pPr lvl="2" algn="ctr">
              <a:spcBef>
                <a:spcPts val="0"/>
              </a:spcBef>
              <a:spcAft>
                <a:spcPts val="0"/>
              </a:spcAft>
              <a:buSzPts val="8000"/>
              <a:buNone/>
              <a:defRPr sz="8000"/>
            </a:lvl3pPr>
            <a:lvl4pPr lvl="3" algn="ctr">
              <a:spcBef>
                <a:spcPts val="0"/>
              </a:spcBef>
              <a:spcAft>
                <a:spcPts val="0"/>
              </a:spcAft>
              <a:buSzPts val="8000"/>
              <a:buNone/>
              <a:defRPr sz="8000"/>
            </a:lvl4pPr>
            <a:lvl5pPr lvl="4" algn="ctr">
              <a:spcBef>
                <a:spcPts val="0"/>
              </a:spcBef>
              <a:spcAft>
                <a:spcPts val="0"/>
              </a:spcAft>
              <a:buSzPts val="8000"/>
              <a:buNone/>
              <a:defRPr sz="8000"/>
            </a:lvl5pPr>
            <a:lvl6pPr lvl="5" algn="ctr">
              <a:spcBef>
                <a:spcPts val="0"/>
              </a:spcBef>
              <a:spcAft>
                <a:spcPts val="0"/>
              </a:spcAft>
              <a:buSzPts val="8000"/>
              <a:buNone/>
              <a:defRPr sz="8000"/>
            </a:lvl6pPr>
            <a:lvl7pPr lvl="6" algn="ctr">
              <a:spcBef>
                <a:spcPts val="0"/>
              </a:spcBef>
              <a:spcAft>
                <a:spcPts val="0"/>
              </a:spcAft>
              <a:buSzPts val="8000"/>
              <a:buNone/>
              <a:defRPr sz="8000"/>
            </a:lvl7pPr>
            <a:lvl8pPr lvl="7" algn="ctr">
              <a:spcBef>
                <a:spcPts val="0"/>
              </a:spcBef>
              <a:spcAft>
                <a:spcPts val="0"/>
              </a:spcAft>
              <a:buSzPts val="8000"/>
              <a:buNone/>
              <a:defRPr sz="8000"/>
            </a:lvl8pPr>
            <a:lvl9pPr lvl="8" algn="ctr">
              <a:spcBef>
                <a:spcPts val="0"/>
              </a:spcBef>
              <a:spcAft>
                <a:spcPts val="0"/>
              </a:spcAft>
              <a:buSzPts val="8000"/>
              <a:buNone/>
              <a:defRPr sz="8000"/>
            </a:lvl9pPr>
          </a:lstStyle>
          <a:p>
            <a:r>
              <a:t>xx%</a:t>
            </a:r>
          </a:p>
        </p:txBody>
      </p:sp>
      <p:grpSp>
        <p:nvGrpSpPr>
          <p:cNvPr id="2151" name="Google Shape;2151;p95"/>
          <p:cNvGrpSpPr/>
          <p:nvPr/>
        </p:nvGrpSpPr>
        <p:grpSpPr>
          <a:xfrm>
            <a:off x="-354378" y="3834438"/>
            <a:ext cx="3893180" cy="1785854"/>
            <a:chOff x="-354378" y="3834438"/>
            <a:chExt cx="3893180" cy="1785854"/>
          </a:xfrm>
        </p:grpSpPr>
        <p:sp>
          <p:nvSpPr>
            <p:cNvPr id="2152" name="Google Shape;2152;p95"/>
            <p:cNvSpPr/>
            <p:nvPr/>
          </p:nvSpPr>
          <p:spPr>
            <a:xfrm>
              <a:off x="1835075" y="4676425"/>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3" name="Google Shape;2153;p95"/>
            <p:cNvSpPr/>
            <p:nvPr/>
          </p:nvSpPr>
          <p:spPr>
            <a:xfrm>
              <a:off x="2382226" y="394162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2154" name="Google Shape;2154;p95"/>
            <p:cNvGrpSpPr/>
            <p:nvPr/>
          </p:nvGrpSpPr>
          <p:grpSpPr>
            <a:xfrm>
              <a:off x="3433345" y="4523988"/>
              <a:ext cx="105457" cy="105457"/>
              <a:chOff x="7812545" y="194375"/>
              <a:chExt cx="105457" cy="105457"/>
            </a:xfrm>
          </p:grpSpPr>
          <p:sp>
            <p:nvSpPr>
              <p:cNvPr id="2155" name="Google Shape;2155;p95"/>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6" name="Google Shape;2156;p95"/>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7" name="Google Shape;2157;p95"/>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8" name="Google Shape;2158;p95"/>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59" name="Google Shape;2159;p95"/>
            <p:cNvGrpSpPr/>
            <p:nvPr/>
          </p:nvGrpSpPr>
          <p:grpSpPr>
            <a:xfrm>
              <a:off x="385570" y="3834438"/>
              <a:ext cx="105457" cy="105457"/>
              <a:chOff x="7812545" y="194375"/>
              <a:chExt cx="105457" cy="105457"/>
            </a:xfrm>
          </p:grpSpPr>
          <p:sp>
            <p:nvSpPr>
              <p:cNvPr id="2160" name="Google Shape;2160;p95"/>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1" name="Google Shape;2161;p95"/>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2" name="Google Shape;2162;p95"/>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3" name="Google Shape;2163;p95"/>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64" name="Google Shape;2164;p95"/>
            <p:cNvSpPr/>
            <p:nvPr/>
          </p:nvSpPr>
          <p:spPr>
            <a:xfrm rot="5400000">
              <a:off x="-437566" y="4303179"/>
              <a:ext cx="1400300" cy="1233925"/>
            </a:xfrm>
            <a:custGeom>
              <a:rect b="b" l="l" r="r" t="t"/>
              <a:pathLst>
                <a:path extrusionOk="0" h="49357" w="56012">
                  <a:moveTo>
                    <a:pt x="29954" y="0"/>
                  </a:moveTo>
                  <a:cubicBezTo>
                    <a:pt x="26409" y="0"/>
                    <a:pt x="22321" y="902"/>
                    <a:pt x="17654" y="3034"/>
                  </a:cubicBezTo>
                  <a:cubicBezTo>
                    <a:pt x="17654" y="3034"/>
                    <a:pt x="8827" y="7530"/>
                    <a:pt x="4406" y="14477"/>
                  </a:cubicBezTo>
                  <a:cubicBezTo>
                    <a:pt x="1" y="21424"/>
                    <a:pt x="347" y="30340"/>
                    <a:pt x="5715" y="36971"/>
                  </a:cubicBezTo>
                  <a:cubicBezTo>
                    <a:pt x="11068" y="43588"/>
                    <a:pt x="21308" y="42730"/>
                    <a:pt x="29878" y="46926"/>
                  </a:cubicBezTo>
                  <a:cubicBezTo>
                    <a:pt x="33082" y="48494"/>
                    <a:pt x="36410" y="49356"/>
                    <a:pt x="39533" y="49356"/>
                  </a:cubicBezTo>
                  <a:cubicBezTo>
                    <a:pt x="44766" y="49356"/>
                    <a:pt x="49425" y="46936"/>
                    <a:pt x="51967" y="41362"/>
                  </a:cubicBezTo>
                  <a:cubicBezTo>
                    <a:pt x="56012" y="32476"/>
                    <a:pt x="49907" y="29137"/>
                    <a:pt x="48854" y="18852"/>
                  </a:cubicBezTo>
                  <a:cubicBezTo>
                    <a:pt x="48037" y="10867"/>
                    <a:pt x="42263" y="0"/>
                    <a:pt x="29954"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
    <p:spTree>
      <p:nvGrpSpPr>
        <p:cNvPr id="2165" name="Shape 2165"/>
        <p:cNvGrpSpPr/>
        <p:nvPr/>
      </p:nvGrpSpPr>
      <p:grpSpPr>
        <a:xfrm>
          <a:off x="0" y="0"/>
          <a:ext cx="0" cy="0"/>
          <a:chOff x="0" y="0"/>
          <a:chExt cx="0" cy="0"/>
        </a:xfrm>
      </p:grpSpPr>
      <p:sp>
        <p:nvSpPr>
          <p:cNvPr id="2166" name="Google Shape;2166;p9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2167" name="Google Shape;2167;p96"/>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168" name="Google Shape;2168;p96"/>
          <p:cNvSpPr txBox="1"/>
          <p:nvPr>
            <p:ph idx="2" type="title"/>
          </p:nvPr>
        </p:nvSpPr>
        <p:spPr>
          <a:xfrm>
            <a:off x="1850175" y="2086662"/>
            <a:ext cx="2629200" cy="3936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sz="2000">
                <a:solidFill>
                  <a:schemeClr val="accent2"/>
                </a:solidFill>
              </a:defRPr>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sp>
        <p:nvSpPr>
          <p:cNvPr id="2169" name="Google Shape;2169;p96"/>
          <p:cNvSpPr txBox="1"/>
          <p:nvPr>
            <p:ph idx="1" type="subTitle"/>
          </p:nvPr>
        </p:nvSpPr>
        <p:spPr>
          <a:xfrm>
            <a:off x="1853175" y="2480262"/>
            <a:ext cx="2629200" cy="4680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170" name="Google Shape;2170;p96"/>
          <p:cNvSpPr txBox="1"/>
          <p:nvPr>
            <p:ph hasCustomPrompt="1" idx="3" type="title"/>
          </p:nvPr>
        </p:nvSpPr>
        <p:spPr>
          <a:xfrm>
            <a:off x="1776168" y="1586400"/>
            <a:ext cx="792600" cy="528300"/>
          </a:xfrm>
          <a:prstGeom prst="rect">
            <a:avLst/>
          </a:prstGeom>
        </p:spPr>
        <p:txBody>
          <a:bodyPr anchorCtr="0" anchor="ctr" bIns="91425" lIns="91425" spcFirstLastPara="1" rIns="91425" wrap="square" tIns="91425">
            <a:noAutofit/>
          </a:bodyPr>
          <a:lstStyle>
            <a:lvl1pPr lvl="0" algn="r">
              <a:spcBef>
                <a:spcPts val="0"/>
              </a:spcBef>
              <a:spcAft>
                <a:spcPts val="0"/>
              </a:spcAft>
              <a:buSzPts val="3000"/>
              <a:buNone/>
              <a:defRPr sz="3000"/>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grpSp>
        <p:nvGrpSpPr>
          <p:cNvPr id="2171" name="Google Shape;2171;p96"/>
          <p:cNvGrpSpPr/>
          <p:nvPr/>
        </p:nvGrpSpPr>
        <p:grpSpPr>
          <a:xfrm>
            <a:off x="-1260750" y="4247400"/>
            <a:ext cx="2224933" cy="1789104"/>
            <a:chOff x="-1260750" y="4247400"/>
            <a:chExt cx="2224933" cy="1789104"/>
          </a:xfrm>
        </p:grpSpPr>
        <p:sp>
          <p:nvSpPr>
            <p:cNvPr id="2172" name="Google Shape;2172;p96"/>
            <p:cNvSpPr/>
            <p:nvPr/>
          </p:nvSpPr>
          <p:spPr>
            <a:xfrm flipH="1">
              <a:off x="-1260750" y="4247400"/>
              <a:ext cx="2224933" cy="1789104"/>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3" name="Google Shape;2173;p96"/>
            <p:cNvSpPr/>
            <p:nvPr/>
          </p:nvSpPr>
          <p:spPr>
            <a:xfrm>
              <a:off x="-708950" y="4596438"/>
              <a:ext cx="1232275" cy="1091025"/>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74" name="Google Shape;2174;p96"/>
          <p:cNvSpPr/>
          <p:nvPr/>
        </p:nvSpPr>
        <p:spPr>
          <a:xfrm>
            <a:off x="-708950" y="-242512"/>
            <a:ext cx="1232275" cy="1091025"/>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5" name="Google Shape;2175;p96"/>
          <p:cNvSpPr txBox="1"/>
          <p:nvPr>
            <p:ph idx="4" type="title"/>
          </p:nvPr>
        </p:nvSpPr>
        <p:spPr>
          <a:xfrm>
            <a:off x="5162350" y="2086662"/>
            <a:ext cx="2629200" cy="3936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sz="2000">
                <a:solidFill>
                  <a:schemeClr val="accent2"/>
                </a:solidFill>
              </a:defRPr>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sp>
        <p:nvSpPr>
          <p:cNvPr id="2176" name="Google Shape;2176;p96"/>
          <p:cNvSpPr txBox="1"/>
          <p:nvPr>
            <p:ph idx="5" type="subTitle"/>
          </p:nvPr>
        </p:nvSpPr>
        <p:spPr>
          <a:xfrm>
            <a:off x="5165350" y="2480262"/>
            <a:ext cx="2629200" cy="4680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177" name="Google Shape;2177;p96"/>
          <p:cNvSpPr txBox="1"/>
          <p:nvPr>
            <p:ph hasCustomPrompt="1" idx="6" type="title"/>
          </p:nvPr>
        </p:nvSpPr>
        <p:spPr>
          <a:xfrm>
            <a:off x="5088343" y="1586400"/>
            <a:ext cx="792600" cy="528300"/>
          </a:xfrm>
          <a:prstGeom prst="rect">
            <a:avLst/>
          </a:prstGeom>
        </p:spPr>
        <p:txBody>
          <a:bodyPr anchorCtr="0" anchor="ctr" bIns="91425" lIns="91425" spcFirstLastPara="1" rIns="91425" wrap="square" tIns="91425">
            <a:noAutofit/>
          </a:bodyPr>
          <a:lstStyle>
            <a:lvl1pPr lvl="0" algn="r">
              <a:spcBef>
                <a:spcPts val="0"/>
              </a:spcBef>
              <a:spcAft>
                <a:spcPts val="0"/>
              </a:spcAft>
              <a:buSzPts val="3000"/>
              <a:buNone/>
              <a:defRPr sz="3000"/>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sp>
        <p:nvSpPr>
          <p:cNvPr id="2178" name="Google Shape;2178;p96"/>
          <p:cNvSpPr txBox="1"/>
          <p:nvPr>
            <p:ph idx="7" type="title"/>
          </p:nvPr>
        </p:nvSpPr>
        <p:spPr>
          <a:xfrm>
            <a:off x="1850175" y="3728737"/>
            <a:ext cx="2629200" cy="3936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sz="2000">
                <a:solidFill>
                  <a:schemeClr val="accent2"/>
                </a:solidFill>
              </a:defRPr>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sp>
        <p:nvSpPr>
          <p:cNvPr id="2179" name="Google Shape;2179;p96"/>
          <p:cNvSpPr txBox="1"/>
          <p:nvPr>
            <p:ph idx="8" type="subTitle"/>
          </p:nvPr>
        </p:nvSpPr>
        <p:spPr>
          <a:xfrm>
            <a:off x="1853175" y="4122337"/>
            <a:ext cx="2629200" cy="4680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180" name="Google Shape;2180;p96"/>
          <p:cNvSpPr txBox="1"/>
          <p:nvPr>
            <p:ph hasCustomPrompt="1" idx="9" type="title"/>
          </p:nvPr>
        </p:nvSpPr>
        <p:spPr>
          <a:xfrm>
            <a:off x="1776168" y="3228475"/>
            <a:ext cx="792600" cy="528300"/>
          </a:xfrm>
          <a:prstGeom prst="rect">
            <a:avLst/>
          </a:prstGeom>
        </p:spPr>
        <p:txBody>
          <a:bodyPr anchorCtr="0" anchor="ctr" bIns="91425" lIns="91425" spcFirstLastPara="1" rIns="91425" wrap="square" tIns="91425">
            <a:noAutofit/>
          </a:bodyPr>
          <a:lstStyle>
            <a:lvl1pPr lvl="0" algn="r">
              <a:spcBef>
                <a:spcPts val="0"/>
              </a:spcBef>
              <a:spcAft>
                <a:spcPts val="0"/>
              </a:spcAft>
              <a:buSzPts val="3000"/>
              <a:buNone/>
              <a:defRPr sz="3000"/>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sp>
        <p:nvSpPr>
          <p:cNvPr id="2181" name="Google Shape;2181;p96"/>
          <p:cNvSpPr txBox="1"/>
          <p:nvPr>
            <p:ph idx="13" type="title"/>
          </p:nvPr>
        </p:nvSpPr>
        <p:spPr>
          <a:xfrm>
            <a:off x="5162350" y="3728737"/>
            <a:ext cx="2629200" cy="3936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sz="2000">
                <a:solidFill>
                  <a:schemeClr val="accent2"/>
                </a:solidFill>
              </a:defRPr>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sp>
        <p:nvSpPr>
          <p:cNvPr id="2182" name="Google Shape;2182;p96"/>
          <p:cNvSpPr txBox="1"/>
          <p:nvPr>
            <p:ph idx="14" type="subTitle"/>
          </p:nvPr>
        </p:nvSpPr>
        <p:spPr>
          <a:xfrm>
            <a:off x="5165350" y="4122337"/>
            <a:ext cx="2629200" cy="4680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183" name="Google Shape;2183;p96"/>
          <p:cNvSpPr txBox="1"/>
          <p:nvPr>
            <p:ph hasCustomPrompt="1" idx="15" type="title"/>
          </p:nvPr>
        </p:nvSpPr>
        <p:spPr>
          <a:xfrm>
            <a:off x="5088343" y="3228475"/>
            <a:ext cx="792600" cy="528300"/>
          </a:xfrm>
          <a:prstGeom prst="rect">
            <a:avLst/>
          </a:prstGeom>
        </p:spPr>
        <p:txBody>
          <a:bodyPr anchorCtr="0" anchor="ctr" bIns="91425" lIns="91425" spcFirstLastPara="1" rIns="91425" wrap="square" tIns="91425">
            <a:noAutofit/>
          </a:bodyPr>
          <a:lstStyle>
            <a:lvl1pPr lvl="0" algn="r">
              <a:spcBef>
                <a:spcPts val="0"/>
              </a:spcBef>
              <a:spcAft>
                <a:spcPts val="0"/>
              </a:spcAft>
              <a:buSzPts val="3000"/>
              <a:buNone/>
              <a:defRPr sz="3000"/>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grpSp>
        <p:nvGrpSpPr>
          <p:cNvPr id="2184" name="Google Shape;2184;p96"/>
          <p:cNvGrpSpPr/>
          <p:nvPr/>
        </p:nvGrpSpPr>
        <p:grpSpPr>
          <a:xfrm>
            <a:off x="7034570" y="168075"/>
            <a:ext cx="1757682" cy="951244"/>
            <a:chOff x="7034570" y="168075"/>
            <a:chExt cx="1757682" cy="951244"/>
          </a:xfrm>
        </p:grpSpPr>
        <p:sp>
          <p:nvSpPr>
            <p:cNvPr id="2185" name="Google Shape;2185;p96"/>
            <p:cNvSpPr/>
            <p:nvPr/>
          </p:nvSpPr>
          <p:spPr>
            <a:xfrm flipH="1">
              <a:off x="7187129" y="453924"/>
              <a:ext cx="1232274" cy="394612"/>
            </a:xfrm>
            <a:custGeom>
              <a:rect b="b" l="l" r="r" t="t"/>
              <a:pathLst>
                <a:path extrusionOk="0" fill="none" h="4647" w="14511">
                  <a:moveTo>
                    <a:pt x="13894" y="3805"/>
                  </a:moveTo>
                  <a:cubicBezTo>
                    <a:pt x="13263" y="3459"/>
                    <a:pt x="12977" y="3744"/>
                    <a:pt x="12766" y="3459"/>
                  </a:cubicBezTo>
                  <a:cubicBezTo>
                    <a:pt x="12541" y="3173"/>
                    <a:pt x="13383" y="2436"/>
                    <a:pt x="11684" y="1699"/>
                  </a:cubicBezTo>
                  <a:cubicBezTo>
                    <a:pt x="11684" y="1699"/>
                    <a:pt x="11578" y="121"/>
                    <a:pt x="9248" y="60"/>
                  </a:cubicBezTo>
                  <a:cubicBezTo>
                    <a:pt x="6917" y="0"/>
                    <a:pt x="7549" y="1654"/>
                    <a:pt x="6917" y="2045"/>
                  </a:cubicBezTo>
                  <a:cubicBezTo>
                    <a:pt x="6286" y="2436"/>
                    <a:pt x="6120" y="1820"/>
                    <a:pt x="5504" y="2211"/>
                  </a:cubicBezTo>
                  <a:cubicBezTo>
                    <a:pt x="4872" y="2617"/>
                    <a:pt x="5158" y="3399"/>
                    <a:pt x="4647" y="3519"/>
                  </a:cubicBezTo>
                  <a:cubicBezTo>
                    <a:pt x="4135" y="3624"/>
                    <a:pt x="3459" y="3008"/>
                    <a:pt x="2842" y="3399"/>
                  </a:cubicBezTo>
                  <a:cubicBezTo>
                    <a:pt x="2211" y="3805"/>
                    <a:pt x="2211" y="4135"/>
                    <a:pt x="1925" y="4135"/>
                  </a:cubicBezTo>
                  <a:cubicBezTo>
                    <a:pt x="1654" y="4135"/>
                    <a:pt x="1083" y="3910"/>
                    <a:pt x="737" y="4135"/>
                  </a:cubicBezTo>
                  <a:cubicBezTo>
                    <a:pt x="406" y="4376"/>
                    <a:pt x="0" y="4647"/>
                    <a:pt x="0" y="4647"/>
                  </a:cubicBezTo>
                  <a:lnTo>
                    <a:pt x="14345" y="4647"/>
                  </a:lnTo>
                  <a:cubicBezTo>
                    <a:pt x="14345" y="4647"/>
                    <a:pt x="14511" y="4135"/>
                    <a:pt x="13894" y="3805"/>
                  </a:cubicBezTo>
                  <a:close/>
                </a:path>
              </a:pathLst>
            </a:custGeom>
            <a:solidFill>
              <a:schemeClr val="lt1"/>
            </a:solid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6" name="Google Shape;2186;p96"/>
            <p:cNvSpPr/>
            <p:nvPr/>
          </p:nvSpPr>
          <p:spPr>
            <a:xfrm>
              <a:off x="8655275" y="168075"/>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187" name="Google Shape;2187;p96"/>
            <p:cNvGrpSpPr/>
            <p:nvPr/>
          </p:nvGrpSpPr>
          <p:grpSpPr>
            <a:xfrm>
              <a:off x="8686795" y="1013863"/>
              <a:ext cx="105457" cy="105457"/>
              <a:chOff x="7812545" y="194375"/>
              <a:chExt cx="105457" cy="105457"/>
            </a:xfrm>
          </p:grpSpPr>
          <p:sp>
            <p:nvSpPr>
              <p:cNvPr id="2188" name="Google Shape;2188;p96"/>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9" name="Google Shape;2189;p96"/>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0" name="Google Shape;2190;p96"/>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1" name="Google Shape;2191;p96"/>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92" name="Google Shape;2192;p96"/>
            <p:cNvGrpSpPr/>
            <p:nvPr/>
          </p:nvGrpSpPr>
          <p:grpSpPr>
            <a:xfrm>
              <a:off x="7034570" y="192113"/>
              <a:ext cx="105457" cy="105457"/>
              <a:chOff x="7812545" y="194375"/>
              <a:chExt cx="105457" cy="105457"/>
            </a:xfrm>
          </p:grpSpPr>
          <p:sp>
            <p:nvSpPr>
              <p:cNvPr id="2193" name="Google Shape;2193;p96"/>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4" name="Google Shape;2194;p96"/>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5" name="Google Shape;2195;p96"/>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6" name="Google Shape;2196;p96"/>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197" name="Google Shape;2197;p96"/>
          <p:cNvGrpSpPr/>
          <p:nvPr/>
        </p:nvGrpSpPr>
        <p:grpSpPr>
          <a:xfrm>
            <a:off x="8587992" y="4703163"/>
            <a:ext cx="172728" cy="172727"/>
            <a:chOff x="7812545" y="194375"/>
            <a:chExt cx="105457" cy="105457"/>
          </a:xfrm>
        </p:grpSpPr>
        <p:sp>
          <p:nvSpPr>
            <p:cNvPr id="2198" name="Google Shape;2198;p96"/>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9" name="Google Shape;2199;p96"/>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0" name="Google Shape;2200;p96"/>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1" name="Google Shape;2201;p96"/>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2">
    <p:spTree>
      <p:nvGrpSpPr>
        <p:cNvPr id="2202" name="Shape 2202"/>
        <p:cNvGrpSpPr/>
        <p:nvPr/>
      </p:nvGrpSpPr>
      <p:grpSpPr>
        <a:xfrm>
          <a:off x="0" y="0"/>
          <a:ext cx="0" cy="0"/>
          <a:chOff x="0" y="0"/>
          <a:chExt cx="0" cy="0"/>
        </a:xfrm>
      </p:grpSpPr>
      <p:sp>
        <p:nvSpPr>
          <p:cNvPr id="2203" name="Google Shape;2203;p9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2204" name="Google Shape;2204;p97"/>
          <p:cNvSpPr txBox="1"/>
          <p:nvPr>
            <p:ph type="title"/>
          </p:nvPr>
        </p:nvSpPr>
        <p:spPr>
          <a:xfrm>
            <a:off x="685800" y="3668238"/>
            <a:ext cx="3936300" cy="3936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sz="2000"/>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sp>
        <p:nvSpPr>
          <p:cNvPr id="2205" name="Google Shape;2205;p97"/>
          <p:cNvSpPr txBox="1"/>
          <p:nvPr>
            <p:ph idx="1" type="subTitle"/>
          </p:nvPr>
        </p:nvSpPr>
        <p:spPr>
          <a:xfrm>
            <a:off x="685800" y="1386463"/>
            <a:ext cx="6442500" cy="21948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800"/>
              <a:buFont typeface="Barlow"/>
              <a:buNone/>
              <a:defRPr b="1" sz="3400">
                <a:solidFill>
                  <a:schemeClr val="accent2"/>
                </a:solidFill>
              </a:defRPr>
            </a:lvl1pPr>
            <a:lvl2pPr lvl="1" algn="ctr">
              <a:lnSpc>
                <a:spcPct val="100000"/>
              </a:lnSpc>
              <a:spcBef>
                <a:spcPts val="0"/>
              </a:spcBef>
              <a:spcAft>
                <a:spcPts val="0"/>
              </a:spcAft>
              <a:buSzPts val="2800"/>
              <a:buFont typeface="Barlow"/>
              <a:buNone/>
              <a:defRPr b="1" sz="2800">
                <a:latin typeface="Barlow"/>
                <a:ea typeface="Barlow"/>
                <a:cs typeface="Barlow"/>
                <a:sym typeface="Barlow"/>
              </a:defRPr>
            </a:lvl2pPr>
            <a:lvl3pPr lvl="2" algn="ctr">
              <a:lnSpc>
                <a:spcPct val="100000"/>
              </a:lnSpc>
              <a:spcBef>
                <a:spcPts val="0"/>
              </a:spcBef>
              <a:spcAft>
                <a:spcPts val="0"/>
              </a:spcAft>
              <a:buSzPts val="2800"/>
              <a:buFont typeface="Barlow"/>
              <a:buNone/>
              <a:defRPr b="1" sz="2800">
                <a:latin typeface="Barlow"/>
                <a:ea typeface="Barlow"/>
                <a:cs typeface="Barlow"/>
                <a:sym typeface="Barlow"/>
              </a:defRPr>
            </a:lvl3pPr>
            <a:lvl4pPr lvl="3" algn="ctr">
              <a:lnSpc>
                <a:spcPct val="100000"/>
              </a:lnSpc>
              <a:spcBef>
                <a:spcPts val="0"/>
              </a:spcBef>
              <a:spcAft>
                <a:spcPts val="0"/>
              </a:spcAft>
              <a:buSzPts val="2800"/>
              <a:buFont typeface="Barlow"/>
              <a:buNone/>
              <a:defRPr b="1" sz="2800">
                <a:latin typeface="Barlow"/>
                <a:ea typeface="Barlow"/>
                <a:cs typeface="Barlow"/>
                <a:sym typeface="Barlow"/>
              </a:defRPr>
            </a:lvl4pPr>
            <a:lvl5pPr lvl="4" algn="ctr">
              <a:lnSpc>
                <a:spcPct val="100000"/>
              </a:lnSpc>
              <a:spcBef>
                <a:spcPts val="0"/>
              </a:spcBef>
              <a:spcAft>
                <a:spcPts val="0"/>
              </a:spcAft>
              <a:buSzPts val="2800"/>
              <a:buFont typeface="Barlow"/>
              <a:buNone/>
              <a:defRPr b="1" sz="2800">
                <a:latin typeface="Barlow"/>
                <a:ea typeface="Barlow"/>
                <a:cs typeface="Barlow"/>
                <a:sym typeface="Barlow"/>
              </a:defRPr>
            </a:lvl5pPr>
            <a:lvl6pPr lvl="5" algn="ctr">
              <a:lnSpc>
                <a:spcPct val="100000"/>
              </a:lnSpc>
              <a:spcBef>
                <a:spcPts val="0"/>
              </a:spcBef>
              <a:spcAft>
                <a:spcPts val="0"/>
              </a:spcAft>
              <a:buSzPts val="2800"/>
              <a:buFont typeface="Barlow"/>
              <a:buNone/>
              <a:defRPr b="1" sz="2800">
                <a:latin typeface="Barlow"/>
                <a:ea typeface="Barlow"/>
                <a:cs typeface="Barlow"/>
                <a:sym typeface="Barlow"/>
              </a:defRPr>
            </a:lvl6pPr>
            <a:lvl7pPr lvl="6" algn="ctr">
              <a:lnSpc>
                <a:spcPct val="100000"/>
              </a:lnSpc>
              <a:spcBef>
                <a:spcPts val="0"/>
              </a:spcBef>
              <a:spcAft>
                <a:spcPts val="0"/>
              </a:spcAft>
              <a:buSzPts val="2800"/>
              <a:buFont typeface="Barlow"/>
              <a:buNone/>
              <a:defRPr b="1" sz="2800">
                <a:latin typeface="Barlow"/>
                <a:ea typeface="Barlow"/>
                <a:cs typeface="Barlow"/>
                <a:sym typeface="Barlow"/>
              </a:defRPr>
            </a:lvl7pPr>
            <a:lvl8pPr lvl="7" algn="ctr">
              <a:lnSpc>
                <a:spcPct val="100000"/>
              </a:lnSpc>
              <a:spcBef>
                <a:spcPts val="0"/>
              </a:spcBef>
              <a:spcAft>
                <a:spcPts val="0"/>
              </a:spcAft>
              <a:buSzPts val="2800"/>
              <a:buFont typeface="Barlow"/>
              <a:buNone/>
              <a:defRPr b="1" sz="2800">
                <a:latin typeface="Barlow"/>
                <a:ea typeface="Barlow"/>
                <a:cs typeface="Barlow"/>
                <a:sym typeface="Barlow"/>
              </a:defRPr>
            </a:lvl8pPr>
            <a:lvl9pPr lvl="8" algn="ctr">
              <a:lnSpc>
                <a:spcPct val="100000"/>
              </a:lnSpc>
              <a:spcBef>
                <a:spcPts val="0"/>
              </a:spcBef>
              <a:spcAft>
                <a:spcPts val="0"/>
              </a:spcAft>
              <a:buSzPts val="2800"/>
              <a:buFont typeface="Barlow"/>
              <a:buNone/>
              <a:defRPr b="1" sz="2800">
                <a:latin typeface="Barlow"/>
                <a:ea typeface="Barlow"/>
                <a:cs typeface="Barlow"/>
                <a:sym typeface="Barlow"/>
              </a:defRPr>
            </a:lvl9pPr>
          </a:lstStyle>
          <a:p/>
        </p:txBody>
      </p:sp>
      <p:grpSp>
        <p:nvGrpSpPr>
          <p:cNvPr id="2206" name="Google Shape;2206;p97"/>
          <p:cNvGrpSpPr/>
          <p:nvPr/>
        </p:nvGrpSpPr>
        <p:grpSpPr>
          <a:xfrm>
            <a:off x="-270492" y="4323675"/>
            <a:ext cx="2205369" cy="1645127"/>
            <a:chOff x="-270492" y="4323675"/>
            <a:chExt cx="2205369" cy="1645127"/>
          </a:xfrm>
        </p:grpSpPr>
        <p:sp>
          <p:nvSpPr>
            <p:cNvPr id="2207" name="Google Shape;2207;p97"/>
            <p:cNvSpPr/>
            <p:nvPr/>
          </p:nvSpPr>
          <p:spPr>
            <a:xfrm flipH="1">
              <a:off x="-270492" y="4323675"/>
              <a:ext cx="1406967" cy="1131364"/>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8" name="Google Shape;2208;p97"/>
            <p:cNvSpPr/>
            <p:nvPr/>
          </p:nvSpPr>
          <p:spPr>
            <a:xfrm rot="5828238">
              <a:off x="294226" y="4262605"/>
              <a:ext cx="1085117" cy="2077472"/>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09" name="Google Shape;2209;p97"/>
          <p:cNvGrpSpPr/>
          <p:nvPr/>
        </p:nvGrpSpPr>
        <p:grpSpPr>
          <a:xfrm>
            <a:off x="380257" y="228264"/>
            <a:ext cx="797231" cy="676888"/>
            <a:chOff x="380257" y="228264"/>
            <a:chExt cx="797231" cy="676888"/>
          </a:xfrm>
        </p:grpSpPr>
        <p:sp>
          <p:nvSpPr>
            <p:cNvPr id="2210" name="Google Shape;2210;p97"/>
            <p:cNvSpPr/>
            <p:nvPr/>
          </p:nvSpPr>
          <p:spPr>
            <a:xfrm>
              <a:off x="380263" y="799762"/>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211" name="Google Shape;2211;p97"/>
            <p:cNvGrpSpPr/>
            <p:nvPr/>
          </p:nvGrpSpPr>
          <p:grpSpPr>
            <a:xfrm>
              <a:off x="380257" y="294338"/>
              <a:ext cx="105457" cy="105457"/>
              <a:chOff x="7812545" y="194375"/>
              <a:chExt cx="105457" cy="105457"/>
            </a:xfrm>
          </p:grpSpPr>
          <p:sp>
            <p:nvSpPr>
              <p:cNvPr id="2212" name="Google Shape;2212;p97"/>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3" name="Google Shape;2213;p97"/>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4" name="Google Shape;2214;p97"/>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5" name="Google Shape;2215;p97"/>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216" name="Google Shape;2216;p97"/>
            <p:cNvSpPr/>
            <p:nvPr/>
          </p:nvSpPr>
          <p:spPr>
            <a:xfrm>
              <a:off x="1005861" y="228264"/>
              <a:ext cx="171626" cy="171542"/>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BLANK_7">
    <p:spTree>
      <p:nvGrpSpPr>
        <p:cNvPr id="2217" name="Shape 2217"/>
        <p:cNvGrpSpPr/>
        <p:nvPr/>
      </p:nvGrpSpPr>
      <p:grpSpPr>
        <a:xfrm>
          <a:off x="0" y="0"/>
          <a:ext cx="0" cy="0"/>
          <a:chOff x="0" y="0"/>
          <a:chExt cx="0" cy="0"/>
        </a:xfrm>
      </p:grpSpPr>
      <p:sp>
        <p:nvSpPr>
          <p:cNvPr id="2218" name="Google Shape;2218;p9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2219" name="Google Shape;2219;p98"/>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20" name="Google Shape;2220;p98"/>
          <p:cNvSpPr txBox="1"/>
          <p:nvPr>
            <p:ph idx="1" type="subTitle"/>
          </p:nvPr>
        </p:nvSpPr>
        <p:spPr>
          <a:xfrm>
            <a:off x="5284651" y="3218278"/>
            <a:ext cx="2538600" cy="38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800"/>
              <a:buNone/>
              <a:defRPr b="1" sz="2000">
                <a:solidFill>
                  <a:schemeClr val="accent2"/>
                </a:solidFill>
                <a:latin typeface="Barlow"/>
                <a:ea typeface="Barlow"/>
                <a:cs typeface="Barlow"/>
                <a:sym typeface="Barlow"/>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2221" name="Google Shape;2221;p98"/>
          <p:cNvSpPr txBox="1"/>
          <p:nvPr>
            <p:ph idx="2" type="subTitle"/>
          </p:nvPr>
        </p:nvSpPr>
        <p:spPr>
          <a:xfrm>
            <a:off x="5284651" y="3612350"/>
            <a:ext cx="2538600" cy="497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8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2222" name="Google Shape;2222;p98"/>
          <p:cNvSpPr txBox="1"/>
          <p:nvPr>
            <p:ph idx="3" type="subTitle"/>
          </p:nvPr>
        </p:nvSpPr>
        <p:spPr>
          <a:xfrm>
            <a:off x="5284651" y="1917775"/>
            <a:ext cx="2538600" cy="38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800"/>
              <a:buNone/>
              <a:defRPr b="1" sz="2000">
                <a:solidFill>
                  <a:schemeClr val="accent2"/>
                </a:solidFill>
                <a:latin typeface="Barlow"/>
                <a:ea typeface="Barlow"/>
                <a:cs typeface="Barlow"/>
                <a:sym typeface="Barlow"/>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2223" name="Google Shape;2223;p98"/>
          <p:cNvSpPr txBox="1"/>
          <p:nvPr>
            <p:ph idx="4" type="subTitle"/>
          </p:nvPr>
        </p:nvSpPr>
        <p:spPr>
          <a:xfrm>
            <a:off x="5284651" y="2311850"/>
            <a:ext cx="2538600" cy="497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8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2224" name="Google Shape;2224;p98"/>
          <p:cNvSpPr/>
          <p:nvPr/>
        </p:nvSpPr>
        <p:spPr>
          <a:xfrm rot="-1858022">
            <a:off x="-666282" y="4523640"/>
            <a:ext cx="1257303" cy="1273910"/>
          </a:xfrm>
          <a:custGeom>
            <a:rect b="b" l="l" r="r" t="t"/>
            <a:pathLst>
              <a:path extrusionOk="0" h="49357" w="56012">
                <a:moveTo>
                  <a:pt x="29954" y="0"/>
                </a:moveTo>
                <a:cubicBezTo>
                  <a:pt x="26409" y="0"/>
                  <a:pt x="22321" y="902"/>
                  <a:pt x="17654" y="3034"/>
                </a:cubicBezTo>
                <a:cubicBezTo>
                  <a:pt x="17654" y="3034"/>
                  <a:pt x="8827" y="7530"/>
                  <a:pt x="4406" y="14477"/>
                </a:cubicBezTo>
                <a:cubicBezTo>
                  <a:pt x="1" y="21424"/>
                  <a:pt x="347" y="30340"/>
                  <a:pt x="5715" y="36971"/>
                </a:cubicBezTo>
                <a:cubicBezTo>
                  <a:pt x="11068" y="43588"/>
                  <a:pt x="21308" y="42730"/>
                  <a:pt x="29878" y="46926"/>
                </a:cubicBezTo>
                <a:cubicBezTo>
                  <a:pt x="33082" y="48494"/>
                  <a:pt x="36410" y="49356"/>
                  <a:pt x="39533" y="49356"/>
                </a:cubicBezTo>
                <a:cubicBezTo>
                  <a:pt x="44766" y="49356"/>
                  <a:pt x="49425" y="46936"/>
                  <a:pt x="51967" y="41362"/>
                </a:cubicBezTo>
                <a:cubicBezTo>
                  <a:pt x="56012" y="32476"/>
                  <a:pt x="49907" y="29137"/>
                  <a:pt x="48854" y="18852"/>
                </a:cubicBezTo>
                <a:cubicBezTo>
                  <a:pt x="48037" y="10867"/>
                  <a:pt x="42263" y="0"/>
                  <a:pt x="29954"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225" name="Google Shape;2225;p98"/>
          <p:cNvGrpSpPr/>
          <p:nvPr/>
        </p:nvGrpSpPr>
        <p:grpSpPr>
          <a:xfrm>
            <a:off x="7421634" y="154775"/>
            <a:ext cx="1313073" cy="580503"/>
            <a:chOff x="7421634" y="154775"/>
            <a:chExt cx="1313073" cy="580503"/>
          </a:xfrm>
        </p:grpSpPr>
        <p:sp>
          <p:nvSpPr>
            <p:cNvPr id="2226" name="Google Shape;2226;p98"/>
            <p:cNvSpPr/>
            <p:nvPr/>
          </p:nvSpPr>
          <p:spPr>
            <a:xfrm>
              <a:off x="7421637" y="386405"/>
              <a:ext cx="1089450" cy="348874"/>
            </a:xfrm>
            <a:custGeom>
              <a:rect b="b" l="l" r="r" t="t"/>
              <a:pathLst>
                <a:path extrusionOk="0" fill="none" h="4647" w="14511">
                  <a:moveTo>
                    <a:pt x="13894" y="3805"/>
                  </a:moveTo>
                  <a:cubicBezTo>
                    <a:pt x="13263" y="3459"/>
                    <a:pt x="12977" y="3744"/>
                    <a:pt x="12766" y="3459"/>
                  </a:cubicBezTo>
                  <a:cubicBezTo>
                    <a:pt x="12541" y="3173"/>
                    <a:pt x="13383" y="2436"/>
                    <a:pt x="11684" y="1699"/>
                  </a:cubicBezTo>
                  <a:cubicBezTo>
                    <a:pt x="11684" y="1699"/>
                    <a:pt x="11578" y="121"/>
                    <a:pt x="9248" y="60"/>
                  </a:cubicBezTo>
                  <a:cubicBezTo>
                    <a:pt x="6917" y="0"/>
                    <a:pt x="7549" y="1654"/>
                    <a:pt x="6917" y="2045"/>
                  </a:cubicBezTo>
                  <a:cubicBezTo>
                    <a:pt x="6286" y="2436"/>
                    <a:pt x="6120" y="1820"/>
                    <a:pt x="5504" y="2211"/>
                  </a:cubicBezTo>
                  <a:cubicBezTo>
                    <a:pt x="4872" y="2617"/>
                    <a:pt x="5158" y="3399"/>
                    <a:pt x="4647" y="3519"/>
                  </a:cubicBezTo>
                  <a:cubicBezTo>
                    <a:pt x="4135" y="3624"/>
                    <a:pt x="3459" y="3008"/>
                    <a:pt x="2842" y="3399"/>
                  </a:cubicBezTo>
                  <a:cubicBezTo>
                    <a:pt x="2211" y="3805"/>
                    <a:pt x="2211" y="4135"/>
                    <a:pt x="1925" y="4135"/>
                  </a:cubicBezTo>
                  <a:cubicBezTo>
                    <a:pt x="1654" y="4135"/>
                    <a:pt x="1083" y="3910"/>
                    <a:pt x="737" y="4135"/>
                  </a:cubicBezTo>
                  <a:cubicBezTo>
                    <a:pt x="406" y="4376"/>
                    <a:pt x="0" y="4647"/>
                    <a:pt x="0" y="4647"/>
                  </a:cubicBezTo>
                  <a:lnTo>
                    <a:pt x="14345" y="4647"/>
                  </a:lnTo>
                  <a:cubicBezTo>
                    <a:pt x="14345" y="4647"/>
                    <a:pt x="14511" y="4135"/>
                    <a:pt x="13894" y="3805"/>
                  </a:cubicBezTo>
                  <a:close/>
                </a:path>
              </a:pathLst>
            </a:custGeom>
            <a:solidFill>
              <a:schemeClr val="lt1"/>
            </a:solid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227" name="Google Shape;2227;p98"/>
            <p:cNvGrpSpPr/>
            <p:nvPr/>
          </p:nvGrpSpPr>
          <p:grpSpPr>
            <a:xfrm flipH="1">
              <a:off x="7421634" y="154775"/>
              <a:ext cx="93234" cy="93234"/>
              <a:chOff x="7812545" y="194375"/>
              <a:chExt cx="105457" cy="105457"/>
            </a:xfrm>
          </p:grpSpPr>
          <p:sp>
            <p:nvSpPr>
              <p:cNvPr id="2228" name="Google Shape;2228;p98"/>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9" name="Google Shape;2229;p98"/>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0" name="Google Shape;2230;p98"/>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1" name="Google Shape;2231;p98"/>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232" name="Google Shape;2232;p98"/>
            <p:cNvSpPr/>
            <p:nvPr/>
          </p:nvSpPr>
          <p:spPr>
            <a:xfrm flipH="1">
              <a:off x="8641476" y="154795"/>
              <a:ext cx="93231" cy="93173"/>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33" name="Google Shape;2233;p98"/>
          <p:cNvGrpSpPr/>
          <p:nvPr/>
        </p:nvGrpSpPr>
        <p:grpSpPr>
          <a:xfrm>
            <a:off x="7319770" y="4322625"/>
            <a:ext cx="1421044" cy="650202"/>
            <a:chOff x="7319770" y="4322625"/>
            <a:chExt cx="1421044" cy="650202"/>
          </a:xfrm>
        </p:grpSpPr>
        <p:sp>
          <p:nvSpPr>
            <p:cNvPr id="2234" name="Google Shape;2234;p98"/>
            <p:cNvSpPr/>
            <p:nvPr/>
          </p:nvSpPr>
          <p:spPr>
            <a:xfrm>
              <a:off x="8205375" y="4867437"/>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5" name="Google Shape;2235;p98"/>
            <p:cNvSpPr/>
            <p:nvPr/>
          </p:nvSpPr>
          <p:spPr>
            <a:xfrm>
              <a:off x="7868626" y="432262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2236" name="Google Shape;2236;p98"/>
            <p:cNvGrpSpPr/>
            <p:nvPr/>
          </p:nvGrpSpPr>
          <p:grpSpPr>
            <a:xfrm>
              <a:off x="8635357" y="4441263"/>
              <a:ext cx="105457" cy="105457"/>
              <a:chOff x="7812545" y="194375"/>
              <a:chExt cx="105457" cy="105457"/>
            </a:xfrm>
          </p:grpSpPr>
          <p:sp>
            <p:nvSpPr>
              <p:cNvPr id="2237" name="Google Shape;2237;p98"/>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8" name="Google Shape;2238;p98"/>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9" name="Google Shape;2239;p98"/>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0" name="Google Shape;2240;p98"/>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41" name="Google Shape;2241;p98"/>
            <p:cNvGrpSpPr/>
            <p:nvPr/>
          </p:nvGrpSpPr>
          <p:grpSpPr>
            <a:xfrm>
              <a:off x="7319770" y="4672638"/>
              <a:ext cx="105457" cy="105457"/>
              <a:chOff x="7812545" y="194375"/>
              <a:chExt cx="105457" cy="105457"/>
            </a:xfrm>
          </p:grpSpPr>
          <p:sp>
            <p:nvSpPr>
              <p:cNvPr id="2242" name="Google Shape;2242;p98"/>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3" name="Google Shape;2243;p98"/>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4" name="Google Shape;2244;p98"/>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5" name="Google Shape;2245;p98"/>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246" name="Google Shape;2246;p98"/>
          <p:cNvGrpSpPr/>
          <p:nvPr/>
        </p:nvGrpSpPr>
        <p:grpSpPr>
          <a:xfrm>
            <a:off x="-761575" y="-488764"/>
            <a:ext cx="1578128" cy="1318359"/>
            <a:chOff x="-761575" y="-488764"/>
            <a:chExt cx="1578128" cy="1318359"/>
          </a:xfrm>
        </p:grpSpPr>
        <p:sp>
          <p:nvSpPr>
            <p:cNvPr id="2247" name="Google Shape;2247;p98"/>
            <p:cNvSpPr/>
            <p:nvPr/>
          </p:nvSpPr>
          <p:spPr>
            <a:xfrm>
              <a:off x="-761575" y="-455027"/>
              <a:ext cx="1578128" cy="1284622"/>
            </a:xfrm>
            <a:custGeom>
              <a:rect b="b" l="l" r="r" t="t"/>
              <a:pathLst>
                <a:path extrusionOk="0" h="48924" w="60102">
                  <a:moveTo>
                    <a:pt x="31550" y="1"/>
                  </a:moveTo>
                  <a:cubicBezTo>
                    <a:pt x="28688" y="1"/>
                    <a:pt x="25391" y="541"/>
                    <a:pt x="22089" y="2238"/>
                  </a:cubicBezTo>
                  <a:cubicBezTo>
                    <a:pt x="12977" y="6900"/>
                    <a:pt x="8196" y="17230"/>
                    <a:pt x="4091" y="25485"/>
                  </a:cubicBezTo>
                  <a:cubicBezTo>
                    <a:pt x="1" y="33725"/>
                    <a:pt x="2016" y="42612"/>
                    <a:pt x="8767" y="47123"/>
                  </a:cubicBezTo>
                  <a:cubicBezTo>
                    <a:pt x="10764" y="48461"/>
                    <a:pt x="12590" y="48924"/>
                    <a:pt x="14421" y="48924"/>
                  </a:cubicBezTo>
                  <a:cubicBezTo>
                    <a:pt x="18514" y="48924"/>
                    <a:pt x="22630" y="46611"/>
                    <a:pt x="28730" y="46611"/>
                  </a:cubicBezTo>
                  <a:cubicBezTo>
                    <a:pt x="29125" y="46611"/>
                    <a:pt x="29527" y="46621"/>
                    <a:pt x="29939" y="46641"/>
                  </a:cubicBezTo>
                  <a:cubicBezTo>
                    <a:pt x="34134" y="46851"/>
                    <a:pt x="36984" y="47278"/>
                    <a:pt x="39535" y="47278"/>
                  </a:cubicBezTo>
                  <a:cubicBezTo>
                    <a:pt x="42835" y="47278"/>
                    <a:pt x="45637" y="46563"/>
                    <a:pt x="50208" y="43739"/>
                  </a:cubicBezTo>
                  <a:cubicBezTo>
                    <a:pt x="58328" y="38732"/>
                    <a:pt x="60102" y="25500"/>
                    <a:pt x="54042" y="15140"/>
                  </a:cubicBezTo>
                  <a:cubicBezTo>
                    <a:pt x="47997" y="4779"/>
                    <a:pt x="40254" y="1667"/>
                    <a:pt x="40254" y="1667"/>
                  </a:cubicBezTo>
                  <a:cubicBezTo>
                    <a:pt x="40254" y="1667"/>
                    <a:pt x="36573" y="1"/>
                    <a:pt x="31550"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8" name="Google Shape;2248;p98"/>
            <p:cNvSpPr/>
            <p:nvPr/>
          </p:nvSpPr>
          <p:spPr>
            <a:xfrm rot="899878">
              <a:off x="-523899" y="-362625"/>
              <a:ext cx="1102774" cy="971749"/>
            </a:xfrm>
            <a:custGeom>
              <a:rect b="b" l="l" r="r" t="t"/>
              <a:pathLst>
                <a:path extrusionOk="0" h="49357" w="56012">
                  <a:moveTo>
                    <a:pt x="29954" y="0"/>
                  </a:moveTo>
                  <a:cubicBezTo>
                    <a:pt x="26409" y="0"/>
                    <a:pt x="22321" y="902"/>
                    <a:pt x="17654" y="3034"/>
                  </a:cubicBezTo>
                  <a:cubicBezTo>
                    <a:pt x="17654" y="3034"/>
                    <a:pt x="8827" y="7530"/>
                    <a:pt x="4406" y="14477"/>
                  </a:cubicBezTo>
                  <a:cubicBezTo>
                    <a:pt x="1" y="21424"/>
                    <a:pt x="347" y="30340"/>
                    <a:pt x="5715" y="36971"/>
                  </a:cubicBezTo>
                  <a:cubicBezTo>
                    <a:pt x="11068" y="43588"/>
                    <a:pt x="21308" y="42730"/>
                    <a:pt x="29878" y="46926"/>
                  </a:cubicBezTo>
                  <a:cubicBezTo>
                    <a:pt x="33082" y="48494"/>
                    <a:pt x="36410" y="49356"/>
                    <a:pt x="39533" y="49356"/>
                  </a:cubicBezTo>
                  <a:cubicBezTo>
                    <a:pt x="44766" y="49356"/>
                    <a:pt x="49425" y="46936"/>
                    <a:pt x="51967" y="41362"/>
                  </a:cubicBezTo>
                  <a:cubicBezTo>
                    <a:pt x="56012" y="32476"/>
                    <a:pt x="49907" y="29137"/>
                    <a:pt x="48854" y="18852"/>
                  </a:cubicBezTo>
                  <a:cubicBezTo>
                    <a:pt x="48037" y="10867"/>
                    <a:pt x="42263" y="0"/>
                    <a:pt x="29954"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BLANK_18">
    <p:spTree>
      <p:nvGrpSpPr>
        <p:cNvPr id="2249" name="Shape 2249"/>
        <p:cNvGrpSpPr/>
        <p:nvPr/>
      </p:nvGrpSpPr>
      <p:grpSpPr>
        <a:xfrm>
          <a:off x="0" y="0"/>
          <a:ext cx="0" cy="0"/>
          <a:chOff x="0" y="0"/>
          <a:chExt cx="0" cy="0"/>
        </a:xfrm>
      </p:grpSpPr>
      <p:sp>
        <p:nvSpPr>
          <p:cNvPr id="2250" name="Google Shape;2250;p9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2251" name="Google Shape;2251;p99"/>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52" name="Google Shape;2252;p99"/>
          <p:cNvSpPr txBox="1"/>
          <p:nvPr>
            <p:ph idx="1" type="subTitle"/>
          </p:nvPr>
        </p:nvSpPr>
        <p:spPr>
          <a:xfrm>
            <a:off x="4998625" y="1632940"/>
            <a:ext cx="3459600" cy="38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800"/>
              <a:buNone/>
              <a:defRPr b="1" sz="2000">
                <a:solidFill>
                  <a:schemeClr val="accent2"/>
                </a:solidFill>
                <a:latin typeface="Barlow"/>
                <a:ea typeface="Barlow"/>
                <a:cs typeface="Barlow"/>
                <a:sym typeface="Barlow"/>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2253" name="Google Shape;2253;p99"/>
          <p:cNvSpPr txBox="1"/>
          <p:nvPr>
            <p:ph idx="2" type="subTitle"/>
          </p:nvPr>
        </p:nvSpPr>
        <p:spPr>
          <a:xfrm>
            <a:off x="4998625" y="2118453"/>
            <a:ext cx="3459600" cy="20013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accent1"/>
              </a:buClr>
              <a:buSzPts val="1800"/>
              <a:buChar char="●"/>
              <a:defRPr/>
            </a:lvl1pPr>
            <a:lvl2pPr lvl="1" algn="ctr">
              <a:lnSpc>
                <a:spcPct val="100000"/>
              </a:lnSpc>
              <a:spcBef>
                <a:spcPts val="0"/>
              </a:spcBef>
              <a:spcAft>
                <a:spcPts val="0"/>
              </a:spcAft>
              <a:buSzPts val="1800"/>
              <a:buChar char="○"/>
              <a:defRPr sz="1800"/>
            </a:lvl2pPr>
            <a:lvl3pPr lvl="2" algn="ctr">
              <a:lnSpc>
                <a:spcPct val="100000"/>
              </a:lnSpc>
              <a:spcBef>
                <a:spcPts val="0"/>
              </a:spcBef>
              <a:spcAft>
                <a:spcPts val="0"/>
              </a:spcAft>
              <a:buSzPts val="1800"/>
              <a:buChar char="■"/>
              <a:defRPr sz="1800"/>
            </a:lvl3pPr>
            <a:lvl4pPr lvl="3" algn="ctr">
              <a:lnSpc>
                <a:spcPct val="100000"/>
              </a:lnSpc>
              <a:spcBef>
                <a:spcPts val="0"/>
              </a:spcBef>
              <a:spcAft>
                <a:spcPts val="0"/>
              </a:spcAft>
              <a:buSzPts val="1800"/>
              <a:buChar char="●"/>
              <a:defRPr sz="1800"/>
            </a:lvl4pPr>
            <a:lvl5pPr lvl="4" algn="ctr">
              <a:lnSpc>
                <a:spcPct val="100000"/>
              </a:lnSpc>
              <a:spcBef>
                <a:spcPts val="0"/>
              </a:spcBef>
              <a:spcAft>
                <a:spcPts val="0"/>
              </a:spcAft>
              <a:buSzPts val="1800"/>
              <a:buChar char="○"/>
              <a:defRPr sz="1800"/>
            </a:lvl5pPr>
            <a:lvl6pPr lvl="5" algn="ctr">
              <a:lnSpc>
                <a:spcPct val="100000"/>
              </a:lnSpc>
              <a:spcBef>
                <a:spcPts val="0"/>
              </a:spcBef>
              <a:spcAft>
                <a:spcPts val="0"/>
              </a:spcAft>
              <a:buSzPts val="1800"/>
              <a:buChar char="■"/>
              <a:defRPr sz="1800"/>
            </a:lvl6pPr>
            <a:lvl7pPr lvl="6" algn="ctr">
              <a:lnSpc>
                <a:spcPct val="100000"/>
              </a:lnSpc>
              <a:spcBef>
                <a:spcPts val="0"/>
              </a:spcBef>
              <a:spcAft>
                <a:spcPts val="0"/>
              </a:spcAft>
              <a:buSzPts val="1800"/>
              <a:buChar char="●"/>
              <a:defRPr sz="1800"/>
            </a:lvl7pPr>
            <a:lvl8pPr lvl="7" algn="ctr">
              <a:lnSpc>
                <a:spcPct val="100000"/>
              </a:lnSpc>
              <a:spcBef>
                <a:spcPts val="0"/>
              </a:spcBef>
              <a:spcAft>
                <a:spcPts val="0"/>
              </a:spcAft>
              <a:buSzPts val="1800"/>
              <a:buChar char="○"/>
              <a:defRPr sz="1800"/>
            </a:lvl8pPr>
            <a:lvl9pPr lvl="8" algn="ctr">
              <a:lnSpc>
                <a:spcPct val="100000"/>
              </a:lnSpc>
              <a:spcBef>
                <a:spcPts val="0"/>
              </a:spcBef>
              <a:spcAft>
                <a:spcPts val="0"/>
              </a:spcAft>
              <a:buSzPts val="1800"/>
              <a:buChar char="■"/>
              <a:defRPr sz="1800"/>
            </a:lvl9pPr>
          </a:lstStyle>
          <a:p/>
        </p:txBody>
      </p:sp>
      <p:sp>
        <p:nvSpPr>
          <p:cNvPr id="2254" name="Google Shape;2254;p99"/>
          <p:cNvSpPr txBox="1"/>
          <p:nvPr>
            <p:ph idx="3" type="subTitle"/>
          </p:nvPr>
        </p:nvSpPr>
        <p:spPr>
          <a:xfrm>
            <a:off x="685800" y="1632940"/>
            <a:ext cx="3459600" cy="38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800"/>
              <a:buNone/>
              <a:defRPr b="1" sz="2000">
                <a:solidFill>
                  <a:schemeClr val="accent2"/>
                </a:solidFill>
                <a:latin typeface="Barlow"/>
                <a:ea typeface="Barlow"/>
                <a:cs typeface="Barlow"/>
                <a:sym typeface="Barlow"/>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2255" name="Google Shape;2255;p99"/>
          <p:cNvSpPr txBox="1"/>
          <p:nvPr>
            <p:ph idx="4" type="subTitle"/>
          </p:nvPr>
        </p:nvSpPr>
        <p:spPr>
          <a:xfrm>
            <a:off x="685800" y="2118455"/>
            <a:ext cx="3459600" cy="20013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accent1"/>
              </a:buClr>
              <a:buSzPts val="1800"/>
              <a:buChar char="●"/>
              <a:defRPr/>
            </a:lvl1pPr>
            <a:lvl2pPr lvl="1" algn="ctr">
              <a:lnSpc>
                <a:spcPct val="100000"/>
              </a:lnSpc>
              <a:spcBef>
                <a:spcPts val="0"/>
              </a:spcBef>
              <a:spcAft>
                <a:spcPts val="0"/>
              </a:spcAft>
              <a:buSzPts val="1800"/>
              <a:buChar char="○"/>
              <a:defRPr sz="1800"/>
            </a:lvl2pPr>
            <a:lvl3pPr lvl="2" algn="ctr">
              <a:lnSpc>
                <a:spcPct val="100000"/>
              </a:lnSpc>
              <a:spcBef>
                <a:spcPts val="0"/>
              </a:spcBef>
              <a:spcAft>
                <a:spcPts val="0"/>
              </a:spcAft>
              <a:buSzPts val="1800"/>
              <a:buChar char="■"/>
              <a:defRPr sz="1800"/>
            </a:lvl3pPr>
            <a:lvl4pPr lvl="3" algn="ctr">
              <a:lnSpc>
                <a:spcPct val="100000"/>
              </a:lnSpc>
              <a:spcBef>
                <a:spcPts val="0"/>
              </a:spcBef>
              <a:spcAft>
                <a:spcPts val="0"/>
              </a:spcAft>
              <a:buSzPts val="1800"/>
              <a:buChar char="●"/>
              <a:defRPr sz="1800"/>
            </a:lvl4pPr>
            <a:lvl5pPr lvl="4" algn="ctr">
              <a:lnSpc>
                <a:spcPct val="100000"/>
              </a:lnSpc>
              <a:spcBef>
                <a:spcPts val="0"/>
              </a:spcBef>
              <a:spcAft>
                <a:spcPts val="0"/>
              </a:spcAft>
              <a:buSzPts val="1800"/>
              <a:buChar char="○"/>
              <a:defRPr sz="1800"/>
            </a:lvl5pPr>
            <a:lvl6pPr lvl="5" algn="ctr">
              <a:lnSpc>
                <a:spcPct val="100000"/>
              </a:lnSpc>
              <a:spcBef>
                <a:spcPts val="0"/>
              </a:spcBef>
              <a:spcAft>
                <a:spcPts val="0"/>
              </a:spcAft>
              <a:buSzPts val="1800"/>
              <a:buChar char="■"/>
              <a:defRPr sz="1800"/>
            </a:lvl6pPr>
            <a:lvl7pPr lvl="6" algn="ctr">
              <a:lnSpc>
                <a:spcPct val="100000"/>
              </a:lnSpc>
              <a:spcBef>
                <a:spcPts val="0"/>
              </a:spcBef>
              <a:spcAft>
                <a:spcPts val="0"/>
              </a:spcAft>
              <a:buSzPts val="1800"/>
              <a:buChar char="●"/>
              <a:defRPr sz="1800"/>
            </a:lvl7pPr>
            <a:lvl8pPr lvl="7" algn="ctr">
              <a:lnSpc>
                <a:spcPct val="100000"/>
              </a:lnSpc>
              <a:spcBef>
                <a:spcPts val="0"/>
              </a:spcBef>
              <a:spcAft>
                <a:spcPts val="0"/>
              </a:spcAft>
              <a:buSzPts val="1800"/>
              <a:buChar char="○"/>
              <a:defRPr sz="1800"/>
            </a:lvl8pPr>
            <a:lvl9pPr lvl="8" algn="ctr">
              <a:lnSpc>
                <a:spcPct val="100000"/>
              </a:lnSpc>
              <a:spcBef>
                <a:spcPts val="0"/>
              </a:spcBef>
              <a:spcAft>
                <a:spcPts val="0"/>
              </a:spcAft>
              <a:buSzPts val="1800"/>
              <a:buChar char="■"/>
              <a:defRPr sz="1800"/>
            </a:lvl9pPr>
          </a:lstStyle>
          <a:p/>
        </p:txBody>
      </p:sp>
      <p:grpSp>
        <p:nvGrpSpPr>
          <p:cNvPr id="2256" name="Google Shape;2256;p99"/>
          <p:cNvGrpSpPr/>
          <p:nvPr/>
        </p:nvGrpSpPr>
        <p:grpSpPr>
          <a:xfrm>
            <a:off x="8084850" y="4293850"/>
            <a:ext cx="1463600" cy="1388798"/>
            <a:chOff x="8084850" y="4293850"/>
            <a:chExt cx="1463600" cy="1388798"/>
          </a:xfrm>
        </p:grpSpPr>
        <p:sp>
          <p:nvSpPr>
            <p:cNvPr id="2257" name="Google Shape;2257;p99"/>
            <p:cNvSpPr/>
            <p:nvPr/>
          </p:nvSpPr>
          <p:spPr>
            <a:xfrm flipH="1">
              <a:off x="8084857" y="4293850"/>
              <a:ext cx="1463593" cy="1176898"/>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8" name="Google Shape;2258;p99"/>
            <p:cNvSpPr/>
            <p:nvPr/>
          </p:nvSpPr>
          <p:spPr>
            <a:xfrm>
              <a:off x="8084850" y="4432988"/>
              <a:ext cx="1411448" cy="1249660"/>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59" name="Google Shape;2259;p99"/>
          <p:cNvGrpSpPr/>
          <p:nvPr/>
        </p:nvGrpSpPr>
        <p:grpSpPr>
          <a:xfrm>
            <a:off x="-717350" y="3957135"/>
            <a:ext cx="1914569" cy="1586363"/>
            <a:chOff x="-717350" y="3957135"/>
            <a:chExt cx="1914569" cy="1586363"/>
          </a:xfrm>
        </p:grpSpPr>
        <p:sp>
          <p:nvSpPr>
            <p:cNvPr id="2260" name="Google Shape;2260;p99"/>
            <p:cNvSpPr/>
            <p:nvPr/>
          </p:nvSpPr>
          <p:spPr>
            <a:xfrm>
              <a:off x="1103988" y="4872095"/>
              <a:ext cx="93231" cy="93173"/>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261" name="Google Shape;2261;p99"/>
            <p:cNvGrpSpPr/>
            <p:nvPr/>
          </p:nvGrpSpPr>
          <p:grpSpPr>
            <a:xfrm>
              <a:off x="361171" y="3957135"/>
              <a:ext cx="93234" cy="93234"/>
              <a:chOff x="7812545" y="194375"/>
              <a:chExt cx="105457" cy="105457"/>
            </a:xfrm>
          </p:grpSpPr>
          <p:sp>
            <p:nvSpPr>
              <p:cNvPr id="2262" name="Google Shape;2262;p99"/>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3" name="Google Shape;2263;p99"/>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4" name="Google Shape;2264;p99"/>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5" name="Google Shape;2265;p99"/>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266" name="Google Shape;2266;p99"/>
            <p:cNvSpPr/>
            <p:nvPr/>
          </p:nvSpPr>
          <p:spPr>
            <a:xfrm>
              <a:off x="-717350" y="4293838"/>
              <a:ext cx="1411448" cy="1249660"/>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67" name="Google Shape;2267;p99"/>
          <p:cNvGrpSpPr/>
          <p:nvPr/>
        </p:nvGrpSpPr>
        <p:grpSpPr>
          <a:xfrm>
            <a:off x="221846" y="184375"/>
            <a:ext cx="644290" cy="401656"/>
            <a:chOff x="221846" y="184375"/>
            <a:chExt cx="644290" cy="401656"/>
          </a:xfrm>
        </p:grpSpPr>
        <p:grpSp>
          <p:nvGrpSpPr>
            <p:cNvPr id="2268" name="Google Shape;2268;p99"/>
            <p:cNvGrpSpPr/>
            <p:nvPr/>
          </p:nvGrpSpPr>
          <p:grpSpPr>
            <a:xfrm>
              <a:off x="772902" y="184375"/>
              <a:ext cx="93234" cy="93234"/>
              <a:chOff x="7812545" y="194375"/>
              <a:chExt cx="105457" cy="105457"/>
            </a:xfrm>
          </p:grpSpPr>
          <p:sp>
            <p:nvSpPr>
              <p:cNvPr id="2269" name="Google Shape;2269;p99"/>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0" name="Google Shape;2270;p99"/>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1" name="Google Shape;2271;p99"/>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2" name="Google Shape;2272;p99"/>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73" name="Google Shape;2273;p99"/>
            <p:cNvGrpSpPr/>
            <p:nvPr/>
          </p:nvGrpSpPr>
          <p:grpSpPr>
            <a:xfrm>
              <a:off x="221846" y="492797"/>
              <a:ext cx="93234" cy="93234"/>
              <a:chOff x="7812545" y="194375"/>
              <a:chExt cx="105457" cy="105457"/>
            </a:xfrm>
          </p:grpSpPr>
          <p:sp>
            <p:nvSpPr>
              <p:cNvPr id="2274" name="Google Shape;2274;p99"/>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5" name="Google Shape;2275;p99"/>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6" name="Google Shape;2276;p99"/>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7" name="Google Shape;2277;p99"/>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3">
  <p:cSld name="BLANK_22">
    <p:spTree>
      <p:nvGrpSpPr>
        <p:cNvPr id="2278" name="Shape 2278"/>
        <p:cNvGrpSpPr/>
        <p:nvPr/>
      </p:nvGrpSpPr>
      <p:grpSpPr>
        <a:xfrm>
          <a:off x="0" y="0"/>
          <a:ext cx="0" cy="0"/>
          <a:chOff x="0" y="0"/>
          <a:chExt cx="0" cy="0"/>
        </a:xfrm>
      </p:grpSpPr>
      <p:sp>
        <p:nvSpPr>
          <p:cNvPr id="2279" name="Google Shape;2279;p10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2280" name="Google Shape;2280;p100"/>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81" name="Google Shape;2281;p100"/>
          <p:cNvSpPr txBox="1"/>
          <p:nvPr>
            <p:ph idx="1" type="subTitle"/>
          </p:nvPr>
        </p:nvSpPr>
        <p:spPr>
          <a:xfrm>
            <a:off x="2286745" y="3114078"/>
            <a:ext cx="4265700" cy="38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800"/>
              <a:buNone/>
              <a:defRPr b="1" sz="2000">
                <a:solidFill>
                  <a:schemeClr val="accent2"/>
                </a:solidFill>
                <a:latin typeface="Barlow"/>
                <a:ea typeface="Barlow"/>
                <a:cs typeface="Barlow"/>
                <a:sym typeface="Barlow"/>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2282" name="Google Shape;2282;p100"/>
          <p:cNvSpPr txBox="1"/>
          <p:nvPr>
            <p:ph idx="2" type="subTitle"/>
          </p:nvPr>
        </p:nvSpPr>
        <p:spPr>
          <a:xfrm>
            <a:off x="2286745" y="3508150"/>
            <a:ext cx="4265700" cy="497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8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2283" name="Google Shape;2283;p100"/>
          <p:cNvSpPr txBox="1"/>
          <p:nvPr>
            <p:ph idx="3" type="subTitle"/>
          </p:nvPr>
        </p:nvSpPr>
        <p:spPr>
          <a:xfrm>
            <a:off x="2286745" y="1737375"/>
            <a:ext cx="4265700" cy="38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800"/>
              <a:buNone/>
              <a:defRPr b="1" sz="2000">
                <a:solidFill>
                  <a:schemeClr val="accent2"/>
                </a:solidFill>
                <a:latin typeface="Barlow"/>
                <a:ea typeface="Barlow"/>
                <a:cs typeface="Barlow"/>
                <a:sym typeface="Barlow"/>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2284" name="Google Shape;2284;p100"/>
          <p:cNvSpPr txBox="1"/>
          <p:nvPr>
            <p:ph idx="4" type="subTitle"/>
          </p:nvPr>
        </p:nvSpPr>
        <p:spPr>
          <a:xfrm>
            <a:off x="2286745" y="2131450"/>
            <a:ext cx="4265700" cy="497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8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2285" name="Google Shape;2285;p100"/>
          <p:cNvSpPr txBox="1"/>
          <p:nvPr>
            <p:ph hasCustomPrompt="1" idx="5" type="title"/>
          </p:nvPr>
        </p:nvSpPr>
        <p:spPr>
          <a:xfrm>
            <a:off x="7001304" y="2043438"/>
            <a:ext cx="1280700" cy="528300"/>
          </a:xfrm>
          <a:prstGeom prst="rect">
            <a:avLst/>
          </a:prstGeom>
        </p:spPr>
        <p:txBody>
          <a:bodyPr anchorCtr="0" anchor="ctr" bIns="91425" lIns="91425" spcFirstLastPara="1" rIns="91425" wrap="square" tIns="91425">
            <a:noAutofit/>
          </a:bodyPr>
          <a:lstStyle>
            <a:lvl1pPr lvl="0" algn="ctr">
              <a:spcBef>
                <a:spcPts val="0"/>
              </a:spcBef>
              <a:spcAft>
                <a:spcPts val="0"/>
              </a:spcAft>
              <a:buSzPts val="3000"/>
              <a:buNone/>
              <a:defRPr sz="3000">
                <a:solidFill>
                  <a:schemeClr val="accent2"/>
                </a:solidFill>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sp>
        <p:nvSpPr>
          <p:cNvPr id="2286" name="Google Shape;2286;p100"/>
          <p:cNvSpPr txBox="1"/>
          <p:nvPr>
            <p:ph hasCustomPrompt="1" idx="6" type="title"/>
          </p:nvPr>
        </p:nvSpPr>
        <p:spPr>
          <a:xfrm>
            <a:off x="7001304" y="3421613"/>
            <a:ext cx="1280700" cy="528300"/>
          </a:xfrm>
          <a:prstGeom prst="rect">
            <a:avLst/>
          </a:prstGeom>
        </p:spPr>
        <p:txBody>
          <a:bodyPr anchorCtr="0" anchor="ctr" bIns="91425" lIns="91425" spcFirstLastPara="1" rIns="91425" wrap="square" tIns="91425">
            <a:noAutofit/>
          </a:bodyPr>
          <a:lstStyle>
            <a:lvl1pPr lvl="0" algn="ctr">
              <a:spcBef>
                <a:spcPts val="0"/>
              </a:spcBef>
              <a:spcAft>
                <a:spcPts val="0"/>
              </a:spcAft>
              <a:buSzPts val="3000"/>
              <a:buNone/>
              <a:defRPr sz="3000">
                <a:solidFill>
                  <a:schemeClr val="accent2"/>
                </a:solidFill>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grpSp>
        <p:nvGrpSpPr>
          <p:cNvPr id="2287" name="Google Shape;2287;p100"/>
          <p:cNvGrpSpPr/>
          <p:nvPr/>
        </p:nvGrpSpPr>
        <p:grpSpPr>
          <a:xfrm>
            <a:off x="-427206" y="4089303"/>
            <a:ext cx="1802175" cy="1760346"/>
            <a:chOff x="-427206" y="4089303"/>
            <a:chExt cx="1802175" cy="1760346"/>
          </a:xfrm>
        </p:grpSpPr>
        <p:sp>
          <p:nvSpPr>
            <p:cNvPr id="2288" name="Google Shape;2288;p100"/>
            <p:cNvSpPr/>
            <p:nvPr/>
          </p:nvSpPr>
          <p:spPr>
            <a:xfrm flipH="1">
              <a:off x="-427206" y="4089303"/>
              <a:ext cx="1802175" cy="1449157"/>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9" name="Google Shape;2289;p100"/>
            <p:cNvSpPr/>
            <p:nvPr/>
          </p:nvSpPr>
          <p:spPr>
            <a:xfrm rot="5828238">
              <a:off x="-16738" y="4485381"/>
              <a:ext cx="1085117" cy="1469222"/>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90" name="Google Shape;2290;p100"/>
          <p:cNvGrpSpPr/>
          <p:nvPr/>
        </p:nvGrpSpPr>
        <p:grpSpPr>
          <a:xfrm>
            <a:off x="241711" y="191700"/>
            <a:ext cx="706103" cy="747169"/>
            <a:chOff x="241711" y="191700"/>
            <a:chExt cx="706103" cy="747169"/>
          </a:xfrm>
        </p:grpSpPr>
        <p:sp>
          <p:nvSpPr>
            <p:cNvPr id="2291" name="Google Shape;2291;p100"/>
            <p:cNvSpPr/>
            <p:nvPr/>
          </p:nvSpPr>
          <p:spPr>
            <a:xfrm>
              <a:off x="842363" y="191700"/>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292" name="Google Shape;2292;p100"/>
            <p:cNvGrpSpPr/>
            <p:nvPr/>
          </p:nvGrpSpPr>
          <p:grpSpPr>
            <a:xfrm>
              <a:off x="307895" y="833413"/>
              <a:ext cx="105457" cy="105457"/>
              <a:chOff x="7812545" y="194375"/>
              <a:chExt cx="105457" cy="105457"/>
            </a:xfrm>
          </p:grpSpPr>
          <p:sp>
            <p:nvSpPr>
              <p:cNvPr id="2293" name="Google Shape;2293;p100"/>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4" name="Google Shape;2294;p100"/>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5" name="Google Shape;2295;p100"/>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6" name="Google Shape;2296;p100"/>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297" name="Google Shape;2297;p100"/>
            <p:cNvSpPr/>
            <p:nvPr/>
          </p:nvSpPr>
          <p:spPr>
            <a:xfrm>
              <a:off x="241711" y="244839"/>
              <a:ext cx="171626" cy="171542"/>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298" name="Google Shape;2298;p100"/>
          <p:cNvSpPr/>
          <p:nvPr/>
        </p:nvSpPr>
        <p:spPr>
          <a:xfrm rot="2700000">
            <a:off x="8490124" y="4034762"/>
            <a:ext cx="1085154" cy="1469202"/>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4">
  <p:cSld name="BLANK_25">
    <p:spTree>
      <p:nvGrpSpPr>
        <p:cNvPr id="2299" name="Shape 2299"/>
        <p:cNvGrpSpPr/>
        <p:nvPr/>
      </p:nvGrpSpPr>
      <p:grpSpPr>
        <a:xfrm>
          <a:off x="0" y="0"/>
          <a:ext cx="0" cy="0"/>
          <a:chOff x="0" y="0"/>
          <a:chExt cx="0" cy="0"/>
        </a:xfrm>
      </p:grpSpPr>
      <p:sp>
        <p:nvSpPr>
          <p:cNvPr id="2300" name="Google Shape;2300;p10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2301" name="Google Shape;2301;p101"/>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302" name="Google Shape;2302;p101"/>
          <p:cNvSpPr txBox="1"/>
          <p:nvPr>
            <p:ph idx="1" type="subTitle"/>
          </p:nvPr>
        </p:nvSpPr>
        <p:spPr>
          <a:xfrm>
            <a:off x="4998625" y="1284148"/>
            <a:ext cx="3459600" cy="2938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accent1"/>
              </a:buClr>
              <a:buSzPts val="1400"/>
              <a:buChar char="●"/>
              <a:defRPr b="1"/>
            </a:lvl1pPr>
            <a:lvl2pPr lvl="1" algn="ctr">
              <a:lnSpc>
                <a:spcPct val="100000"/>
              </a:lnSpc>
              <a:spcBef>
                <a:spcPts val="0"/>
              </a:spcBef>
              <a:spcAft>
                <a:spcPts val="0"/>
              </a:spcAft>
              <a:buSzPts val="1400"/>
              <a:buChar char="○"/>
              <a:defRPr sz="1800"/>
            </a:lvl2pPr>
            <a:lvl3pPr lvl="2" algn="ctr">
              <a:lnSpc>
                <a:spcPct val="100000"/>
              </a:lnSpc>
              <a:spcBef>
                <a:spcPts val="0"/>
              </a:spcBef>
              <a:spcAft>
                <a:spcPts val="0"/>
              </a:spcAft>
              <a:buSzPts val="1400"/>
              <a:buChar char="■"/>
              <a:defRPr sz="1800"/>
            </a:lvl3pPr>
            <a:lvl4pPr lvl="3" algn="ctr">
              <a:lnSpc>
                <a:spcPct val="100000"/>
              </a:lnSpc>
              <a:spcBef>
                <a:spcPts val="0"/>
              </a:spcBef>
              <a:spcAft>
                <a:spcPts val="0"/>
              </a:spcAft>
              <a:buSzPts val="1400"/>
              <a:buChar char="●"/>
              <a:defRPr sz="1800"/>
            </a:lvl4pPr>
            <a:lvl5pPr lvl="4" algn="ctr">
              <a:lnSpc>
                <a:spcPct val="100000"/>
              </a:lnSpc>
              <a:spcBef>
                <a:spcPts val="0"/>
              </a:spcBef>
              <a:spcAft>
                <a:spcPts val="0"/>
              </a:spcAft>
              <a:buSzPts val="1400"/>
              <a:buChar char="○"/>
              <a:defRPr sz="1800"/>
            </a:lvl5pPr>
            <a:lvl6pPr lvl="5" algn="ctr">
              <a:lnSpc>
                <a:spcPct val="100000"/>
              </a:lnSpc>
              <a:spcBef>
                <a:spcPts val="0"/>
              </a:spcBef>
              <a:spcAft>
                <a:spcPts val="0"/>
              </a:spcAft>
              <a:buSzPts val="1400"/>
              <a:buChar char="■"/>
              <a:defRPr sz="1800"/>
            </a:lvl6pPr>
            <a:lvl7pPr lvl="6" algn="ctr">
              <a:lnSpc>
                <a:spcPct val="100000"/>
              </a:lnSpc>
              <a:spcBef>
                <a:spcPts val="0"/>
              </a:spcBef>
              <a:spcAft>
                <a:spcPts val="0"/>
              </a:spcAft>
              <a:buSzPts val="1400"/>
              <a:buChar char="●"/>
              <a:defRPr sz="1800"/>
            </a:lvl7pPr>
            <a:lvl8pPr lvl="7" algn="ctr">
              <a:lnSpc>
                <a:spcPct val="100000"/>
              </a:lnSpc>
              <a:spcBef>
                <a:spcPts val="0"/>
              </a:spcBef>
              <a:spcAft>
                <a:spcPts val="0"/>
              </a:spcAft>
              <a:buSzPts val="1400"/>
              <a:buChar char="○"/>
              <a:defRPr sz="1800"/>
            </a:lvl8pPr>
            <a:lvl9pPr lvl="8" algn="ctr">
              <a:lnSpc>
                <a:spcPct val="100000"/>
              </a:lnSpc>
              <a:spcBef>
                <a:spcPts val="0"/>
              </a:spcBef>
              <a:spcAft>
                <a:spcPts val="0"/>
              </a:spcAft>
              <a:buSzPts val="1400"/>
              <a:buChar char="■"/>
              <a:defRPr sz="1800"/>
            </a:lvl9pPr>
          </a:lstStyle>
          <a:p/>
        </p:txBody>
      </p:sp>
      <p:sp>
        <p:nvSpPr>
          <p:cNvPr id="2303" name="Google Shape;2303;p101"/>
          <p:cNvSpPr txBox="1"/>
          <p:nvPr>
            <p:ph idx="2" type="subTitle"/>
          </p:nvPr>
        </p:nvSpPr>
        <p:spPr>
          <a:xfrm>
            <a:off x="685800" y="1284151"/>
            <a:ext cx="3459600" cy="2938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400"/>
              <a:buChar char="●"/>
              <a:defRPr/>
            </a:lvl1pPr>
            <a:lvl2pPr lvl="1" algn="ctr">
              <a:lnSpc>
                <a:spcPct val="100000"/>
              </a:lnSpc>
              <a:spcBef>
                <a:spcPts val="0"/>
              </a:spcBef>
              <a:spcAft>
                <a:spcPts val="0"/>
              </a:spcAft>
              <a:buSzPts val="1400"/>
              <a:buChar char="○"/>
              <a:defRPr sz="1800"/>
            </a:lvl2pPr>
            <a:lvl3pPr lvl="2" algn="ctr">
              <a:lnSpc>
                <a:spcPct val="100000"/>
              </a:lnSpc>
              <a:spcBef>
                <a:spcPts val="0"/>
              </a:spcBef>
              <a:spcAft>
                <a:spcPts val="0"/>
              </a:spcAft>
              <a:buSzPts val="1400"/>
              <a:buChar char="■"/>
              <a:defRPr sz="1800"/>
            </a:lvl3pPr>
            <a:lvl4pPr lvl="3" algn="ctr">
              <a:lnSpc>
                <a:spcPct val="100000"/>
              </a:lnSpc>
              <a:spcBef>
                <a:spcPts val="0"/>
              </a:spcBef>
              <a:spcAft>
                <a:spcPts val="0"/>
              </a:spcAft>
              <a:buSzPts val="1400"/>
              <a:buChar char="●"/>
              <a:defRPr sz="1800"/>
            </a:lvl4pPr>
            <a:lvl5pPr lvl="4" algn="ctr">
              <a:lnSpc>
                <a:spcPct val="100000"/>
              </a:lnSpc>
              <a:spcBef>
                <a:spcPts val="0"/>
              </a:spcBef>
              <a:spcAft>
                <a:spcPts val="0"/>
              </a:spcAft>
              <a:buSzPts val="1400"/>
              <a:buChar char="○"/>
              <a:defRPr sz="1800"/>
            </a:lvl5pPr>
            <a:lvl6pPr lvl="5" algn="ctr">
              <a:lnSpc>
                <a:spcPct val="100000"/>
              </a:lnSpc>
              <a:spcBef>
                <a:spcPts val="0"/>
              </a:spcBef>
              <a:spcAft>
                <a:spcPts val="0"/>
              </a:spcAft>
              <a:buSzPts val="1400"/>
              <a:buChar char="■"/>
              <a:defRPr sz="1800"/>
            </a:lvl6pPr>
            <a:lvl7pPr lvl="6" algn="ctr">
              <a:lnSpc>
                <a:spcPct val="100000"/>
              </a:lnSpc>
              <a:spcBef>
                <a:spcPts val="0"/>
              </a:spcBef>
              <a:spcAft>
                <a:spcPts val="0"/>
              </a:spcAft>
              <a:buSzPts val="1400"/>
              <a:buChar char="●"/>
              <a:defRPr sz="1800"/>
            </a:lvl7pPr>
            <a:lvl8pPr lvl="7" algn="ctr">
              <a:lnSpc>
                <a:spcPct val="100000"/>
              </a:lnSpc>
              <a:spcBef>
                <a:spcPts val="0"/>
              </a:spcBef>
              <a:spcAft>
                <a:spcPts val="0"/>
              </a:spcAft>
              <a:buSzPts val="1400"/>
              <a:buChar char="○"/>
              <a:defRPr sz="1800"/>
            </a:lvl8pPr>
            <a:lvl9pPr lvl="8" algn="ctr">
              <a:lnSpc>
                <a:spcPct val="100000"/>
              </a:lnSpc>
              <a:spcBef>
                <a:spcPts val="0"/>
              </a:spcBef>
              <a:spcAft>
                <a:spcPts val="0"/>
              </a:spcAft>
              <a:buSzPts val="1400"/>
              <a:buChar char="■"/>
              <a:defRPr sz="1800"/>
            </a:lvl9pPr>
          </a:lstStyle>
          <a:p/>
        </p:txBody>
      </p:sp>
      <p:grpSp>
        <p:nvGrpSpPr>
          <p:cNvPr id="2304" name="Google Shape;2304;p101"/>
          <p:cNvGrpSpPr/>
          <p:nvPr/>
        </p:nvGrpSpPr>
        <p:grpSpPr>
          <a:xfrm>
            <a:off x="-741940" y="4176741"/>
            <a:ext cx="1671890" cy="1554246"/>
            <a:chOff x="-741940" y="4176741"/>
            <a:chExt cx="1671890" cy="1554246"/>
          </a:xfrm>
        </p:grpSpPr>
        <p:sp>
          <p:nvSpPr>
            <p:cNvPr id="2305" name="Google Shape;2305;p101"/>
            <p:cNvSpPr/>
            <p:nvPr/>
          </p:nvSpPr>
          <p:spPr>
            <a:xfrm>
              <a:off x="-702500" y="4176749"/>
              <a:ext cx="1593004" cy="1296731"/>
            </a:xfrm>
            <a:custGeom>
              <a:rect b="b" l="l" r="r" t="t"/>
              <a:pathLst>
                <a:path extrusionOk="0" h="48924" w="60102">
                  <a:moveTo>
                    <a:pt x="31550" y="1"/>
                  </a:moveTo>
                  <a:cubicBezTo>
                    <a:pt x="28688" y="1"/>
                    <a:pt x="25391" y="541"/>
                    <a:pt x="22089" y="2238"/>
                  </a:cubicBezTo>
                  <a:cubicBezTo>
                    <a:pt x="12977" y="6900"/>
                    <a:pt x="8196" y="17230"/>
                    <a:pt x="4091" y="25485"/>
                  </a:cubicBezTo>
                  <a:cubicBezTo>
                    <a:pt x="1" y="33725"/>
                    <a:pt x="2016" y="42612"/>
                    <a:pt x="8767" y="47123"/>
                  </a:cubicBezTo>
                  <a:cubicBezTo>
                    <a:pt x="10764" y="48461"/>
                    <a:pt x="12590" y="48924"/>
                    <a:pt x="14421" y="48924"/>
                  </a:cubicBezTo>
                  <a:cubicBezTo>
                    <a:pt x="18514" y="48924"/>
                    <a:pt x="22630" y="46611"/>
                    <a:pt x="28730" y="46611"/>
                  </a:cubicBezTo>
                  <a:cubicBezTo>
                    <a:pt x="29125" y="46611"/>
                    <a:pt x="29527" y="46621"/>
                    <a:pt x="29939" y="46641"/>
                  </a:cubicBezTo>
                  <a:cubicBezTo>
                    <a:pt x="34134" y="46851"/>
                    <a:pt x="36984" y="47278"/>
                    <a:pt x="39535" y="47278"/>
                  </a:cubicBezTo>
                  <a:cubicBezTo>
                    <a:pt x="42835" y="47278"/>
                    <a:pt x="45637" y="46563"/>
                    <a:pt x="50208" y="43739"/>
                  </a:cubicBezTo>
                  <a:cubicBezTo>
                    <a:pt x="58328" y="38732"/>
                    <a:pt x="60102" y="25500"/>
                    <a:pt x="54042" y="15140"/>
                  </a:cubicBezTo>
                  <a:cubicBezTo>
                    <a:pt x="47997" y="4779"/>
                    <a:pt x="40254" y="1667"/>
                    <a:pt x="40254" y="1667"/>
                  </a:cubicBezTo>
                  <a:cubicBezTo>
                    <a:pt x="40254" y="1667"/>
                    <a:pt x="36573" y="1"/>
                    <a:pt x="31550"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6" name="Google Shape;2306;p101"/>
            <p:cNvSpPr/>
            <p:nvPr/>
          </p:nvSpPr>
          <p:spPr>
            <a:xfrm rot="-899960">
              <a:off x="-606125" y="4336919"/>
              <a:ext cx="1400258" cy="1233888"/>
            </a:xfrm>
            <a:custGeom>
              <a:rect b="b" l="l" r="r" t="t"/>
              <a:pathLst>
                <a:path extrusionOk="0" h="49357" w="56012">
                  <a:moveTo>
                    <a:pt x="29954" y="0"/>
                  </a:moveTo>
                  <a:cubicBezTo>
                    <a:pt x="26409" y="0"/>
                    <a:pt x="22321" y="902"/>
                    <a:pt x="17654" y="3034"/>
                  </a:cubicBezTo>
                  <a:cubicBezTo>
                    <a:pt x="17654" y="3034"/>
                    <a:pt x="8827" y="7530"/>
                    <a:pt x="4406" y="14477"/>
                  </a:cubicBezTo>
                  <a:cubicBezTo>
                    <a:pt x="1" y="21424"/>
                    <a:pt x="347" y="30340"/>
                    <a:pt x="5715" y="36971"/>
                  </a:cubicBezTo>
                  <a:cubicBezTo>
                    <a:pt x="11068" y="43588"/>
                    <a:pt x="21308" y="42730"/>
                    <a:pt x="29878" y="46926"/>
                  </a:cubicBezTo>
                  <a:cubicBezTo>
                    <a:pt x="33082" y="48494"/>
                    <a:pt x="36410" y="49356"/>
                    <a:pt x="39533" y="49356"/>
                  </a:cubicBezTo>
                  <a:cubicBezTo>
                    <a:pt x="44766" y="49356"/>
                    <a:pt x="49425" y="46936"/>
                    <a:pt x="51967" y="41362"/>
                  </a:cubicBezTo>
                  <a:cubicBezTo>
                    <a:pt x="56012" y="32476"/>
                    <a:pt x="49907" y="29137"/>
                    <a:pt x="48854" y="18852"/>
                  </a:cubicBezTo>
                  <a:cubicBezTo>
                    <a:pt x="48037" y="10867"/>
                    <a:pt x="42263" y="0"/>
                    <a:pt x="29954"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07" name="Google Shape;2307;p101"/>
          <p:cNvGrpSpPr/>
          <p:nvPr/>
        </p:nvGrpSpPr>
        <p:grpSpPr>
          <a:xfrm>
            <a:off x="3317375" y="4356350"/>
            <a:ext cx="2768739" cy="650202"/>
            <a:chOff x="3317375" y="4356350"/>
            <a:chExt cx="2768739" cy="650202"/>
          </a:xfrm>
        </p:grpSpPr>
        <p:sp>
          <p:nvSpPr>
            <p:cNvPr id="2308" name="Google Shape;2308;p101"/>
            <p:cNvSpPr/>
            <p:nvPr/>
          </p:nvSpPr>
          <p:spPr>
            <a:xfrm>
              <a:off x="5449575" y="4811825"/>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9" name="Google Shape;2309;p101"/>
            <p:cNvSpPr/>
            <p:nvPr/>
          </p:nvSpPr>
          <p:spPr>
            <a:xfrm>
              <a:off x="4792551" y="4356350"/>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2310" name="Google Shape;2310;p101"/>
            <p:cNvGrpSpPr/>
            <p:nvPr/>
          </p:nvGrpSpPr>
          <p:grpSpPr>
            <a:xfrm>
              <a:off x="5980657" y="4474988"/>
              <a:ext cx="105457" cy="105457"/>
              <a:chOff x="7812545" y="194375"/>
              <a:chExt cx="105457" cy="105457"/>
            </a:xfrm>
          </p:grpSpPr>
          <p:sp>
            <p:nvSpPr>
              <p:cNvPr id="2311" name="Google Shape;2311;p101"/>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2" name="Google Shape;2312;p101"/>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3" name="Google Shape;2313;p101"/>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4" name="Google Shape;2314;p101"/>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15" name="Google Shape;2315;p101"/>
            <p:cNvGrpSpPr/>
            <p:nvPr/>
          </p:nvGrpSpPr>
          <p:grpSpPr>
            <a:xfrm>
              <a:off x="4243695" y="4706363"/>
              <a:ext cx="105457" cy="105457"/>
              <a:chOff x="7812545" y="194375"/>
              <a:chExt cx="105457" cy="105457"/>
            </a:xfrm>
          </p:grpSpPr>
          <p:sp>
            <p:nvSpPr>
              <p:cNvPr id="2316" name="Google Shape;2316;p101"/>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7" name="Google Shape;2317;p101"/>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8" name="Google Shape;2318;p101"/>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9" name="Google Shape;2319;p101"/>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20" name="Google Shape;2320;p101"/>
            <p:cNvSpPr/>
            <p:nvPr/>
          </p:nvSpPr>
          <p:spPr>
            <a:xfrm>
              <a:off x="3317375" y="4901162"/>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21" name="Google Shape;2321;p101"/>
          <p:cNvGrpSpPr/>
          <p:nvPr/>
        </p:nvGrpSpPr>
        <p:grpSpPr>
          <a:xfrm>
            <a:off x="7489059" y="249150"/>
            <a:ext cx="1447898" cy="1070793"/>
            <a:chOff x="7489059" y="249150"/>
            <a:chExt cx="1447898" cy="1070793"/>
          </a:xfrm>
        </p:grpSpPr>
        <p:sp>
          <p:nvSpPr>
            <p:cNvPr id="2322" name="Google Shape;2322;p101"/>
            <p:cNvSpPr/>
            <p:nvPr/>
          </p:nvSpPr>
          <p:spPr>
            <a:xfrm>
              <a:off x="7489062" y="480780"/>
              <a:ext cx="1089450" cy="348874"/>
            </a:xfrm>
            <a:custGeom>
              <a:rect b="b" l="l" r="r" t="t"/>
              <a:pathLst>
                <a:path extrusionOk="0" fill="none" h="4647" w="14511">
                  <a:moveTo>
                    <a:pt x="13894" y="3805"/>
                  </a:moveTo>
                  <a:cubicBezTo>
                    <a:pt x="13263" y="3459"/>
                    <a:pt x="12977" y="3744"/>
                    <a:pt x="12766" y="3459"/>
                  </a:cubicBezTo>
                  <a:cubicBezTo>
                    <a:pt x="12541" y="3173"/>
                    <a:pt x="13383" y="2436"/>
                    <a:pt x="11684" y="1699"/>
                  </a:cubicBezTo>
                  <a:cubicBezTo>
                    <a:pt x="11684" y="1699"/>
                    <a:pt x="11578" y="121"/>
                    <a:pt x="9248" y="60"/>
                  </a:cubicBezTo>
                  <a:cubicBezTo>
                    <a:pt x="6917" y="0"/>
                    <a:pt x="7549" y="1654"/>
                    <a:pt x="6917" y="2045"/>
                  </a:cubicBezTo>
                  <a:cubicBezTo>
                    <a:pt x="6286" y="2436"/>
                    <a:pt x="6120" y="1820"/>
                    <a:pt x="5504" y="2211"/>
                  </a:cubicBezTo>
                  <a:cubicBezTo>
                    <a:pt x="4872" y="2617"/>
                    <a:pt x="5158" y="3399"/>
                    <a:pt x="4647" y="3519"/>
                  </a:cubicBezTo>
                  <a:cubicBezTo>
                    <a:pt x="4135" y="3624"/>
                    <a:pt x="3459" y="3008"/>
                    <a:pt x="2842" y="3399"/>
                  </a:cubicBezTo>
                  <a:cubicBezTo>
                    <a:pt x="2211" y="3805"/>
                    <a:pt x="2211" y="4135"/>
                    <a:pt x="1925" y="4135"/>
                  </a:cubicBezTo>
                  <a:cubicBezTo>
                    <a:pt x="1654" y="4135"/>
                    <a:pt x="1083" y="3910"/>
                    <a:pt x="737" y="4135"/>
                  </a:cubicBezTo>
                  <a:cubicBezTo>
                    <a:pt x="406" y="4376"/>
                    <a:pt x="0" y="4647"/>
                    <a:pt x="0" y="4647"/>
                  </a:cubicBezTo>
                  <a:lnTo>
                    <a:pt x="14345" y="4647"/>
                  </a:lnTo>
                  <a:cubicBezTo>
                    <a:pt x="14345" y="4647"/>
                    <a:pt x="14511" y="4135"/>
                    <a:pt x="13894" y="3805"/>
                  </a:cubicBezTo>
                  <a:close/>
                </a:path>
              </a:pathLst>
            </a:custGeom>
            <a:solidFill>
              <a:schemeClr val="lt1"/>
            </a:solid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323" name="Google Shape;2323;p101"/>
            <p:cNvGrpSpPr/>
            <p:nvPr/>
          </p:nvGrpSpPr>
          <p:grpSpPr>
            <a:xfrm flipH="1">
              <a:off x="7489059" y="249150"/>
              <a:ext cx="93234" cy="93234"/>
              <a:chOff x="7812545" y="194375"/>
              <a:chExt cx="105457" cy="105457"/>
            </a:xfrm>
          </p:grpSpPr>
          <p:sp>
            <p:nvSpPr>
              <p:cNvPr id="2324" name="Google Shape;2324;p101"/>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5" name="Google Shape;2325;p101"/>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6" name="Google Shape;2326;p101"/>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7" name="Google Shape;2327;p101"/>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28" name="Google Shape;2328;p101"/>
            <p:cNvSpPr/>
            <p:nvPr/>
          </p:nvSpPr>
          <p:spPr>
            <a:xfrm flipH="1">
              <a:off x="8708901" y="249170"/>
              <a:ext cx="93231" cy="93173"/>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9" name="Google Shape;2329;p101"/>
            <p:cNvSpPr/>
            <p:nvPr/>
          </p:nvSpPr>
          <p:spPr>
            <a:xfrm flipH="1">
              <a:off x="8843726" y="1226770"/>
              <a:ext cx="93231" cy="93173"/>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30" name="Google Shape;2330;p101"/>
          <p:cNvSpPr/>
          <p:nvPr/>
        </p:nvSpPr>
        <p:spPr>
          <a:xfrm rot="5828238">
            <a:off x="8273326" y="4219055"/>
            <a:ext cx="1085117" cy="2077472"/>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BLANK_4">
    <p:spTree>
      <p:nvGrpSpPr>
        <p:cNvPr id="2331" name="Shape 2331"/>
        <p:cNvGrpSpPr/>
        <p:nvPr/>
      </p:nvGrpSpPr>
      <p:grpSpPr>
        <a:xfrm>
          <a:off x="0" y="0"/>
          <a:ext cx="0" cy="0"/>
          <a:chOff x="0" y="0"/>
          <a:chExt cx="0" cy="0"/>
        </a:xfrm>
      </p:grpSpPr>
      <p:sp>
        <p:nvSpPr>
          <p:cNvPr id="2332" name="Google Shape;2332;p10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2333" name="Google Shape;2333;p102"/>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334" name="Google Shape;2334;p102"/>
          <p:cNvSpPr txBox="1"/>
          <p:nvPr>
            <p:ph idx="1" type="subTitle"/>
          </p:nvPr>
        </p:nvSpPr>
        <p:spPr>
          <a:xfrm>
            <a:off x="685800" y="3395721"/>
            <a:ext cx="2353500" cy="6720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335" name="Google Shape;2335;p102"/>
          <p:cNvSpPr txBox="1"/>
          <p:nvPr>
            <p:ph idx="2" type="subTitle"/>
          </p:nvPr>
        </p:nvSpPr>
        <p:spPr>
          <a:xfrm>
            <a:off x="685800" y="3022400"/>
            <a:ext cx="2353500" cy="321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sp>
        <p:nvSpPr>
          <p:cNvPr id="2336" name="Google Shape;2336;p102"/>
          <p:cNvSpPr txBox="1"/>
          <p:nvPr>
            <p:ph idx="3" type="subTitle"/>
          </p:nvPr>
        </p:nvSpPr>
        <p:spPr>
          <a:xfrm>
            <a:off x="3395250" y="3395721"/>
            <a:ext cx="2353500" cy="6720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337" name="Google Shape;2337;p102"/>
          <p:cNvSpPr txBox="1"/>
          <p:nvPr>
            <p:ph idx="4" type="subTitle"/>
          </p:nvPr>
        </p:nvSpPr>
        <p:spPr>
          <a:xfrm>
            <a:off x="3395250" y="3022400"/>
            <a:ext cx="2353500" cy="321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sp>
        <p:nvSpPr>
          <p:cNvPr id="2338" name="Google Shape;2338;p102"/>
          <p:cNvSpPr txBox="1"/>
          <p:nvPr>
            <p:ph idx="5" type="subTitle"/>
          </p:nvPr>
        </p:nvSpPr>
        <p:spPr>
          <a:xfrm>
            <a:off x="6104700" y="3395721"/>
            <a:ext cx="2353500" cy="6720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339" name="Google Shape;2339;p102"/>
          <p:cNvSpPr txBox="1"/>
          <p:nvPr>
            <p:ph idx="6" type="subTitle"/>
          </p:nvPr>
        </p:nvSpPr>
        <p:spPr>
          <a:xfrm>
            <a:off x="6104700" y="3022400"/>
            <a:ext cx="2353500" cy="321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sp>
        <p:nvSpPr>
          <p:cNvPr id="2340" name="Google Shape;2340;p102"/>
          <p:cNvSpPr/>
          <p:nvPr/>
        </p:nvSpPr>
        <p:spPr>
          <a:xfrm>
            <a:off x="-486246" y="4538820"/>
            <a:ext cx="991119" cy="877511"/>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1" name="Google Shape;2341;p102"/>
          <p:cNvSpPr/>
          <p:nvPr/>
        </p:nvSpPr>
        <p:spPr>
          <a:xfrm>
            <a:off x="-708950" y="-242512"/>
            <a:ext cx="1232275" cy="1091025"/>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342" name="Google Shape;2342;p102"/>
          <p:cNvGrpSpPr/>
          <p:nvPr/>
        </p:nvGrpSpPr>
        <p:grpSpPr>
          <a:xfrm>
            <a:off x="6725000" y="4484900"/>
            <a:ext cx="1916852" cy="488594"/>
            <a:chOff x="6725000" y="4484900"/>
            <a:chExt cx="1916852" cy="488594"/>
          </a:xfrm>
        </p:grpSpPr>
        <p:sp>
          <p:nvSpPr>
            <p:cNvPr id="2343" name="Google Shape;2343;p102"/>
            <p:cNvSpPr/>
            <p:nvPr/>
          </p:nvSpPr>
          <p:spPr>
            <a:xfrm>
              <a:off x="8536400" y="4484900"/>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344" name="Google Shape;2344;p102"/>
            <p:cNvGrpSpPr/>
            <p:nvPr/>
          </p:nvGrpSpPr>
          <p:grpSpPr>
            <a:xfrm>
              <a:off x="7801920" y="4868038"/>
              <a:ext cx="105457" cy="105457"/>
              <a:chOff x="7812545" y="194375"/>
              <a:chExt cx="105457" cy="105457"/>
            </a:xfrm>
          </p:grpSpPr>
          <p:sp>
            <p:nvSpPr>
              <p:cNvPr id="2345" name="Google Shape;2345;p102"/>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6" name="Google Shape;2346;p102"/>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7" name="Google Shape;2347;p102"/>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8" name="Google Shape;2348;p102"/>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49" name="Google Shape;2349;p102"/>
            <p:cNvSpPr/>
            <p:nvPr/>
          </p:nvSpPr>
          <p:spPr>
            <a:xfrm>
              <a:off x="6725000" y="4762662"/>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BLANK_17">
    <p:spTree>
      <p:nvGrpSpPr>
        <p:cNvPr id="2350" name="Shape 2350"/>
        <p:cNvGrpSpPr/>
        <p:nvPr/>
      </p:nvGrpSpPr>
      <p:grpSpPr>
        <a:xfrm>
          <a:off x="0" y="0"/>
          <a:ext cx="0" cy="0"/>
          <a:chOff x="0" y="0"/>
          <a:chExt cx="0" cy="0"/>
        </a:xfrm>
      </p:grpSpPr>
      <p:sp>
        <p:nvSpPr>
          <p:cNvPr id="2351" name="Google Shape;2351;p10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2352" name="Google Shape;2352;p103"/>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353" name="Google Shape;2353;p103"/>
          <p:cNvSpPr txBox="1"/>
          <p:nvPr>
            <p:ph idx="2" type="title"/>
          </p:nvPr>
        </p:nvSpPr>
        <p:spPr>
          <a:xfrm>
            <a:off x="1850175" y="1419750"/>
            <a:ext cx="3249300" cy="3936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sz="2000">
                <a:solidFill>
                  <a:schemeClr val="accent2"/>
                </a:solidFill>
              </a:defRPr>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sp>
        <p:nvSpPr>
          <p:cNvPr id="2354" name="Google Shape;2354;p103"/>
          <p:cNvSpPr txBox="1"/>
          <p:nvPr>
            <p:ph idx="1" type="subTitle"/>
          </p:nvPr>
        </p:nvSpPr>
        <p:spPr>
          <a:xfrm>
            <a:off x="1853883" y="1813350"/>
            <a:ext cx="3249300" cy="4680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355" name="Google Shape;2355;p103"/>
          <p:cNvSpPr txBox="1"/>
          <p:nvPr>
            <p:ph hasCustomPrompt="1" idx="3" type="title"/>
          </p:nvPr>
        </p:nvSpPr>
        <p:spPr>
          <a:xfrm>
            <a:off x="851618" y="1586400"/>
            <a:ext cx="792600" cy="528300"/>
          </a:xfrm>
          <a:prstGeom prst="rect">
            <a:avLst/>
          </a:prstGeom>
        </p:spPr>
        <p:txBody>
          <a:bodyPr anchorCtr="0" anchor="ctr" bIns="91425" lIns="91425" spcFirstLastPara="1" rIns="91425" wrap="square" tIns="91425">
            <a:noAutofit/>
          </a:bodyPr>
          <a:lstStyle>
            <a:lvl1pPr lvl="0" algn="r">
              <a:spcBef>
                <a:spcPts val="0"/>
              </a:spcBef>
              <a:spcAft>
                <a:spcPts val="0"/>
              </a:spcAft>
              <a:buSzPts val="3000"/>
              <a:buNone/>
              <a:defRPr sz="3000">
                <a:solidFill>
                  <a:schemeClr val="accent2"/>
                </a:solidFill>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sp>
        <p:nvSpPr>
          <p:cNvPr id="2356" name="Google Shape;2356;p103"/>
          <p:cNvSpPr txBox="1"/>
          <p:nvPr>
            <p:ph idx="4" type="title"/>
          </p:nvPr>
        </p:nvSpPr>
        <p:spPr>
          <a:xfrm>
            <a:off x="1850175" y="2503025"/>
            <a:ext cx="3249300" cy="3936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sz="2000">
                <a:solidFill>
                  <a:schemeClr val="accent2"/>
                </a:solidFill>
              </a:defRPr>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sp>
        <p:nvSpPr>
          <p:cNvPr id="2357" name="Google Shape;2357;p103"/>
          <p:cNvSpPr txBox="1"/>
          <p:nvPr>
            <p:ph idx="5" type="subTitle"/>
          </p:nvPr>
        </p:nvSpPr>
        <p:spPr>
          <a:xfrm>
            <a:off x="1853883" y="2896625"/>
            <a:ext cx="3249300" cy="4680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358" name="Google Shape;2358;p103"/>
          <p:cNvSpPr txBox="1"/>
          <p:nvPr>
            <p:ph hasCustomPrompt="1" idx="6" type="title"/>
          </p:nvPr>
        </p:nvSpPr>
        <p:spPr>
          <a:xfrm>
            <a:off x="851618" y="2669675"/>
            <a:ext cx="792600" cy="528300"/>
          </a:xfrm>
          <a:prstGeom prst="rect">
            <a:avLst/>
          </a:prstGeom>
        </p:spPr>
        <p:txBody>
          <a:bodyPr anchorCtr="0" anchor="ctr" bIns="91425" lIns="91425" spcFirstLastPara="1" rIns="91425" wrap="square" tIns="91425">
            <a:noAutofit/>
          </a:bodyPr>
          <a:lstStyle>
            <a:lvl1pPr lvl="0" algn="r">
              <a:spcBef>
                <a:spcPts val="0"/>
              </a:spcBef>
              <a:spcAft>
                <a:spcPts val="0"/>
              </a:spcAft>
              <a:buSzPts val="3000"/>
              <a:buNone/>
              <a:defRPr sz="3000">
                <a:solidFill>
                  <a:schemeClr val="accent2"/>
                </a:solidFill>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sp>
        <p:nvSpPr>
          <p:cNvPr id="2359" name="Google Shape;2359;p103"/>
          <p:cNvSpPr txBox="1"/>
          <p:nvPr>
            <p:ph idx="7" type="title"/>
          </p:nvPr>
        </p:nvSpPr>
        <p:spPr>
          <a:xfrm>
            <a:off x="1850175" y="3586300"/>
            <a:ext cx="3249300" cy="3936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sz="2000">
                <a:solidFill>
                  <a:schemeClr val="accent2"/>
                </a:solidFill>
              </a:defRPr>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sp>
        <p:nvSpPr>
          <p:cNvPr id="2360" name="Google Shape;2360;p103"/>
          <p:cNvSpPr txBox="1"/>
          <p:nvPr>
            <p:ph idx="8" type="subTitle"/>
          </p:nvPr>
        </p:nvSpPr>
        <p:spPr>
          <a:xfrm>
            <a:off x="1853883" y="3979900"/>
            <a:ext cx="3249300" cy="4680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361" name="Google Shape;2361;p103"/>
          <p:cNvSpPr txBox="1"/>
          <p:nvPr>
            <p:ph hasCustomPrompt="1" idx="9" type="title"/>
          </p:nvPr>
        </p:nvSpPr>
        <p:spPr>
          <a:xfrm>
            <a:off x="851618" y="3752950"/>
            <a:ext cx="792600" cy="528300"/>
          </a:xfrm>
          <a:prstGeom prst="rect">
            <a:avLst/>
          </a:prstGeom>
        </p:spPr>
        <p:txBody>
          <a:bodyPr anchorCtr="0" anchor="ctr" bIns="91425" lIns="91425" spcFirstLastPara="1" rIns="91425" wrap="square" tIns="91425">
            <a:noAutofit/>
          </a:bodyPr>
          <a:lstStyle>
            <a:lvl1pPr lvl="0" algn="r">
              <a:spcBef>
                <a:spcPts val="0"/>
              </a:spcBef>
              <a:spcAft>
                <a:spcPts val="0"/>
              </a:spcAft>
              <a:buSzPts val="3000"/>
              <a:buNone/>
              <a:defRPr sz="3000">
                <a:solidFill>
                  <a:schemeClr val="accent2"/>
                </a:solidFill>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grpSp>
        <p:nvGrpSpPr>
          <p:cNvPr id="2362" name="Google Shape;2362;p103"/>
          <p:cNvGrpSpPr/>
          <p:nvPr/>
        </p:nvGrpSpPr>
        <p:grpSpPr>
          <a:xfrm>
            <a:off x="8195401" y="151622"/>
            <a:ext cx="609155" cy="610375"/>
            <a:chOff x="8195401" y="151622"/>
            <a:chExt cx="609155" cy="610375"/>
          </a:xfrm>
        </p:grpSpPr>
        <p:sp>
          <p:nvSpPr>
            <p:cNvPr id="2363" name="Google Shape;2363;p103"/>
            <p:cNvSpPr/>
            <p:nvPr/>
          </p:nvSpPr>
          <p:spPr>
            <a:xfrm>
              <a:off x="8195401" y="192608"/>
              <a:ext cx="93231" cy="93173"/>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364" name="Google Shape;2364;p103"/>
            <p:cNvGrpSpPr/>
            <p:nvPr/>
          </p:nvGrpSpPr>
          <p:grpSpPr>
            <a:xfrm>
              <a:off x="8711321" y="151622"/>
              <a:ext cx="93234" cy="93234"/>
              <a:chOff x="7812545" y="194375"/>
              <a:chExt cx="105457" cy="105457"/>
            </a:xfrm>
          </p:grpSpPr>
          <p:sp>
            <p:nvSpPr>
              <p:cNvPr id="2365" name="Google Shape;2365;p103"/>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6" name="Google Shape;2366;p103"/>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7" name="Google Shape;2367;p103"/>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8" name="Google Shape;2368;p103"/>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69" name="Google Shape;2369;p103"/>
            <p:cNvSpPr/>
            <p:nvPr/>
          </p:nvSpPr>
          <p:spPr>
            <a:xfrm>
              <a:off x="8670497" y="628022"/>
              <a:ext cx="134050" cy="133976"/>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70" name="Google Shape;2370;p103"/>
          <p:cNvGrpSpPr/>
          <p:nvPr/>
        </p:nvGrpSpPr>
        <p:grpSpPr>
          <a:xfrm>
            <a:off x="172645" y="4524332"/>
            <a:ext cx="552132" cy="431244"/>
            <a:chOff x="172645" y="4524332"/>
            <a:chExt cx="552132" cy="431244"/>
          </a:xfrm>
        </p:grpSpPr>
        <p:sp>
          <p:nvSpPr>
            <p:cNvPr id="2371" name="Google Shape;2371;p103"/>
            <p:cNvSpPr/>
            <p:nvPr/>
          </p:nvSpPr>
          <p:spPr>
            <a:xfrm flipH="1" rot="10800000">
              <a:off x="646826" y="487762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2372" name="Google Shape;2372;p103"/>
            <p:cNvGrpSpPr/>
            <p:nvPr/>
          </p:nvGrpSpPr>
          <p:grpSpPr>
            <a:xfrm flipH="1" rot="10800000">
              <a:off x="172645" y="4524332"/>
              <a:ext cx="105457" cy="105457"/>
              <a:chOff x="7812545" y="194375"/>
              <a:chExt cx="105457" cy="105457"/>
            </a:xfrm>
          </p:grpSpPr>
          <p:sp>
            <p:nvSpPr>
              <p:cNvPr id="2373" name="Google Shape;2373;p103"/>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4" name="Google Shape;2374;p103"/>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5" name="Google Shape;2375;p103"/>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6" name="Google Shape;2376;p103"/>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377" name="Google Shape;2377;p103"/>
          <p:cNvGrpSpPr/>
          <p:nvPr/>
        </p:nvGrpSpPr>
        <p:grpSpPr>
          <a:xfrm>
            <a:off x="198551" y="248100"/>
            <a:ext cx="340151" cy="550476"/>
            <a:chOff x="198551" y="248100"/>
            <a:chExt cx="340151" cy="550476"/>
          </a:xfrm>
        </p:grpSpPr>
        <p:sp>
          <p:nvSpPr>
            <p:cNvPr id="2378" name="Google Shape;2378;p103"/>
            <p:cNvSpPr/>
            <p:nvPr/>
          </p:nvSpPr>
          <p:spPr>
            <a:xfrm>
              <a:off x="198551" y="72062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2379" name="Google Shape;2379;p103"/>
            <p:cNvGrpSpPr/>
            <p:nvPr/>
          </p:nvGrpSpPr>
          <p:grpSpPr>
            <a:xfrm>
              <a:off x="433245" y="248100"/>
              <a:ext cx="105457" cy="105457"/>
              <a:chOff x="7812545" y="194375"/>
              <a:chExt cx="105457" cy="105457"/>
            </a:xfrm>
          </p:grpSpPr>
          <p:sp>
            <p:nvSpPr>
              <p:cNvPr id="2380" name="Google Shape;2380;p103"/>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1" name="Google Shape;2381;p103"/>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2" name="Google Shape;2382;p103"/>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3" name="Google Shape;2383;p103"/>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384" name="Google Shape;2384;p103"/>
          <p:cNvSpPr/>
          <p:nvPr/>
        </p:nvSpPr>
        <p:spPr>
          <a:xfrm rot="-2505920">
            <a:off x="8402181" y="4360827"/>
            <a:ext cx="1232310" cy="1091056"/>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2">
  <p:cSld name="BLANK_24">
    <p:spTree>
      <p:nvGrpSpPr>
        <p:cNvPr id="2385" name="Shape 2385"/>
        <p:cNvGrpSpPr/>
        <p:nvPr/>
      </p:nvGrpSpPr>
      <p:grpSpPr>
        <a:xfrm>
          <a:off x="0" y="0"/>
          <a:ext cx="0" cy="0"/>
          <a:chOff x="0" y="0"/>
          <a:chExt cx="0" cy="0"/>
        </a:xfrm>
      </p:grpSpPr>
      <p:sp>
        <p:nvSpPr>
          <p:cNvPr id="2386" name="Google Shape;2386;p10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2387" name="Google Shape;2387;p104"/>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388" name="Google Shape;2388;p104"/>
          <p:cNvSpPr txBox="1"/>
          <p:nvPr>
            <p:ph idx="2" type="title"/>
          </p:nvPr>
        </p:nvSpPr>
        <p:spPr>
          <a:xfrm>
            <a:off x="4641675" y="1480725"/>
            <a:ext cx="3812100" cy="3936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sz="2000">
                <a:solidFill>
                  <a:schemeClr val="accent2"/>
                </a:solidFill>
              </a:defRPr>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sp>
        <p:nvSpPr>
          <p:cNvPr id="2389" name="Google Shape;2389;p104"/>
          <p:cNvSpPr txBox="1"/>
          <p:nvPr>
            <p:ph idx="1" type="subTitle"/>
          </p:nvPr>
        </p:nvSpPr>
        <p:spPr>
          <a:xfrm>
            <a:off x="4646025" y="1874325"/>
            <a:ext cx="3812100" cy="4680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390" name="Google Shape;2390;p104"/>
          <p:cNvSpPr txBox="1"/>
          <p:nvPr>
            <p:ph idx="3" type="title"/>
          </p:nvPr>
        </p:nvSpPr>
        <p:spPr>
          <a:xfrm>
            <a:off x="4641675" y="2564000"/>
            <a:ext cx="3812100" cy="3936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sz="2000">
                <a:solidFill>
                  <a:schemeClr val="accent2"/>
                </a:solidFill>
              </a:defRPr>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sp>
        <p:nvSpPr>
          <p:cNvPr id="2391" name="Google Shape;2391;p104"/>
          <p:cNvSpPr txBox="1"/>
          <p:nvPr>
            <p:ph idx="4" type="subTitle"/>
          </p:nvPr>
        </p:nvSpPr>
        <p:spPr>
          <a:xfrm>
            <a:off x="4646025" y="2957600"/>
            <a:ext cx="3812100" cy="4680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392" name="Google Shape;2392;p104"/>
          <p:cNvSpPr txBox="1"/>
          <p:nvPr>
            <p:ph idx="5" type="title"/>
          </p:nvPr>
        </p:nvSpPr>
        <p:spPr>
          <a:xfrm>
            <a:off x="4641675" y="3647275"/>
            <a:ext cx="3812100" cy="3936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sz="2000">
                <a:solidFill>
                  <a:schemeClr val="accent2"/>
                </a:solidFill>
              </a:defRPr>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sp>
        <p:nvSpPr>
          <p:cNvPr id="2393" name="Google Shape;2393;p104"/>
          <p:cNvSpPr txBox="1"/>
          <p:nvPr>
            <p:ph idx="6" type="subTitle"/>
          </p:nvPr>
        </p:nvSpPr>
        <p:spPr>
          <a:xfrm>
            <a:off x="4646025" y="4040875"/>
            <a:ext cx="3812100" cy="4680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394" name="Google Shape;2394;p104"/>
          <p:cNvSpPr/>
          <p:nvPr/>
        </p:nvSpPr>
        <p:spPr>
          <a:xfrm>
            <a:off x="-615151" y="1413475"/>
            <a:ext cx="4960669" cy="4038065"/>
          </a:xfrm>
          <a:custGeom>
            <a:rect b="b" l="l" r="r" t="t"/>
            <a:pathLst>
              <a:path extrusionOk="0" h="48924" w="60102">
                <a:moveTo>
                  <a:pt x="31550" y="1"/>
                </a:moveTo>
                <a:cubicBezTo>
                  <a:pt x="28688" y="1"/>
                  <a:pt x="25391" y="541"/>
                  <a:pt x="22089" y="2238"/>
                </a:cubicBezTo>
                <a:cubicBezTo>
                  <a:pt x="12977" y="6900"/>
                  <a:pt x="8196" y="17230"/>
                  <a:pt x="4091" y="25485"/>
                </a:cubicBezTo>
                <a:cubicBezTo>
                  <a:pt x="1" y="33725"/>
                  <a:pt x="2016" y="42612"/>
                  <a:pt x="8767" y="47123"/>
                </a:cubicBezTo>
                <a:cubicBezTo>
                  <a:pt x="10764" y="48461"/>
                  <a:pt x="12590" y="48924"/>
                  <a:pt x="14421" y="48924"/>
                </a:cubicBezTo>
                <a:cubicBezTo>
                  <a:pt x="18514" y="48924"/>
                  <a:pt x="22630" y="46611"/>
                  <a:pt x="28730" y="46611"/>
                </a:cubicBezTo>
                <a:cubicBezTo>
                  <a:pt x="29125" y="46611"/>
                  <a:pt x="29527" y="46621"/>
                  <a:pt x="29939" y="46641"/>
                </a:cubicBezTo>
                <a:cubicBezTo>
                  <a:pt x="34134" y="46851"/>
                  <a:pt x="36984" y="47278"/>
                  <a:pt x="39535" y="47278"/>
                </a:cubicBezTo>
                <a:cubicBezTo>
                  <a:pt x="42835" y="47278"/>
                  <a:pt x="45637" y="46563"/>
                  <a:pt x="50208" y="43739"/>
                </a:cubicBezTo>
                <a:cubicBezTo>
                  <a:pt x="58328" y="38732"/>
                  <a:pt x="60102" y="25500"/>
                  <a:pt x="54042" y="15140"/>
                </a:cubicBezTo>
                <a:cubicBezTo>
                  <a:pt x="47997" y="4779"/>
                  <a:pt x="40254" y="1667"/>
                  <a:pt x="40254" y="1667"/>
                </a:cubicBezTo>
                <a:cubicBezTo>
                  <a:pt x="40254" y="1667"/>
                  <a:pt x="36573" y="1"/>
                  <a:pt x="31550"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395" name="Google Shape;2395;p104"/>
          <p:cNvGrpSpPr/>
          <p:nvPr/>
        </p:nvGrpSpPr>
        <p:grpSpPr>
          <a:xfrm rot="5400000">
            <a:off x="8326001" y="4395047"/>
            <a:ext cx="609155" cy="610375"/>
            <a:chOff x="8195401" y="151622"/>
            <a:chExt cx="609155" cy="610375"/>
          </a:xfrm>
        </p:grpSpPr>
        <p:sp>
          <p:nvSpPr>
            <p:cNvPr id="2396" name="Google Shape;2396;p104"/>
            <p:cNvSpPr/>
            <p:nvPr/>
          </p:nvSpPr>
          <p:spPr>
            <a:xfrm>
              <a:off x="8195401" y="192608"/>
              <a:ext cx="93231" cy="93173"/>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397" name="Google Shape;2397;p104"/>
            <p:cNvGrpSpPr/>
            <p:nvPr/>
          </p:nvGrpSpPr>
          <p:grpSpPr>
            <a:xfrm>
              <a:off x="8711321" y="151622"/>
              <a:ext cx="93234" cy="93234"/>
              <a:chOff x="7812545" y="194375"/>
              <a:chExt cx="105457" cy="105457"/>
            </a:xfrm>
          </p:grpSpPr>
          <p:sp>
            <p:nvSpPr>
              <p:cNvPr id="2398" name="Google Shape;2398;p104"/>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9" name="Google Shape;2399;p104"/>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0" name="Google Shape;2400;p104"/>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1" name="Google Shape;2401;p104"/>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402" name="Google Shape;2402;p104"/>
            <p:cNvSpPr/>
            <p:nvPr/>
          </p:nvSpPr>
          <p:spPr>
            <a:xfrm>
              <a:off x="8670497" y="628022"/>
              <a:ext cx="134050" cy="133976"/>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03" name="Google Shape;2403;p104"/>
          <p:cNvGrpSpPr/>
          <p:nvPr/>
        </p:nvGrpSpPr>
        <p:grpSpPr>
          <a:xfrm>
            <a:off x="242101" y="187150"/>
            <a:ext cx="340151" cy="550476"/>
            <a:chOff x="198551" y="248100"/>
            <a:chExt cx="340151" cy="550476"/>
          </a:xfrm>
        </p:grpSpPr>
        <p:sp>
          <p:nvSpPr>
            <p:cNvPr id="2404" name="Google Shape;2404;p104"/>
            <p:cNvSpPr/>
            <p:nvPr/>
          </p:nvSpPr>
          <p:spPr>
            <a:xfrm>
              <a:off x="198551" y="72062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2405" name="Google Shape;2405;p104"/>
            <p:cNvGrpSpPr/>
            <p:nvPr/>
          </p:nvGrpSpPr>
          <p:grpSpPr>
            <a:xfrm>
              <a:off x="433245" y="248100"/>
              <a:ext cx="105457" cy="105457"/>
              <a:chOff x="7812545" y="194375"/>
              <a:chExt cx="105457" cy="105457"/>
            </a:xfrm>
          </p:grpSpPr>
          <p:sp>
            <p:nvSpPr>
              <p:cNvPr id="2406" name="Google Shape;2406;p104"/>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7" name="Google Shape;2407;p104"/>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8" name="Google Shape;2408;p104"/>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9" name="Google Shape;2409;p104"/>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410" name="Google Shape;2410;p104"/>
          <p:cNvGrpSpPr/>
          <p:nvPr/>
        </p:nvGrpSpPr>
        <p:grpSpPr>
          <a:xfrm>
            <a:off x="-842823" y="3927658"/>
            <a:ext cx="2382475" cy="2041993"/>
            <a:chOff x="-842823" y="3927658"/>
            <a:chExt cx="2382475" cy="2041993"/>
          </a:xfrm>
        </p:grpSpPr>
        <p:sp>
          <p:nvSpPr>
            <p:cNvPr id="2411" name="Google Shape;2411;p104"/>
            <p:cNvSpPr/>
            <p:nvPr/>
          </p:nvSpPr>
          <p:spPr>
            <a:xfrm rot="-2505897">
              <a:off x="-584499" y="4267169"/>
              <a:ext cx="1539427" cy="1362970"/>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2" name="Google Shape;2412;p104"/>
            <p:cNvSpPr/>
            <p:nvPr/>
          </p:nvSpPr>
          <p:spPr>
            <a:xfrm>
              <a:off x="1461701" y="4822437"/>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2413" name="Google Shape;2413;p104"/>
            <p:cNvGrpSpPr/>
            <p:nvPr/>
          </p:nvGrpSpPr>
          <p:grpSpPr>
            <a:xfrm>
              <a:off x="1029945" y="4290188"/>
              <a:ext cx="105457" cy="105457"/>
              <a:chOff x="7812545" y="194375"/>
              <a:chExt cx="105457" cy="105457"/>
            </a:xfrm>
          </p:grpSpPr>
          <p:sp>
            <p:nvSpPr>
              <p:cNvPr id="2414" name="Google Shape;2414;p104"/>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5" name="Google Shape;2415;p104"/>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6" name="Google Shape;2416;p104"/>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7" name="Google Shape;2417;p104"/>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418" name="Google Shape;2418;p104"/>
          <p:cNvGrpSpPr/>
          <p:nvPr/>
        </p:nvGrpSpPr>
        <p:grpSpPr>
          <a:xfrm>
            <a:off x="7208520" y="-639702"/>
            <a:ext cx="2388459" cy="1634614"/>
            <a:chOff x="7208520" y="-639702"/>
            <a:chExt cx="2388459" cy="1634614"/>
          </a:xfrm>
        </p:grpSpPr>
        <p:sp>
          <p:nvSpPr>
            <p:cNvPr id="2419" name="Google Shape;2419;p104"/>
            <p:cNvSpPr/>
            <p:nvPr/>
          </p:nvSpPr>
          <p:spPr>
            <a:xfrm rot="-2505920">
              <a:off x="8157881" y="-367923"/>
              <a:ext cx="1232310" cy="1091056"/>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0" name="Google Shape;2420;p104"/>
            <p:cNvSpPr/>
            <p:nvPr/>
          </p:nvSpPr>
          <p:spPr>
            <a:xfrm>
              <a:off x="8175601" y="78677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2421" name="Google Shape;2421;p104"/>
            <p:cNvGrpSpPr/>
            <p:nvPr/>
          </p:nvGrpSpPr>
          <p:grpSpPr>
            <a:xfrm>
              <a:off x="7208520" y="178550"/>
              <a:ext cx="105457" cy="105457"/>
              <a:chOff x="7812545" y="194375"/>
              <a:chExt cx="105457" cy="105457"/>
            </a:xfrm>
          </p:grpSpPr>
          <p:sp>
            <p:nvSpPr>
              <p:cNvPr id="2422" name="Google Shape;2422;p104"/>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3" name="Google Shape;2423;p104"/>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4" name="Google Shape;2424;p104"/>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5" name="Google Shape;2425;p104"/>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5">
    <p:spTree>
      <p:nvGrpSpPr>
        <p:cNvPr id="2426" name="Shape 2426"/>
        <p:cNvGrpSpPr/>
        <p:nvPr/>
      </p:nvGrpSpPr>
      <p:grpSpPr>
        <a:xfrm>
          <a:off x="0" y="0"/>
          <a:ext cx="0" cy="0"/>
          <a:chOff x="0" y="0"/>
          <a:chExt cx="0" cy="0"/>
        </a:xfrm>
      </p:grpSpPr>
      <p:sp>
        <p:nvSpPr>
          <p:cNvPr id="2427" name="Google Shape;2427;p10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2428" name="Google Shape;2428;p105"/>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429" name="Google Shape;2429;p105"/>
          <p:cNvSpPr txBox="1"/>
          <p:nvPr>
            <p:ph idx="1" type="subTitle"/>
          </p:nvPr>
        </p:nvSpPr>
        <p:spPr>
          <a:xfrm>
            <a:off x="694600" y="2141050"/>
            <a:ext cx="1987800" cy="6741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2430" name="Google Shape;2430;p105"/>
          <p:cNvSpPr txBox="1"/>
          <p:nvPr>
            <p:ph idx="2" type="subTitle"/>
          </p:nvPr>
        </p:nvSpPr>
        <p:spPr>
          <a:xfrm>
            <a:off x="694600" y="1677500"/>
            <a:ext cx="1987800" cy="393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sp>
        <p:nvSpPr>
          <p:cNvPr id="2431" name="Google Shape;2431;p105"/>
          <p:cNvSpPr txBox="1"/>
          <p:nvPr>
            <p:ph idx="3" type="subTitle"/>
          </p:nvPr>
        </p:nvSpPr>
        <p:spPr>
          <a:xfrm>
            <a:off x="694600" y="3635925"/>
            <a:ext cx="1987800" cy="6741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2432" name="Google Shape;2432;p105"/>
          <p:cNvSpPr txBox="1"/>
          <p:nvPr>
            <p:ph idx="4" type="subTitle"/>
          </p:nvPr>
        </p:nvSpPr>
        <p:spPr>
          <a:xfrm>
            <a:off x="694600" y="3172375"/>
            <a:ext cx="1987800" cy="393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sp>
        <p:nvSpPr>
          <p:cNvPr id="2433" name="Google Shape;2433;p105"/>
          <p:cNvSpPr txBox="1"/>
          <p:nvPr>
            <p:ph idx="5" type="subTitle"/>
          </p:nvPr>
        </p:nvSpPr>
        <p:spPr>
          <a:xfrm>
            <a:off x="3022700" y="2141050"/>
            <a:ext cx="1987800" cy="6741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2434" name="Google Shape;2434;p105"/>
          <p:cNvSpPr txBox="1"/>
          <p:nvPr>
            <p:ph idx="6" type="subTitle"/>
          </p:nvPr>
        </p:nvSpPr>
        <p:spPr>
          <a:xfrm>
            <a:off x="3022700" y="1677500"/>
            <a:ext cx="1987800" cy="393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sp>
        <p:nvSpPr>
          <p:cNvPr id="2435" name="Google Shape;2435;p105"/>
          <p:cNvSpPr txBox="1"/>
          <p:nvPr>
            <p:ph idx="7" type="subTitle"/>
          </p:nvPr>
        </p:nvSpPr>
        <p:spPr>
          <a:xfrm>
            <a:off x="3022700" y="3635925"/>
            <a:ext cx="1987800" cy="6741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2436" name="Google Shape;2436;p105"/>
          <p:cNvSpPr txBox="1"/>
          <p:nvPr>
            <p:ph idx="8" type="subTitle"/>
          </p:nvPr>
        </p:nvSpPr>
        <p:spPr>
          <a:xfrm>
            <a:off x="3022700" y="3172375"/>
            <a:ext cx="1987800" cy="393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grpSp>
        <p:nvGrpSpPr>
          <p:cNvPr id="2437" name="Google Shape;2437;p105"/>
          <p:cNvGrpSpPr/>
          <p:nvPr/>
        </p:nvGrpSpPr>
        <p:grpSpPr>
          <a:xfrm>
            <a:off x="-1260750" y="4247400"/>
            <a:ext cx="2224933" cy="1789104"/>
            <a:chOff x="-1260750" y="4247400"/>
            <a:chExt cx="2224933" cy="1789104"/>
          </a:xfrm>
        </p:grpSpPr>
        <p:sp>
          <p:nvSpPr>
            <p:cNvPr id="2438" name="Google Shape;2438;p105"/>
            <p:cNvSpPr/>
            <p:nvPr/>
          </p:nvSpPr>
          <p:spPr>
            <a:xfrm flipH="1">
              <a:off x="-1260750" y="4247400"/>
              <a:ext cx="2224933" cy="1789104"/>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9" name="Google Shape;2439;p105"/>
            <p:cNvSpPr/>
            <p:nvPr/>
          </p:nvSpPr>
          <p:spPr>
            <a:xfrm>
              <a:off x="-708950" y="4596438"/>
              <a:ext cx="1232275" cy="1091025"/>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40" name="Google Shape;2440;p105"/>
          <p:cNvGrpSpPr/>
          <p:nvPr/>
        </p:nvGrpSpPr>
        <p:grpSpPr>
          <a:xfrm>
            <a:off x="274663" y="183250"/>
            <a:ext cx="463864" cy="572939"/>
            <a:chOff x="274663" y="183250"/>
            <a:chExt cx="463864" cy="572939"/>
          </a:xfrm>
        </p:grpSpPr>
        <p:grpSp>
          <p:nvGrpSpPr>
            <p:cNvPr id="2441" name="Google Shape;2441;p105"/>
            <p:cNvGrpSpPr/>
            <p:nvPr/>
          </p:nvGrpSpPr>
          <p:grpSpPr>
            <a:xfrm>
              <a:off x="633070" y="183250"/>
              <a:ext cx="105457" cy="105457"/>
              <a:chOff x="7812545" y="194375"/>
              <a:chExt cx="105457" cy="105457"/>
            </a:xfrm>
          </p:grpSpPr>
          <p:sp>
            <p:nvSpPr>
              <p:cNvPr id="2442" name="Google Shape;2442;p105"/>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3" name="Google Shape;2443;p105"/>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4" name="Google Shape;2444;p105"/>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5" name="Google Shape;2445;p105"/>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446" name="Google Shape;2446;p105"/>
            <p:cNvSpPr/>
            <p:nvPr/>
          </p:nvSpPr>
          <p:spPr>
            <a:xfrm>
              <a:off x="274663" y="650800"/>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47" name="Google Shape;2447;p105"/>
          <p:cNvGrpSpPr/>
          <p:nvPr/>
        </p:nvGrpSpPr>
        <p:grpSpPr>
          <a:xfrm>
            <a:off x="8458201" y="174775"/>
            <a:ext cx="450001" cy="729257"/>
            <a:chOff x="8458201" y="174775"/>
            <a:chExt cx="450001" cy="729257"/>
          </a:xfrm>
        </p:grpSpPr>
        <p:sp>
          <p:nvSpPr>
            <p:cNvPr id="2448" name="Google Shape;2448;p105"/>
            <p:cNvSpPr/>
            <p:nvPr/>
          </p:nvSpPr>
          <p:spPr>
            <a:xfrm>
              <a:off x="8458201" y="17477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2449" name="Google Shape;2449;p105"/>
            <p:cNvGrpSpPr/>
            <p:nvPr/>
          </p:nvGrpSpPr>
          <p:grpSpPr>
            <a:xfrm>
              <a:off x="8802745" y="798575"/>
              <a:ext cx="105457" cy="105457"/>
              <a:chOff x="7812545" y="194375"/>
              <a:chExt cx="105457" cy="105457"/>
            </a:xfrm>
          </p:grpSpPr>
          <p:sp>
            <p:nvSpPr>
              <p:cNvPr id="2450" name="Google Shape;2450;p105"/>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1" name="Google Shape;2451;p105"/>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2" name="Google Shape;2452;p105"/>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3" name="Google Shape;2453;p105"/>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454" name="Google Shape;2454;p105"/>
          <p:cNvGrpSpPr/>
          <p:nvPr/>
        </p:nvGrpSpPr>
        <p:grpSpPr>
          <a:xfrm>
            <a:off x="4674326" y="4643998"/>
            <a:ext cx="1462601" cy="285801"/>
            <a:chOff x="4826726" y="4646175"/>
            <a:chExt cx="1462601" cy="285801"/>
          </a:xfrm>
        </p:grpSpPr>
        <p:sp>
          <p:nvSpPr>
            <p:cNvPr id="2455" name="Google Shape;2455;p105"/>
            <p:cNvSpPr/>
            <p:nvPr/>
          </p:nvSpPr>
          <p:spPr>
            <a:xfrm>
              <a:off x="4826726" y="485402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2456" name="Google Shape;2456;p105"/>
            <p:cNvGrpSpPr/>
            <p:nvPr/>
          </p:nvGrpSpPr>
          <p:grpSpPr>
            <a:xfrm>
              <a:off x="5519620" y="4646175"/>
              <a:ext cx="105457" cy="105457"/>
              <a:chOff x="7812545" y="194375"/>
              <a:chExt cx="105457" cy="105457"/>
            </a:xfrm>
          </p:grpSpPr>
          <p:sp>
            <p:nvSpPr>
              <p:cNvPr id="2457" name="Google Shape;2457;p105"/>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8" name="Google Shape;2458;p105"/>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9" name="Google Shape;2459;p105"/>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0" name="Google Shape;2460;p105"/>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461" name="Google Shape;2461;p105"/>
            <p:cNvSpPr/>
            <p:nvPr/>
          </p:nvSpPr>
          <p:spPr>
            <a:xfrm>
              <a:off x="6211376" y="485402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spTree>
  </p:cSld>
  <p:clrMapOvr>
    <a:masterClrMapping/>
  </p:clrMapOvr>
</p:sldLayout>
</file>

<file path=ppt/slideLayouts/slideLayout1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1">
  <p:cSld name="BLANK_16">
    <p:spTree>
      <p:nvGrpSpPr>
        <p:cNvPr id="2462" name="Shape 2462"/>
        <p:cNvGrpSpPr/>
        <p:nvPr/>
      </p:nvGrpSpPr>
      <p:grpSpPr>
        <a:xfrm>
          <a:off x="0" y="0"/>
          <a:ext cx="0" cy="0"/>
          <a:chOff x="0" y="0"/>
          <a:chExt cx="0" cy="0"/>
        </a:xfrm>
      </p:grpSpPr>
      <p:sp>
        <p:nvSpPr>
          <p:cNvPr id="2463" name="Google Shape;2463;p10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2464" name="Google Shape;2464;p106"/>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465" name="Google Shape;2465;p106"/>
          <p:cNvSpPr txBox="1"/>
          <p:nvPr>
            <p:ph idx="1" type="subTitle"/>
          </p:nvPr>
        </p:nvSpPr>
        <p:spPr>
          <a:xfrm>
            <a:off x="685800" y="2234667"/>
            <a:ext cx="2249100" cy="481500"/>
          </a:xfrm>
          <a:prstGeom prst="rect">
            <a:avLst/>
          </a:prstGeom>
        </p:spPr>
        <p:txBody>
          <a:bodyPr anchorCtr="0" anchor="ctr" bIns="91425" lIns="91425" spcFirstLastPara="1" rIns="91425" wrap="square" tIns="91425">
            <a:noAutofit/>
          </a:bodyPr>
          <a:lstStyle>
            <a:lvl1pPr lvl="0" algn="r">
              <a:lnSpc>
                <a:spcPct val="100000"/>
              </a:lnSpc>
              <a:spcBef>
                <a:spcPts val="0"/>
              </a:spcBef>
              <a:spcAft>
                <a:spcPts val="0"/>
              </a:spcAft>
              <a:buSzPts val="1400"/>
              <a:buNone/>
              <a:defRPr/>
            </a:lvl1pPr>
            <a:lvl2pPr lvl="1" algn="r">
              <a:lnSpc>
                <a:spcPct val="100000"/>
              </a:lnSpc>
              <a:spcBef>
                <a:spcPts val="0"/>
              </a:spcBef>
              <a:spcAft>
                <a:spcPts val="0"/>
              </a:spcAft>
              <a:buSzPts val="1400"/>
              <a:buNone/>
              <a:defRPr/>
            </a:lvl2pPr>
            <a:lvl3pPr lvl="2" algn="r">
              <a:lnSpc>
                <a:spcPct val="100000"/>
              </a:lnSpc>
              <a:spcBef>
                <a:spcPts val="0"/>
              </a:spcBef>
              <a:spcAft>
                <a:spcPts val="0"/>
              </a:spcAft>
              <a:buSzPts val="1400"/>
              <a:buNone/>
              <a:defRPr/>
            </a:lvl3pPr>
            <a:lvl4pPr lvl="3" algn="r">
              <a:lnSpc>
                <a:spcPct val="100000"/>
              </a:lnSpc>
              <a:spcBef>
                <a:spcPts val="0"/>
              </a:spcBef>
              <a:spcAft>
                <a:spcPts val="0"/>
              </a:spcAft>
              <a:buSzPts val="1400"/>
              <a:buNone/>
              <a:defRPr/>
            </a:lvl4pPr>
            <a:lvl5pPr lvl="4" algn="r">
              <a:lnSpc>
                <a:spcPct val="100000"/>
              </a:lnSpc>
              <a:spcBef>
                <a:spcPts val="0"/>
              </a:spcBef>
              <a:spcAft>
                <a:spcPts val="0"/>
              </a:spcAft>
              <a:buSzPts val="1400"/>
              <a:buNone/>
              <a:defRPr/>
            </a:lvl5pPr>
            <a:lvl6pPr lvl="5" algn="r">
              <a:lnSpc>
                <a:spcPct val="100000"/>
              </a:lnSpc>
              <a:spcBef>
                <a:spcPts val="0"/>
              </a:spcBef>
              <a:spcAft>
                <a:spcPts val="0"/>
              </a:spcAft>
              <a:buSzPts val="1400"/>
              <a:buNone/>
              <a:defRPr/>
            </a:lvl6pPr>
            <a:lvl7pPr lvl="6" algn="r">
              <a:lnSpc>
                <a:spcPct val="100000"/>
              </a:lnSpc>
              <a:spcBef>
                <a:spcPts val="0"/>
              </a:spcBef>
              <a:spcAft>
                <a:spcPts val="0"/>
              </a:spcAft>
              <a:buSzPts val="1400"/>
              <a:buNone/>
              <a:defRPr/>
            </a:lvl7pPr>
            <a:lvl8pPr lvl="7" algn="r">
              <a:lnSpc>
                <a:spcPct val="100000"/>
              </a:lnSpc>
              <a:spcBef>
                <a:spcPts val="0"/>
              </a:spcBef>
              <a:spcAft>
                <a:spcPts val="0"/>
              </a:spcAft>
              <a:buSzPts val="1400"/>
              <a:buNone/>
              <a:defRPr/>
            </a:lvl8pPr>
            <a:lvl9pPr lvl="8" algn="r">
              <a:lnSpc>
                <a:spcPct val="100000"/>
              </a:lnSpc>
              <a:spcBef>
                <a:spcPts val="0"/>
              </a:spcBef>
              <a:spcAft>
                <a:spcPts val="0"/>
              </a:spcAft>
              <a:buSzPts val="1400"/>
              <a:buNone/>
              <a:defRPr/>
            </a:lvl9pPr>
          </a:lstStyle>
          <a:p/>
        </p:txBody>
      </p:sp>
      <p:sp>
        <p:nvSpPr>
          <p:cNvPr id="2466" name="Google Shape;2466;p106"/>
          <p:cNvSpPr txBox="1"/>
          <p:nvPr>
            <p:ph idx="2" type="subTitle"/>
          </p:nvPr>
        </p:nvSpPr>
        <p:spPr>
          <a:xfrm>
            <a:off x="685800" y="1771117"/>
            <a:ext cx="2249100" cy="393600"/>
          </a:xfrm>
          <a:prstGeom prst="rect">
            <a:avLst/>
          </a:prstGeom>
        </p:spPr>
        <p:txBody>
          <a:bodyPr anchorCtr="0" anchor="ctr" bIns="91425" lIns="91425" spcFirstLastPara="1" rIns="91425" wrap="square" tIns="91425">
            <a:noAutofit/>
          </a:bodyPr>
          <a:lstStyle>
            <a:lvl1pPr lvl="0" algn="r">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sp>
        <p:nvSpPr>
          <p:cNvPr id="2467" name="Google Shape;2467;p106"/>
          <p:cNvSpPr txBox="1"/>
          <p:nvPr>
            <p:ph idx="3" type="subTitle"/>
          </p:nvPr>
        </p:nvSpPr>
        <p:spPr>
          <a:xfrm>
            <a:off x="685800" y="3577142"/>
            <a:ext cx="2249100" cy="481500"/>
          </a:xfrm>
          <a:prstGeom prst="rect">
            <a:avLst/>
          </a:prstGeom>
        </p:spPr>
        <p:txBody>
          <a:bodyPr anchorCtr="0" anchor="ctr" bIns="91425" lIns="91425" spcFirstLastPara="1" rIns="91425" wrap="square" tIns="91425">
            <a:noAutofit/>
          </a:bodyPr>
          <a:lstStyle>
            <a:lvl1pPr lvl="0" algn="r">
              <a:lnSpc>
                <a:spcPct val="100000"/>
              </a:lnSpc>
              <a:spcBef>
                <a:spcPts val="0"/>
              </a:spcBef>
              <a:spcAft>
                <a:spcPts val="0"/>
              </a:spcAft>
              <a:buSzPts val="1400"/>
              <a:buNone/>
              <a:defRPr/>
            </a:lvl1pPr>
            <a:lvl2pPr lvl="1" algn="r">
              <a:lnSpc>
                <a:spcPct val="100000"/>
              </a:lnSpc>
              <a:spcBef>
                <a:spcPts val="0"/>
              </a:spcBef>
              <a:spcAft>
                <a:spcPts val="0"/>
              </a:spcAft>
              <a:buSzPts val="1400"/>
              <a:buNone/>
              <a:defRPr/>
            </a:lvl2pPr>
            <a:lvl3pPr lvl="2" algn="r">
              <a:lnSpc>
                <a:spcPct val="100000"/>
              </a:lnSpc>
              <a:spcBef>
                <a:spcPts val="0"/>
              </a:spcBef>
              <a:spcAft>
                <a:spcPts val="0"/>
              </a:spcAft>
              <a:buSzPts val="1400"/>
              <a:buNone/>
              <a:defRPr/>
            </a:lvl3pPr>
            <a:lvl4pPr lvl="3" algn="r">
              <a:lnSpc>
                <a:spcPct val="100000"/>
              </a:lnSpc>
              <a:spcBef>
                <a:spcPts val="0"/>
              </a:spcBef>
              <a:spcAft>
                <a:spcPts val="0"/>
              </a:spcAft>
              <a:buSzPts val="1400"/>
              <a:buNone/>
              <a:defRPr/>
            </a:lvl4pPr>
            <a:lvl5pPr lvl="4" algn="r">
              <a:lnSpc>
                <a:spcPct val="100000"/>
              </a:lnSpc>
              <a:spcBef>
                <a:spcPts val="0"/>
              </a:spcBef>
              <a:spcAft>
                <a:spcPts val="0"/>
              </a:spcAft>
              <a:buSzPts val="1400"/>
              <a:buNone/>
              <a:defRPr/>
            </a:lvl5pPr>
            <a:lvl6pPr lvl="5" algn="r">
              <a:lnSpc>
                <a:spcPct val="100000"/>
              </a:lnSpc>
              <a:spcBef>
                <a:spcPts val="0"/>
              </a:spcBef>
              <a:spcAft>
                <a:spcPts val="0"/>
              </a:spcAft>
              <a:buSzPts val="1400"/>
              <a:buNone/>
              <a:defRPr/>
            </a:lvl6pPr>
            <a:lvl7pPr lvl="6" algn="r">
              <a:lnSpc>
                <a:spcPct val="100000"/>
              </a:lnSpc>
              <a:spcBef>
                <a:spcPts val="0"/>
              </a:spcBef>
              <a:spcAft>
                <a:spcPts val="0"/>
              </a:spcAft>
              <a:buSzPts val="1400"/>
              <a:buNone/>
              <a:defRPr/>
            </a:lvl7pPr>
            <a:lvl8pPr lvl="7" algn="r">
              <a:lnSpc>
                <a:spcPct val="100000"/>
              </a:lnSpc>
              <a:spcBef>
                <a:spcPts val="0"/>
              </a:spcBef>
              <a:spcAft>
                <a:spcPts val="0"/>
              </a:spcAft>
              <a:buSzPts val="1400"/>
              <a:buNone/>
              <a:defRPr/>
            </a:lvl8pPr>
            <a:lvl9pPr lvl="8" algn="r">
              <a:lnSpc>
                <a:spcPct val="100000"/>
              </a:lnSpc>
              <a:spcBef>
                <a:spcPts val="0"/>
              </a:spcBef>
              <a:spcAft>
                <a:spcPts val="0"/>
              </a:spcAft>
              <a:buSzPts val="1400"/>
              <a:buNone/>
              <a:defRPr/>
            </a:lvl9pPr>
          </a:lstStyle>
          <a:p/>
        </p:txBody>
      </p:sp>
      <p:sp>
        <p:nvSpPr>
          <p:cNvPr id="2468" name="Google Shape;2468;p106"/>
          <p:cNvSpPr txBox="1"/>
          <p:nvPr>
            <p:ph idx="4" type="subTitle"/>
          </p:nvPr>
        </p:nvSpPr>
        <p:spPr>
          <a:xfrm>
            <a:off x="685800" y="3113592"/>
            <a:ext cx="2249100" cy="393600"/>
          </a:xfrm>
          <a:prstGeom prst="rect">
            <a:avLst/>
          </a:prstGeom>
        </p:spPr>
        <p:txBody>
          <a:bodyPr anchorCtr="0" anchor="ctr" bIns="91425" lIns="91425" spcFirstLastPara="1" rIns="91425" wrap="square" tIns="91425">
            <a:noAutofit/>
          </a:bodyPr>
          <a:lstStyle>
            <a:lvl1pPr lvl="0" algn="r">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sp>
        <p:nvSpPr>
          <p:cNvPr id="2469" name="Google Shape;2469;p106"/>
          <p:cNvSpPr txBox="1"/>
          <p:nvPr>
            <p:ph idx="5" type="subTitle"/>
          </p:nvPr>
        </p:nvSpPr>
        <p:spPr>
          <a:xfrm>
            <a:off x="6209200" y="2234667"/>
            <a:ext cx="2249100" cy="4815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2470" name="Google Shape;2470;p106"/>
          <p:cNvSpPr txBox="1"/>
          <p:nvPr>
            <p:ph idx="6" type="subTitle"/>
          </p:nvPr>
        </p:nvSpPr>
        <p:spPr>
          <a:xfrm>
            <a:off x="6209200" y="1771117"/>
            <a:ext cx="2249100" cy="393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sp>
        <p:nvSpPr>
          <p:cNvPr id="2471" name="Google Shape;2471;p106"/>
          <p:cNvSpPr txBox="1"/>
          <p:nvPr>
            <p:ph idx="7" type="subTitle"/>
          </p:nvPr>
        </p:nvSpPr>
        <p:spPr>
          <a:xfrm>
            <a:off x="6209200" y="3577142"/>
            <a:ext cx="2249100" cy="4815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2472" name="Google Shape;2472;p106"/>
          <p:cNvSpPr txBox="1"/>
          <p:nvPr>
            <p:ph idx="8" type="subTitle"/>
          </p:nvPr>
        </p:nvSpPr>
        <p:spPr>
          <a:xfrm>
            <a:off x="6209200" y="3113592"/>
            <a:ext cx="2249100" cy="393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grpSp>
        <p:nvGrpSpPr>
          <p:cNvPr id="2473" name="Google Shape;2473;p106"/>
          <p:cNvGrpSpPr/>
          <p:nvPr/>
        </p:nvGrpSpPr>
        <p:grpSpPr>
          <a:xfrm flipH="1">
            <a:off x="450425" y="4456075"/>
            <a:ext cx="1916852" cy="488594"/>
            <a:chOff x="6725000" y="4484900"/>
            <a:chExt cx="1916852" cy="488594"/>
          </a:xfrm>
        </p:grpSpPr>
        <p:sp>
          <p:nvSpPr>
            <p:cNvPr id="2474" name="Google Shape;2474;p106"/>
            <p:cNvSpPr/>
            <p:nvPr/>
          </p:nvSpPr>
          <p:spPr>
            <a:xfrm>
              <a:off x="8536400" y="4484900"/>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475" name="Google Shape;2475;p106"/>
            <p:cNvGrpSpPr/>
            <p:nvPr/>
          </p:nvGrpSpPr>
          <p:grpSpPr>
            <a:xfrm>
              <a:off x="7801920" y="4868038"/>
              <a:ext cx="105457" cy="105457"/>
              <a:chOff x="7812545" y="194375"/>
              <a:chExt cx="105457" cy="105457"/>
            </a:xfrm>
          </p:grpSpPr>
          <p:sp>
            <p:nvSpPr>
              <p:cNvPr id="2476" name="Google Shape;2476;p106"/>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7" name="Google Shape;2477;p106"/>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8" name="Google Shape;2478;p106"/>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9" name="Google Shape;2479;p106"/>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480" name="Google Shape;2480;p106"/>
            <p:cNvSpPr/>
            <p:nvPr/>
          </p:nvSpPr>
          <p:spPr>
            <a:xfrm>
              <a:off x="6725000" y="4762662"/>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81" name="Google Shape;2481;p106"/>
          <p:cNvGrpSpPr/>
          <p:nvPr/>
        </p:nvGrpSpPr>
        <p:grpSpPr>
          <a:xfrm>
            <a:off x="8072151" y="199650"/>
            <a:ext cx="727201" cy="912457"/>
            <a:chOff x="8072151" y="199650"/>
            <a:chExt cx="727201" cy="912457"/>
          </a:xfrm>
        </p:grpSpPr>
        <p:sp>
          <p:nvSpPr>
            <p:cNvPr id="2482" name="Google Shape;2482;p106"/>
            <p:cNvSpPr/>
            <p:nvPr/>
          </p:nvSpPr>
          <p:spPr>
            <a:xfrm>
              <a:off x="8072151" y="199650"/>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2483" name="Google Shape;2483;p106"/>
            <p:cNvGrpSpPr/>
            <p:nvPr/>
          </p:nvGrpSpPr>
          <p:grpSpPr>
            <a:xfrm>
              <a:off x="8645970" y="1006650"/>
              <a:ext cx="105457" cy="105457"/>
              <a:chOff x="7812545" y="194375"/>
              <a:chExt cx="105457" cy="105457"/>
            </a:xfrm>
          </p:grpSpPr>
          <p:sp>
            <p:nvSpPr>
              <p:cNvPr id="2484" name="Google Shape;2484;p106"/>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5" name="Google Shape;2485;p106"/>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6" name="Google Shape;2486;p106"/>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7" name="Google Shape;2487;p106"/>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88" name="Google Shape;2488;p106"/>
            <p:cNvGrpSpPr/>
            <p:nvPr/>
          </p:nvGrpSpPr>
          <p:grpSpPr>
            <a:xfrm>
              <a:off x="8693895" y="342525"/>
              <a:ext cx="105457" cy="105457"/>
              <a:chOff x="7812545" y="194375"/>
              <a:chExt cx="105457" cy="105457"/>
            </a:xfrm>
          </p:grpSpPr>
          <p:sp>
            <p:nvSpPr>
              <p:cNvPr id="2489" name="Google Shape;2489;p106"/>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0" name="Google Shape;2490;p106"/>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1" name="Google Shape;2491;p106"/>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2" name="Google Shape;2492;p106"/>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493" name="Google Shape;2493;p106"/>
          <p:cNvGrpSpPr/>
          <p:nvPr/>
        </p:nvGrpSpPr>
        <p:grpSpPr>
          <a:xfrm>
            <a:off x="7924782" y="4282875"/>
            <a:ext cx="1763256" cy="1268320"/>
            <a:chOff x="7924782" y="4282875"/>
            <a:chExt cx="1763256" cy="1268320"/>
          </a:xfrm>
        </p:grpSpPr>
        <p:sp>
          <p:nvSpPr>
            <p:cNvPr id="2494" name="Google Shape;2494;p106"/>
            <p:cNvSpPr/>
            <p:nvPr/>
          </p:nvSpPr>
          <p:spPr>
            <a:xfrm flipH="1">
              <a:off x="7924782" y="4282875"/>
              <a:ext cx="1463593" cy="1176898"/>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rgbClr val="F0F0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5" name="Google Shape;2495;p106"/>
            <p:cNvSpPr/>
            <p:nvPr/>
          </p:nvSpPr>
          <p:spPr>
            <a:xfrm>
              <a:off x="8471361" y="4438924"/>
              <a:ext cx="1216677" cy="1112271"/>
            </a:xfrm>
            <a:custGeom>
              <a:rect b="b" l="l" r="r" t="t"/>
              <a:pathLst>
                <a:path extrusionOk="0" h="49900" w="54584">
                  <a:moveTo>
                    <a:pt x="39803" y="0"/>
                  </a:moveTo>
                  <a:cubicBezTo>
                    <a:pt x="38029" y="0"/>
                    <a:pt x="36248" y="409"/>
                    <a:pt x="34570" y="1238"/>
                  </a:cubicBezTo>
                  <a:cubicBezTo>
                    <a:pt x="31367" y="2802"/>
                    <a:pt x="28886" y="5448"/>
                    <a:pt x="25683" y="7012"/>
                  </a:cubicBezTo>
                  <a:cubicBezTo>
                    <a:pt x="21308" y="9163"/>
                    <a:pt x="16511" y="10320"/>
                    <a:pt x="12090" y="12380"/>
                  </a:cubicBezTo>
                  <a:cubicBezTo>
                    <a:pt x="7684" y="14425"/>
                    <a:pt x="3444" y="17628"/>
                    <a:pt x="1865" y="22244"/>
                  </a:cubicBezTo>
                  <a:cubicBezTo>
                    <a:pt x="1" y="27673"/>
                    <a:pt x="647" y="34078"/>
                    <a:pt x="3504" y="39040"/>
                  </a:cubicBezTo>
                  <a:cubicBezTo>
                    <a:pt x="8069" y="46988"/>
                    <a:pt x="17031" y="49899"/>
                    <a:pt x="25743" y="49899"/>
                  </a:cubicBezTo>
                  <a:cubicBezTo>
                    <a:pt x="25898" y="49899"/>
                    <a:pt x="26054" y="49898"/>
                    <a:pt x="26209" y="49897"/>
                  </a:cubicBezTo>
                  <a:cubicBezTo>
                    <a:pt x="44945" y="49671"/>
                    <a:pt x="54583" y="26996"/>
                    <a:pt x="51531" y="10696"/>
                  </a:cubicBezTo>
                  <a:cubicBezTo>
                    <a:pt x="50869" y="7163"/>
                    <a:pt x="49230" y="3779"/>
                    <a:pt x="46118" y="1840"/>
                  </a:cubicBezTo>
                  <a:cubicBezTo>
                    <a:pt x="44160" y="620"/>
                    <a:pt x="41987" y="0"/>
                    <a:pt x="398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2">
  <p:cSld name="BLANK_21">
    <p:spTree>
      <p:nvGrpSpPr>
        <p:cNvPr id="2496" name="Shape 2496"/>
        <p:cNvGrpSpPr/>
        <p:nvPr/>
      </p:nvGrpSpPr>
      <p:grpSpPr>
        <a:xfrm>
          <a:off x="0" y="0"/>
          <a:ext cx="0" cy="0"/>
          <a:chOff x="0" y="0"/>
          <a:chExt cx="0" cy="0"/>
        </a:xfrm>
      </p:grpSpPr>
      <p:sp>
        <p:nvSpPr>
          <p:cNvPr id="2497" name="Google Shape;2497;p10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2498" name="Google Shape;2498;p107"/>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499" name="Google Shape;2499;p107"/>
          <p:cNvSpPr txBox="1"/>
          <p:nvPr>
            <p:ph idx="2" type="title"/>
          </p:nvPr>
        </p:nvSpPr>
        <p:spPr>
          <a:xfrm>
            <a:off x="685800" y="2239050"/>
            <a:ext cx="2227800" cy="3936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sz="2000">
                <a:solidFill>
                  <a:schemeClr val="accent2"/>
                </a:solidFill>
              </a:defRPr>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sp>
        <p:nvSpPr>
          <p:cNvPr id="2500" name="Google Shape;2500;p107"/>
          <p:cNvSpPr txBox="1"/>
          <p:nvPr>
            <p:ph idx="1" type="subTitle"/>
          </p:nvPr>
        </p:nvSpPr>
        <p:spPr>
          <a:xfrm>
            <a:off x="688342" y="2632650"/>
            <a:ext cx="2227800" cy="4680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501" name="Google Shape;2501;p107"/>
          <p:cNvSpPr txBox="1"/>
          <p:nvPr>
            <p:ph hasCustomPrompt="1" idx="3" type="title"/>
          </p:nvPr>
        </p:nvSpPr>
        <p:spPr>
          <a:xfrm>
            <a:off x="685793" y="1773634"/>
            <a:ext cx="792600" cy="5283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solidFill>
                  <a:schemeClr val="accent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2502" name="Google Shape;2502;p107"/>
          <p:cNvSpPr txBox="1"/>
          <p:nvPr>
            <p:ph idx="4" type="title"/>
          </p:nvPr>
        </p:nvSpPr>
        <p:spPr>
          <a:xfrm>
            <a:off x="6230350" y="2239050"/>
            <a:ext cx="2225400" cy="393600"/>
          </a:xfrm>
          <a:prstGeom prst="rect">
            <a:avLst/>
          </a:prstGeom>
        </p:spPr>
        <p:txBody>
          <a:bodyPr anchorCtr="0" anchor="ctr" bIns="91425" lIns="91425" spcFirstLastPara="1" rIns="91425" wrap="square" tIns="91425">
            <a:noAutofit/>
          </a:bodyPr>
          <a:lstStyle>
            <a:lvl1pPr lvl="0" algn="r">
              <a:spcBef>
                <a:spcPts val="0"/>
              </a:spcBef>
              <a:spcAft>
                <a:spcPts val="0"/>
              </a:spcAft>
              <a:buSzPts val="2000"/>
              <a:buNone/>
              <a:defRPr sz="2000">
                <a:solidFill>
                  <a:schemeClr val="accent2"/>
                </a:solidFill>
              </a:defRPr>
            </a:lvl1pPr>
            <a:lvl2pPr lvl="1" algn="r">
              <a:spcBef>
                <a:spcPts val="0"/>
              </a:spcBef>
              <a:spcAft>
                <a:spcPts val="0"/>
              </a:spcAft>
              <a:buSzPts val="2000"/>
              <a:buNone/>
              <a:defRPr sz="2000"/>
            </a:lvl2pPr>
            <a:lvl3pPr lvl="2" algn="r">
              <a:spcBef>
                <a:spcPts val="0"/>
              </a:spcBef>
              <a:spcAft>
                <a:spcPts val="0"/>
              </a:spcAft>
              <a:buSzPts val="2000"/>
              <a:buNone/>
              <a:defRPr sz="2000"/>
            </a:lvl3pPr>
            <a:lvl4pPr lvl="3" algn="r">
              <a:spcBef>
                <a:spcPts val="0"/>
              </a:spcBef>
              <a:spcAft>
                <a:spcPts val="0"/>
              </a:spcAft>
              <a:buSzPts val="2000"/>
              <a:buNone/>
              <a:defRPr sz="2000"/>
            </a:lvl4pPr>
            <a:lvl5pPr lvl="4" algn="r">
              <a:spcBef>
                <a:spcPts val="0"/>
              </a:spcBef>
              <a:spcAft>
                <a:spcPts val="0"/>
              </a:spcAft>
              <a:buSzPts val="2000"/>
              <a:buNone/>
              <a:defRPr sz="2000"/>
            </a:lvl5pPr>
            <a:lvl6pPr lvl="5" algn="r">
              <a:spcBef>
                <a:spcPts val="0"/>
              </a:spcBef>
              <a:spcAft>
                <a:spcPts val="0"/>
              </a:spcAft>
              <a:buSzPts val="2000"/>
              <a:buNone/>
              <a:defRPr sz="2000"/>
            </a:lvl6pPr>
            <a:lvl7pPr lvl="6" algn="r">
              <a:spcBef>
                <a:spcPts val="0"/>
              </a:spcBef>
              <a:spcAft>
                <a:spcPts val="0"/>
              </a:spcAft>
              <a:buSzPts val="2000"/>
              <a:buNone/>
              <a:defRPr sz="2000"/>
            </a:lvl7pPr>
            <a:lvl8pPr lvl="7" algn="r">
              <a:spcBef>
                <a:spcPts val="0"/>
              </a:spcBef>
              <a:spcAft>
                <a:spcPts val="0"/>
              </a:spcAft>
              <a:buSzPts val="2000"/>
              <a:buNone/>
              <a:defRPr sz="2000"/>
            </a:lvl8pPr>
            <a:lvl9pPr lvl="8" algn="r">
              <a:spcBef>
                <a:spcPts val="0"/>
              </a:spcBef>
              <a:spcAft>
                <a:spcPts val="0"/>
              </a:spcAft>
              <a:buSzPts val="2000"/>
              <a:buNone/>
              <a:defRPr sz="2000"/>
            </a:lvl9pPr>
          </a:lstStyle>
          <a:p/>
        </p:txBody>
      </p:sp>
      <p:sp>
        <p:nvSpPr>
          <p:cNvPr id="2503" name="Google Shape;2503;p107"/>
          <p:cNvSpPr txBox="1"/>
          <p:nvPr>
            <p:ph idx="5" type="subTitle"/>
          </p:nvPr>
        </p:nvSpPr>
        <p:spPr>
          <a:xfrm>
            <a:off x="6232889" y="2632650"/>
            <a:ext cx="2225400" cy="468000"/>
          </a:xfrm>
          <a:prstGeom prst="rect">
            <a:avLst/>
          </a:prstGeom>
        </p:spPr>
        <p:txBody>
          <a:bodyPr anchorCtr="0" anchor="ctr" bIns="91425" lIns="91425" spcFirstLastPara="1" rIns="91425" wrap="square" tIns="91425">
            <a:noAutofit/>
          </a:bodyPr>
          <a:lstStyle>
            <a:lvl1pPr lvl="0" algn="r">
              <a:lnSpc>
                <a:spcPct val="100000"/>
              </a:lnSpc>
              <a:spcBef>
                <a:spcPts val="0"/>
              </a:spcBef>
              <a:spcAft>
                <a:spcPts val="0"/>
              </a:spcAft>
              <a:buSzPts val="1400"/>
              <a:buNone/>
              <a:defRPr/>
            </a:lvl1pPr>
            <a:lvl2pPr lvl="1" algn="r">
              <a:lnSpc>
                <a:spcPct val="100000"/>
              </a:lnSpc>
              <a:spcBef>
                <a:spcPts val="0"/>
              </a:spcBef>
              <a:spcAft>
                <a:spcPts val="0"/>
              </a:spcAft>
              <a:buSzPts val="1400"/>
              <a:buNone/>
              <a:defRPr/>
            </a:lvl2pPr>
            <a:lvl3pPr lvl="2" algn="r">
              <a:lnSpc>
                <a:spcPct val="100000"/>
              </a:lnSpc>
              <a:spcBef>
                <a:spcPts val="0"/>
              </a:spcBef>
              <a:spcAft>
                <a:spcPts val="0"/>
              </a:spcAft>
              <a:buSzPts val="1400"/>
              <a:buNone/>
              <a:defRPr/>
            </a:lvl3pPr>
            <a:lvl4pPr lvl="3" algn="r">
              <a:lnSpc>
                <a:spcPct val="100000"/>
              </a:lnSpc>
              <a:spcBef>
                <a:spcPts val="0"/>
              </a:spcBef>
              <a:spcAft>
                <a:spcPts val="0"/>
              </a:spcAft>
              <a:buSzPts val="1400"/>
              <a:buNone/>
              <a:defRPr/>
            </a:lvl4pPr>
            <a:lvl5pPr lvl="4" algn="r">
              <a:lnSpc>
                <a:spcPct val="100000"/>
              </a:lnSpc>
              <a:spcBef>
                <a:spcPts val="0"/>
              </a:spcBef>
              <a:spcAft>
                <a:spcPts val="0"/>
              </a:spcAft>
              <a:buSzPts val="1400"/>
              <a:buNone/>
              <a:defRPr/>
            </a:lvl5pPr>
            <a:lvl6pPr lvl="5" algn="r">
              <a:lnSpc>
                <a:spcPct val="100000"/>
              </a:lnSpc>
              <a:spcBef>
                <a:spcPts val="0"/>
              </a:spcBef>
              <a:spcAft>
                <a:spcPts val="0"/>
              </a:spcAft>
              <a:buSzPts val="1400"/>
              <a:buNone/>
              <a:defRPr/>
            </a:lvl6pPr>
            <a:lvl7pPr lvl="6" algn="r">
              <a:lnSpc>
                <a:spcPct val="100000"/>
              </a:lnSpc>
              <a:spcBef>
                <a:spcPts val="0"/>
              </a:spcBef>
              <a:spcAft>
                <a:spcPts val="0"/>
              </a:spcAft>
              <a:buSzPts val="1400"/>
              <a:buNone/>
              <a:defRPr/>
            </a:lvl7pPr>
            <a:lvl8pPr lvl="7" algn="r">
              <a:lnSpc>
                <a:spcPct val="100000"/>
              </a:lnSpc>
              <a:spcBef>
                <a:spcPts val="0"/>
              </a:spcBef>
              <a:spcAft>
                <a:spcPts val="0"/>
              </a:spcAft>
              <a:buSzPts val="1400"/>
              <a:buNone/>
              <a:defRPr/>
            </a:lvl8pPr>
            <a:lvl9pPr lvl="8" algn="r">
              <a:lnSpc>
                <a:spcPct val="100000"/>
              </a:lnSpc>
              <a:spcBef>
                <a:spcPts val="0"/>
              </a:spcBef>
              <a:spcAft>
                <a:spcPts val="0"/>
              </a:spcAft>
              <a:buSzPts val="1400"/>
              <a:buNone/>
              <a:defRPr/>
            </a:lvl9pPr>
          </a:lstStyle>
          <a:p/>
        </p:txBody>
      </p:sp>
      <p:sp>
        <p:nvSpPr>
          <p:cNvPr id="2504" name="Google Shape;2504;p107"/>
          <p:cNvSpPr txBox="1"/>
          <p:nvPr>
            <p:ph hasCustomPrompt="1" idx="6" type="title"/>
          </p:nvPr>
        </p:nvSpPr>
        <p:spPr>
          <a:xfrm>
            <a:off x="7662593" y="1773634"/>
            <a:ext cx="792600" cy="528300"/>
          </a:xfrm>
          <a:prstGeom prst="rect">
            <a:avLst/>
          </a:prstGeom>
        </p:spPr>
        <p:txBody>
          <a:bodyPr anchorCtr="0" anchor="ctr" bIns="91425" lIns="91425" spcFirstLastPara="1" rIns="91425" wrap="square" tIns="91425">
            <a:noAutofit/>
          </a:bodyPr>
          <a:lstStyle>
            <a:lvl1pPr lvl="0" algn="r">
              <a:spcBef>
                <a:spcPts val="0"/>
              </a:spcBef>
              <a:spcAft>
                <a:spcPts val="0"/>
              </a:spcAft>
              <a:buSzPts val="3000"/>
              <a:buNone/>
              <a:defRPr sz="3000">
                <a:solidFill>
                  <a:schemeClr val="accent2"/>
                </a:solidFill>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sp>
        <p:nvSpPr>
          <p:cNvPr id="2505" name="Google Shape;2505;p107"/>
          <p:cNvSpPr txBox="1"/>
          <p:nvPr>
            <p:ph idx="7" type="title"/>
          </p:nvPr>
        </p:nvSpPr>
        <p:spPr>
          <a:xfrm>
            <a:off x="687071" y="3702599"/>
            <a:ext cx="2227800" cy="3936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sz="2000">
                <a:solidFill>
                  <a:schemeClr val="accent2"/>
                </a:solidFill>
              </a:defRPr>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sp>
        <p:nvSpPr>
          <p:cNvPr id="2506" name="Google Shape;2506;p107"/>
          <p:cNvSpPr txBox="1"/>
          <p:nvPr>
            <p:ph idx="8" type="subTitle"/>
          </p:nvPr>
        </p:nvSpPr>
        <p:spPr>
          <a:xfrm>
            <a:off x="689613" y="4096199"/>
            <a:ext cx="2227800" cy="4680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507" name="Google Shape;2507;p107"/>
          <p:cNvSpPr txBox="1"/>
          <p:nvPr>
            <p:ph hasCustomPrompt="1" idx="9" type="title"/>
          </p:nvPr>
        </p:nvSpPr>
        <p:spPr>
          <a:xfrm>
            <a:off x="685793" y="3237184"/>
            <a:ext cx="792600" cy="5283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solidFill>
                  <a:schemeClr val="accent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2508" name="Google Shape;2508;p107"/>
          <p:cNvSpPr txBox="1"/>
          <p:nvPr>
            <p:ph idx="13" type="title"/>
          </p:nvPr>
        </p:nvSpPr>
        <p:spPr>
          <a:xfrm>
            <a:off x="6230350" y="3702599"/>
            <a:ext cx="2225400" cy="393600"/>
          </a:xfrm>
          <a:prstGeom prst="rect">
            <a:avLst/>
          </a:prstGeom>
        </p:spPr>
        <p:txBody>
          <a:bodyPr anchorCtr="0" anchor="ctr" bIns="91425" lIns="91425" spcFirstLastPara="1" rIns="91425" wrap="square" tIns="91425">
            <a:noAutofit/>
          </a:bodyPr>
          <a:lstStyle>
            <a:lvl1pPr lvl="0" algn="r">
              <a:spcBef>
                <a:spcPts val="0"/>
              </a:spcBef>
              <a:spcAft>
                <a:spcPts val="0"/>
              </a:spcAft>
              <a:buSzPts val="2000"/>
              <a:buNone/>
              <a:defRPr sz="2000">
                <a:solidFill>
                  <a:schemeClr val="accent2"/>
                </a:solidFill>
              </a:defRPr>
            </a:lvl1pPr>
            <a:lvl2pPr lvl="1" algn="r">
              <a:spcBef>
                <a:spcPts val="0"/>
              </a:spcBef>
              <a:spcAft>
                <a:spcPts val="0"/>
              </a:spcAft>
              <a:buSzPts val="2000"/>
              <a:buNone/>
              <a:defRPr sz="2000"/>
            </a:lvl2pPr>
            <a:lvl3pPr lvl="2" algn="r">
              <a:spcBef>
                <a:spcPts val="0"/>
              </a:spcBef>
              <a:spcAft>
                <a:spcPts val="0"/>
              </a:spcAft>
              <a:buSzPts val="2000"/>
              <a:buNone/>
              <a:defRPr sz="2000"/>
            </a:lvl3pPr>
            <a:lvl4pPr lvl="3" algn="r">
              <a:spcBef>
                <a:spcPts val="0"/>
              </a:spcBef>
              <a:spcAft>
                <a:spcPts val="0"/>
              </a:spcAft>
              <a:buSzPts val="2000"/>
              <a:buNone/>
              <a:defRPr sz="2000"/>
            </a:lvl4pPr>
            <a:lvl5pPr lvl="4" algn="r">
              <a:spcBef>
                <a:spcPts val="0"/>
              </a:spcBef>
              <a:spcAft>
                <a:spcPts val="0"/>
              </a:spcAft>
              <a:buSzPts val="2000"/>
              <a:buNone/>
              <a:defRPr sz="2000"/>
            </a:lvl5pPr>
            <a:lvl6pPr lvl="5" algn="r">
              <a:spcBef>
                <a:spcPts val="0"/>
              </a:spcBef>
              <a:spcAft>
                <a:spcPts val="0"/>
              </a:spcAft>
              <a:buSzPts val="2000"/>
              <a:buNone/>
              <a:defRPr sz="2000"/>
            </a:lvl6pPr>
            <a:lvl7pPr lvl="6" algn="r">
              <a:spcBef>
                <a:spcPts val="0"/>
              </a:spcBef>
              <a:spcAft>
                <a:spcPts val="0"/>
              </a:spcAft>
              <a:buSzPts val="2000"/>
              <a:buNone/>
              <a:defRPr sz="2000"/>
            </a:lvl7pPr>
            <a:lvl8pPr lvl="7" algn="r">
              <a:spcBef>
                <a:spcPts val="0"/>
              </a:spcBef>
              <a:spcAft>
                <a:spcPts val="0"/>
              </a:spcAft>
              <a:buSzPts val="2000"/>
              <a:buNone/>
              <a:defRPr sz="2000"/>
            </a:lvl8pPr>
            <a:lvl9pPr lvl="8" algn="r">
              <a:spcBef>
                <a:spcPts val="0"/>
              </a:spcBef>
              <a:spcAft>
                <a:spcPts val="0"/>
              </a:spcAft>
              <a:buSzPts val="2000"/>
              <a:buNone/>
              <a:defRPr sz="2000"/>
            </a:lvl9pPr>
          </a:lstStyle>
          <a:p/>
        </p:txBody>
      </p:sp>
      <p:sp>
        <p:nvSpPr>
          <p:cNvPr id="2509" name="Google Shape;2509;p107"/>
          <p:cNvSpPr txBox="1"/>
          <p:nvPr>
            <p:ph idx="14" type="subTitle"/>
          </p:nvPr>
        </p:nvSpPr>
        <p:spPr>
          <a:xfrm>
            <a:off x="6232889" y="4096199"/>
            <a:ext cx="2225400" cy="468000"/>
          </a:xfrm>
          <a:prstGeom prst="rect">
            <a:avLst/>
          </a:prstGeom>
        </p:spPr>
        <p:txBody>
          <a:bodyPr anchorCtr="0" anchor="ctr" bIns="91425" lIns="91425" spcFirstLastPara="1" rIns="91425" wrap="square" tIns="91425">
            <a:noAutofit/>
          </a:bodyPr>
          <a:lstStyle>
            <a:lvl1pPr lvl="0" algn="r">
              <a:lnSpc>
                <a:spcPct val="100000"/>
              </a:lnSpc>
              <a:spcBef>
                <a:spcPts val="0"/>
              </a:spcBef>
              <a:spcAft>
                <a:spcPts val="0"/>
              </a:spcAft>
              <a:buSzPts val="1400"/>
              <a:buNone/>
              <a:defRPr/>
            </a:lvl1pPr>
            <a:lvl2pPr lvl="1" algn="r">
              <a:lnSpc>
                <a:spcPct val="100000"/>
              </a:lnSpc>
              <a:spcBef>
                <a:spcPts val="0"/>
              </a:spcBef>
              <a:spcAft>
                <a:spcPts val="0"/>
              </a:spcAft>
              <a:buSzPts val="1400"/>
              <a:buNone/>
              <a:defRPr/>
            </a:lvl2pPr>
            <a:lvl3pPr lvl="2" algn="r">
              <a:lnSpc>
                <a:spcPct val="100000"/>
              </a:lnSpc>
              <a:spcBef>
                <a:spcPts val="0"/>
              </a:spcBef>
              <a:spcAft>
                <a:spcPts val="0"/>
              </a:spcAft>
              <a:buSzPts val="1400"/>
              <a:buNone/>
              <a:defRPr/>
            </a:lvl3pPr>
            <a:lvl4pPr lvl="3" algn="r">
              <a:lnSpc>
                <a:spcPct val="100000"/>
              </a:lnSpc>
              <a:spcBef>
                <a:spcPts val="0"/>
              </a:spcBef>
              <a:spcAft>
                <a:spcPts val="0"/>
              </a:spcAft>
              <a:buSzPts val="1400"/>
              <a:buNone/>
              <a:defRPr/>
            </a:lvl4pPr>
            <a:lvl5pPr lvl="4" algn="r">
              <a:lnSpc>
                <a:spcPct val="100000"/>
              </a:lnSpc>
              <a:spcBef>
                <a:spcPts val="0"/>
              </a:spcBef>
              <a:spcAft>
                <a:spcPts val="0"/>
              </a:spcAft>
              <a:buSzPts val="1400"/>
              <a:buNone/>
              <a:defRPr/>
            </a:lvl5pPr>
            <a:lvl6pPr lvl="5" algn="r">
              <a:lnSpc>
                <a:spcPct val="100000"/>
              </a:lnSpc>
              <a:spcBef>
                <a:spcPts val="0"/>
              </a:spcBef>
              <a:spcAft>
                <a:spcPts val="0"/>
              </a:spcAft>
              <a:buSzPts val="1400"/>
              <a:buNone/>
              <a:defRPr/>
            </a:lvl6pPr>
            <a:lvl7pPr lvl="6" algn="r">
              <a:lnSpc>
                <a:spcPct val="100000"/>
              </a:lnSpc>
              <a:spcBef>
                <a:spcPts val="0"/>
              </a:spcBef>
              <a:spcAft>
                <a:spcPts val="0"/>
              </a:spcAft>
              <a:buSzPts val="1400"/>
              <a:buNone/>
              <a:defRPr/>
            </a:lvl7pPr>
            <a:lvl8pPr lvl="7" algn="r">
              <a:lnSpc>
                <a:spcPct val="100000"/>
              </a:lnSpc>
              <a:spcBef>
                <a:spcPts val="0"/>
              </a:spcBef>
              <a:spcAft>
                <a:spcPts val="0"/>
              </a:spcAft>
              <a:buSzPts val="1400"/>
              <a:buNone/>
              <a:defRPr/>
            </a:lvl8pPr>
            <a:lvl9pPr lvl="8" algn="r">
              <a:lnSpc>
                <a:spcPct val="100000"/>
              </a:lnSpc>
              <a:spcBef>
                <a:spcPts val="0"/>
              </a:spcBef>
              <a:spcAft>
                <a:spcPts val="0"/>
              </a:spcAft>
              <a:buSzPts val="1400"/>
              <a:buNone/>
              <a:defRPr/>
            </a:lvl9pPr>
          </a:lstStyle>
          <a:p/>
        </p:txBody>
      </p:sp>
      <p:sp>
        <p:nvSpPr>
          <p:cNvPr id="2510" name="Google Shape;2510;p107"/>
          <p:cNvSpPr txBox="1"/>
          <p:nvPr>
            <p:ph hasCustomPrompt="1" idx="15" type="title"/>
          </p:nvPr>
        </p:nvSpPr>
        <p:spPr>
          <a:xfrm>
            <a:off x="7662593" y="3237184"/>
            <a:ext cx="792600" cy="528300"/>
          </a:xfrm>
          <a:prstGeom prst="rect">
            <a:avLst/>
          </a:prstGeom>
        </p:spPr>
        <p:txBody>
          <a:bodyPr anchorCtr="0" anchor="ctr" bIns="91425" lIns="91425" spcFirstLastPara="1" rIns="91425" wrap="square" tIns="91425">
            <a:noAutofit/>
          </a:bodyPr>
          <a:lstStyle>
            <a:lvl1pPr lvl="0" algn="r">
              <a:spcBef>
                <a:spcPts val="0"/>
              </a:spcBef>
              <a:spcAft>
                <a:spcPts val="0"/>
              </a:spcAft>
              <a:buSzPts val="3000"/>
              <a:buNone/>
              <a:defRPr sz="3000">
                <a:solidFill>
                  <a:schemeClr val="accent2"/>
                </a:solidFill>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grpSp>
        <p:nvGrpSpPr>
          <p:cNvPr id="2511" name="Google Shape;2511;p107"/>
          <p:cNvGrpSpPr/>
          <p:nvPr/>
        </p:nvGrpSpPr>
        <p:grpSpPr>
          <a:xfrm>
            <a:off x="-1069154" y="4407897"/>
            <a:ext cx="1878379" cy="1510434"/>
            <a:chOff x="-1069154" y="4407897"/>
            <a:chExt cx="1878379" cy="1510434"/>
          </a:xfrm>
        </p:grpSpPr>
        <p:sp>
          <p:nvSpPr>
            <p:cNvPr id="2512" name="Google Shape;2512;p107"/>
            <p:cNvSpPr/>
            <p:nvPr/>
          </p:nvSpPr>
          <p:spPr>
            <a:xfrm flipH="1">
              <a:off x="-1069154" y="4407897"/>
              <a:ext cx="1878379" cy="1510434"/>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3" name="Google Shape;2513;p107"/>
            <p:cNvSpPr/>
            <p:nvPr/>
          </p:nvSpPr>
          <p:spPr>
            <a:xfrm>
              <a:off x="-603318" y="4702573"/>
              <a:ext cx="1040410" cy="921152"/>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14" name="Google Shape;2514;p107"/>
          <p:cNvGrpSpPr/>
          <p:nvPr/>
        </p:nvGrpSpPr>
        <p:grpSpPr>
          <a:xfrm flipH="1" rot="10800000">
            <a:off x="8455188" y="183250"/>
            <a:ext cx="463864" cy="572939"/>
            <a:chOff x="274663" y="183250"/>
            <a:chExt cx="463864" cy="572939"/>
          </a:xfrm>
        </p:grpSpPr>
        <p:grpSp>
          <p:nvGrpSpPr>
            <p:cNvPr id="2515" name="Google Shape;2515;p107"/>
            <p:cNvGrpSpPr/>
            <p:nvPr/>
          </p:nvGrpSpPr>
          <p:grpSpPr>
            <a:xfrm>
              <a:off x="633070" y="183250"/>
              <a:ext cx="105457" cy="105457"/>
              <a:chOff x="7812545" y="194375"/>
              <a:chExt cx="105457" cy="105457"/>
            </a:xfrm>
          </p:grpSpPr>
          <p:sp>
            <p:nvSpPr>
              <p:cNvPr id="2516" name="Google Shape;2516;p107"/>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7" name="Google Shape;2517;p107"/>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8" name="Google Shape;2518;p107"/>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9" name="Google Shape;2519;p107"/>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520" name="Google Shape;2520;p107"/>
            <p:cNvSpPr/>
            <p:nvPr/>
          </p:nvSpPr>
          <p:spPr>
            <a:xfrm>
              <a:off x="274663" y="650800"/>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521" name="Google Shape;2521;p107"/>
          <p:cNvSpPr/>
          <p:nvPr/>
        </p:nvSpPr>
        <p:spPr>
          <a:xfrm rot="10800000">
            <a:off x="8055478" y="4564201"/>
            <a:ext cx="1683999" cy="1354130"/>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22" name="Google Shape;2522;p107"/>
          <p:cNvGrpSpPr/>
          <p:nvPr/>
        </p:nvGrpSpPr>
        <p:grpSpPr>
          <a:xfrm>
            <a:off x="167651" y="174775"/>
            <a:ext cx="719526" cy="729257"/>
            <a:chOff x="167651" y="174775"/>
            <a:chExt cx="719526" cy="729257"/>
          </a:xfrm>
        </p:grpSpPr>
        <p:sp>
          <p:nvSpPr>
            <p:cNvPr id="2523" name="Google Shape;2523;p107"/>
            <p:cNvSpPr/>
            <p:nvPr/>
          </p:nvSpPr>
          <p:spPr>
            <a:xfrm flipH="1" rot="10800000">
              <a:off x="167651" y="826080"/>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2524" name="Google Shape;2524;p107"/>
            <p:cNvGrpSpPr/>
            <p:nvPr/>
          </p:nvGrpSpPr>
          <p:grpSpPr>
            <a:xfrm flipH="1" rot="10800000">
              <a:off x="512195" y="174775"/>
              <a:ext cx="105457" cy="105457"/>
              <a:chOff x="7812545" y="194375"/>
              <a:chExt cx="105457" cy="105457"/>
            </a:xfrm>
          </p:grpSpPr>
          <p:sp>
            <p:nvSpPr>
              <p:cNvPr id="2525" name="Google Shape;2525;p107"/>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6" name="Google Shape;2526;p107"/>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7" name="Google Shape;2527;p107"/>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8" name="Google Shape;2528;p107"/>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529" name="Google Shape;2529;p107"/>
            <p:cNvSpPr/>
            <p:nvPr/>
          </p:nvSpPr>
          <p:spPr>
            <a:xfrm flipH="1" rot="10800000">
              <a:off x="809226" y="58245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spTree>
  </p:cSld>
  <p:clrMapOvr>
    <a:masterClrMapping/>
  </p:clrMapOvr>
</p:sldLayout>
</file>

<file path=ppt/slideLayouts/slideLayout1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BLANK_8">
    <p:spTree>
      <p:nvGrpSpPr>
        <p:cNvPr id="2530" name="Shape 2530"/>
        <p:cNvGrpSpPr/>
        <p:nvPr/>
      </p:nvGrpSpPr>
      <p:grpSpPr>
        <a:xfrm>
          <a:off x="0" y="0"/>
          <a:ext cx="0" cy="0"/>
          <a:chOff x="0" y="0"/>
          <a:chExt cx="0" cy="0"/>
        </a:xfrm>
      </p:grpSpPr>
      <p:sp>
        <p:nvSpPr>
          <p:cNvPr id="2531" name="Google Shape;2531;p10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2532" name="Google Shape;2532;p108"/>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533" name="Google Shape;2533;p108"/>
          <p:cNvSpPr txBox="1"/>
          <p:nvPr>
            <p:ph idx="1" type="subTitle"/>
          </p:nvPr>
        </p:nvSpPr>
        <p:spPr>
          <a:xfrm>
            <a:off x="3601100" y="1757449"/>
            <a:ext cx="2063100" cy="4815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2534" name="Google Shape;2534;p108"/>
          <p:cNvSpPr txBox="1"/>
          <p:nvPr>
            <p:ph idx="2" type="subTitle"/>
          </p:nvPr>
        </p:nvSpPr>
        <p:spPr>
          <a:xfrm>
            <a:off x="3601100" y="1346150"/>
            <a:ext cx="2063100" cy="393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sp>
        <p:nvSpPr>
          <p:cNvPr id="2535" name="Google Shape;2535;p108"/>
          <p:cNvSpPr txBox="1"/>
          <p:nvPr>
            <p:ph idx="3" type="subTitle"/>
          </p:nvPr>
        </p:nvSpPr>
        <p:spPr>
          <a:xfrm>
            <a:off x="3601100" y="2860349"/>
            <a:ext cx="2063100" cy="4815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2536" name="Google Shape;2536;p108"/>
          <p:cNvSpPr txBox="1"/>
          <p:nvPr>
            <p:ph idx="4" type="subTitle"/>
          </p:nvPr>
        </p:nvSpPr>
        <p:spPr>
          <a:xfrm>
            <a:off x="3601100" y="2449051"/>
            <a:ext cx="2063100" cy="393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sp>
        <p:nvSpPr>
          <p:cNvPr id="2537" name="Google Shape;2537;p108"/>
          <p:cNvSpPr txBox="1"/>
          <p:nvPr>
            <p:ph idx="5" type="subTitle"/>
          </p:nvPr>
        </p:nvSpPr>
        <p:spPr>
          <a:xfrm>
            <a:off x="3601100" y="3963250"/>
            <a:ext cx="2063100" cy="4815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2538" name="Google Shape;2538;p108"/>
          <p:cNvSpPr txBox="1"/>
          <p:nvPr>
            <p:ph idx="6" type="subTitle"/>
          </p:nvPr>
        </p:nvSpPr>
        <p:spPr>
          <a:xfrm>
            <a:off x="3601100" y="3551951"/>
            <a:ext cx="2063100" cy="393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sp>
        <p:nvSpPr>
          <p:cNvPr id="2539" name="Google Shape;2539;p108"/>
          <p:cNvSpPr txBox="1"/>
          <p:nvPr>
            <p:ph idx="7" type="subTitle"/>
          </p:nvPr>
        </p:nvSpPr>
        <p:spPr>
          <a:xfrm>
            <a:off x="6395100" y="1757449"/>
            <a:ext cx="2063100" cy="4815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2540" name="Google Shape;2540;p108"/>
          <p:cNvSpPr txBox="1"/>
          <p:nvPr>
            <p:ph idx="8" type="subTitle"/>
          </p:nvPr>
        </p:nvSpPr>
        <p:spPr>
          <a:xfrm>
            <a:off x="6395100" y="1346150"/>
            <a:ext cx="2063100" cy="393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sp>
        <p:nvSpPr>
          <p:cNvPr id="2541" name="Google Shape;2541;p108"/>
          <p:cNvSpPr txBox="1"/>
          <p:nvPr>
            <p:ph idx="9" type="subTitle"/>
          </p:nvPr>
        </p:nvSpPr>
        <p:spPr>
          <a:xfrm>
            <a:off x="6395100" y="2860349"/>
            <a:ext cx="2063100" cy="4815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2542" name="Google Shape;2542;p108"/>
          <p:cNvSpPr txBox="1"/>
          <p:nvPr>
            <p:ph idx="13" type="subTitle"/>
          </p:nvPr>
        </p:nvSpPr>
        <p:spPr>
          <a:xfrm>
            <a:off x="6395100" y="2449051"/>
            <a:ext cx="2063100" cy="393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sp>
        <p:nvSpPr>
          <p:cNvPr id="2543" name="Google Shape;2543;p108"/>
          <p:cNvSpPr txBox="1"/>
          <p:nvPr>
            <p:ph idx="14" type="subTitle"/>
          </p:nvPr>
        </p:nvSpPr>
        <p:spPr>
          <a:xfrm>
            <a:off x="6395100" y="3963250"/>
            <a:ext cx="2063100" cy="4815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2544" name="Google Shape;2544;p108"/>
          <p:cNvSpPr txBox="1"/>
          <p:nvPr>
            <p:ph idx="15" type="subTitle"/>
          </p:nvPr>
        </p:nvSpPr>
        <p:spPr>
          <a:xfrm>
            <a:off x="6395100" y="3551951"/>
            <a:ext cx="2063100" cy="393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grpSp>
        <p:nvGrpSpPr>
          <p:cNvPr id="2545" name="Google Shape;2545;p108"/>
          <p:cNvGrpSpPr/>
          <p:nvPr/>
        </p:nvGrpSpPr>
        <p:grpSpPr>
          <a:xfrm>
            <a:off x="8140895" y="199900"/>
            <a:ext cx="767307" cy="704132"/>
            <a:chOff x="8140895" y="199900"/>
            <a:chExt cx="767307" cy="704132"/>
          </a:xfrm>
        </p:grpSpPr>
        <p:sp>
          <p:nvSpPr>
            <p:cNvPr id="2546" name="Google Shape;2546;p108"/>
            <p:cNvSpPr/>
            <p:nvPr/>
          </p:nvSpPr>
          <p:spPr>
            <a:xfrm>
              <a:off x="8724801" y="261850"/>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2547" name="Google Shape;2547;p108"/>
            <p:cNvGrpSpPr/>
            <p:nvPr/>
          </p:nvGrpSpPr>
          <p:grpSpPr>
            <a:xfrm>
              <a:off x="8802745" y="798575"/>
              <a:ext cx="105457" cy="105457"/>
              <a:chOff x="7812545" y="194375"/>
              <a:chExt cx="105457" cy="105457"/>
            </a:xfrm>
          </p:grpSpPr>
          <p:sp>
            <p:nvSpPr>
              <p:cNvPr id="2548" name="Google Shape;2548;p108"/>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9" name="Google Shape;2549;p108"/>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0" name="Google Shape;2550;p108"/>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1" name="Google Shape;2551;p108"/>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52" name="Google Shape;2552;p108"/>
            <p:cNvGrpSpPr/>
            <p:nvPr/>
          </p:nvGrpSpPr>
          <p:grpSpPr>
            <a:xfrm>
              <a:off x="8140895" y="199900"/>
              <a:ext cx="105457" cy="105457"/>
              <a:chOff x="7812545" y="194375"/>
              <a:chExt cx="105457" cy="105457"/>
            </a:xfrm>
          </p:grpSpPr>
          <p:sp>
            <p:nvSpPr>
              <p:cNvPr id="2553" name="Google Shape;2553;p108"/>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4" name="Google Shape;2554;p108"/>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5" name="Google Shape;2555;p108"/>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6" name="Google Shape;2556;p108"/>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557" name="Google Shape;2557;p108"/>
          <p:cNvGrpSpPr/>
          <p:nvPr/>
        </p:nvGrpSpPr>
        <p:grpSpPr>
          <a:xfrm>
            <a:off x="198551" y="248100"/>
            <a:ext cx="340151" cy="550476"/>
            <a:chOff x="198551" y="248100"/>
            <a:chExt cx="340151" cy="550476"/>
          </a:xfrm>
        </p:grpSpPr>
        <p:sp>
          <p:nvSpPr>
            <p:cNvPr id="2558" name="Google Shape;2558;p108"/>
            <p:cNvSpPr/>
            <p:nvPr/>
          </p:nvSpPr>
          <p:spPr>
            <a:xfrm>
              <a:off x="198551" y="72062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2559" name="Google Shape;2559;p108"/>
            <p:cNvGrpSpPr/>
            <p:nvPr/>
          </p:nvGrpSpPr>
          <p:grpSpPr>
            <a:xfrm>
              <a:off x="433245" y="248100"/>
              <a:ext cx="105457" cy="105457"/>
              <a:chOff x="7812545" y="194375"/>
              <a:chExt cx="105457" cy="105457"/>
            </a:xfrm>
          </p:grpSpPr>
          <p:sp>
            <p:nvSpPr>
              <p:cNvPr id="2560" name="Google Shape;2560;p108"/>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1" name="Google Shape;2561;p108"/>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2" name="Google Shape;2562;p108"/>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3" name="Google Shape;2563;p108"/>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564" name="Google Shape;2564;p108"/>
          <p:cNvSpPr/>
          <p:nvPr/>
        </p:nvSpPr>
        <p:spPr>
          <a:xfrm flipH="1">
            <a:off x="8724788" y="4527038"/>
            <a:ext cx="1232275" cy="1091025"/>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65" name="Google Shape;2565;p108"/>
          <p:cNvGrpSpPr/>
          <p:nvPr/>
        </p:nvGrpSpPr>
        <p:grpSpPr>
          <a:xfrm>
            <a:off x="2880351" y="4654848"/>
            <a:ext cx="2357201" cy="285801"/>
            <a:chOff x="2880351" y="4654848"/>
            <a:chExt cx="2357201" cy="285801"/>
          </a:xfrm>
        </p:grpSpPr>
        <p:sp>
          <p:nvSpPr>
            <p:cNvPr id="2566" name="Google Shape;2566;p108"/>
            <p:cNvSpPr/>
            <p:nvPr/>
          </p:nvSpPr>
          <p:spPr>
            <a:xfrm>
              <a:off x="2880351" y="4862698"/>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2567" name="Google Shape;2567;p108"/>
            <p:cNvGrpSpPr/>
            <p:nvPr/>
          </p:nvGrpSpPr>
          <p:grpSpPr>
            <a:xfrm>
              <a:off x="3601095" y="4654848"/>
              <a:ext cx="105457" cy="105457"/>
              <a:chOff x="7812545" y="194375"/>
              <a:chExt cx="105457" cy="105457"/>
            </a:xfrm>
          </p:grpSpPr>
          <p:sp>
            <p:nvSpPr>
              <p:cNvPr id="2568" name="Google Shape;2568;p108"/>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9" name="Google Shape;2569;p108"/>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0" name="Google Shape;2570;p108"/>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1" name="Google Shape;2571;p108"/>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572" name="Google Shape;2572;p108"/>
            <p:cNvSpPr/>
            <p:nvPr/>
          </p:nvSpPr>
          <p:spPr>
            <a:xfrm>
              <a:off x="4343376" y="4862698"/>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2573" name="Google Shape;2573;p108"/>
            <p:cNvGrpSpPr/>
            <p:nvPr/>
          </p:nvGrpSpPr>
          <p:grpSpPr>
            <a:xfrm>
              <a:off x="5132095" y="4654848"/>
              <a:ext cx="105457" cy="105457"/>
              <a:chOff x="7812545" y="194375"/>
              <a:chExt cx="105457" cy="105457"/>
            </a:xfrm>
          </p:grpSpPr>
          <p:sp>
            <p:nvSpPr>
              <p:cNvPr id="2574" name="Google Shape;2574;p108"/>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5" name="Google Shape;2575;p108"/>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6" name="Google Shape;2576;p108"/>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7" name="Google Shape;2577;p108"/>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BLANK_9">
    <p:spTree>
      <p:nvGrpSpPr>
        <p:cNvPr id="2578" name="Shape 2578"/>
        <p:cNvGrpSpPr/>
        <p:nvPr/>
      </p:nvGrpSpPr>
      <p:grpSpPr>
        <a:xfrm>
          <a:off x="0" y="0"/>
          <a:ext cx="0" cy="0"/>
          <a:chOff x="0" y="0"/>
          <a:chExt cx="0" cy="0"/>
        </a:xfrm>
      </p:grpSpPr>
      <p:sp>
        <p:nvSpPr>
          <p:cNvPr id="2579" name="Google Shape;2579;p10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2580" name="Google Shape;2580;p109"/>
          <p:cNvSpPr txBox="1"/>
          <p:nvPr>
            <p:ph type="title"/>
          </p:nvPr>
        </p:nvSpPr>
        <p:spPr>
          <a:xfrm>
            <a:off x="685800" y="1976850"/>
            <a:ext cx="3598800" cy="5355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581" name="Google Shape;2581;p109"/>
          <p:cNvSpPr txBox="1"/>
          <p:nvPr>
            <p:ph idx="1" type="subTitle"/>
          </p:nvPr>
        </p:nvSpPr>
        <p:spPr>
          <a:xfrm>
            <a:off x="685800" y="2627175"/>
            <a:ext cx="3598800" cy="7518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nSpc>
                <a:spcPct val="100000"/>
              </a:lnSpc>
              <a:spcBef>
                <a:spcPts val="0"/>
              </a:spcBef>
              <a:spcAft>
                <a:spcPts val="0"/>
              </a:spcAft>
              <a:buSzPts val="2100"/>
              <a:buNone/>
              <a:defRPr sz="2100"/>
            </a:lvl2pPr>
            <a:lvl3pPr lvl="2">
              <a:lnSpc>
                <a:spcPct val="100000"/>
              </a:lnSpc>
              <a:spcBef>
                <a:spcPts val="0"/>
              </a:spcBef>
              <a:spcAft>
                <a:spcPts val="0"/>
              </a:spcAft>
              <a:buSzPts val="2100"/>
              <a:buNone/>
              <a:defRPr sz="2100"/>
            </a:lvl3pPr>
            <a:lvl4pPr lvl="3">
              <a:lnSpc>
                <a:spcPct val="100000"/>
              </a:lnSpc>
              <a:spcBef>
                <a:spcPts val="0"/>
              </a:spcBef>
              <a:spcAft>
                <a:spcPts val="0"/>
              </a:spcAft>
              <a:buSzPts val="2100"/>
              <a:buNone/>
              <a:defRPr sz="2100"/>
            </a:lvl4pPr>
            <a:lvl5pPr lvl="4">
              <a:lnSpc>
                <a:spcPct val="100000"/>
              </a:lnSpc>
              <a:spcBef>
                <a:spcPts val="0"/>
              </a:spcBef>
              <a:spcAft>
                <a:spcPts val="0"/>
              </a:spcAft>
              <a:buSzPts val="2100"/>
              <a:buNone/>
              <a:defRPr sz="2100"/>
            </a:lvl5pPr>
            <a:lvl6pPr lvl="5">
              <a:lnSpc>
                <a:spcPct val="100000"/>
              </a:lnSpc>
              <a:spcBef>
                <a:spcPts val="0"/>
              </a:spcBef>
              <a:spcAft>
                <a:spcPts val="0"/>
              </a:spcAft>
              <a:buSzPts val="2100"/>
              <a:buNone/>
              <a:defRPr sz="2100"/>
            </a:lvl6pPr>
            <a:lvl7pPr lvl="6">
              <a:lnSpc>
                <a:spcPct val="100000"/>
              </a:lnSpc>
              <a:spcBef>
                <a:spcPts val="0"/>
              </a:spcBef>
              <a:spcAft>
                <a:spcPts val="0"/>
              </a:spcAft>
              <a:buSzPts val="2100"/>
              <a:buNone/>
              <a:defRPr sz="2100"/>
            </a:lvl7pPr>
            <a:lvl8pPr lvl="7">
              <a:lnSpc>
                <a:spcPct val="100000"/>
              </a:lnSpc>
              <a:spcBef>
                <a:spcPts val="0"/>
              </a:spcBef>
              <a:spcAft>
                <a:spcPts val="0"/>
              </a:spcAft>
              <a:buSzPts val="2100"/>
              <a:buNone/>
              <a:defRPr sz="2100"/>
            </a:lvl8pPr>
            <a:lvl9pPr lvl="8">
              <a:lnSpc>
                <a:spcPct val="100000"/>
              </a:lnSpc>
              <a:spcBef>
                <a:spcPts val="0"/>
              </a:spcBef>
              <a:spcAft>
                <a:spcPts val="0"/>
              </a:spcAft>
              <a:buSzPts val="2100"/>
              <a:buNone/>
              <a:defRPr sz="2100"/>
            </a:lvl9pPr>
          </a:lstStyle>
          <a:p/>
        </p:txBody>
      </p:sp>
      <p:grpSp>
        <p:nvGrpSpPr>
          <p:cNvPr id="2582" name="Google Shape;2582;p109"/>
          <p:cNvGrpSpPr/>
          <p:nvPr/>
        </p:nvGrpSpPr>
        <p:grpSpPr>
          <a:xfrm>
            <a:off x="203282" y="217187"/>
            <a:ext cx="801319" cy="855707"/>
            <a:chOff x="203282" y="217187"/>
            <a:chExt cx="801319" cy="855707"/>
          </a:xfrm>
        </p:grpSpPr>
        <p:sp>
          <p:nvSpPr>
            <p:cNvPr id="2583" name="Google Shape;2583;p109"/>
            <p:cNvSpPr/>
            <p:nvPr/>
          </p:nvSpPr>
          <p:spPr>
            <a:xfrm>
              <a:off x="899150" y="217187"/>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84" name="Google Shape;2584;p109"/>
            <p:cNvGrpSpPr/>
            <p:nvPr/>
          </p:nvGrpSpPr>
          <p:grpSpPr>
            <a:xfrm>
              <a:off x="203282" y="967438"/>
              <a:ext cx="105457" cy="105457"/>
              <a:chOff x="7812545" y="194375"/>
              <a:chExt cx="105457" cy="105457"/>
            </a:xfrm>
          </p:grpSpPr>
          <p:sp>
            <p:nvSpPr>
              <p:cNvPr id="2585" name="Google Shape;2585;p109"/>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6" name="Google Shape;2586;p109"/>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7" name="Google Shape;2587;p109"/>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8" name="Google Shape;2588;p109"/>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589" name="Google Shape;2589;p109"/>
          <p:cNvGrpSpPr/>
          <p:nvPr/>
        </p:nvGrpSpPr>
        <p:grpSpPr>
          <a:xfrm>
            <a:off x="-486246" y="4538820"/>
            <a:ext cx="1490848" cy="877511"/>
            <a:chOff x="-486246" y="4538820"/>
            <a:chExt cx="1490848" cy="877511"/>
          </a:xfrm>
        </p:grpSpPr>
        <p:sp>
          <p:nvSpPr>
            <p:cNvPr id="2590" name="Google Shape;2590;p109"/>
            <p:cNvSpPr/>
            <p:nvPr/>
          </p:nvSpPr>
          <p:spPr>
            <a:xfrm>
              <a:off x="-486246" y="4538820"/>
              <a:ext cx="991119" cy="877511"/>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1" name="Google Shape;2591;p109"/>
            <p:cNvSpPr/>
            <p:nvPr/>
          </p:nvSpPr>
          <p:spPr>
            <a:xfrm>
              <a:off x="899150" y="4850137"/>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BLANK_11">
    <p:spTree>
      <p:nvGrpSpPr>
        <p:cNvPr id="2592" name="Shape 2592"/>
        <p:cNvGrpSpPr/>
        <p:nvPr/>
      </p:nvGrpSpPr>
      <p:grpSpPr>
        <a:xfrm>
          <a:off x="0" y="0"/>
          <a:ext cx="0" cy="0"/>
          <a:chOff x="0" y="0"/>
          <a:chExt cx="0" cy="0"/>
        </a:xfrm>
      </p:grpSpPr>
      <p:sp>
        <p:nvSpPr>
          <p:cNvPr id="2593" name="Google Shape;2593;p1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2594" name="Google Shape;2594;p110"/>
          <p:cNvSpPr txBox="1"/>
          <p:nvPr>
            <p:ph type="title"/>
          </p:nvPr>
        </p:nvSpPr>
        <p:spPr>
          <a:xfrm>
            <a:off x="4859400" y="1976850"/>
            <a:ext cx="3598800" cy="5355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595" name="Google Shape;2595;p110"/>
          <p:cNvSpPr txBox="1"/>
          <p:nvPr>
            <p:ph idx="1" type="subTitle"/>
          </p:nvPr>
        </p:nvSpPr>
        <p:spPr>
          <a:xfrm>
            <a:off x="4859400" y="2627175"/>
            <a:ext cx="3598800" cy="7518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nSpc>
                <a:spcPct val="100000"/>
              </a:lnSpc>
              <a:spcBef>
                <a:spcPts val="0"/>
              </a:spcBef>
              <a:spcAft>
                <a:spcPts val="0"/>
              </a:spcAft>
              <a:buSzPts val="2100"/>
              <a:buNone/>
              <a:defRPr sz="2100"/>
            </a:lvl2pPr>
            <a:lvl3pPr lvl="2">
              <a:lnSpc>
                <a:spcPct val="100000"/>
              </a:lnSpc>
              <a:spcBef>
                <a:spcPts val="0"/>
              </a:spcBef>
              <a:spcAft>
                <a:spcPts val="0"/>
              </a:spcAft>
              <a:buSzPts val="2100"/>
              <a:buNone/>
              <a:defRPr sz="2100"/>
            </a:lvl3pPr>
            <a:lvl4pPr lvl="3">
              <a:lnSpc>
                <a:spcPct val="100000"/>
              </a:lnSpc>
              <a:spcBef>
                <a:spcPts val="0"/>
              </a:spcBef>
              <a:spcAft>
                <a:spcPts val="0"/>
              </a:spcAft>
              <a:buSzPts val="2100"/>
              <a:buNone/>
              <a:defRPr sz="2100"/>
            </a:lvl4pPr>
            <a:lvl5pPr lvl="4">
              <a:lnSpc>
                <a:spcPct val="100000"/>
              </a:lnSpc>
              <a:spcBef>
                <a:spcPts val="0"/>
              </a:spcBef>
              <a:spcAft>
                <a:spcPts val="0"/>
              </a:spcAft>
              <a:buSzPts val="2100"/>
              <a:buNone/>
              <a:defRPr sz="2100"/>
            </a:lvl5pPr>
            <a:lvl6pPr lvl="5">
              <a:lnSpc>
                <a:spcPct val="100000"/>
              </a:lnSpc>
              <a:spcBef>
                <a:spcPts val="0"/>
              </a:spcBef>
              <a:spcAft>
                <a:spcPts val="0"/>
              </a:spcAft>
              <a:buSzPts val="2100"/>
              <a:buNone/>
              <a:defRPr sz="2100"/>
            </a:lvl6pPr>
            <a:lvl7pPr lvl="6">
              <a:lnSpc>
                <a:spcPct val="100000"/>
              </a:lnSpc>
              <a:spcBef>
                <a:spcPts val="0"/>
              </a:spcBef>
              <a:spcAft>
                <a:spcPts val="0"/>
              </a:spcAft>
              <a:buSzPts val="2100"/>
              <a:buNone/>
              <a:defRPr sz="2100"/>
            </a:lvl7pPr>
            <a:lvl8pPr lvl="7">
              <a:lnSpc>
                <a:spcPct val="100000"/>
              </a:lnSpc>
              <a:spcBef>
                <a:spcPts val="0"/>
              </a:spcBef>
              <a:spcAft>
                <a:spcPts val="0"/>
              </a:spcAft>
              <a:buSzPts val="2100"/>
              <a:buNone/>
              <a:defRPr sz="2100"/>
            </a:lvl8pPr>
            <a:lvl9pPr lvl="8">
              <a:lnSpc>
                <a:spcPct val="100000"/>
              </a:lnSpc>
              <a:spcBef>
                <a:spcPts val="0"/>
              </a:spcBef>
              <a:spcAft>
                <a:spcPts val="0"/>
              </a:spcAft>
              <a:buSzPts val="2100"/>
              <a:buNone/>
              <a:defRPr sz="2100"/>
            </a:lvl9pPr>
          </a:lstStyle>
          <a:p/>
        </p:txBody>
      </p:sp>
      <p:grpSp>
        <p:nvGrpSpPr>
          <p:cNvPr id="2596" name="Google Shape;2596;p110"/>
          <p:cNvGrpSpPr/>
          <p:nvPr/>
        </p:nvGrpSpPr>
        <p:grpSpPr>
          <a:xfrm>
            <a:off x="4267201" y="4281023"/>
            <a:ext cx="2862276" cy="557407"/>
            <a:chOff x="4267201" y="4281023"/>
            <a:chExt cx="2862276" cy="557407"/>
          </a:xfrm>
        </p:grpSpPr>
        <p:sp>
          <p:nvSpPr>
            <p:cNvPr id="2597" name="Google Shape;2597;p110"/>
            <p:cNvSpPr/>
            <p:nvPr/>
          </p:nvSpPr>
          <p:spPr>
            <a:xfrm>
              <a:off x="4267201" y="4746723"/>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2598" name="Google Shape;2598;p110"/>
            <p:cNvGrpSpPr/>
            <p:nvPr/>
          </p:nvGrpSpPr>
          <p:grpSpPr>
            <a:xfrm>
              <a:off x="5127270" y="4281023"/>
              <a:ext cx="105457" cy="105457"/>
              <a:chOff x="7812545" y="194375"/>
              <a:chExt cx="105457" cy="105457"/>
            </a:xfrm>
          </p:grpSpPr>
          <p:sp>
            <p:nvSpPr>
              <p:cNvPr id="2599" name="Google Shape;2599;p110"/>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0" name="Google Shape;2600;p110"/>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1" name="Google Shape;2601;p110"/>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2" name="Google Shape;2602;p110"/>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03" name="Google Shape;2603;p110"/>
            <p:cNvSpPr/>
            <p:nvPr/>
          </p:nvSpPr>
          <p:spPr>
            <a:xfrm>
              <a:off x="6165650" y="4487449"/>
              <a:ext cx="171626" cy="171626"/>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2604" name="Google Shape;2604;p110"/>
            <p:cNvGrpSpPr/>
            <p:nvPr/>
          </p:nvGrpSpPr>
          <p:grpSpPr>
            <a:xfrm>
              <a:off x="7024020" y="4732973"/>
              <a:ext cx="105457" cy="105457"/>
              <a:chOff x="7812545" y="194375"/>
              <a:chExt cx="105457" cy="105457"/>
            </a:xfrm>
          </p:grpSpPr>
          <p:sp>
            <p:nvSpPr>
              <p:cNvPr id="2605" name="Google Shape;2605;p110"/>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6" name="Google Shape;2606;p110"/>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7" name="Google Shape;2607;p110"/>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8" name="Google Shape;2608;p110"/>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609" name="Google Shape;2609;p110"/>
          <p:cNvSpPr/>
          <p:nvPr/>
        </p:nvSpPr>
        <p:spPr>
          <a:xfrm rot="5828238">
            <a:off x="712226" y="4219055"/>
            <a:ext cx="1085117" cy="2077472"/>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0" name="Google Shape;2610;p110"/>
          <p:cNvSpPr/>
          <p:nvPr/>
        </p:nvSpPr>
        <p:spPr>
          <a:xfrm flipH="1">
            <a:off x="8516050" y="4487450"/>
            <a:ext cx="1172375" cy="942725"/>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611" name="Google Shape;2611;p110"/>
          <p:cNvGrpSpPr/>
          <p:nvPr/>
        </p:nvGrpSpPr>
        <p:grpSpPr>
          <a:xfrm>
            <a:off x="8176604" y="-179030"/>
            <a:ext cx="1421198" cy="1325909"/>
            <a:chOff x="8176604" y="-179030"/>
            <a:chExt cx="1421198" cy="1325909"/>
          </a:xfrm>
        </p:grpSpPr>
        <p:sp>
          <p:nvSpPr>
            <p:cNvPr id="2612" name="Google Shape;2612;p110"/>
            <p:cNvSpPr/>
            <p:nvPr/>
          </p:nvSpPr>
          <p:spPr>
            <a:xfrm flipH="1">
              <a:off x="8606683" y="-179030"/>
              <a:ext cx="991119" cy="877511"/>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3" name="Google Shape;2613;p110"/>
            <p:cNvSpPr/>
            <p:nvPr/>
          </p:nvSpPr>
          <p:spPr>
            <a:xfrm flipH="1">
              <a:off x="8176604" y="349987"/>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614" name="Google Shape;2614;p110"/>
            <p:cNvGrpSpPr/>
            <p:nvPr/>
          </p:nvGrpSpPr>
          <p:grpSpPr>
            <a:xfrm>
              <a:off x="8732620" y="1041423"/>
              <a:ext cx="105457" cy="105457"/>
              <a:chOff x="7812545" y="194375"/>
              <a:chExt cx="105457" cy="105457"/>
            </a:xfrm>
          </p:grpSpPr>
          <p:sp>
            <p:nvSpPr>
              <p:cNvPr id="2615" name="Google Shape;2615;p110"/>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6" name="Google Shape;2616;p110"/>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7" name="Google Shape;2617;p110"/>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8" name="Google Shape;2618;p110"/>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619" name="Google Shape;2619;p110"/>
          <p:cNvSpPr/>
          <p:nvPr/>
        </p:nvSpPr>
        <p:spPr>
          <a:xfrm>
            <a:off x="-1881050" y="-618725"/>
            <a:ext cx="6399210" cy="5209061"/>
          </a:xfrm>
          <a:custGeom>
            <a:rect b="b" l="l" r="r" t="t"/>
            <a:pathLst>
              <a:path extrusionOk="0" h="48924" w="60102">
                <a:moveTo>
                  <a:pt x="31550" y="1"/>
                </a:moveTo>
                <a:cubicBezTo>
                  <a:pt x="28688" y="1"/>
                  <a:pt x="25391" y="541"/>
                  <a:pt x="22089" y="2238"/>
                </a:cubicBezTo>
                <a:cubicBezTo>
                  <a:pt x="12977" y="6900"/>
                  <a:pt x="8196" y="17230"/>
                  <a:pt x="4091" y="25485"/>
                </a:cubicBezTo>
                <a:cubicBezTo>
                  <a:pt x="1" y="33725"/>
                  <a:pt x="2016" y="42612"/>
                  <a:pt x="8767" y="47123"/>
                </a:cubicBezTo>
                <a:cubicBezTo>
                  <a:pt x="10764" y="48461"/>
                  <a:pt x="12590" y="48924"/>
                  <a:pt x="14421" y="48924"/>
                </a:cubicBezTo>
                <a:cubicBezTo>
                  <a:pt x="18514" y="48924"/>
                  <a:pt x="22630" y="46611"/>
                  <a:pt x="28730" y="46611"/>
                </a:cubicBezTo>
                <a:cubicBezTo>
                  <a:pt x="29125" y="46611"/>
                  <a:pt x="29527" y="46621"/>
                  <a:pt x="29939" y="46641"/>
                </a:cubicBezTo>
                <a:cubicBezTo>
                  <a:pt x="34134" y="46851"/>
                  <a:pt x="36984" y="47278"/>
                  <a:pt x="39535" y="47278"/>
                </a:cubicBezTo>
                <a:cubicBezTo>
                  <a:pt x="42835" y="47278"/>
                  <a:pt x="45637" y="46563"/>
                  <a:pt x="50208" y="43739"/>
                </a:cubicBezTo>
                <a:cubicBezTo>
                  <a:pt x="58328" y="38732"/>
                  <a:pt x="60102" y="25500"/>
                  <a:pt x="54042" y="15140"/>
                </a:cubicBezTo>
                <a:cubicBezTo>
                  <a:pt x="47997" y="4779"/>
                  <a:pt x="40254" y="1667"/>
                  <a:pt x="40254" y="1667"/>
                </a:cubicBezTo>
                <a:cubicBezTo>
                  <a:pt x="40254" y="1667"/>
                  <a:pt x="36573" y="1"/>
                  <a:pt x="31550"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BLANK_13">
    <p:spTree>
      <p:nvGrpSpPr>
        <p:cNvPr id="2620" name="Shape 2620"/>
        <p:cNvGrpSpPr/>
        <p:nvPr/>
      </p:nvGrpSpPr>
      <p:grpSpPr>
        <a:xfrm>
          <a:off x="0" y="0"/>
          <a:ext cx="0" cy="0"/>
          <a:chOff x="0" y="0"/>
          <a:chExt cx="0" cy="0"/>
        </a:xfrm>
      </p:grpSpPr>
      <p:sp>
        <p:nvSpPr>
          <p:cNvPr id="2621" name="Google Shape;2621;p111"/>
          <p:cNvSpPr/>
          <p:nvPr/>
        </p:nvSpPr>
        <p:spPr>
          <a:xfrm flipH="1" rot="10800000">
            <a:off x="708675" y="219590"/>
            <a:ext cx="7726638" cy="4704323"/>
          </a:xfrm>
          <a:custGeom>
            <a:rect b="b" l="l" r="r" t="t"/>
            <a:pathLst>
              <a:path extrusionOk="0" h="49900" w="54584">
                <a:moveTo>
                  <a:pt x="39803" y="0"/>
                </a:moveTo>
                <a:cubicBezTo>
                  <a:pt x="38029" y="0"/>
                  <a:pt x="36248" y="409"/>
                  <a:pt x="34570" y="1238"/>
                </a:cubicBezTo>
                <a:cubicBezTo>
                  <a:pt x="31367" y="2802"/>
                  <a:pt x="28886" y="5448"/>
                  <a:pt x="25683" y="7012"/>
                </a:cubicBezTo>
                <a:cubicBezTo>
                  <a:pt x="21308" y="9163"/>
                  <a:pt x="16511" y="10320"/>
                  <a:pt x="12090" y="12380"/>
                </a:cubicBezTo>
                <a:cubicBezTo>
                  <a:pt x="7684" y="14425"/>
                  <a:pt x="3444" y="17628"/>
                  <a:pt x="1865" y="22244"/>
                </a:cubicBezTo>
                <a:cubicBezTo>
                  <a:pt x="1" y="27673"/>
                  <a:pt x="647" y="34078"/>
                  <a:pt x="3504" y="39040"/>
                </a:cubicBezTo>
                <a:cubicBezTo>
                  <a:pt x="8069" y="46988"/>
                  <a:pt x="17031" y="49899"/>
                  <a:pt x="25743" y="49899"/>
                </a:cubicBezTo>
                <a:cubicBezTo>
                  <a:pt x="25898" y="49899"/>
                  <a:pt x="26054" y="49898"/>
                  <a:pt x="26209" y="49897"/>
                </a:cubicBezTo>
                <a:cubicBezTo>
                  <a:pt x="44945" y="49671"/>
                  <a:pt x="54583" y="26996"/>
                  <a:pt x="51531" y="10696"/>
                </a:cubicBezTo>
                <a:cubicBezTo>
                  <a:pt x="50869" y="7163"/>
                  <a:pt x="49230" y="3779"/>
                  <a:pt x="46118" y="1840"/>
                </a:cubicBezTo>
                <a:cubicBezTo>
                  <a:pt x="44160" y="620"/>
                  <a:pt x="41987" y="0"/>
                  <a:pt x="3980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2" name="Google Shape;2622;p1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2623" name="Google Shape;2623;p111"/>
          <p:cNvSpPr txBox="1"/>
          <p:nvPr>
            <p:ph type="title"/>
          </p:nvPr>
        </p:nvSpPr>
        <p:spPr>
          <a:xfrm>
            <a:off x="1342950" y="1382675"/>
            <a:ext cx="6458100" cy="12486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accent2"/>
              </a:buClr>
              <a:buSzPts val="10000"/>
              <a:buNone/>
              <a:defRPr sz="10000">
                <a:solidFill>
                  <a:schemeClr val="accent2"/>
                </a:solidFill>
              </a:defRPr>
            </a:lvl1pPr>
            <a:lvl2pPr lvl="1">
              <a:spcBef>
                <a:spcPts val="0"/>
              </a:spcBef>
              <a:spcAft>
                <a:spcPts val="0"/>
              </a:spcAft>
              <a:buClr>
                <a:schemeClr val="accent2"/>
              </a:buClr>
              <a:buSzPts val="10000"/>
              <a:buNone/>
              <a:defRPr sz="10000">
                <a:solidFill>
                  <a:schemeClr val="accent2"/>
                </a:solidFill>
              </a:defRPr>
            </a:lvl2pPr>
            <a:lvl3pPr lvl="2">
              <a:spcBef>
                <a:spcPts val="0"/>
              </a:spcBef>
              <a:spcAft>
                <a:spcPts val="0"/>
              </a:spcAft>
              <a:buClr>
                <a:schemeClr val="accent2"/>
              </a:buClr>
              <a:buSzPts val="10000"/>
              <a:buNone/>
              <a:defRPr sz="10000">
                <a:solidFill>
                  <a:schemeClr val="accent2"/>
                </a:solidFill>
              </a:defRPr>
            </a:lvl3pPr>
            <a:lvl4pPr lvl="3">
              <a:spcBef>
                <a:spcPts val="0"/>
              </a:spcBef>
              <a:spcAft>
                <a:spcPts val="0"/>
              </a:spcAft>
              <a:buClr>
                <a:schemeClr val="accent2"/>
              </a:buClr>
              <a:buSzPts val="10000"/>
              <a:buNone/>
              <a:defRPr sz="10000">
                <a:solidFill>
                  <a:schemeClr val="accent2"/>
                </a:solidFill>
              </a:defRPr>
            </a:lvl4pPr>
            <a:lvl5pPr lvl="4">
              <a:spcBef>
                <a:spcPts val="0"/>
              </a:spcBef>
              <a:spcAft>
                <a:spcPts val="0"/>
              </a:spcAft>
              <a:buClr>
                <a:schemeClr val="accent2"/>
              </a:buClr>
              <a:buSzPts val="10000"/>
              <a:buNone/>
              <a:defRPr sz="10000">
                <a:solidFill>
                  <a:schemeClr val="accent2"/>
                </a:solidFill>
              </a:defRPr>
            </a:lvl5pPr>
            <a:lvl6pPr lvl="5">
              <a:spcBef>
                <a:spcPts val="0"/>
              </a:spcBef>
              <a:spcAft>
                <a:spcPts val="0"/>
              </a:spcAft>
              <a:buClr>
                <a:schemeClr val="accent2"/>
              </a:buClr>
              <a:buSzPts val="10000"/>
              <a:buNone/>
              <a:defRPr sz="10000">
                <a:solidFill>
                  <a:schemeClr val="accent2"/>
                </a:solidFill>
              </a:defRPr>
            </a:lvl6pPr>
            <a:lvl7pPr lvl="6">
              <a:spcBef>
                <a:spcPts val="0"/>
              </a:spcBef>
              <a:spcAft>
                <a:spcPts val="0"/>
              </a:spcAft>
              <a:buClr>
                <a:schemeClr val="accent2"/>
              </a:buClr>
              <a:buSzPts val="10000"/>
              <a:buNone/>
              <a:defRPr sz="10000">
                <a:solidFill>
                  <a:schemeClr val="accent2"/>
                </a:solidFill>
              </a:defRPr>
            </a:lvl7pPr>
            <a:lvl8pPr lvl="7">
              <a:spcBef>
                <a:spcPts val="0"/>
              </a:spcBef>
              <a:spcAft>
                <a:spcPts val="0"/>
              </a:spcAft>
              <a:buClr>
                <a:schemeClr val="accent2"/>
              </a:buClr>
              <a:buSzPts val="10000"/>
              <a:buNone/>
              <a:defRPr sz="10000">
                <a:solidFill>
                  <a:schemeClr val="accent2"/>
                </a:solidFill>
              </a:defRPr>
            </a:lvl8pPr>
            <a:lvl9pPr lvl="8">
              <a:spcBef>
                <a:spcPts val="0"/>
              </a:spcBef>
              <a:spcAft>
                <a:spcPts val="0"/>
              </a:spcAft>
              <a:buClr>
                <a:schemeClr val="accent2"/>
              </a:buClr>
              <a:buSzPts val="10000"/>
              <a:buNone/>
              <a:defRPr sz="10000">
                <a:solidFill>
                  <a:schemeClr val="accent2"/>
                </a:solidFill>
              </a:defRPr>
            </a:lvl9pPr>
          </a:lstStyle>
          <a:p/>
        </p:txBody>
      </p:sp>
      <p:sp>
        <p:nvSpPr>
          <p:cNvPr id="2624" name="Google Shape;2624;p111"/>
          <p:cNvSpPr txBox="1"/>
          <p:nvPr>
            <p:ph idx="1" type="subTitle"/>
          </p:nvPr>
        </p:nvSpPr>
        <p:spPr>
          <a:xfrm>
            <a:off x="2011650" y="2844800"/>
            <a:ext cx="5120700" cy="4470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8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2625" name="Google Shape;2625;p111"/>
          <p:cNvGrpSpPr/>
          <p:nvPr/>
        </p:nvGrpSpPr>
        <p:grpSpPr>
          <a:xfrm>
            <a:off x="-491969" y="3889601"/>
            <a:ext cx="2426346" cy="1766101"/>
            <a:chOff x="-491969" y="3889601"/>
            <a:chExt cx="2426346" cy="1766101"/>
          </a:xfrm>
        </p:grpSpPr>
        <p:sp>
          <p:nvSpPr>
            <p:cNvPr id="2626" name="Google Shape;2626;p111"/>
            <p:cNvSpPr/>
            <p:nvPr/>
          </p:nvSpPr>
          <p:spPr>
            <a:xfrm>
              <a:off x="-261950" y="3889601"/>
              <a:ext cx="2196327" cy="1766101"/>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7" name="Google Shape;2627;p111"/>
            <p:cNvSpPr/>
            <p:nvPr/>
          </p:nvSpPr>
          <p:spPr>
            <a:xfrm flipH="1">
              <a:off x="-491969" y="4265416"/>
              <a:ext cx="1463670" cy="1338068"/>
            </a:xfrm>
            <a:custGeom>
              <a:rect b="b" l="l" r="r" t="t"/>
              <a:pathLst>
                <a:path extrusionOk="0" h="49900" w="54584">
                  <a:moveTo>
                    <a:pt x="39803" y="0"/>
                  </a:moveTo>
                  <a:cubicBezTo>
                    <a:pt x="38029" y="0"/>
                    <a:pt x="36248" y="409"/>
                    <a:pt x="34570" y="1238"/>
                  </a:cubicBezTo>
                  <a:cubicBezTo>
                    <a:pt x="31367" y="2802"/>
                    <a:pt x="28886" y="5448"/>
                    <a:pt x="25683" y="7012"/>
                  </a:cubicBezTo>
                  <a:cubicBezTo>
                    <a:pt x="21308" y="9163"/>
                    <a:pt x="16511" y="10320"/>
                    <a:pt x="12090" y="12380"/>
                  </a:cubicBezTo>
                  <a:cubicBezTo>
                    <a:pt x="7684" y="14425"/>
                    <a:pt x="3444" y="17628"/>
                    <a:pt x="1865" y="22244"/>
                  </a:cubicBezTo>
                  <a:cubicBezTo>
                    <a:pt x="1" y="27673"/>
                    <a:pt x="647" y="34078"/>
                    <a:pt x="3504" y="39040"/>
                  </a:cubicBezTo>
                  <a:cubicBezTo>
                    <a:pt x="8069" y="46988"/>
                    <a:pt x="17031" y="49899"/>
                    <a:pt x="25743" y="49899"/>
                  </a:cubicBezTo>
                  <a:cubicBezTo>
                    <a:pt x="25898" y="49899"/>
                    <a:pt x="26054" y="49898"/>
                    <a:pt x="26209" y="49897"/>
                  </a:cubicBezTo>
                  <a:cubicBezTo>
                    <a:pt x="44945" y="49671"/>
                    <a:pt x="54583" y="26996"/>
                    <a:pt x="51531" y="10696"/>
                  </a:cubicBezTo>
                  <a:cubicBezTo>
                    <a:pt x="50869" y="7163"/>
                    <a:pt x="49230" y="3779"/>
                    <a:pt x="46118" y="1840"/>
                  </a:cubicBezTo>
                  <a:cubicBezTo>
                    <a:pt x="44160" y="620"/>
                    <a:pt x="41987" y="0"/>
                    <a:pt x="398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28" name="Google Shape;2628;p111"/>
          <p:cNvGrpSpPr/>
          <p:nvPr/>
        </p:nvGrpSpPr>
        <p:grpSpPr>
          <a:xfrm>
            <a:off x="8112408" y="-304605"/>
            <a:ext cx="1502819" cy="1131369"/>
            <a:chOff x="8112408" y="-304605"/>
            <a:chExt cx="1502819" cy="1131369"/>
          </a:xfrm>
        </p:grpSpPr>
        <p:sp>
          <p:nvSpPr>
            <p:cNvPr id="2629" name="Google Shape;2629;p111"/>
            <p:cNvSpPr/>
            <p:nvPr/>
          </p:nvSpPr>
          <p:spPr>
            <a:xfrm flipH="1">
              <a:off x="8112408" y="-304600"/>
              <a:ext cx="1406967" cy="1131364"/>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0" name="Google Shape;2630;p111"/>
            <p:cNvSpPr/>
            <p:nvPr/>
          </p:nvSpPr>
          <p:spPr>
            <a:xfrm flipH="1">
              <a:off x="8624108" y="-304605"/>
              <a:ext cx="991119" cy="877511"/>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31" name="Google Shape;2631;p111"/>
          <p:cNvGrpSpPr/>
          <p:nvPr/>
        </p:nvGrpSpPr>
        <p:grpSpPr>
          <a:xfrm>
            <a:off x="356395" y="307050"/>
            <a:ext cx="1124357" cy="1900014"/>
            <a:chOff x="356395" y="307050"/>
            <a:chExt cx="1124357" cy="1900014"/>
          </a:xfrm>
        </p:grpSpPr>
        <p:grpSp>
          <p:nvGrpSpPr>
            <p:cNvPr id="2632" name="Google Shape;2632;p111"/>
            <p:cNvGrpSpPr/>
            <p:nvPr/>
          </p:nvGrpSpPr>
          <p:grpSpPr>
            <a:xfrm>
              <a:off x="356395" y="1077175"/>
              <a:ext cx="105457" cy="105457"/>
              <a:chOff x="7812545" y="194375"/>
              <a:chExt cx="105457" cy="105457"/>
            </a:xfrm>
          </p:grpSpPr>
          <p:sp>
            <p:nvSpPr>
              <p:cNvPr id="2633" name="Google Shape;2633;p111"/>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4" name="Google Shape;2634;p111"/>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5" name="Google Shape;2635;p111"/>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6" name="Google Shape;2636;p111"/>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37" name="Google Shape;2637;p111"/>
            <p:cNvSpPr/>
            <p:nvPr/>
          </p:nvSpPr>
          <p:spPr>
            <a:xfrm>
              <a:off x="525263" y="2101675"/>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8" name="Google Shape;2638;p111"/>
            <p:cNvSpPr/>
            <p:nvPr/>
          </p:nvSpPr>
          <p:spPr>
            <a:xfrm>
              <a:off x="886526" y="307050"/>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2639" name="Google Shape;2639;p111"/>
            <p:cNvGrpSpPr/>
            <p:nvPr/>
          </p:nvGrpSpPr>
          <p:grpSpPr>
            <a:xfrm>
              <a:off x="1375295" y="1834350"/>
              <a:ext cx="105457" cy="105457"/>
              <a:chOff x="7812545" y="194375"/>
              <a:chExt cx="105457" cy="105457"/>
            </a:xfrm>
          </p:grpSpPr>
          <p:sp>
            <p:nvSpPr>
              <p:cNvPr id="2640" name="Google Shape;2640;p111"/>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1" name="Google Shape;2641;p111"/>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2" name="Google Shape;2642;p111"/>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3" name="Google Shape;2643;p111"/>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644" name="Google Shape;2644;p111"/>
          <p:cNvGrpSpPr/>
          <p:nvPr/>
        </p:nvGrpSpPr>
        <p:grpSpPr>
          <a:xfrm>
            <a:off x="7287120" y="3141625"/>
            <a:ext cx="1552557" cy="1766094"/>
            <a:chOff x="7400320" y="248200"/>
            <a:chExt cx="1552557" cy="1766094"/>
          </a:xfrm>
        </p:grpSpPr>
        <p:sp>
          <p:nvSpPr>
            <p:cNvPr id="2645" name="Google Shape;2645;p111"/>
            <p:cNvSpPr/>
            <p:nvPr/>
          </p:nvSpPr>
          <p:spPr>
            <a:xfrm>
              <a:off x="8405475" y="1190225"/>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6" name="Google Shape;2646;p111"/>
            <p:cNvSpPr/>
            <p:nvPr/>
          </p:nvSpPr>
          <p:spPr>
            <a:xfrm>
              <a:off x="8861176" y="248200"/>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2647" name="Google Shape;2647;p111"/>
            <p:cNvGrpSpPr/>
            <p:nvPr/>
          </p:nvGrpSpPr>
          <p:grpSpPr>
            <a:xfrm>
              <a:off x="8847420" y="1908838"/>
              <a:ext cx="105457" cy="105457"/>
              <a:chOff x="7812545" y="194375"/>
              <a:chExt cx="105457" cy="105457"/>
            </a:xfrm>
          </p:grpSpPr>
          <p:sp>
            <p:nvSpPr>
              <p:cNvPr id="2648" name="Google Shape;2648;p111"/>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9" name="Google Shape;2649;p111"/>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0" name="Google Shape;2650;p111"/>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1" name="Google Shape;2651;p111"/>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52" name="Google Shape;2652;p111"/>
            <p:cNvGrpSpPr/>
            <p:nvPr/>
          </p:nvGrpSpPr>
          <p:grpSpPr>
            <a:xfrm>
              <a:off x="7400320" y="473138"/>
              <a:ext cx="105457" cy="105457"/>
              <a:chOff x="7812545" y="194375"/>
              <a:chExt cx="105457" cy="105457"/>
            </a:xfrm>
          </p:grpSpPr>
          <p:sp>
            <p:nvSpPr>
              <p:cNvPr id="2653" name="Google Shape;2653;p111"/>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4" name="Google Shape;2654;p111"/>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5" name="Google Shape;2655;p111"/>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6" name="Google Shape;2656;p111"/>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657" name="Google Shape;2657;p111"/>
          <p:cNvGrpSpPr/>
          <p:nvPr/>
        </p:nvGrpSpPr>
        <p:grpSpPr>
          <a:xfrm>
            <a:off x="6039884" y="307038"/>
            <a:ext cx="1761155" cy="1002727"/>
            <a:chOff x="6039884" y="307038"/>
            <a:chExt cx="1761155" cy="1002727"/>
          </a:xfrm>
        </p:grpSpPr>
        <p:sp>
          <p:nvSpPr>
            <p:cNvPr id="2658" name="Google Shape;2658;p111"/>
            <p:cNvSpPr/>
            <p:nvPr/>
          </p:nvSpPr>
          <p:spPr>
            <a:xfrm flipH="1">
              <a:off x="6039884" y="455902"/>
              <a:ext cx="1463616" cy="468662"/>
            </a:xfrm>
            <a:custGeom>
              <a:rect b="b" l="l" r="r" t="t"/>
              <a:pathLst>
                <a:path extrusionOk="0" fill="none" h="4647" w="14511">
                  <a:moveTo>
                    <a:pt x="13894" y="3805"/>
                  </a:moveTo>
                  <a:cubicBezTo>
                    <a:pt x="13263" y="3459"/>
                    <a:pt x="12977" y="3744"/>
                    <a:pt x="12766" y="3459"/>
                  </a:cubicBezTo>
                  <a:cubicBezTo>
                    <a:pt x="12541" y="3173"/>
                    <a:pt x="13383" y="2436"/>
                    <a:pt x="11684" y="1699"/>
                  </a:cubicBezTo>
                  <a:cubicBezTo>
                    <a:pt x="11684" y="1699"/>
                    <a:pt x="11578" y="121"/>
                    <a:pt x="9248" y="60"/>
                  </a:cubicBezTo>
                  <a:cubicBezTo>
                    <a:pt x="6917" y="0"/>
                    <a:pt x="7549" y="1654"/>
                    <a:pt x="6917" y="2045"/>
                  </a:cubicBezTo>
                  <a:cubicBezTo>
                    <a:pt x="6286" y="2436"/>
                    <a:pt x="6120" y="1820"/>
                    <a:pt x="5504" y="2211"/>
                  </a:cubicBezTo>
                  <a:cubicBezTo>
                    <a:pt x="4872" y="2617"/>
                    <a:pt x="5158" y="3399"/>
                    <a:pt x="4647" y="3519"/>
                  </a:cubicBezTo>
                  <a:cubicBezTo>
                    <a:pt x="4135" y="3624"/>
                    <a:pt x="3459" y="3008"/>
                    <a:pt x="2842" y="3399"/>
                  </a:cubicBezTo>
                  <a:cubicBezTo>
                    <a:pt x="2211" y="3805"/>
                    <a:pt x="2211" y="4135"/>
                    <a:pt x="1925" y="4135"/>
                  </a:cubicBezTo>
                  <a:cubicBezTo>
                    <a:pt x="1654" y="4135"/>
                    <a:pt x="1083" y="3910"/>
                    <a:pt x="737" y="4135"/>
                  </a:cubicBezTo>
                  <a:cubicBezTo>
                    <a:pt x="406" y="4376"/>
                    <a:pt x="0" y="4647"/>
                    <a:pt x="0" y="4647"/>
                  </a:cubicBezTo>
                  <a:lnTo>
                    <a:pt x="14345" y="4647"/>
                  </a:lnTo>
                  <a:cubicBezTo>
                    <a:pt x="14345" y="4647"/>
                    <a:pt x="14511" y="4135"/>
                    <a:pt x="13894" y="3805"/>
                  </a:cubicBezTo>
                  <a:close/>
                </a:path>
              </a:pathLst>
            </a:custGeom>
            <a:solidFill>
              <a:schemeClr val="lt1"/>
            </a:solid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9" name="Google Shape;2659;p111"/>
            <p:cNvSpPr/>
            <p:nvPr/>
          </p:nvSpPr>
          <p:spPr>
            <a:xfrm>
              <a:off x="7695588" y="1204375"/>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660" name="Google Shape;2660;p111"/>
            <p:cNvGrpSpPr/>
            <p:nvPr/>
          </p:nvGrpSpPr>
          <p:grpSpPr>
            <a:xfrm>
              <a:off x="7398045" y="307038"/>
              <a:ext cx="105457" cy="105457"/>
              <a:chOff x="7812545" y="194375"/>
              <a:chExt cx="105457" cy="105457"/>
            </a:xfrm>
          </p:grpSpPr>
          <p:sp>
            <p:nvSpPr>
              <p:cNvPr id="2661" name="Google Shape;2661;p111"/>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2" name="Google Shape;2662;p111"/>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3" name="Google Shape;2663;p111"/>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4" name="Google Shape;2664;p111"/>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BLANK_14">
    <p:spTree>
      <p:nvGrpSpPr>
        <p:cNvPr id="2665" name="Shape 2665"/>
        <p:cNvGrpSpPr/>
        <p:nvPr/>
      </p:nvGrpSpPr>
      <p:grpSpPr>
        <a:xfrm>
          <a:off x="0" y="0"/>
          <a:ext cx="0" cy="0"/>
          <a:chOff x="0" y="0"/>
          <a:chExt cx="0" cy="0"/>
        </a:xfrm>
      </p:grpSpPr>
      <p:sp>
        <p:nvSpPr>
          <p:cNvPr id="2666" name="Google Shape;2666;p1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2667" name="Google Shape;2667;p112"/>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lgn="ctr">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668" name="Google Shape;2668;p112"/>
          <p:cNvSpPr txBox="1"/>
          <p:nvPr>
            <p:ph idx="1" type="subTitle"/>
          </p:nvPr>
        </p:nvSpPr>
        <p:spPr>
          <a:xfrm>
            <a:off x="685800" y="3831709"/>
            <a:ext cx="3651000" cy="393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669" name="Google Shape;2669;p112"/>
          <p:cNvSpPr txBox="1"/>
          <p:nvPr>
            <p:ph idx="2" type="subTitle"/>
          </p:nvPr>
        </p:nvSpPr>
        <p:spPr>
          <a:xfrm>
            <a:off x="2129250" y="2403350"/>
            <a:ext cx="4885500" cy="393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670" name="Google Shape;2670;p112"/>
          <p:cNvSpPr txBox="1"/>
          <p:nvPr>
            <p:ph idx="3" type="subTitle"/>
          </p:nvPr>
        </p:nvSpPr>
        <p:spPr>
          <a:xfrm>
            <a:off x="4807243" y="3831709"/>
            <a:ext cx="3651000" cy="393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671" name="Google Shape;2671;p112"/>
          <p:cNvSpPr txBox="1"/>
          <p:nvPr>
            <p:ph hasCustomPrompt="1" idx="4" type="title"/>
          </p:nvPr>
        </p:nvSpPr>
        <p:spPr>
          <a:xfrm>
            <a:off x="685800" y="3117675"/>
            <a:ext cx="3651000" cy="635700"/>
          </a:xfrm>
          <a:prstGeom prst="rect">
            <a:avLst/>
          </a:prstGeom>
        </p:spPr>
        <p:txBody>
          <a:bodyPr anchorCtr="0" anchor="ctr" bIns="91425" lIns="91425" spcFirstLastPara="1" rIns="91425" wrap="square" tIns="91425">
            <a:noAutofit/>
          </a:bodyPr>
          <a:lstStyle>
            <a:lvl1pPr lvl="0" algn="ctr">
              <a:spcBef>
                <a:spcPts val="0"/>
              </a:spcBef>
              <a:spcAft>
                <a:spcPts val="0"/>
              </a:spcAft>
              <a:buSzPts val="5000"/>
              <a:buNone/>
              <a:defRPr sz="6000">
                <a:solidFill>
                  <a:schemeClr val="accent2"/>
                </a:solidFill>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sp>
        <p:nvSpPr>
          <p:cNvPr id="2672" name="Google Shape;2672;p112"/>
          <p:cNvSpPr txBox="1"/>
          <p:nvPr>
            <p:ph hasCustomPrompt="1" idx="5" type="title"/>
          </p:nvPr>
        </p:nvSpPr>
        <p:spPr>
          <a:xfrm>
            <a:off x="2129250" y="1691873"/>
            <a:ext cx="4885500" cy="635700"/>
          </a:xfrm>
          <a:prstGeom prst="rect">
            <a:avLst/>
          </a:prstGeom>
        </p:spPr>
        <p:txBody>
          <a:bodyPr anchorCtr="0" anchor="ctr" bIns="91425" lIns="91425" spcFirstLastPara="1" rIns="91425" wrap="square" tIns="91425">
            <a:noAutofit/>
          </a:bodyPr>
          <a:lstStyle>
            <a:lvl1pPr lvl="0" algn="ctr">
              <a:spcBef>
                <a:spcPts val="0"/>
              </a:spcBef>
              <a:spcAft>
                <a:spcPts val="0"/>
              </a:spcAft>
              <a:buSzPts val="5000"/>
              <a:buNone/>
              <a:defRPr sz="6000">
                <a:solidFill>
                  <a:schemeClr val="accent2"/>
                </a:solidFill>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sp>
        <p:nvSpPr>
          <p:cNvPr id="2673" name="Google Shape;2673;p112"/>
          <p:cNvSpPr txBox="1"/>
          <p:nvPr>
            <p:ph hasCustomPrompt="1" idx="6" type="title"/>
          </p:nvPr>
        </p:nvSpPr>
        <p:spPr>
          <a:xfrm>
            <a:off x="4807125" y="3117675"/>
            <a:ext cx="3651000" cy="635700"/>
          </a:xfrm>
          <a:prstGeom prst="rect">
            <a:avLst/>
          </a:prstGeom>
        </p:spPr>
        <p:txBody>
          <a:bodyPr anchorCtr="0" anchor="ctr" bIns="91425" lIns="91425" spcFirstLastPara="1" rIns="91425" wrap="square" tIns="91425">
            <a:noAutofit/>
          </a:bodyPr>
          <a:lstStyle>
            <a:lvl1pPr lvl="0" algn="ctr">
              <a:spcBef>
                <a:spcPts val="0"/>
              </a:spcBef>
              <a:spcAft>
                <a:spcPts val="0"/>
              </a:spcAft>
              <a:buSzPts val="5000"/>
              <a:buNone/>
              <a:defRPr sz="6000">
                <a:solidFill>
                  <a:schemeClr val="accent2"/>
                </a:solidFill>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sp>
        <p:nvSpPr>
          <p:cNvPr id="2674" name="Google Shape;2674;p112"/>
          <p:cNvSpPr/>
          <p:nvPr/>
        </p:nvSpPr>
        <p:spPr>
          <a:xfrm flipH="1">
            <a:off x="-379375" y="-260675"/>
            <a:ext cx="1172375" cy="942725"/>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5" name="Google Shape;2675;p112"/>
          <p:cNvSpPr/>
          <p:nvPr/>
        </p:nvSpPr>
        <p:spPr>
          <a:xfrm>
            <a:off x="8191050" y="4377350"/>
            <a:ext cx="1232275" cy="1091025"/>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BLANK_6">
    <p:spTree>
      <p:nvGrpSpPr>
        <p:cNvPr id="2676" name="Shape 2676"/>
        <p:cNvGrpSpPr/>
        <p:nvPr/>
      </p:nvGrpSpPr>
      <p:grpSpPr>
        <a:xfrm>
          <a:off x="0" y="0"/>
          <a:ext cx="0" cy="0"/>
          <a:chOff x="0" y="0"/>
          <a:chExt cx="0" cy="0"/>
        </a:xfrm>
      </p:grpSpPr>
      <p:sp>
        <p:nvSpPr>
          <p:cNvPr id="2677" name="Google Shape;2677;p1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2678" name="Google Shape;2678;p113"/>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grpSp>
        <p:nvGrpSpPr>
          <p:cNvPr id="2679" name="Google Shape;2679;p113"/>
          <p:cNvGrpSpPr/>
          <p:nvPr/>
        </p:nvGrpSpPr>
        <p:grpSpPr>
          <a:xfrm>
            <a:off x="286211" y="261301"/>
            <a:ext cx="678453" cy="565475"/>
            <a:chOff x="286211" y="261301"/>
            <a:chExt cx="678453" cy="565475"/>
          </a:xfrm>
        </p:grpSpPr>
        <p:sp>
          <p:nvSpPr>
            <p:cNvPr id="2680" name="Google Shape;2680;p113"/>
            <p:cNvSpPr/>
            <p:nvPr/>
          </p:nvSpPr>
          <p:spPr>
            <a:xfrm>
              <a:off x="319288" y="721387"/>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681" name="Google Shape;2681;p113"/>
            <p:cNvGrpSpPr/>
            <p:nvPr/>
          </p:nvGrpSpPr>
          <p:grpSpPr>
            <a:xfrm>
              <a:off x="859207" y="294338"/>
              <a:ext cx="105457" cy="105457"/>
              <a:chOff x="7812545" y="194375"/>
              <a:chExt cx="105457" cy="105457"/>
            </a:xfrm>
          </p:grpSpPr>
          <p:sp>
            <p:nvSpPr>
              <p:cNvPr id="2682" name="Google Shape;2682;p113"/>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3" name="Google Shape;2683;p113"/>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4" name="Google Shape;2684;p113"/>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5" name="Google Shape;2685;p113"/>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86" name="Google Shape;2686;p113"/>
            <p:cNvSpPr/>
            <p:nvPr/>
          </p:nvSpPr>
          <p:spPr>
            <a:xfrm>
              <a:off x="286211" y="261301"/>
              <a:ext cx="171626" cy="171542"/>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87" name="Google Shape;2687;p113"/>
          <p:cNvSpPr/>
          <p:nvPr/>
        </p:nvSpPr>
        <p:spPr>
          <a:xfrm rot="5828238">
            <a:off x="8273326" y="4219055"/>
            <a:ext cx="1085117" cy="2077472"/>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688" name="Google Shape;2688;p113"/>
          <p:cNvGrpSpPr/>
          <p:nvPr/>
        </p:nvGrpSpPr>
        <p:grpSpPr>
          <a:xfrm>
            <a:off x="319295" y="4308988"/>
            <a:ext cx="750832" cy="656232"/>
            <a:chOff x="319295" y="4308988"/>
            <a:chExt cx="750832" cy="656232"/>
          </a:xfrm>
        </p:grpSpPr>
        <p:grpSp>
          <p:nvGrpSpPr>
            <p:cNvPr id="2689" name="Google Shape;2689;p113"/>
            <p:cNvGrpSpPr/>
            <p:nvPr/>
          </p:nvGrpSpPr>
          <p:grpSpPr>
            <a:xfrm>
              <a:off x="964670" y="4859763"/>
              <a:ext cx="105457" cy="105457"/>
              <a:chOff x="7812545" y="194375"/>
              <a:chExt cx="105457" cy="105457"/>
            </a:xfrm>
          </p:grpSpPr>
          <p:sp>
            <p:nvSpPr>
              <p:cNvPr id="2690" name="Google Shape;2690;p113"/>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1" name="Google Shape;2691;p113"/>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2" name="Google Shape;2692;p113"/>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3" name="Google Shape;2693;p113"/>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94" name="Google Shape;2694;p113"/>
            <p:cNvSpPr/>
            <p:nvPr/>
          </p:nvSpPr>
          <p:spPr>
            <a:xfrm>
              <a:off x="424749" y="4721876"/>
              <a:ext cx="171626" cy="171542"/>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695" name="Google Shape;2695;p113"/>
            <p:cNvGrpSpPr/>
            <p:nvPr/>
          </p:nvGrpSpPr>
          <p:grpSpPr>
            <a:xfrm>
              <a:off x="319295" y="4308988"/>
              <a:ext cx="105457" cy="105457"/>
              <a:chOff x="7812545" y="194375"/>
              <a:chExt cx="105457" cy="105457"/>
            </a:xfrm>
          </p:grpSpPr>
          <p:sp>
            <p:nvSpPr>
              <p:cNvPr id="2696" name="Google Shape;2696;p113"/>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7" name="Google Shape;2697;p113"/>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8" name="Google Shape;2698;p113"/>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9" name="Google Shape;2699;p113"/>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700" name="Google Shape;2700;p113"/>
          <p:cNvGrpSpPr/>
          <p:nvPr/>
        </p:nvGrpSpPr>
        <p:grpSpPr>
          <a:xfrm>
            <a:off x="8112408" y="-304605"/>
            <a:ext cx="1502819" cy="1131369"/>
            <a:chOff x="8112408" y="-304605"/>
            <a:chExt cx="1502819" cy="1131369"/>
          </a:xfrm>
        </p:grpSpPr>
        <p:sp>
          <p:nvSpPr>
            <p:cNvPr id="2701" name="Google Shape;2701;p113"/>
            <p:cNvSpPr/>
            <p:nvPr/>
          </p:nvSpPr>
          <p:spPr>
            <a:xfrm flipH="1">
              <a:off x="8112408" y="-304600"/>
              <a:ext cx="1406967" cy="1131364"/>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2" name="Google Shape;2702;p113"/>
            <p:cNvSpPr/>
            <p:nvPr/>
          </p:nvSpPr>
          <p:spPr>
            <a:xfrm flipH="1">
              <a:off x="8624108" y="-304605"/>
              <a:ext cx="991119" cy="877511"/>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BLANK_15">
    <p:spTree>
      <p:nvGrpSpPr>
        <p:cNvPr id="2703" name="Shape 2703"/>
        <p:cNvGrpSpPr/>
        <p:nvPr/>
      </p:nvGrpSpPr>
      <p:grpSpPr>
        <a:xfrm>
          <a:off x="0" y="0"/>
          <a:ext cx="0" cy="0"/>
          <a:chOff x="0" y="0"/>
          <a:chExt cx="0" cy="0"/>
        </a:xfrm>
      </p:grpSpPr>
      <p:sp>
        <p:nvSpPr>
          <p:cNvPr id="2704" name="Google Shape;2704;p1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2705" name="Google Shape;2705;p114"/>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06" name="Google Shape;2706;p114"/>
          <p:cNvSpPr/>
          <p:nvPr/>
        </p:nvSpPr>
        <p:spPr>
          <a:xfrm flipH="1" rot="10800000">
            <a:off x="5573502" y="2080275"/>
            <a:ext cx="5049319" cy="4110228"/>
          </a:xfrm>
          <a:custGeom>
            <a:rect b="b" l="l" r="r" t="t"/>
            <a:pathLst>
              <a:path extrusionOk="0" h="48924" w="60102">
                <a:moveTo>
                  <a:pt x="31550" y="1"/>
                </a:moveTo>
                <a:cubicBezTo>
                  <a:pt x="28688" y="1"/>
                  <a:pt x="25391" y="541"/>
                  <a:pt x="22089" y="2238"/>
                </a:cubicBezTo>
                <a:cubicBezTo>
                  <a:pt x="12977" y="6900"/>
                  <a:pt x="8196" y="17230"/>
                  <a:pt x="4091" y="25485"/>
                </a:cubicBezTo>
                <a:cubicBezTo>
                  <a:pt x="1" y="33725"/>
                  <a:pt x="2016" y="42612"/>
                  <a:pt x="8767" y="47123"/>
                </a:cubicBezTo>
                <a:cubicBezTo>
                  <a:pt x="10764" y="48461"/>
                  <a:pt x="12590" y="48924"/>
                  <a:pt x="14421" y="48924"/>
                </a:cubicBezTo>
                <a:cubicBezTo>
                  <a:pt x="18514" y="48924"/>
                  <a:pt x="22630" y="46611"/>
                  <a:pt x="28730" y="46611"/>
                </a:cubicBezTo>
                <a:cubicBezTo>
                  <a:pt x="29125" y="46611"/>
                  <a:pt x="29527" y="46621"/>
                  <a:pt x="29939" y="46641"/>
                </a:cubicBezTo>
                <a:cubicBezTo>
                  <a:pt x="34134" y="46851"/>
                  <a:pt x="36984" y="47278"/>
                  <a:pt x="39535" y="47278"/>
                </a:cubicBezTo>
                <a:cubicBezTo>
                  <a:pt x="42835" y="47278"/>
                  <a:pt x="45637" y="46563"/>
                  <a:pt x="50208" y="43739"/>
                </a:cubicBezTo>
                <a:cubicBezTo>
                  <a:pt x="58328" y="38732"/>
                  <a:pt x="60102" y="25500"/>
                  <a:pt x="54042" y="15140"/>
                </a:cubicBezTo>
                <a:cubicBezTo>
                  <a:pt x="47997" y="4779"/>
                  <a:pt x="40254" y="1667"/>
                  <a:pt x="40254" y="1667"/>
                </a:cubicBezTo>
                <a:cubicBezTo>
                  <a:pt x="40254" y="1667"/>
                  <a:pt x="36573" y="1"/>
                  <a:pt x="31550"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7" name="Google Shape;2707;p114"/>
          <p:cNvSpPr/>
          <p:nvPr/>
        </p:nvSpPr>
        <p:spPr>
          <a:xfrm rot="5828238">
            <a:off x="8273326" y="4219055"/>
            <a:ext cx="1085117" cy="2077472"/>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08" name="Google Shape;2708;p114"/>
          <p:cNvGrpSpPr/>
          <p:nvPr/>
        </p:nvGrpSpPr>
        <p:grpSpPr>
          <a:xfrm>
            <a:off x="319295" y="4308988"/>
            <a:ext cx="750832" cy="656232"/>
            <a:chOff x="319295" y="4308988"/>
            <a:chExt cx="750832" cy="656232"/>
          </a:xfrm>
        </p:grpSpPr>
        <p:grpSp>
          <p:nvGrpSpPr>
            <p:cNvPr id="2709" name="Google Shape;2709;p114"/>
            <p:cNvGrpSpPr/>
            <p:nvPr/>
          </p:nvGrpSpPr>
          <p:grpSpPr>
            <a:xfrm>
              <a:off x="964670" y="4859763"/>
              <a:ext cx="105457" cy="105457"/>
              <a:chOff x="7812545" y="194375"/>
              <a:chExt cx="105457" cy="105457"/>
            </a:xfrm>
          </p:grpSpPr>
          <p:sp>
            <p:nvSpPr>
              <p:cNvPr id="2710" name="Google Shape;2710;p114"/>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1" name="Google Shape;2711;p114"/>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2" name="Google Shape;2712;p114"/>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3" name="Google Shape;2713;p114"/>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714" name="Google Shape;2714;p114"/>
            <p:cNvSpPr/>
            <p:nvPr/>
          </p:nvSpPr>
          <p:spPr>
            <a:xfrm>
              <a:off x="424749" y="4721876"/>
              <a:ext cx="171626" cy="171542"/>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15" name="Google Shape;2715;p114"/>
            <p:cNvGrpSpPr/>
            <p:nvPr/>
          </p:nvGrpSpPr>
          <p:grpSpPr>
            <a:xfrm>
              <a:off x="319295" y="4308988"/>
              <a:ext cx="105457" cy="105457"/>
              <a:chOff x="7812545" y="194375"/>
              <a:chExt cx="105457" cy="105457"/>
            </a:xfrm>
          </p:grpSpPr>
          <p:sp>
            <p:nvSpPr>
              <p:cNvPr id="2716" name="Google Shape;2716;p114"/>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7" name="Google Shape;2717;p114"/>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8" name="Google Shape;2718;p114"/>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9" name="Google Shape;2719;p114"/>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720" name="Google Shape;2720;p114"/>
          <p:cNvGrpSpPr/>
          <p:nvPr/>
        </p:nvGrpSpPr>
        <p:grpSpPr>
          <a:xfrm>
            <a:off x="319295" y="181363"/>
            <a:ext cx="698582" cy="835057"/>
            <a:chOff x="319295" y="181363"/>
            <a:chExt cx="698582" cy="835057"/>
          </a:xfrm>
        </p:grpSpPr>
        <p:grpSp>
          <p:nvGrpSpPr>
            <p:cNvPr id="2721" name="Google Shape;2721;p114"/>
            <p:cNvGrpSpPr/>
            <p:nvPr/>
          </p:nvGrpSpPr>
          <p:grpSpPr>
            <a:xfrm>
              <a:off x="912420" y="181363"/>
              <a:ext cx="105457" cy="105457"/>
              <a:chOff x="7812545" y="194375"/>
              <a:chExt cx="105457" cy="105457"/>
            </a:xfrm>
          </p:grpSpPr>
          <p:sp>
            <p:nvSpPr>
              <p:cNvPr id="2722" name="Google Shape;2722;p114"/>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3" name="Google Shape;2723;p114"/>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4" name="Google Shape;2724;p114"/>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5" name="Google Shape;2725;p114"/>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726" name="Google Shape;2726;p114"/>
            <p:cNvSpPr/>
            <p:nvPr/>
          </p:nvSpPr>
          <p:spPr>
            <a:xfrm>
              <a:off x="319299" y="331076"/>
              <a:ext cx="171626" cy="171542"/>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27" name="Google Shape;2727;p114"/>
            <p:cNvGrpSpPr/>
            <p:nvPr/>
          </p:nvGrpSpPr>
          <p:grpSpPr>
            <a:xfrm>
              <a:off x="319295" y="910963"/>
              <a:ext cx="105457" cy="105457"/>
              <a:chOff x="7812545" y="194375"/>
              <a:chExt cx="105457" cy="105457"/>
            </a:xfrm>
          </p:grpSpPr>
          <p:sp>
            <p:nvSpPr>
              <p:cNvPr id="2728" name="Google Shape;2728;p114"/>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9" name="Google Shape;2729;p114"/>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0" name="Google Shape;2730;p114"/>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1" name="Google Shape;2731;p114"/>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BLANK_3">
    <p:spTree>
      <p:nvGrpSpPr>
        <p:cNvPr id="2732" name="Shape 2732"/>
        <p:cNvGrpSpPr/>
        <p:nvPr/>
      </p:nvGrpSpPr>
      <p:grpSpPr>
        <a:xfrm>
          <a:off x="0" y="0"/>
          <a:ext cx="0" cy="0"/>
          <a:chOff x="0" y="0"/>
          <a:chExt cx="0" cy="0"/>
        </a:xfrm>
      </p:grpSpPr>
      <p:sp>
        <p:nvSpPr>
          <p:cNvPr id="2733" name="Google Shape;2733;p115"/>
          <p:cNvSpPr/>
          <p:nvPr/>
        </p:nvSpPr>
        <p:spPr>
          <a:xfrm flipH="1">
            <a:off x="437224" y="87075"/>
            <a:ext cx="8269551" cy="4798437"/>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4" name="Google Shape;2734;p1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2735" name="Google Shape;2735;p115"/>
          <p:cNvSpPr txBox="1"/>
          <p:nvPr>
            <p:ph type="title"/>
          </p:nvPr>
        </p:nvSpPr>
        <p:spPr>
          <a:xfrm>
            <a:off x="1505550" y="920400"/>
            <a:ext cx="6132900" cy="871500"/>
          </a:xfrm>
          <a:prstGeom prst="rect">
            <a:avLst/>
          </a:prstGeom>
        </p:spPr>
        <p:txBody>
          <a:bodyPr anchorCtr="0" anchor="ctr" bIns="91425" lIns="91425" spcFirstLastPara="1" rIns="91425" wrap="square" tIns="91425">
            <a:noAutofit/>
          </a:bodyPr>
          <a:lstStyle>
            <a:lvl1pPr lvl="0" algn="ctr">
              <a:spcBef>
                <a:spcPts val="0"/>
              </a:spcBef>
              <a:spcAft>
                <a:spcPts val="0"/>
              </a:spcAft>
              <a:buSzPts val="2800"/>
              <a:buNone/>
              <a:defRPr sz="6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36" name="Google Shape;2736;p115"/>
          <p:cNvSpPr txBox="1"/>
          <p:nvPr>
            <p:ph idx="1" type="subTitle"/>
          </p:nvPr>
        </p:nvSpPr>
        <p:spPr>
          <a:xfrm>
            <a:off x="2549400" y="1842175"/>
            <a:ext cx="4045200" cy="10122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2737" name="Google Shape;2737;p115"/>
          <p:cNvSpPr txBox="1"/>
          <p:nvPr/>
        </p:nvSpPr>
        <p:spPr>
          <a:xfrm>
            <a:off x="2549400" y="3439165"/>
            <a:ext cx="4045200" cy="670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CA" sz="1200">
                <a:solidFill>
                  <a:schemeClr val="dk1"/>
                </a:solidFill>
                <a:latin typeface="Lato"/>
                <a:ea typeface="Lato"/>
                <a:cs typeface="Lato"/>
                <a:sym typeface="Lato"/>
              </a:rPr>
              <a:t>CREDITS:</a:t>
            </a:r>
            <a:r>
              <a:rPr lang="en-CA" sz="1200">
                <a:solidFill>
                  <a:schemeClr val="dk1"/>
                </a:solidFill>
                <a:latin typeface="Lato"/>
                <a:ea typeface="Lato"/>
                <a:cs typeface="Lato"/>
                <a:sym typeface="Lato"/>
              </a:rPr>
              <a:t> This presentation template was created by </a:t>
            </a:r>
            <a:r>
              <a:rPr b="1" lang="en-CA" sz="1200">
                <a:solidFill>
                  <a:schemeClr val="dk1"/>
                </a:solidFill>
                <a:uFill>
                  <a:noFill/>
                </a:uFill>
                <a:latin typeface="Lato"/>
                <a:ea typeface="Lato"/>
                <a:cs typeface="Lato"/>
                <a:sym typeface="Lato"/>
                <a:hlinkClick r:id="rId2">
                  <a:extLst>
                    <a:ext uri="{A12FA001-AC4F-418D-AE19-62706E023703}">
                      <ahyp:hlinkClr val="tx"/>
                    </a:ext>
                  </a:extLst>
                </a:hlinkClick>
              </a:rPr>
              <a:t>Slidesgo</a:t>
            </a:r>
            <a:r>
              <a:rPr b="1" lang="en-CA" sz="1200">
                <a:solidFill>
                  <a:schemeClr val="dk1"/>
                </a:solidFill>
                <a:latin typeface="Lato"/>
                <a:ea typeface="Lato"/>
                <a:cs typeface="Lato"/>
                <a:sym typeface="Lato"/>
              </a:rPr>
              <a:t>,</a:t>
            </a:r>
            <a:r>
              <a:rPr lang="en-CA" sz="1200">
                <a:solidFill>
                  <a:schemeClr val="dk1"/>
                </a:solidFill>
                <a:latin typeface="Lato"/>
                <a:ea typeface="Lato"/>
                <a:cs typeface="Lato"/>
                <a:sym typeface="Lato"/>
              </a:rPr>
              <a:t> including icons by </a:t>
            </a:r>
            <a:r>
              <a:rPr b="1" lang="en-CA" sz="1200">
                <a:solidFill>
                  <a:schemeClr val="dk1"/>
                </a:solidFill>
                <a:uFill>
                  <a:noFill/>
                </a:uFill>
                <a:latin typeface="Lato"/>
                <a:ea typeface="Lato"/>
                <a:cs typeface="Lato"/>
                <a:sym typeface="Lato"/>
                <a:hlinkClick r:id="rId3">
                  <a:extLst>
                    <a:ext uri="{A12FA001-AC4F-418D-AE19-62706E023703}">
                      <ahyp:hlinkClr val="tx"/>
                    </a:ext>
                  </a:extLst>
                </a:hlinkClick>
              </a:rPr>
              <a:t>Flaticon</a:t>
            </a:r>
            <a:r>
              <a:rPr lang="en-CA" sz="1200">
                <a:solidFill>
                  <a:schemeClr val="dk1"/>
                </a:solidFill>
                <a:latin typeface="Lato"/>
                <a:ea typeface="Lato"/>
                <a:cs typeface="Lato"/>
                <a:sym typeface="Lato"/>
              </a:rPr>
              <a:t>, infographics &amp; images by </a:t>
            </a:r>
            <a:r>
              <a:rPr b="1" lang="en-CA" sz="1200">
                <a:solidFill>
                  <a:schemeClr val="dk1"/>
                </a:solidFill>
                <a:uFill>
                  <a:noFill/>
                </a:uFill>
                <a:latin typeface="Lato"/>
                <a:ea typeface="Lato"/>
                <a:cs typeface="Lato"/>
                <a:sym typeface="Lato"/>
                <a:hlinkClick r:id="rId4">
                  <a:extLst>
                    <a:ext uri="{A12FA001-AC4F-418D-AE19-62706E023703}">
                      <ahyp:hlinkClr val="tx"/>
                    </a:ext>
                  </a:extLst>
                </a:hlinkClick>
              </a:rPr>
              <a:t>Freepik</a:t>
            </a:r>
            <a:r>
              <a:rPr lang="en-CA" sz="1200">
                <a:solidFill>
                  <a:schemeClr val="dk1"/>
                </a:solidFill>
                <a:latin typeface="Lato"/>
                <a:ea typeface="Lato"/>
                <a:cs typeface="Lato"/>
                <a:sym typeface="Lato"/>
              </a:rPr>
              <a:t> and illustrations by </a:t>
            </a:r>
            <a:r>
              <a:rPr b="1" lang="en-CA" sz="1200">
                <a:solidFill>
                  <a:schemeClr val="dk1"/>
                </a:solidFill>
                <a:uFill>
                  <a:noFill/>
                </a:uFill>
                <a:latin typeface="Lato"/>
                <a:ea typeface="Lato"/>
                <a:cs typeface="Lato"/>
                <a:sym typeface="Lato"/>
                <a:hlinkClick r:id="rId5">
                  <a:extLst>
                    <a:ext uri="{A12FA001-AC4F-418D-AE19-62706E023703}">
                      <ahyp:hlinkClr val="tx"/>
                    </a:ext>
                  </a:extLst>
                </a:hlinkClick>
              </a:rPr>
              <a:t>Storyset</a:t>
            </a:r>
            <a:r>
              <a:rPr lang="en-CA" sz="1200">
                <a:solidFill>
                  <a:schemeClr val="dk1"/>
                </a:solidFill>
                <a:latin typeface="Lato"/>
                <a:ea typeface="Lato"/>
                <a:cs typeface="Lato"/>
                <a:sym typeface="Lato"/>
              </a:rPr>
              <a:t>.</a:t>
            </a:r>
            <a:endParaRPr>
              <a:solidFill>
                <a:schemeClr val="dk1"/>
              </a:solidFill>
              <a:latin typeface="Lato"/>
              <a:ea typeface="Lato"/>
              <a:cs typeface="Lato"/>
              <a:sym typeface="Lato"/>
            </a:endParaRPr>
          </a:p>
        </p:txBody>
      </p:sp>
      <p:grpSp>
        <p:nvGrpSpPr>
          <p:cNvPr id="2738" name="Google Shape;2738;p115"/>
          <p:cNvGrpSpPr/>
          <p:nvPr/>
        </p:nvGrpSpPr>
        <p:grpSpPr>
          <a:xfrm>
            <a:off x="-324289" y="3240517"/>
            <a:ext cx="2492715" cy="2684735"/>
            <a:chOff x="-324289" y="3240517"/>
            <a:chExt cx="2492715" cy="2684735"/>
          </a:xfrm>
        </p:grpSpPr>
        <p:sp>
          <p:nvSpPr>
            <p:cNvPr id="2739" name="Google Shape;2739;p115"/>
            <p:cNvSpPr/>
            <p:nvPr/>
          </p:nvSpPr>
          <p:spPr>
            <a:xfrm rot="10800000">
              <a:off x="-324289" y="3240517"/>
              <a:ext cx="2492715" cy="2278933"/>
            </a:xfrm>
            <a:custGeom>
              <a:rect b="b" l="l" r="r" t="t"/>
              <a:pathLst>
                <a:path extrusionOk="0" h="49900" w="54584">
                  <a:moveTo>
                    <a:pt x="39803" y="0"/>
                  </a:moveTo>
                  <a:cubicBezTo>
                    <a:pt x="38029" y="0"/>
                    <a:pt x="36248" y="409"/>
                    <a:pt x="34570" y="1238"/>
                  </a:cubicBezTo>
                  <a:cubicBezTo>
                    <a:pt x="31367" y="2802"/>
                    <a:pt x="28886" y="5448"/>
                    <a:pt x="25683" y="7012"/>
                  </a:cubicBezTo>
                  <a:cubicBezTo>
                    <a:pt x="21308" y="9163"/>
                    <a:pt x="16511" y="10320"/>
                    <a:pt x="12090" y="12380"/>
                  </a:cubicBezTo>
                  <a:cubicBezTo>
                    <a:pt x="7684" y="14425"/>
                    <a:pt x="3444" y="17628"/>
                    <a:pt x="1865" y="22244"/>
                  </a:cubicBezTo>
                  <a:cubicBezTo>
                    <a:pt x="1" y="27673"/>
                    <a:pt x="647" y="34078"/>
                    <a:pt x="3504" y="39040"/>
                  </a:cubicBezTo>
                  <a:cubicBezTo>
                    <a:pt x="8069" y="46988"/>
                    <a:pt x="17031" y="49899"/>
                    <a:pt x="25743" y="49899"/>
                  </a:cubicBezTo>
                  <a:cubicBezTo>
                    <a:pt x="25898" y="49899"/>
                    <a:pt x="26054" y="49898"/>
                    <a:pt x="26209" y="49897"/>
                  </a:cubicBezTo>
                  <a:cubicBezTo>
                    <a:pt x="44945" y="49671"/>
                    <a:pt x="54583" y="26996"/>
                    <a:pt x="51531" y="10696"/>
                  </a:cubicBezTo>
                  <a:cubicBezTo>
                    <a:pt x="50869" y="7163"/>
                    <a:pt x="49230" y="3779"/>
                    <a:pt x="46118" y="1840"/>
                  </a:cubicBezTo>
                  <a:cubicBezTo>
                    <a:pt x="44160" y="620"/>
                    <a:pt x="41987" y="0"/>
                    <a:pt x="39803"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0" name="Google Shape;2740;p115"/>
            <p:cNvSpPr/>
            <p:nvPr/>
          </p:nvSpPr>
          <p:spPr>
            <a:xfrm rot="5828238">
              <a:off x="251851" y="4219055"/>
              <a:ext cx="1085117" cy="2077472"/>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741" name="Google Shape;2741;p115"/>
          <p:cNvSpPr/>
          <p:nvPr/>
        </p:nvSpPr>
        <p:spPr>
          <a:xfrm rot="899878">
            <a:off x="-523899" y="-362625"/>
            <a:ext cx="1102774" cy="971749"/>
          </a:xfrm>
          <a:custGeom>
            <a:rect b="b" l="l" r="r" t="t"/>
            <a:pathLst>
              <a:path extrusionOk="0" h="49357" w="56012">
                <a:moveTo>
                  <a:pt x="29954" y="0"/>
                </a:moveTo>
                <a:cubicBezTo>
                  <a:pt x="26409" y="0"/>
                  <a:pt x="22321" y="902"/>
                  <a:pt x="17654" y="3034"/>
                </a:cubicBezTo>
                <a:cubicBezTo>
                  <a:pt x="17654" y="3034"/>
                  <a:pt x="8827" y="7530"/>
                  <a:pt x="4406" y="14477"/>
                </a:cubicBezTo>
                <a:cubicBezTo>
                  <a:pt x="1" y="21424"/>
                  <a:pt x="347" y="30340"/>
                  <a:pt x="5715" y="36971"/>
                </a:cubicBezTo>
                <a:cubicBezTo>
                  <a:pt x="11068" y="43588"/>
                  <a:pt x="21308" y="42730"/>
                  <a:pt x="29878" y="46926"/>
                </a:cubicBezTo>
                <a:cubicBezTo>
                  <a:pt x="33082" y="48494"/>
                  <a:pt x="36410" y="49356"/>
                  <a:pt x="39533" y="49356"/>
                </a:cubicBezTo>
                <a:cubicBezTo>
                  <a:pt x="44766" y="49356"/>
                  <a:pt x="49425" y="46936"/>
                  <a:pt x="51967" y="41362"/>
                </a:cubicBezTo>
                <a:cubicBezTo>
                  <a:pt x="56012" y="32476"/>
                  <a:pt x="49907" y="29137"/>
                  <a:pt x="48854" y="18852"/>
                </a:cubicBezTo>
                <a:cubicBezTo>
                  <a:pt x="48037" y="10867"/>
                  <a:pt x="42263" y="0"/>
                  <a:pt x="29954"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42" name="Google Shape;2742;p115"/>
          <p:cNvGrpSpPr/>
          <p:nvPr/>
        </p:nvGrpSpPr>
        <p:grpSpPr>
          <a:xfrm>
            <a:off x="298009" y="1164970"/>
            <a:ext cx="1121498" cy="1129498"/>
            <a:chOff x="298009" y="1164970"/>
            <a:chExt cx="1121498" cy="1129498"/>
          </a:xfrm>
        </p:grpSpPr>
        <p:grpSp>
          <p:nvGrpSpPr>
            <p:cNvPr id="2743" name="Google Shape;2743;p115"/>
            <p:cNvGrpSpPr/>
            <p:nvPr/>
          </p:nvGrpSpPr>
          <p:grpSpPr>
            <a:xfrm flipH="1">
              <a:off x="298009" y="1309538"/>
              <a:ext cx="93234" cy="93234"/>
              <a:chOff x="7812545" y="194375"/>
              <a:chExt cx="105457" cy="105457"/>
            </a:xfrm>
          </p:grpSpPr>
          <p:sp>
            <p:nvSpPr>
              <p:cNvPr id="2744" name="Google Shape;2744;p115"/>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5" name="Google Shape;2745;p115"/>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6" name="Google Shape;2746;p115"/>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7" name="Google Shape;2747;p115"/>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748" name="Google Shape;2748;p115"/>
            <p:cNvSpPr/>
            <p:nvPr/>
          </p:nvSpPr>
          <p:spPr>
            <a:xfrm flipH="1">
              <a:off x="1326276" y="1164970"/>
              <a:ext cx="93231" cy="93173"/>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9" name="Google Shape;2749;p115"/>
            <p:cNvSpPr/>
            <p:nvPr/>
          </p:nvSpPr>
          <p:spPr>
            <a:xfrm flipH="1">
              <a:off x="685826" y="2201295"/>
              <a:ext cx="93231" cy="93173"/>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50" name="Google Shape;2750;p115"/>
          <p:cNvGrpSpPr/>
          <p:nvPr/>
        </p:nvGrpSpPr>
        <p:grpSpPr>
          <a:xfrm>
            <a:off x="7297176" y="3655625"/>
            <a:ext cx="2210428" cy="1863813"/>
            <a:chOff x="7297176" y="3655625"/>
            <a:chExt cx="2210428" cy="1863813"/>
          </a:xfrm>
        </p:grpSpPr>
        <p:sp>
          <p:nvSpPr>
            <p:cNvPr id="2751" name="Google Shape;2751;p115"/>
            <p:cNvSpPr/>
            <p:nvPr/>
          </p:nvSpPr>
          <p:spPr>
            <a:xfrm rot="899878">
              <a:off x="8297876" y="4421550"/>
              <a:ext cx="1102774" cy="971749"/>
            </a:xfrm>
            <a:custGeom>
              <a:rect b="b" l="l" r="r" t="t"/>
              <a:pathLst>
                <a:path extrusionOk="0" h="49357" w="56012">
                  <a:moveTo>
                    <a:pt x="29954" y="0"/>
                  </a:moveTo>
                  <a:cubicBezTo>
                    <a:pt x="26409" y="0"/>
                    <a:pt x="22321" y="902"/>
                    <a:pt x="17654" y="3034"/>
                  </a:cubicBezTo>
                  <a:cubicBezTo>
                    <a:pt x="17654" y="3034"/>
                    <a:pt x="8827" y="7530"/>
                    <a:pt x="4406" y="14477"/>
                  </a:cubicBezTo>
                  <a:cubicBezTo>
                    <a:pt x="1" y="21424"/>
                    <a:pt x="347" y="30340"/>
                    <a:pt x="5715" y="36971"/>
                  </a:cubicBezTo>
                  <a:cubicBezTo>
                    <a:pt x="11068" y="43588"/>
                    <a:pt x="21308" y="42730"/>
                    <a:pt x="29878" y="46926"/>
                  </a:cubicBezTo>
                  <a:cubicBezTo>
                    <a:pt x="33082" y="48494"/>
                    <a:pt x="36410" y="49356"/>
                    <a:pt x="39533" y="49356"/>
                  </a:cubicBezTo>
                  <a:cubicBezTo>
                    <a:pt x="44766" y="49356"/>
                    <a:pt x="49425" y="46936"/>
                    <a:pt x="51967" y="41362"/>
                  </a:cubicBezTo>
                  <a:cubicBezTo>
                    <a:pt x="56012" y="32476"/>
                    <a:pt x="49907" y="29137"/>
                    <a:pt x="48854" y="18852"/>
                  </a:cubicBezTo>
                  <a:cubicBezTo>
                    <a:pt x="48037" y="10867"/>
                    <a:pt x="42263" y="0"/>
                    <a:pt x="29954"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52" name="Google Shape;2752;p115"/>
            <p:cNvGrpSpPr/>
            <p:nvPr/>
          </p:nvGrpSpPr>
          <p:grpSpPr>
            <a:xfrm>
              <a:off x="7297176" y="3655625"/>
              <a:ext cx="1024368" cy="981280"/>
              <a:chOff x="7297176" y="3655625"/>
              <a:chExt cx="1024368" cy="981280"/>
            </a:xfrm>
          </p:grpSpPr>
          <p:grpSp>
            <p:nvGrpSpPr>
              <p:cNvPr id="2753" name="Google Shape;2753;p115"/>
              <p:cNvGrpSpPr/>
              <p:nvPr/>
            </p:nvGrpSpPr>
            <p:grpSpPr>
              <a:xfrm flipH="1">
                <a:off x="8228309" y="3655625"/>
                <a:ext cx="93234" cy="93234"/>
                <a:chOff x="7812545" y="194375"/>
                <a:chExt cx="105457" cy="105457"/>
              </a:xfrm>
            </p:grpSpPr>
            <p:sp>
              <p:nvSpPr>
                <p:cNvPr id="2754" name="Google Shape;2754;p115"/>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5" name="Google Shape;2755;p115"/>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6" name="Google Shape;2756;p115"/>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7" name="Google Shape;2757;p115"/>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758" name="Google Shape;2758;p115"/>
              <p:cNvSpPr/>
              <p:nvPr/>
            </p:nvSpPr>
            <p:spPr>
              <a:xfrm flipH="1">
                <a:off x="7297176" y="4543733"/>
                <a:ext cx="93231" cy="93173"/>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20">
    <p:spTree>
      <p:nvGrpSpPr>
        <p:cNvPr id="2759" name="Shape 2759"/>
        <p:cNvGrpSpPr/>
        <p:nvPr/>
      </p:nvGrpSpPr>
      <p:grpSpPr>
        <a:xfrm>
          <a:off x="0" y="0"/>
          <a:ext cx="0" cy="0"/>
          <a:chOff x="0" y="0"/>
          <a:chExt cx="0" cy="0"/>
        </a:xfrm>
      </p:grpSpPr>
      <p:sp>
        <p:nvSpPr>
          <p:cNvPr id="2760" name="Google Shape;2760;p1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grpSp>
        <p:nvGrpSpPr>
          <p:cNvPr id="2761" name="Google Shape;2761;p116"/>
          <p:cNvGrpSpPr/>
          <p:nvPr/>
        </p:nvGrpSpPr>
        <p:grpSpPr>
          <a:xfrm>
            <a:off x="319295" y="4308988"/>
            <a:ext cx="750832" cy="656232"/>
            <a:chOff x="319295" y="4308988"/>
            <a:chExt cx="750832" cy="656232"/>
          </a:xfrm>
        </p:grpSpPr>
        <p:grpSp>
          <p:nvGrpSpPr>
            <p:cNvPr id="2762" name="Google Shape;2762;p116"/>
            <p:cNvGrpSpPr/>
            <p:nvPr/>
          </p:nvGrpSpPr>
          <p:grpSpPr>
            <a:xfrm>
              <a:off x="964670" y="4859763"/>
              <a:ext cx="105457" cy="105457"/>
              <a:chOff x="7812545" y="194375"/>
              <a:chExt cx="105457" cy="105457"/>
            </a:xfrm>
          </p:grpSpPr>
          <p:sp>
            <p:nvSpPr>
              <p:cNvPr id="2763" name="Google Shape;2763;p116"/>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4" name="Google Shape;2764;p116"/>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5" name="Google Shape;2765;p116"/>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6" name="Google Shape;2766;p116"/>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767" name="Google Shape;2767;p116"/>
            <p:cNvSpPr/>
            <p:nvPr/>
          </p:nvSpPr>
          <p:spPr>
            <a:xfrm>
              <a:off x="424749" y="4721876"/>
              <a:ext cx="171626" cy="171542"/>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68" name="Google Shape;2768;p116"/>
            <p:cNvGrpSpPr/>
            <p:nvPr/>
          </p:nvGrpSpPr>
          <p:grpSpPr>
            <a:xfrm>
              <a:off x="319295" y="4308988"/>
              <a:ext cx="105457" cy="105457"/>
              <a:chOff x="7812545" y="194375"/>
              <a:chExt cx="105457" cy="105457"/>
            </a:xfrm>
          </p:grpSpPr>
          <p:sp>
            <p:nvSpPr>
              <p:cNvPr id="2769" name="Google Shape;2769;p116"/>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0" name="Google Shape;2770;p116"/>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1" name="Google Shape;2771;p116"/>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2" name="Google Shape;2772;p116"/>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773" name="Google Shape;2773;p116"/>
          <p:cNvGrpSpPr/>
          <p:nvPr/>
        </p:nvGrpSpPr>
        <p:grpSpPr>
          <a:xfrm>
            <a:off x="8176604" y="-179030"/>
            <a:ext cx="1421198" cy="1325909"/>
            <a:chOff x="8176604" y="-179030"/>
            <a:chExt cx="1421198" cy="1325909"/>
          </a:xfrm>
        </p:grpSpPr>
        <p:sp>
          <p:nvSpPr>
            <p:cNvPr id="2774" name="Google Shape;2774;p116"/>
            <p:cNvSpPr/>
            <p:nvPr/>
          </p:nvSpPr>
          <p:spPr>
            <a:xfrm flipH="1">
              <a:off x="8606683" y="-179030"/>
              <a:ext cx="991119" cy="877511"/>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5" name="Google Shape;2775;p116"/>
            <p:cNvSpPr/>
            <p:nvPr/>
          </p:nvSpPr>
          <p:spPr>
            <a:xfrm flipH="1">
              <a:off x="8176604" y="349987"/>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76" name="Google Shape;2776;p116"/>
            <p:cNvGrpSpPr/>
            <p:nvPr/>
          </p:nvGrpSpPr>
          <p:grpSpPr>
            <a:xfrm>
              <a:off x="8732620" y="1041423"/>
              <a:ext cx="105457" cy="105457"/>
              <a:chOff x="7812545" y="194375"/>
              <a:chExt cx="105457" cy="105457"/>
            </a:xfrm>
          </p:grpSpPr>
          <p:sp>
            <p:nvSpPr>
              <p:cNvPr id="2777" name="Google Shape;2777;p116"/>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8" name="Google Shape;2778;p116"/>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9" name="Google Shape;2779;p116"/>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0" name="Google Shape;2780;p116"/>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19">
    <p:spTree>
      <p:nvGrpSpPr>
        <p:cNvPr id="2781" name="Shape 2781"/>
        <p:cNvGrpSpPr/>
        <p:nvPr/>
      </p:nvGrpSpPr>
      <p:grpSpPr>
        <a:xfrm>
          <a:off x="0" y="0"/>
          <a:ext cx="0" cy="0"/>
          <a:chOff x="0" y="0"/>
          <a:chExt cx="0" cy="0"/>
        </a:xfrm>
      </p:grpSpPr>
      <p:sp>
        <p:nvSpPr>
          <p:cNvPr id="2782" name="Google Shape;2782;p1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2783" name="Google Shape;2783;p117"/>
          <p:cNvSpPr/>
          <p:nvPr/>
        </p:nvSpPr>
        <p:spPr>
          <a:xfrm rot="5828238">
            <a:off x="712226" y="4219055"/>
            <a:ext cx="1085117" cy="2077472"/>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4" name="Google Shape;2784;p117"/>
          <p:cNvSpPr/>
          <p:nvPr/>
        </p:nvSpPr>
        <p:spPr>
          <a:xfrm flipH="1">
            <a:off x="8516050" y="4487450"/>
            <a:ext cx="1172375" cy="942725"/>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85" name="Google Shape;2785;p117"/>
          <p:cNvGrpSpPr/>
          <p:nvPr/>
        </p:nvGrpSpPr>
        <p:grpSpPr>
          <a:xfrm>
            <a:off x="-1252300" y="-775500"/>
            <a:ext cx="2224933" cy="1789104"/>
            <a:chOff x="-1260750" y="4247400"/>
            <a:chExt cx="2224933" cy="1789104"/>
          </a:xfrm>
        </p:grpSpPr>
        <p:sp>
          <p:nvSpPr>
            <p:cNvPr id="2786" name="Google Shape;2786;p117"/>
            <p:cNvSpPr/>
            <p:nvPr/>
          </p:nvSpPr>
          <p:spPr>
            <a:xfrm flipH="1">
              <a:off x="-1260750" y="4247400"/>
              <a:ext cx="2224933" cy="1789104"/>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7" name="Google Shape;2787;p117"/>
            <p:cNvSpPr/>
            <p:nvPr/>
          </p:nvSpPr>
          <p:spPr>
            <a:xfrm>
              <a:off x="-708950" y="4596438"/>
              <a:ext cx="1232275" cy="1091025"/>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88" name="Google Shape;2788;p117"/>
          <p:cNvGrpSpPr/>
          <p:nvPr/>
        </p:nvGrpSpPr>
        <p:grpSpPr>
          <a:xfrm flipH="1" rot="10800000">
            <a:off x="8455188" y="183250"/>
            <a:ext cx="463864" cy="572939"/>
            <a:chOff x="274663" y="183250"/>
            <a:chExt cx="463864" cy="572939"/>
          </a:xfrm>
        </p:grpSpPr>
        <p:grpSp>
          <p:nvGrpSpPr>
            <p:cNvPr id="2789" name="Google Shape;2789;p117"/>
            <p:cNvGrpSpPr/>
            <p:nvPr/>
          </p:nvGrpSpPr>
          <p:grpSpPr>
            <a:xfrm>
              <a:off x="633070" y="183250"/>
              <a:ext cx="105457" cy="105457"/>
              <a:chOff x="7812545" y="194375"/>
              <a:chExt cx="105457" cy="105457"/>
            </a:xfrm>
          </p:grpSpPr>
          <p:sp>
            <p:nvSpPr>
              <p:cNvPr id="2790" name="Google Shape;2790;p117"/>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1" name="Google Shape;2791;p117"/>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2" name="Google Shape;2792;p117"/>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3" name="Google Shape;2793;p117"/>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794" name="Google Shape;2794;p117"/>
            <p:cNvSpPr/>
            <p:nvPr/>
          </p:nvSpPr>
          <p:spPr>
            <a:xfrm>
              <a:off x="274663" y="650800"/>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799" name="Shape 2799"/>
        <p:cNvGrpSpPr/>
        <p:nvPr/>
      </p:nvGrpSpPr>
      <p:grpSpPr>
        <a:xfrm>
          <a:off x="0" y="0"/>
          <a:ext cx="0" cy="0"/>
          <a:chOff x="0" y="0"/>
          <a:chExt cx="0" cy="0"/>
        </a:xfrm>
      </p:grpSpPr>
      <p:sp>
        <p:nvSpPr>
          <p:cNvPr id="2800" name="Google Shape;2800;p119"/>
          <p:cNvSpPr/>
          <p:nvPr/>
        </p:nvSpPr>
        <p:spPr>
          <a:xfrm>
            <a:off x="-298976" y="-442224"/>
            <a:ext cx="6067158" cy="4878696"/>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1" name="Google Shape;2801;p119"/>
          <p:cNvSpPr/>
          <p:nvPr/>
        </p:nvSpPr>
        <p:spPr>
          <a:xfrm>
            <a:off x="-418150" y="-442225"/>
            <a:ext cx="1232275" cy="1091025"/>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2" name="Google Shape;2802;p119"/>
          <p:cNvSpPr txBox="1"/>
          <p:nvPr>
            <p:ph type="ctrTitle"/>
          </p:nvPr>
        </p:nvSpPr>
        <p:spPr>
          <a:xfrm>
            <a:off x="1041050" y="995375"/>
            <a:ext cx="4159800" cy="2145600"/>
          </a:xfrm>
          <a:prstGeom prst="rect">
            <a:avLst/>
          </a:prstGeom>
        </p:spPr>
        <p:txBody>
          <a:bodyPr anchorCtr="0" anchor="ctr" bIns="91425" lIns="91425" spcFirstLastPara="1" rIns="91425" wrap="square" tIns="91425">
            <a:noAutofit/>
          </a:bodyPr>
          <a:lstStyle>
            <a:lvl1pPr lvl="0">
              <a:lnSpc>
                <a:spcPct val="90000"/>
              </a:lnSpc>
              <a:spcBef>
                <a:spcPts val="0"/>
              </a:spcBef>
              <a:spcAft>
                <a:spcPts val="0"/>
              </a:spcAft>
              <a:buSzPts val="5200"/>
              <a:buNone/>
              <a:defRPr sz="5200"/>
            </a:lvl1pPr>
            <a:lvl2pPr lvl="1">
              <a:spcBef>
                <a:spcPts val="0"/>
              </a:spcBef>
              <a:spcAft>
                <a:spcPts val="0"/>
              </a:spcAft>
              <a:buSzPts val="5200"/>
              <a:buNone/>
              <a:defRPr sz="5200"/>
            </a:lvl2pPr>
            <a:lvl3pPr lvl="2">
              <a:spcBef>
                <a:spcPts val="0"/>
              </a:spcBef>
              <a:spcAft>
                <a:spcPts val="0"/>
              </a:spcAft>
              <a:buSzPts val="5200"/>
              <a:buNone/>
              <a:defRPr sz="5200"/>
            </a:lvl3pPr>
            <a:lvl4pPr lvl="3">
              <a:spcBef>
                <a:spcPts val="0"/>
              </a:spcBef>
              <a:spcAft>
                <a:spcPts val="0"/>
              </a:spcAft>
              <a:buSzPts val="5200"/>
              <a:buNone/>
              <a:defRPr sz="5200"/>
            </a:lvl4pPr>
            <a:lvl5pPr lvl="4">
              <a:spcBef>
                <a:spcPts val="0"/>
              </a:spcBef>
              <a:spcAft>
                <a:spcPts val="0"/>
              </a:spcAft>
              <a:buSzPts val="5200"/>
              <a:buNone/>
              <a:defRPr sz="5200"/>
            </a:lvl5pPr>
            <a:lvl6pPr lvl="5">
              <a:spcBef>
                <a:spcPts val="0"/>
              </a:spcBef>
              <a:spcAft>
                <a:spcPts val="0"/>
              </a:spcAft>
              <a:buSzPts val="5200"/>
              <a:buNone/>
              <a:defRPr sz="5200"/>
            </a:lvl6pPr>
            <a:lvl7pPr lvl="6">
              <a:spcBef>
                <a:spcPts val="0"/>
              </a:spcBef>
              <a:spcAft>
                <a:spcPts val="0"/>
              </a:spcAft>
              <a:buSzPts val="5200"/>
              <a:buNone/>
              <a:defRPr sz="5200"/>
            </a:lvl7pPr>
            <a:lvl8pPr lvl="7">
              <a:spcBef>
                <a:spcPts val="0"/>
              </a:spcBef>
              <a:spcAft>
                <a:spcPts val="0"/>
              </a:spcAft>
              <a:buSzPts val="5200"/>
              <a:buNone/>
              <a:defRPr sz="5200"/>
            </a:lvl8pPr>
            <a:lvl9pPr lvl="8">
              <a:spcBef>
                <a:spcPts val="0"/>
              </a:spcBef>
              <a:spcAft>
                <a:spcPts val="0"/>
              </a:spcAft>
              <a:buSzPts val="5200"/>
              <a:buNone/>
              <a:defRPr sz="5200"/>
            </a:lvl9pPr>
          </a:lstStyle>
          <a:p/>
        </p:txBody>
      </p:sp>
      <p:sp>
        <p:nvSpPr>
          <p:cNvPr id="2803" name="Google Shape;2803;p119"/>
          <p:cNvSpPr txBox="1"/>
          <p:nvPr>
            <p:ph idx="1" type="subTitle"/>
          </p:nvPr>
        </p:nvSpPr>
        <p:spPr>
          <a:xfrm>
            <a:off x="1041050" y="3140985"/>
            <a:ext cx="5488500" cy="336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800"/>
              <a:buNone/>
              <a:defRPr sz="18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2804" name="Google Shape;2804;p1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grpSp>
        <p:nvGrpSpPr>
          <p:cNvPr id="2805" name="Google Shape;2805;p119"/>
          <p:cNvGrpSpPr/>
          <p:nvPr/>
        </p:nvGrpSpPr>
        <p:grpSpPr>
          <a:xfrm>
            <a:off x="-1113715" y="3104082"/>
            <a:ext cx="3240940" cy="3045231"/>
            <a:chOff x="-1113715" y="3104082"/>
            <a:chExt cx="3240940" cy="3045231"/>
          </a:xfrm>
        </p:grpSpPr>
        <p:sp>
          <p:nvSpPr>
            <p:cNvPr id="2806" name="Google Shape;2806;p119"/>
            <p:cNvSpPr/>
            <p:nvPr/>
          </p:nvSpPr>
          <p:spPr>
            <a:xfrm rot="-6150387">
              <a:off x="-934264" y="3408221"/>
              <a:ext cx="2578600" cy="2436953"/>
            </a:xfrm>
            <a:custGeom>
              <a:rect b="b" l="l" r="r" t="t"/>
              <a:pathLst>
                <a:path extrusionOk="0" h="49900" w="54584">
                  <a:moveTo>
                    <a:pt x="39803" y="0"/>
                  </a:moveTo>
                  <a:cubicBezTo>
                    <a:pt x="38029" y="0"/>
                    <a:pt x="36248" y="409"/>
                    <a:pt x="34570" y="1238"/>
                  </a:cubicBezTo>
                  <a:cubicBezTo>
                    <a:pt x="31367" y="2802"/>
                    <a:pt x="28886" y="5448"/>
                    <a:pt x="25683" y="7012"/>
                  </a:cubicBezTo>
                  <a:cubicBezTo>
                    <a:pt x="21308" y="9163"/>
                    <a:pt x="16511" y="10320"/>
                    <a:pt x="12090" y="12380"/>
                  </a:cubicBezTo>
                  <a:cubicBezTo>
                    <a:pt x="7684" y="14425"/>
                    <a:pt x="3444" y="17628"/>
                    <a:pt x="1865" y="22244"/>
                  </a:cubicBezTo>
                  <a:cubicBezTo>
                    <a:pt x="1" y="27673"/>
                    <a:pt x="647" y="34078"/>
                    <a:pt x="3504" y="39040"/>
                  </a:cubicBezTo>
                  <a:cubicBezTo>
                    <a:pt x="8069" y="46988"/>
                    <a:pt x="17031" y="49899"/>
                    <a:pt x="25743" y="49899"/>
                  </a:cubicBezTo>
                  <a:cubicBezTo>
                    <a:pt x="25898" y="49899"/>
                    <a:pt x="26054" y="49898"/>
                    <a:pt x="26209" y="49897"/>
                  </a:cubicBezTo>
                  <a:cubicBezTo>
                    <a:pt x="44945" y="49671"/>
                    <a:pt x="54583" y="26996"/>
                    <a:pt x="51531" y="10696"/>
                  </a:cubicBezTo>
                  <a:cubicBezTo>
                    <a:pt x="50869" y="7163"/>
                    <a:pt x="49230" y="3779"/>
                    <a:pt x="46118" y="1840"/>
                  </a:cubicBezTo>
                  <a:cubicBezTo>
                    <a:pt x="44160" y="620"/>
                    <a:pt x="41987" y="0"/>
                    <a:pt x="39803"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7" name="Google Shape;2807;p119"/>
            <p:cNvSpPr/>
            <p:nvPr/>
          </p:nvSpPr>
          <p:spPr>
            <a:xfrm rot="5828283">
              <a:off x="677849" y="4406018"/>
              <a:ext cx="958577" cy="1835297"/>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808" name="Shape 2808"/>
        <p:cNvGrpSpPr/>
        <p:nvPr/>
      </p:nvGrpSpPr>
      <p:grpSpPr>
        <a:xfrm>
          <a:off x="0" y="0"/>
          <a:ext cx="0" cy="0"/>
          <a:chOff x="0" y="0"/>
          <a:chExt cx="0" cy="0"/>
        </a:xfrm>
      </p:grpSpPr>
      <p:sp>
        <p:nvSpPr>
          <p:cNvPr id="2809" name="Google Shape;2809;p120"/>
          <p:cNvSpPr txBox="1"/>
          <p:nvPr>
            <p:ph type="title"/>
          </p:nvPr>
        </p:nvSpPr>
        <p:spPr>
          <a:xfrm>
            <a:off x="3920952" y="2223325"/>
            <a:ext cx="4551600" cy="749100"/>
          </a:xfrm>
          <a:prstGeom prst="rect">
            <a:avLst/>
          </a:prstGeom>
        </p:spPr>
        <p:txBody>
          <a:bodyPr anchorCtr="0" anchor="ctr" bIns="91425" lIns="91425" spcFirstLastPara="1" rIns="91425" wrap="square" tIns="91425">
            <a:noAutofit/>
          </a:bodyPr>
          <a:lstStyle>
            <a:lvl1pPr lvl="0">
              <a:spcBef>
                <a:spcPts val="0"/>
              </a:spcBef>
              <a:spcAft>
                <a:spcPts val="0"/>
              </a:spcAft>
              <a:buSzPts val="3600"/>
              <a:buNone/>
              <a:defRPr sz="4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810" name="Google Shape;2810;p1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2811" name="Google Shape;2811;p120"/>
          <p:cNvSpPr txBox="1"/>
          <p:nvPr>
            <p:ph idx="1" type="subTitle"/>
          </p:nvPr>
        </p:nvSpPr>
        <p:spPr>
          <a:xfrm>
            <a:off x="3907975" y="2905550"/>
            <a:ext cx="4551600" cy="383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800"/>
              <a:buNone/>
              <a:defRPr sz="18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2812" name="Google Shape;2812;p120"/>
          <p:cNvSpPr txBox="1"/>
          <p:nvPr>
            <p:ph hasCustomPrompt="1" idx="2" type="title"/>
          </p:nvPr>
        </p:nvSpPr>
        <p:spPr>
          <a:xfrm>
            <a:off x="3907970" y="1278475"/>
            <a:ext cx="1595700" cy="898500"/>
          </a:xfrm>
          <a:prstGeom prst="rect">
            <a:avLst/>
          </a:prstGeom>
        </p:spPr>
        <p:txBody>
          <a:bodyPr anchorCtr="0" anchor="ctr" bIns="91425" lIns="91425" spcFirstLastPara="1" rIns="91425" wrap="square" tIns="91425">
            <a:noAutofit/>
          </a:bodyPr>
          <a:lstStyle>
            <a:lvl1pPr lvl="0">
              <a:spcBef>
                <a:spcPts val="0"/>
              </a:spcBef>
              <a:spcAft>
                <a:spcPts val="0"/>
              </a:spcAft>
              <a:buSzPts val="8000"/>
              <a:buNone/>
              <a:defRPr sz="8000">
                <a:solidFill>
                  <a:schemeClr val="accent2"/>
                </a:solidFill>
              </a:defRPr>
            </a:lvl1pPr>
            <a:lvl2pPr lvl="1" algn="ctr">
              <a:spcBef>
                <a:spcPts val="0"/>
              </a:spcBef>
              <a:spcAft>
                <a:spcPts val="0"/>
              </a:spcAft>
              <a:buSzPts val="8000"/>
              <a:buNone/>
              <a:defRPr sz="8000"/>
            </a:lvl2pPr>
            <a:lvl3pPr lvl="2" algn="ctr">
              <a:spcBef>
                <a:spcPts val="0"/>
              </a:spcBef>
              <a:spcAft>
                <a:spcPts val="0"/>
              </a:spcAft>
              <a:buSzPts val="8000"/>
              <a:buNone/>
              <a:defRPr sz="8000"/>
            </a:lvl3pPr>
            <a:lvl4pPr lvl="3" algn="ctr">
              <a:spcBef>
                <a:spcPts val="0"/>
              </a:spcBef>
              <a:spcAft>
                <a:spcPts val="0"/>
              </a:spcAft>
              <a:buSzPts val="8000"/>
              <a:buNone/>
              <a:defRPr sz="8000"/>
            </a:lvl4pPr>
            <a:lvl5pPr lvl="4" algn="ctr">
              <a:spcBef>
                <a:spcPts val="0"/>
              </a:spcBef>
              <a:spcAft>
                <a:spcPts val="0"/>
              </a:spcAft>
              <a:buSzPts val="8000"/>
              <a:buNone/>
              <a:defRPr sz="8000"/>
            </a:lvl5pPr>
            <a:lvl6pPr lvl="5" algn="ctr">
              <a:spcBef>
                <a:spcPts val="0"/>
              </a:spcBef>
              <a:spcAft>
                <a:spcPts val="0"/>
              </a:spcAft>
              <a:buSzPts val="8000"/>
              <a:buNone/>
              <a:defRPr sz="8000"/>
            </a:lvl6pPr>
            <a:lvl7pPr lvl="6" algn="ctr">
              <a:spcBef>
                <a:spcPts val="0"/>
              </a:spcBef>
              <a:spcAft>
                <a:spcPts val="0"/>
              </a:spcAft>
              <a:buSzPts val="8000"/>
              <a:buNone/>
              <a:defRPr sz="8000"/>
            </a:lvl7pPr>
            <a:lvl8pPr lvl="7" algn="ctr">
              <a:spcBef>
                <a:spcPts val="0"/>
              </a:spcBef>
              <a:spcAft>
                <a:spcPts val="0"/>
              </a:spcAft>
              <a:buSzPts val="8000"/>
              <a:buNone/>
              <a:defRPr sz="8000"/>
            </a:lvl8pPr>
            <a:lvl9pPr lvl="8" algn="ctr">
              <a:spcBef>
                <a:spcPts val="0"/>
              </a:spcBef>
              <a:spcAft>
                <a:spcPts val="0"/>
              </a:spcAft>
              <a:buSzPts val="8000"/>
              <a:buNone/>
              <a:defRPr sz="8000"/>
            </a:lvl9pPr>
          </a:lstStyle>
          <a:p>
            <a:r>
              <a:t>xx%</a:t>
            </a:r>
          </a:p>
        </p:txBody>
      </p:sp>
      <p:grpSp>
        <p:nvGrpSpPr>
          <p:cNvPr id="2813" name="Google Shape;2813;p120"/>
          <p:cNvGrpSpPr/>
          <p:nvPr/>
        </p:nvGrpSpPr>
        <p:grpSpPr>
          <a:xfrm>
            <a:off x="8269426" y="4107105"/>
            <a:ext cx="1691968" cy="1546775"/>
            <a:chOff x="8269426" y="4107105"/>
            <a:chExt cx="1691968" cy="1546775"/>
          </a:xfrm>
        </p:grpSpPr>
        <p:sp>
          <p:nvSpPr>
            <p:cNvPr id="2814" name="Google Shape;2814;p120"/>
            <p:cNvSpPr/>
            <p:nvPr/>
          </p:nvSpPr>
          <p:spPr>
            <a:xfrm>
              <a:off x="8269426" y="4107105"/>
              <a:ext cx="1691968" cy="1546775"/>
            </a:xfrm>
            <a:custGeom>
              <a:rect b="b" l="l" r="r" t="t"/>
              <a:pathLst>
                <a:path extrusionOk="0" h="49900" w="54584">
                  <a:moveTo>
                    <a:pt x="39803" y="0"/>
                  </a:moveTo>
                  <a:cubicBezTo>
                    <a:pt x="38029" y="0"/>
                    <a:pt x="36248" y="409"/>
                    <a:pt x="34570" y="1238"/>
                  </a:cubicBezTo>
                  <a:cubicBezTo>
                    <a:pt x="31367" y="2802"/>
                    <a:pt x="28886" y="5448"/>
                    <a:pt x="25683" y="7012"/>
                  </a:cubicBezTo>
                  <a:cubicBezTo>
                    <a:pt x="21308" y="9163"/>
                    <a:pt x="16511" y="10320"/>
                    <a:pt x="12090" y="12380"/>
                  </a:cubicBezTo>
                  <a:cubicBezTo>
                    <a:pt x="7684" y="14425"/>
                    <a:pt x="3444" y="17628"/>
                    <a:pt x="1865" y="22244"/>
                  </a:cubicBezTo>
                  <a:cubicBezTo>
                    <a:pt x="1" y="27673"/>
                    <a:pt x="647" y="34078"/>
                    <a:pt x="3504" y="39040"/>
                  </a:cubicBezTo>
                  <a:cubicBezTo>
                    <a:pt x="8069" y="46988"/>
                    <a:pt x="17031" y="49899"/>
                    <a:pt x="25743" y="49899"/>
                  </a:cubicBezTo>
                  <a:cubicBezTo>
                    <a:pt x="25898" y="49899"/>
                    <a:pt x="26054" y="49898"/>
                    <a:pt x="26209" y="49897"/>
                  </a:cubicBezTo>
                  <a:cubicBezTo>
                    <a:pt x="44945" y="49671"/>
                    <a:pt x="54583" y="26996"/>
                    <a:pt x="51531" y="10696"/>
                  </a:cubicBezTo>
                  <a:cubicBezTo>
                    <a:pt x="50869" y="7163"/>
                    <a:pt x="49230" y="3779"/>
                    <a:pt x="46118" y="1840"/>
                  </a:cubicBezTo>
                  <a:cubicBezTo>
                    <a:pt x="44160" y="620"/>
                    <a:pt x="41987" y="0"/>
                    <a:pt x="39803" y="0"/>
                  </a:cubicBezTo>
                  <a:close/>
                </a:path>
              </a:pathLst>
            </a:custGeom>
            <a:solidFill>
              <a:srgbClr val="F0F0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5" name="Google Shape;2815;p120"/>
            <p:cNvSpPr/>
            <p:nvPr/>
          </p:nvSpPr>
          <p:spPr>
            <a:xfrm>
              <a:off x="8602429" y="4538820"/>
              <a:ext cx="991119" cy="877511"/>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16" name="Google Shape;2816;p120"/>
          <p:cNvGrpSpPr/>
          <p:nvPr/>
        </p:nvGrpSpPr>
        <p:grpSpPr>
          <a:xfrm>
            <a:off x="6194195" y="289400"/>
            <a:ext cx="2508782" cy="1009939"/>
            <a:chOff x="6194195" y="289400"/>
            <a:chExt cx="2508782" cy="1009939"/>
          </a:xfrm>
        </p:grpSpPr>
        <p:sp>
          <p:nvSpPr>
            <p:cNvPr id="2817" name="Google Shape;2817;p120"/>
            <p:cNvSpPr/>
            <p:nvPr/>
          </p:nvSpPr>
          <p:spPr>
            <a:xfrm>
              <a:off x="7081200" y="1193950"/>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8" name="Google Shape;2818;p120"/>
            <p:cNvSpPr/>
            <p:nvPr/>
          </p:nvSpPr>
          <p:spPr>
            <a:xfrm>
              <a:off x="7997076" y="289400"/>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2819" name="Google Shape;2819;p120"/>
            <p:cNvGrpSpPr/>
            <p:nvPr/>
          </p:nvGrpSpPr>
          <p:grpSpPr>
            <a:xfrm>
              <a:off x="8597520" y="1140738"/>
              <a:ext cx="105457" cy="105457"/>
              <a:chOff x="7812545" y="194375"/>
              <a:chExt cx="105457" cy="105457"/>
            </a:xfrm>
          </p:grpSpPr>
          <p:sp>
            <p:nvSpPr>
              <p:cNvPr id="2820" name="Google Shape;2820;p120"/>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1" name="Google Shape;2821;p120"/>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2" name="Google Shape;2822;p120"/>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3" name="Google Shape;2823;p120"/>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24" name="Google Shape;2824;p120"/>
            <p:cNvGrpSpPr/>
            <p:nvPr/>
          </p:nvGrpSpPr>
          <p:grpSpPr>
            <a:xfrm>
              <a:off x="6194195" y="551338"/>
              <a:ext cx="105457" cy="105457"/>
              <a:chOff x="7812545" y="194375"/>
              <a:chExt cx="105457" cy="105457"/>
            </a:xfrm>
          </p:grpSpPr>
          <p:sp>
            <p:nvSpPr>
              <p:cNvPr id="2825" name="Google Shape;2825;p120"/>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6" name="Google Shape;2826;p120"/>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7" name="Google Shape;2827;p120"/>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8" name="Google Shape;2828;p120"/>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829" name="Google Shape;2829;p120"/>
          <p:cNvGrpSpPr/>
          <p:nvPr/>
        </p:nvGrpSpPr>
        <p:grpSpPr>
          <a:xfrm>
            <a:off x="5001120" y="3928038"/>
            <a:ext cx="1828507" cy="817002"/>
            <a:chOff x="5001120" y="3928038"/>
            <a:chExt cx="1828507" cy="817002"/>
          </a:xfrm>
        </p:grpSpPr>
        <p:sp>
          <p:nvSpPr>
            <p:cNvPr id="2830" name="Google Shape;2830;p120"/>
            <p:cNvSpPr/>
            <p:nvPr/>
          </p:nvSpPr>
          <p:spPr>
            <a:xfrm>
              <a:off x="6724175" y="4639650"/>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831" name="Google Shape;2831;p120"/>
            <p:cNvGrpSpPr/>
            <p:nvPr/>
          </p:nvGrpSpPr>
          <p:grpSpPr>
            <a:xfrm>
              <a:off x="5001120" y="3928038"/>
              <a:ext cx="105457" cy="105457"/>
              <a:chOff x="7812545" y="194375"/>
              <a:chExt cx="105457" cy="105457"/>
            </a:xfrm>
          </p:grpSpPr>
          <p:sp>
            <p:nvSpPr>
              <p:cNvPr id="2832" name="Google Shape;2832;p120"/>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3" name="Google Shape;2833;p120"/>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4" name="Google Shape;2834;p120"/>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5" name="Google Shape;2835;p120"/>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836" name="Shape 2836"/>
        <p:cNvGrpSpPr/>
        <p:nvPr/>
      </p:nvGrpSpPr>
      <p:grpSpPr>
        <a:xfrm>
          <a:off x="0" y="0"/>
          <a:ext cx="0" cy="0"/>
          <a:chOff x="0" y="0"/>
          <a:chExt cx="0" cy="0"/>
        </a:xfrm>
      </p:grpSpPr>
      <p:sp>
        <p:nvSpPr>
          <p:cNvPr id="2837" name="Google Shape;2837;p121"/>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838" name="Google Shape;2838;p121"/>
          <p:cNvSpPr txBox="1"/>
          <p:nvPr>
            <p:ph idx="1" type="body"/>
          </p:nvPr>
        </p:nvSpPr>
        <p:spPr>
          <a:xfrm>
            <a:off x="685800" y="1152475"/>
            <a:ext cx="7786800" cy="3416400"/>
          </a:xfrm>
          <a:prstGeom prst="rect">
            <a:avLst/>
          </a:prstGeom>
        </p:spPr>
        <p:txBody>
          <a:bodyPr anchorCtr="0" anchor="t" bIns="91425" lIns="91425" spcFirstLastPara="1" rIns="91425" wrap="square" tIns="91425">
            <a:noAutofit/>
          </a:bodyPr>
          <a:lstStyle>
            <a:lvl1pPr indent="-304800" lvl="0" marL="457200">
              <a:lnSpc>
                <a:spcPct val="100000"/>
              </a:lnSpc>
              <a:spcBef>
                <a:spcPts val="0"/>
              </a:spcBef>
              <a:spcAft>
                <a:spcPts val="0"/>
              </a:spcAft>
              <a:buSzPts val="1200"/>
              <a:buChar char="●"/>
              <a:defRPr sz="1200"/>
            </a:lvl1pPr>
            <a:lvl2pPr indent="-304800" lvl="1" marL="914400">
              <a:lnSpc>
                <a:spcPct val="100000"/>
              </a:lnSpc>
              <a:spcBef>
                <a:spcPts val="0"/>
              </a:spcBef>
              <a:spcAft>
                <a:spcPts val="0"/>
              </a:spcAft>
              <a:buSzPts val="1200"/>
              <a:buChar char="○"/>
              <a:defRPr sz="1200"/>
            </a:lvl2pPr>
            <a:lvl3pPr indent="-304800" lvl="2" marL="1371600">
              <a:lnSpc>
                <a:spcPct val="100000"/>
              </a:lnSpc>
              <a:spcBef>
                <a:spcPts val="0"/>
              </a:spcBef>
              <a:spcAft>
                <a:spcPts val="0"/>
              </a:spcAft>
              <a:buSzPts val="1200"/>
              <a:buChar char="■"/>
              <a:defRPr sz="1200"/>
            </a:lvl3pPr>
            <a:lvl4pPr indent="-304800" lvl="3" marL="1828800">
              <a:lnSpc>
                <a:spcPct val="100000"/>
              </a:lnSpc>
              <a:spcBef>
                <a:spcPts val="0"/>
              </a:spcBef>
              <a:spcAft>
                <a:spcPts val="0"/>
              </a:spcAft>
              <a:buSzPts val="1200"/>
              <a:buChar char="●"/>
              <a:defRPr sz="1200"/>
            </a:lvl4pPr>
            <a:lvl5pPr indent="-304800" lvl="4" marL="2286000">
              <a:lnSpc>
                <a:spcPct val="100000"/>
              </a:lnSpc>
              <a:spcBef>
                <a:spcPts val="0"/>
              </a:spcBef>
              <a:spcAft>
                <a:spcPts val="0"/>
              </a:spcAft>
              <a:buSzPts val="1200"/>
              <a:buChar char="○"/>
              <a:defRPr sz="1200"/>
            </a:lvl5pPr>
            <a:lvl6pPr indent="-304800" lvl="5" marL="2743200">
              <a:lnSpc>
                <a:spcPct val="100000"/>
              </a:lnSpc>
              <a:spcBef>
                <a:spcPts val="0"/>
              </a:spcBef>
              <a:spcAft>
                <a:spcPts val="0"/>
              </a:spcAft>
              <a:buSzPts val="1200"/>
              <a:buChar char="■"/>
              <a:defRPr sz="1200"/>
            </a:lvl6pPr>
            <a:lvl7pPr indent="-304800" lvl="6" marL="3200400">
              <a:lnSpc>
                <a:spcPct val="100000"/>
              </a:lnSpc>
              <a:spcBef>
                <a:spcPts val="0"/>
              </a:spcBef>
              <a:spcAft>
                <a:spcPts val="0"/>
              </a:spcAft>
              <a:buSzPts val="1200"/>
              <a:buChar char="●"/>
              <a:defRPr sz="1200"/>
            </a:lvl7pPr>
            <a:lvl8pPr indent="-304800" lvl="7" marL="3657600">
              <a:lnSpc>
                <a:spcPct val="100000"/>
              </a:lnSpc>
              <a:spcBef>
                <a:spcPts val="0"/>
              </a:spcBef>
              <a:spcAft>
                <a:spcPts val="0"/>
              </a:spcAft>
              <a:buSzPts val="1200"/>
              <a:buChar char="○"/>
              <a:defRPr sz="1200"/>
            </a:lvl8pPr>
            <a:lvl9pPr indent="-304800" lvl="8" marL="4114800">
              <a:lnSpc>
                <a:spcPct val="100000"/>
              </a:lnSpc>
              <a:spcBef>
                <a:spcPts val="0"/>
              </a:spcBef>
              <a:spcAft>
                <a:spcPts val="0"/>
              </a:spcAft>
              <a:buSzPts val="1200"/>
              <a:buChar char="■"/>
              <a:defRPr sz="1200"/>
            </a:lvl9pPr>
          </a:lstStyle>
          <a:p/>
        </p:txBody>
      </p:sp>
      <p:sp>
        <p:nvSpPr>
          <p:cNvPr id="2839" name="Google Shape;2839;p1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grpSp>
        <p:nvGrpSpPr>
          <p:cNvPr id="2840" name="Google Shape;2840;p121"/>
          <p:cNvGrpSpPr/>
          <p:nvPr/>
        </p:nvGrpSpPr>
        <p:grpSpPr>
          <a:xfrm>
            <a:off x="215745" y="152937"/>
            <a:ext cx="470057" cy="586177"/>
            <a:chOff x="215745" y="152938"/>
            <a:chExt cx="470057" cy="586177"/>
          </a:xfrm>
        </p:grpSpPr>
        <p:sp>
          <p:nvSpPr>
            <p:cNvPr id="2841" name="Google Shape;2841;p121"/>
            <p:cNvSpPr/>
            <p:nvPr/>
          </p:nvSpPr>
          <p:spPr>
            <a:xfrm>
              <a:off x="215750" y="633725"/>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2" name="Google Shape;2842;p121"/>
            <p:cNvSpPr/>
            <p:nvPr/>
          </p:nvSpPr>
          <p:spPr>
            <a:xfrm>
              <a:off x="607851" y="22487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2843" name="Google Shape;2843;p121"/>
            <p:cNvGrpSpPr/>
            <p:nvPr/>
          </p:nvGrpSpPr>
          <p:grpSpPr>
            <a:xfrm>
              <a:off x="215745" y="152938"/>
              <a:ext cx="105457" cy="105457"/>
              <a:chOff x="7812545" y="194375"/>
              <a:chExt cx="105457" cy="105457"/>
            </a:xfrm>
          </p:grpSpPr>
          <p:sp>
            <p:nvSpPr>
              <p:cNvPr id="2844" name="Google Shape;2844;p121"/>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5" name="Google Shape;2845;p121"/>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6" name="Google Shape;2846;p121"/>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7" name="Google Shape;2847;p121"/>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848" name="Google Shape;2848;p121"/>
          <p:cNvGrpSpPr/>
          <p:nvPr/>
        </p:nvGrpSpPr>
        <p:grpSpPr>
          <a:xfrm rot="10800000">
            <a:off x="8496297" y="4349552"/>
            <a:ext cx="470057" cy="586177"/>
            <a:chOff x="215745" y="152938"/>
            <a:chExt cx="470057" cy="586177"/>
          </a:xfrm>
        </p:grpSpPr>
        <p:sp>
          <p:nvSpPr>
            <p:cNvPr id="2849" name="Google Shape;2849;p121"/>
            <p:cNvSpPr/>
            <p:nvPr/>
          </p:nvSpPr>
          <p:spPr>
            <a:xfrm>
              <a:off x="215750" y="633725"/>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0" name="Google Shape;2850;p121"/>
            <p:cNvSpPr/>
            <p:nvPr/>
          </p:nvSpPr>
          <p:spPr>
            <a:xfrm>
              <a:off x="607851" y="22487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2851" name="Google Shape;2851;p121"/>
            <p:cNvGrpSpPr/>
            <p:nvPr/>
          </p:nvGrpSpPr>
          <p:grpSpPr>
            <a:xfrm>
              <a:off x="215745" y="152938"/>
              <a:ext cx="105457" cy="105457"/>
              <a:chOff x="7812545" y="194375"/>
              <a:chExt cx="105457" cy="105457"/>
            </a:xfrm>
          </p:grpSpPr>
          <p:sp>
            <p:nvSpPr>
              <p:cNvPr id="2852" name="Google Shape;2852;p121"/>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3" name="Google Shape;2853;p121"/>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4" name="Google Shape;2854;p121"/>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5" name="Google Shape;2855;p121"/>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856" name="Google Shape;2856;p121"/>
          <p:cNvGrpSpPr/>
          <p:nvPr/>
        </p:nvGrpSpPr>
        <p:grpSpPr>
          <a:xfrm>
            <a:off x="7610270" y="-737025"/>
            <a:ext cx="2476138" cy="1789104"/>
            <a:chOff x="7610270" y="-737025"/>
            <a:chExt cx="2476138" cy="1789104"/>
          </a:xfrm>
        </p:grpSpPr>
        <p:sp>
          <p:nvSpPr>
            <p:cNvPr id="2857" name="Google Shape;2857;p121"/>
            <p:cNvSpPr/>
            <p:nvPr/>
          </p:nvSpPr>
          <p:spPr>
            <a:xfrm flipH="1">
              <a:off x="7861475" y="-737025"/>
              <a:ext cx="2224933" cy="1789104"/>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8" name="Google Shape;2858;p121"/>
            <p:cNvSpPr/>
            <p:nvPr/>
          </p:nvSpPr>
          <p:spPr>
            <a:xfrm flipH="1">
              <a:off x="8506983" y="-551625"/>
              <a:ext cx="1232275" cy="1091025"/>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859" name="Google Shape;2859;p121"/>
            <p:cNvGrpSpPr/>
            <p:nvPr/>
          </p:nvGrpSpPr>
          <p:grpSpPr>
            <a:xfrm>
              <a:off x="7610270" y="211113"/>
              <a:ext cx="105457" cy="105457"/>
              <a:chOff x="7812545" y="194375"/>
              <a:chExt cx="105457" cy="105457"/>
            </a:xfrm>
          </p:grpSpPr>
          <p:sp>
            <p:nvSpPr>
              <p:cNvPr id="2860" name="Google Shape;2860;p121"/>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1" name="Google Shape;2861;p121"/>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2" name="Google Shape;2862;p121"/>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3" name="Google Shape;2863;p121"/>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864" name="Google Shape;2864;p121"/>
          <p:cNvSpPr/>
          <p:nvPr/>
        </p:nvSpPr>
        <p:spPr>
          <a:xfrm rot="-6150494">
            <a:off x="-869858" y="4348040"/>
            <a:ext cx="1855548" cy="1753582"/>
          </a:xfrm>
          <a:custGeom>
            <a:rect b="b" l="l" r="r" t="t"/>
            <a:pathLst>
              <a:path extrusionOk="0" h="49900" w="54584">
                <a:moveTo>
                  <a:pt x="39803" y="0"/>
                </a:moveTo>
                <a:cubicBezTo>
                  <a:pt x="38029" y="0"/>
                  <a:pt x="36248" y="409"/>
                  <a:pt x="34570" y="1238"/>
                </a:cubicBezTo>
                <a:cubicBezTo>
                  <a:pt x="31367" y="2802"/>
                  <a:pt x="28886" y="5448"/>
                  <a:pt x="25683" y="7012"/>
                </a:cubicBezTo>
                <a:cubicBezTo>
                  <a:pt x="21308" y="9163"/>
                  <a:pt x="16511" y="10320"/>
                  <a:pt x="12090" y="12380"/>
                </a:cubicBezTo>
                <a:cubicBezTo>
                  <a:pt x="7684" y="14425"/>
                  <a:pt x="3444" y="17628"/>
                  <a:pt x="1865" y="22244"/>
                </a:cubicBezTo>
                <a:cubicBezTo>
                  <a:pt x="1" y="27673"/>
                  <a:pt x="647" y="34078"/>
                  <a:pt x="3504" y="39040"/>
                </a:cubicBezTo>
                <a:cubicBezTo>
                  <a:pt x="8069" y="46988"/>
                  <a:pt x="17031" y="49899"/>
                  <a:pt x="25743" y="49899"/>
                </a:cubicBezTo>
                <a:cubicBezTo>
                  <a:pt x="25898" y="49899"/>
                  <a:pt x="26054" y="49898"/>
                  <a:pt x="26209" y="49897"/>
                </a:cubicBezTo>
                <a:cubicBezTo>
                  <a:pt x="44945" y="49671"/>
                  <a:pt x="54583" y="26996"/>
                  <a:pt x="51531" y="10696"/>
                </a:cubicBezTo>
                <a:cubicBezTo>
                  <a:pt x="50869" y="7163"/>
                  <a:pt x="49230" y="3779"/>
                  <a:pt x="46118" y="1840"/>
                </a:cubicBezTo>
                <a:cubicBezTo>
                  <a:pt x="44160" y="620"/>
                  <a:pt x="41987" y="0"/>
                  <a:pt x="39803" y="0"/>
                </a:cubicBezTo>
                <a:close/>
              </a:path>
            </a:pathLst>
          </a:custGeom>
          <a:solidFill>
            <a:srgbClr val="DED0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865" name="Shape 2865"/>
        <p:cNvGrpSpPr/>
        <p:nvPr/>
      </p:nvGrpSpPr>
      <p:grpSpPr>
        <a:xfrm>
          <a:off x="0" y="0"/>
          <a:ext cx="0" cy="0"/>
          <a:chOff x="0" y="0"/>
          <a:chExt cx="0" cy="0"/>
        </a:xfrm>
      </p:grpSpPr>
      <p:sp>
        <p:nvSpPr>
          <p:cNvPr id="2866" name="Google Shape;2866;p122"/>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867" name="Google Shape;2867;p1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2868" name="Google Shape;2868;p122"/>
          <p:cNvSpPr txBox="1"/>
          <p:nvPr>
            <p:ph idx="1" type="subTitle"/>
          </p:nvPr>
        </p:nvSpPr>
        <p:spPr>
          <a:xfrm>
            <a:off x="1516375" y="2804150"/>
            <a:ext cx="2554500" cy="387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800"/>
              <a:buNone/>
              <a:defRPr b="1" sz="2000">
                <a:solidFill>
                  <a:schemeClr val="accent2"/>
                </a:solidFill>
                <a:latin typeface="Barlow"/>
                <a:ea typeface="Barlow"/>
                <a:cs typeface="Barlow"/>
                <a:sym typeface="Barlow"/>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2869" name="Google Shape;2869;p122"/>
          <p:cNvSpPr txBox="1"/>
          <p:nvPr>
            <p:ph idx="2" type="subTitle"/>
          </p:nvPr>
        </p:nvSpPr>
        <p:spPr>
          <a:xfrm>
            <a:off x="5073125" y="2804150"/>
            <a:ext cx="2554500" cy="387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800"/>
              <a:buNone/>
              <a:defRPr b="1" sz="2000">
                <a:solidFill>
                  <a:schemeClr val="accent2"/>
                </a:solidFill>
                <a:latin typeface="Barlow"/>
                <a:ea typeface="Barlow"/>
                <a:cs typeface="Barlow"/>
                <a:sym typeface="Barlow"/>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2870" name="Google Shape;2870;p122"/>
          <p:cNvSpPr txBox="1"/>
          <p:nvPr>
            <p:ph idx="3" type="subTitle"/>
          </p:nvPr>
        </p:nvSpPr>
        <p:spPr>
          <a:xfrm>
            <a:off x="1516375" y="3198215"/>
            <a:ext cx="2554500" cy="9405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8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2871" name="Google Shape;2871;p122"/>
          <p:cNvSpPr txBox="1"/>
          <p:nvPr>
            <p:ph idx="4" type="subTitle"/>
          </p:nvPr>
        </p:nvSpPr>
        <p:spPr>
          <a:xfrm>
            <a:off x="5073125" y="3198215"/>
            <a:ext cx="2554500" cy="9405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8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2872" name="Google Shape;2872;p122"/>
          <p:cNvGrpSpPr/>
          <p:nvPr/>
        </p:nvGrpSpPr>
        <p:grpSpPr>
          <a:xfrm>
            <a:off x="-1307617" y="3655381"/>
            <a:ext cx="2984172" cy="2871184"/>
            <a:chOff x="-1307617" y="3655381"/>
            <a:chExt cx="2984172" cy="2871184"/>
          </a:xfrm>
        </p:grpSpPr>
        <p:sp>
          <p:nvSpPr>
            <p:cNvPr id="2873" name="Google Shape;2873;p122"/>
            <p:cNvSpPr/>
            <p:nvPr/>
          </p:nvSpPr>
          <p:spPr>
            <a:xfrm flipH="1" rot="638420">
              <a:off x="-1104798" y="3872484"/>
              <a:ext cx="2578535" cy="2436978"/>
            </a:xfrm>
            <a:custGeom>
              <a:rect b="b" l="l" r="r" t="t"/>
              <a:pathLst>
                <a:path extrusionOk="0" h="49900" w="54584">
                  <a:moveTo>
                    <a:pt x="39803" y="0"/>
                  </a:moveTo>
                  <a:cubicBezTo>
                    <a:pt x="38029" y="0"/>
                    <a:pt x="36248" y="409"/>
                    <a:pt x="34570" y="1238"/>
                  </a:cubicBezTo>
                  <a:cubicBezTo>
                    <a:pt x="31367" y="2802"/>
                    <a:pt x="28886" y="5448"/>
                    <a:pt x="25683" y="7012"/>
                  </a:cubicBezTo>
                  <a:cubicBezTo>
                    <a:pt x="21308" y="9163"/>
                    <a:pt x="16511" y="10320"/>
                    <a:pt x="12090" y="12380"/>
                  </a:cubicBezTo>
                  <a:cubicBezTo>
                    <a:pt x="7684" y="14425"/>
                    <a:pt x="3444" y="17628"/>
                    <a:pt x="1865" y="22244"/>
                  </a:cubicBezTo>
                  <a:cubicBezTo>
                    <a:pt x="1" y="27673"/>
                    <a:pt x="647" y="34078"/>
                    <a:pt x="3504" y="39040"/>
                  </a:cubicBezTo>
                  <a:cubicBezTo>
                    <a:pt x="8069" y="46988"/>
                    <a:pt x="17031" y="49899"/>
                    <a:pt x="25743" y="49899"/>
                  </a:cubicBezTo>
                  <a:cubicBezTo>
                    <a:pt x="25898" y="49899"/>
                    <a:pt x="26054" y="49898"/>
                    <a:pt x="26209" y="49897"/>
                  </a:cubicBezTo>
                  <a:cubicBezTo>
                    <a:pt x="44945" y="49671"/>
                    <a:pt x="54583" y="26996"/>
                    <a:pt x="51531" y="10696"/>
                  </a:cubicBezTo>
                  <a:cubicBezTo>
                    <a:pt x="50869" y="7163"/>
                    <a:pt x="49230" y="3779"/>
                    <a:pt x="46118" y="1840"/>
                  </a:cubicBezTo>
                  <a:cubicBezTo>
                    <a:pt x="44160" y="620"/>
                    <a:pt x="41987" y="0"/>
                    <a:pt x="3980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4" name="Google Shape;2874;p122"/>
            <p:cNvSpPr/>
            <p:nvPr/>
          </p:nvSpPr>
          <p:spPr>
            <a:xfrm rot="7710264">
              <a:off x="-15001" y="4173334"/>
              <a:ext cx="958502" cy="1835274"/>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75" name="Google Shape;2875;p122"/>
          <p:cNvGrpSpPr/>
          <p:nvPr/>
        </p:nvGrpSpPr>
        <p:grpSpPr>
          <a:xfrm>
            <a:off x="8526097" y="4420947"/>
            <a:ext cx="396476" cy="526844"/>
            <a:chOff x="8526097" y="4420947"/>
            <a:chExt cx="396476" cy="526844"/>
          </a:xfrm>
        </p:grpSpPr>
        <p:sp>
          <p:nvSpPr>
            <p:cNvPr id="2876" name="Google Shape;2876;p122"/>
            <p:cNvSpPr/>
            <p:nvPr/>
          </p:nvSpPr>
          <p:spPr>
            <a:xfrm rot="10800000">
              <a:off x="8526097" y="4842402"/>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7" name="Google Shape;2877;p122"/>
            <p:cNvSpPr/>
            <p:nvPr/>
          </p:nvSpPr>
          <p:spPr>
            <a:xfrm rot="10800000">
              <a:off x="8844622" y="462626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2878" name="Google Shape;2878;p122"/>
            <p:cNvGrpSpPr/>
            <p:nvPr/>
          </p:nvGrpSpPr>
          <p:grpSpPr>
            <a:xfrm rot="10800000">
              <a:off x="8526097" y="4420947"/>
              <a:ext cx="105457" cy="105457"/>
              <a:chOff x="7812545" y="194375"/>
              <a:chExt cx="105457" cy="105457"/>
            </a:xfrm>
          </p:grpSpPr>
          <p:sp>
            <p:nvSpPr>
              <p:cNvPr id="2879" name="Google Shape;2879;p122"/>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0" name="Google Shape;2880;p122"/>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1" name="Google Shape;2881;p122"/>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2" name="Google Shape;2882;p122"/>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883" name="Google Shape;2883;p122"/>
          <p:cNvGrpSpPr/>
          <p:nvPr/>
        </p:nvGrpSpPr>
        <p:grpSpPr>
          <a:xfrm>
            <a:off x="7917051" y="-242512"/>
            <a:ext cx="1773412" cy="1460069"/>
            <a:chOff x="7917051" y="-242512"/>
            <a:chExt cx="1773412" cy="1460069"/>
          </a:xfrm>
        </p:grpSpPr>
        <p:sp>
          <p:nvSpPr>
            <p:cNvPr id="2884" name="Google Shape;2884;p122"/>
            <p:cNvSpPr/>
            <p:nvPr/>
          </p:nvSpPr>
          <p:spPr>
            <a:xfrm flipH="1">
              <a:off x="8458188" y="-242512"/>
              <a:ext cx="1232275" cy="1091025"/>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5" name="Google Shape;2885;p122"/>
            <p:cNvSpPr/>
            <p:nvPr/>
          </p:nvSpPr>
          <p:spPr>
            <a:xfrm>
              <a:off x="7917051" y="19137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2886" name="Google Shape;2886;p122"/>
            <p:cNvGrpSpPr/>
            <p:nvPr/>
          </p:nvGrpSpPr>
          <p:grpSpPr>
            <a:xfrm>
              <a:off x="8723170" y="1112100"/>
              <a:ext cx="105457" cy="105457"/>
              <a:chOff x="7812545" y="194375"/>
              <a:chExt cx="105457" cy="105457"/>
            </a:xfrm>
          </p:grpSpPr>
          <p:sp>
            <p:nvSpPr>
              <p:cNvPr id="2887" name="Google Shape;2887;p122"/>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8" name="Google Shape;2888;p122"/>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9" name="Google Shape;2889;p122"/>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0" name="Google Shape;2890;p122"/>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91" name="Shape 2891"/>
        <p:cNvGrpSpPr/>
        <p:nvPr/>
      </p:nvGrpSpPr>
      <p:grpSpPr>
        <a:xfrm>
          <a:off x="0" y="0"/>
          <a:ext cx="0" cy="0"/>
          <a:chOff x="0" y="0"/>
          <a:chExt cx="0" cy="0"/>
        </a:xfrm>
      </p:grpSpPr>
      <p:sp>
        <p:nvSpPr>
          <p:cNvPr id="2892" name="Google Shape;2892;p123"/>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893" name="Google Shape;2893;p1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grpSp>
        <p:nvGrpSpPr>
          <p:cNvPr id="2894" name="Google Shape;2894;p123"/>
          <p:cNvGrpSpPr/>
          <p:nvPr/>
        </p:nvGrpSpPr>
        <p:grpSpPr>
          <a:xfrm>
            <a:off x="7254626" y="137295"/>
            <a:ext cx="1638498" cy="1140836"/>
            <a:chOff x="7254626" y="137295"/>
            <a:chExt cx="1638498" cy="1140836"/>
          </a:xfrm>
        </p:grpSpPr>
        <p:sp>
          <p:nvSpPr>
            <p:cNvPr id="2895" name="Google Shape;2895;p123"/>
            <p:cNvSpPr/>
            <p:nvPr/>
          </p:nvSpPr>
          <p:spPr>
            <a:xfrm>
              <a:off x="7602574" y="286875"/>
              <a:ext cx="1254440" cy="401698"/>
            </a:xfrm>
            <a:custGeom>
              <a:rect b="b" l="l" r="r" t="t"/>
              <a:pathLst>
                <a:path extrusionOk="0" fill="none" h="4647" w="14511">
                  <a:moveTo>
                    <a:pt x="13894" y="3805"/>
                  </a:moveTo>
                  <a:cubicBezTo>
                    <a:pt x="13263" y="3459"/>
                    <a:pt x="12977" y="3744"/>
                    <a:pt x="12766" y="3459"/>
                  </a:cubicBezTo>
                  <a:cubicBezTo>
                    <a:pt x="12541" y="3173"/>
                    <a:pt x="13383" y="2436"/>
                    <a:pt x="11684" y="1699"/>
                  </a:cubicBezTo>
                  <a:cubicBezTo>
                    <a:pt x="11684" y="1699"/>
                    <a:pt x="11578" y="121"/>
                    <a:pt x="9248" y="60"/>
                  </a:cubicBezTo>
                  <a:cubicBezTo>
                    <a:pt x="6917" y="0"/>
                    <a:pt x="7549" y="1654"/>
                    <a:pt x="6917" y="2045"/>
                  </a:cubicBezTo>
                  <a:cubicBezTo>
                    <a:pt x="6286" y="2436"/>
                    <a:pt x="6120" y="1820"/>
                    <a:pt x="5504" y="2211"/>
                  </a:cubicBezTo>
                  <a:cubicBezTo>
                    <a:pt x="4872" y="2617"/>
                    <a:pt x="5158" y="3399"/>
                    <a:pt x="4647" y="3519"/>
                  </a:cubicBezTo>
                  <a:cubicBezTo>
                    <a:pt x="4135" y="3624"/>
                    <a:pt x="3459" y="3008"/>
                    <a:pt x="2842" y="3399"/>
                  </a:cubicBezTo>
                  <a:cubicBezTo>
                    <a:pt x="2211" y="3805"/>
                    <a:pt x="2211" y="4135"/>
                    <a:pt x="1925" y="4135"/>
                  </a:cubicBezTo>
                  <a:cubicBezTo>
                    <a:pt x="1654" y="4135"/>
                    <a:pt x="1083" y="3910"/>
                    <a:pt x="737" y="4135"/>
                  </a:cubicBezTo>
                  <a:cubicBezTo>
                    <a:pt x="406" y="4376"/>
                    <a:pt x="0" y="4647"/>
                    <a:pt x="0" y="4647"/>
                  </a:cubicBezTo>
                  <a:lnTo>
                    <a:pt x="14345" y="4647"/>
                  </a:lnTo>
                  <a:cubicBezTo>
                    <a:pt x="14345" y="4647"/>
                    <a:pt x="14511" y="4135"/>
                    <a:pt x="13894" y="3805"/>
                  </a:cubicBezTo>
                  <a:close/>
                </a:path>
              </a:pathLst>
            </a:custGeom>
            <a:solidFill>
              <a:schemeClr val="lt1"/>
            </a:solid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896" name="Google Shape;2896;p123"/>
            <p:cNvGrpSpPr/>
            <p:nvPr/>
          </p:nvGrpSpPr>
          <p:grpSpPr>
            <a:xfrm flipH="1">
              <a:off x="8799889" y="1184897"/>
              <a:ext cx="93234" cy="93234"/>
              <a:chOff x="7812545" y="194375"/>
              <a:chExt cx="105457" cy="105457"/>
            </a:xfrm>
          </p:grpSpPr>
          <p:sp>
            <p:nvSpPr>
              <p:cNvPr id="2897" name="Google Shape;2897;p123"/>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8" name="Google Shape;2898;p123"/>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9" name="Google Shape;2899;p123"/>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0" name="Google Shape;2900;p123"/>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901" name="Google Shape;2901;p123"/>
            <p:cNvSpPr/>
            <p:nvPr/>
          </p:nvSpPr>
          <p:spPr>
            <a:xfrm flipH="1">
              <a:off x="7254626" y="137295"/>
              <a:ext cx="93231" cy="93173"/>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02" name="Google Shape;2902;p123"/>
          <p:cNvGrpSpPr/>
          <p:nvPr/>
        </p:nvGrpSpPr>
        <p:grpSpPr>
          <a:xfrm>
            <a:off x="-390446" y="-390230"/>
            <a:ext cx="991119" cy="1268681"/>
            <a:chOff x="-390446" y="-390230"/>
            <a:chExt cx="991119" cy="1268681"/>
          </a:xfrm>
        </p:grpSpPr>
        <p:sp>
          <p:nvSpPr>
            <p:cNvPr id="2903" name="Google Shape;2903;p123"/>
            <p:cNvSpPr/>
            <p:nvPr/>
          </p:nvSpPr>
          <p:spPr>
            <a:xfrm flipH="1">
              <a:off x="-390446" y="-390230"/>
              <a:ext cx="991119" cy="877511"/>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4" name="Google Shape;2904;p123"/>
            <p:cNvSpPr/>
            <p:nvPr/>
          </p:nvSpPr>
          <p:spPr>
            <a:xfrm>
              <a:off x="289550" y="773062"/>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05" name="Google Shape;2905;p123"/>
          <p:cNvGrpSpPr/>
          <p:nvPr/>
        </p:nvGrpSpPr>
        <p:grpSpPr>
          <a:xfrm>
            <a:off x="289550" y="4060749"/>
            <a:ext cx="1207951" cy="872639"/>
            <a:chOff x="289550" y="4060749"/>
            <a:chExt cx="1207951" cy="872639"/>
          </a:xfrm>
        </p:grpSpPr>
        <p:sp>
          <p:nvSpPr>
            <p:cNvPr id="2906" name="Google Shape;2906;p123"/>
            <p:cNvSpPr/>
            <p:nvPr/>
          </p:nvSpPr>
          <p:spPr>
            <a:xfrm>
              <a:off x="289550" y="4060749"/>
              <a:ext cx="171626" cy="171626"/>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2907" name="Google Shape;2907;p123"/>
            <p:cNvGrpSpPr/>
            <p:nvPr/>
          </p:nvGrpSpPr>
          <p:grpSpPr>
            <a:xfrm>
              <a:off x="322632" y="4794848"/>
              <a:ext cx="105457" cy="105457"/>
              <a:chOff x="7812545" y="194375"/>
              <a:chExt cx="105457" cy="105457"/>
            </a:xfrm>
          </p:grpSpPr>
          <p:sp>
            <p:nvSpPr>
              <p:cNvPr id="2908" name="Google Shape;2908;p123"/>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9" name="Google Shape;2909;p123"/>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0" name="Google Shape;2910;p123"/>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1" name="Google Shape;2911;p123"/>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912" name="Google Shape;2912;p123"/>
            <p:cNvSpPr/>
            <p:nvPr/>
          </p:nvSpPr>
          <p:spPr>
            <a:xfrm>
              <a:off x="1325875" y="4761762"/>
              <a:ext cx="171626" cy="171626"/>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grpSp>
        <p:nvGrpSpPr>
          <p:cNvPr id="2913" name="Google Shape;2913;p123"/>
          <p:cNvGrpSpPr/>
          <p:nvPr/>
        </p:nvGrpSpPr>
        <p:grpSpPr>
          <a:xfrm>
            <a:off x="8567767" y="4635659"/>
            <a:ext cx="1140940" cy="858935"/>
            <a:chOff x="8112408" y="-304605"/>
            <a:chExt cx="1502819" cy="1131369"/>
          </a:xfrm>
        </p:grpSpPr>
        <p:sp>
          <p:nvSpPr>
            <p:cNvPr id="2914" name="Google Shape;2914;p123"/>
            <p:cNvSpPr/>
            <p:nvPr/>
          </p:nvSpPr>
          <p:spPr>
            <a:xfrm flipH="1">
              <a:off x="8112408" y="-304600"/>
              <a:ext cx="1406967" cy="1131364"/>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5" name="Google Shape;2915;p123"/>
            <p:cNvSpPr/>
            <p:nvPr/>
          </p:nvSpPr>
          <p:spPr>
            <a:xfrm flipH="1">
              <a:off x="8624108" y="-304605"/>
              <a:ext cx="991119" cy="877511"/>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16" name="Shape 2916"/>
        <p:cNvGrpSpPr/>
        <p:nvPr/>
      </p:nvGrpSpPr>
      <p:grpSpPr>
        <a:xfrm>
          <a:off x="0" y="0"/>
          <a:ext cx="0" cy="0"/>
          <a:chOff x="0" y="0"/>
          <a:chExt cx="0" cy="0"/>
        </a:xfrm>
      </p:grpSpPr>
      <p:sp>
        <p:nvSpPr>
          <p:cNvPr id="2917" name="Google Shape;2917;p1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2918" name="Google Shape;2918;p124"/>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919" name="Google Shape;2919;p124"/>
          <p:cNvSpPr txBox="1"/>
          <p:nvPr>
            <p:ph idx="1" type="subTitle"/>
          </p:nvPr>
        </p:nvSpPr>
        <p:spPr>
          <a:xfrm>
            <a:off x="685800" y="1760150"/>
            <a:ext cx="4574100" cy="22353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accent1"/>
              </a:buClr>
              <a:buSzPts val="1400"/>
              <a:buChar char="●"/>
              <a:defRPr/>
            </a:lvl1pPr>
            <a:lvl2pPr lvl="1" algn="ctr">
              <a:lnSpc>
                <a:spcPct val="100000"/>
              </a:lnSpc>
              <a:spcBef>
                <a:spcPts val="0"/>
              </a:spcBef>
              <a:spcAft>
                <a:spcPts val="0"/>
              </a:spcAft>
              <a:buSzPts val="2100"/>
              <a:buChar char="○"/>
              <a:defRPr sz="2100"/>
            </a:lvl2pPr>
            <a:lvl3pPr lvl="2" algn="ctr">
              <a:lnSpc>
                <a:spcPct val="100000"/>
              </a:lnSpc>
              <a:spcBef>
                <a:spcPts val="0"/>
              </a:spcBef>
              <a:spcAft>
                <a:spcPts val="0"/>
              </a:spcAft>
              <a:buSzPts val="2100"/>
              <a:buChar char="■"/>
              <a:defRPr sz="2100"/>
            </a:lvl3pPr>
            <a:lvl4pPr lvl="3" algn="ctr">
              <a:lnSpc>
                <a:spcPct val="100000"/>
              </a:lnSpc>
              <a:spcBef>
                <a:spcPts val="0"/>
              </a:spcBef>
              <a:spcAft>
                <a:spcPts val="0"/>
              </a:spcAft>
              <a:buSzPts val="2100"/>
              <a:buChar char="●"/>
              <a:defRPr sz="2100"/>
            </a:lvl4pPr>
            <a:lvl5pPr lvl="4" algn="ctr">
              <a:lnSpc>
                <a:spcPct val="100000"/>
              </a:lnSpc>
              <a:spcBef>
                <a:spcPts val="0"/>
              </a:spcBef>
              <a:spcAft>
                <a:spcPts val="0"/>
              </a:spcAft>
              <a:buSzPts val="2100"/>
              <a:buChar char="○"/>
              <a:defRPr sz="2100"/>
            </a:lvl5pPr>
            <a:lvl6pPr lvl="5" algn="ctr">
              <a:lnSpc>
                <a:spcPct val="100000"/>
              </a:lnSpc>
              <a:spcBef>
                <a:spcPts val="0"/>
              </a:spcBef>
              <a:spcAft>
                <a:spcPts val="0"/>
              </a:spcAft>
              <a:buSzPts val="2100"/>
              <a:buChar char="■"/>
              <a:defRPr sz="2100"/>
            </a:lvl6pPr>
            <a:lvl7pPr lvl="6" algn="ctr">
              <a:lnSpc>
                <a:spcPct val="100000"/>
              </a:lnSpc>
              <a:spcBef>
                <a:spcPts val="0"/>
              </a:spcBef>
              <a:spcAft>
                <a:spcPts val="0"/>
              </a:spcAft>
              <a:buSzPts val="2100"/>
              <a:buChar char="●"/>
              <a:defRPr sz="2100"/>
            </a:lvl7pPr>
            <a:lvl8pPr lvl="7" algn="ctr">
              <a:lnSpc>
                <a:spcPct val="100000"/>
              </a:lnSpc>
              <a:spcBef>
                <a:spcPts val="0"/>
              </a:spcBef>
              <a:spcAft>
                <a:spcPts val="0"/>
              </a:spcAft>
              <a:buSzPts val="2100"/>
              <a:buChar char="○"/>
              <a:defRPr sz="2100"/>
            </a:lvl8pPr>
            <a:lvl9pPr lvl="8" algn="ctr">
              <a:lnSpc>
                <a:spcPct val="100000"/>
              </a:lnSpc>
              <a:spcBef>
                <a:spcPts val="0"/>
              </a:spcBef>
              <a:spcAft>
                <a:spcPts val="0"/>
              </a:spcAft>
              <a:buSzPts val="2100"/>
              <a:buChar char="■"/>
              <a:defRPr sz="2100"/>
            </a:lvl9pPr>
          </a:lstStyle>
          <a:p/>
        </p:txBody>
      </p:sp>
      <p:grpSp>
        <p:nvGrpSpPr>
          <p:cNvPr id="2920" name="Google Shape;2920;p124"/>
          <p:cNvGrpSpPr/>
          <p:nvPr/>
        </p:nvGrpSpPr>
        <p:grpSpPr>
          <a:xfrm flipH="1">
            <a:off x="-534624" y="-277337"/>
            <a:ext cx="1773412" cy="1460069"/>
            <a:chOff x="7917051" y="-242512"/>
            <a:chExt cx="1773412" cy="1460069"/>
          </a:xfrm>
        </p:grpSpPr>
        <p:sp>
          <p:nvSpPr>
            <p:cNvPr id="2921" name="Google Shape;2921;p124"/>
            <p:cNvSpPr/>
            <p:nvPr/>
          </p:nvSpPr>
          <p:spPr>
            <a:xfrm flipH="1">
              <a:off x="8458188" y="-242512"/>
              <a:ext cx="1232275" cy="1091025"/>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2" name="Google Shape;2922;p124"/>
            <p:cNvSpPr/>
            <p:nvPr/>
          </p:nvSpPr>
          <p:spPr>
            <a:xfrm>
              <a:off x="7917051" y="19137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2923" name="Google Shape;2923;p124"/>
            <p:cNvGrpSpPr/>
            <p:nvPr/>
          </p:nvGrpSpPr>
          <p:grpSpPr>
            <a:xfrm>
              <a:off x="8723170" y="1112100"/>
              <a:ext cx="105457" cy="105457"/>
              <a:chOff x="7812545" y="194375"/>
              <a:chExt cx="105457" cy="105457"/>
            </a:xfrm>
          </p:grpSpPr>
          <p:sp>
            <p:nvSpPr>
              <p:cNvPr id="2924" name="Google Shape;2924;p124"/>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5" name="Google Shape;2925;p124"/>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6" name="Google Shape;2926;p124"/>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7" name="Google Shape;2927;p124"/>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928" name="Google Shape;2928;p124"/>
          <p:cNvGrpSpPr/>
          <p:nvPr/>
        </p:nvGrpSpPr>
        <p:grpSpPr>
          <a:xfrm>
            <a:off x="259745" y="4220645"/>
            <a:ext cx="5232560" cy="653431"/>
            <a:chOff x="259745" y="4220645"/>
            <a:chExt cx="5232560" cy="653431"/>
          </a:xfrm>
        </p:grpSpPr>
        <p:grpSp>
          <p:nvGrpSpPr>
            <p:cNvPr id="2929" name="Google Shape;2929;p124"/>
            <p:cNvGrpSpPr/>
            <p:nvPr/>
          </p:nvGrpSpPr>
          <p:grpSpPr>
            <a:xfrm flipH="1" rot="10800000">
              <a:off x="5399081" y="4220645"/>
              <a:ext cx="93224" cy="93255"/>
              <a:chOff x="7812545" y="194375"/>
              <a:chExt cx="105457" cy="105457"/>
            </a:xfrm>
          </p:grpSpPr>
          <p:sp>
            <p:nvSpPr>
              <p:cNvPr id="2930" name="Google Shape;2930;p124"/>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1" name="Google Shape;2931;p124"/>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2" name="Google Shape;2932;p124"/>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3" name="Google Shape;2933;p124"/>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934" name="Google Shape;2934;p124"/>
            <p:cNvSpPr/>
            <p:nvPr/>
          </p:nvSpPr>
          <p:spPr>
            <a:xfrm>
              <a:off x="4106676" y="4640545"/>
              <a:ext cx="93231" cy="93173"/>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935" name="Google Shape;2935;p124"/>
            <p:cNvGrpSpPr/>
            <p:nvPr/>
          </p:nvGrpSpPr>
          <p:grpSpPr>
            <a:xfrm>
              <a:off x="259745" y="4407982"/>
              <a:ext cx="735782" cy="466094"/>
              <a:chOff x="259745" y="4407982"/>
              <a:chExt cx="735782" cy="466094"/>
            </a:xfrm>
          </p:grpSpPr>
          <p:sp>
            <p:nvSpPr>
              <p:cNvPr id="2936" name="Google Shape;2936;p124"/>
              <p:cNvSpPr/>
              <p:nvPr/>
            </p:nvSpPr>
            <p:spPr>
              <a:xfrm flipH="1" rot="10800000">
                <a:off x="917576" y="479612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2937" name="Google Shape;2937;p124"/>
              <p:cNvGrpSpPr/>
              <p:nvPr/>
            </p:nvGrpSpPr>
            <p:grpSpPr>
              <a:xfrm flipH="1" rot="10800000">
                <a:off x="259745" y="4407982"/>
                <a:ext cx="105457" cy="105457"/>
                <a:chOff x="7812545" y="194375"/>
                <a:chExt cx="105457" cy="105457"/>
              </a:xfrm>
            </p:grpSpPr>
            <p:sp>
              <p:nvSpPr>
                <p:cNvPr id="2938" name="Google Shape;2938;p124"/>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9" name="Google Shape;2939;p124"/>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0" name="Google Shape;2940;p124"/>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1" name="Google Shape;2941;p124"/>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spTree>
  </p:cSld>
  <p:clrMapOvr>
    <a:masterClrMapping/>
  </p:clrMapOvr>
</p:sldLayout>
</file>

<file path=ppt/slideLayouts/slideLayout1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942" name="Shape 2942"/>
        <p:cNvGrpSpPr/>
        <p:nvPr/>
      </p:nvGrpSpPr>
      <p:grpSpPr>
        <a:xfrm>
          <a:off x="0" y="0"/>
          <a:ext cx="0" cy="0"/>
          <a:chOff x="0" y="0"/>
          <a:chExt cx="0" cy="0"/>
        </a:xfrm>
      </p:grpSpPr>
      <p:sp>
        <p:nvSpPr>
          <p:cNvPr id="2943" name="Google Shape;2943;p125"/>
          <p:cNvSpPr/>
          <p:nvPr/>
        </p:nvSpPr>
        <p:spPr>
          <a:xfrm>
            <a:off x="969350" y="330918"/>
            <a:ext cx="7205328" cy="4511037"/>
          </a:xfrm>
          <a:custGeom>
            <a:rect b="b" l="l" r="r" t="t"/>
            <a:pathLst>
              <a:path extrusionOk="0" h="48924" w="60102">
                <a:moveTo>
                  <a:pt x="31550" y="1"/>
                </a:moveTo>
                <a:cubicBezTo>
                  <a:pt x="28688" y="1"/>
                  <a:pt x="25391" y="541"/>
                  <a:pt x="22089" y="2238"/>
                </a:cubicBezTo>
                <a:cubicBezTo>
                  <a:pt x="12977" y="6900"/>
                  <a:pt x="8196" y="17230"/>
                  <a:pt x="4091" y="25485"/>
                </a:cubicBezTo>
                <a:cubicBezTo>
                  <a:pt x="1" y="33725"/>
                  <a:pt x="2016" y="42612"/>
                  <a:pt x="8767" y="47123"/>
                </a:cubicBezTo>
                <a:cubicBezTo>
                  <a:pt x="10764" y="48461"/>
                  <a:pt x="12590" y="48924"/>
                  <a:pt x="14421" y="48924"/>
                </a:cubicBezTo>
                <a:cubicBezTo>
                  <a:pt x="18514" y="48924"/>
                  <a:pt x="22630" y="46611"/>
                  <a:pt x="28730" y="46611"/>
                </a:cubicBezTo>
                <a:cubicBezTo>
                  <a:pt x="29125" y="46611"/>
                  <a:pt x="29527" y="46621"/>
                  <a:pt x="29939" y="46641"/>
                </a:cubicBezTo>
                <a:cubicBezTo>
                  <a:pt x="34134" y="46851"/>
                  <a:pt x="36984" y="47278"/>
                  <a:pt x="39535" y="47278"/>
                </a:cubicBezTo>
                <a:cubicBezTo>
                  <a:pt x="42835" y="47278"/>
                  <a:pt x="45637" y="46563"/>
                  <a:pt x="50208" y="43739"/>
                </a:cubicBezTo>
                <a:cubicBezTo>
                  <a:pt x="58328" y="38732"/>
                  <a:pt x="60102" y="25500"/>
                  <a:pt x="54042" y="15140"/>
                </a:cubicBezTo>
                <a:cubicBezTo>
                  <a:pt x="47997" y="4779"/>
                  <a:pt x="40254" y="1667"/>
                  <a:pt x="40254" y="1667"/>
                </a:cubicBezTo>
                <a:cubicBezTo>
                  <a:pt x="40254" y="1667"/>
                  <a:pt x="36573" y="1"/>
                  <a:pt x="31550"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944" name="Google Shape;2944;p125"/>
          <p:cNvGrpSpPr/>
          <p:nvPr/>
        </p:nvGrpSpPr>
        <p:grpSpPr>
          <a:xfrm flipH="1">
            <a:off x="6191707" y="2901140"/>
            <a:ext cx="3799354" cy="3569925"/>
            <a:chOff x="-1113715" y="3104082"/>
            <a:chExt cx="3240940" cy="3045231"/>
          </a:xfrm>
        </p:grpSpPr>
        <p:sp>
          <p:nvSpPr>
            <p:cNvPr id="2945" name="Google Shape;2945;p125"/>
            <p:cNvSpPr/>
            <p:nvPr/>
          </p:nvSpPr>
          <p:spPr>
            <a:xfrm rot="-6150387">
              <a:off x="-934264" y="3408221"/>
              <a:ext cx="2578600" cy="2436953"/>
            </a:xfrm>
            <a:custGeom>
              <a:rect b="b" l="l" r="r" t="t"/>
              <a:pathLst>
                <a:path extrusionOk="0" h="49900" w="54584">
                  <a:moveTo>
                    <a:pt x="39803" y="0"/>
                  </a:moveTo>
                  <a:cubicBezTo>
                    <a:pt x="38029" y="0"/>
                    <a:pt x="36248" y="409"/>
                    <a:pt x="34570" y="1238"/>
                  </a:cubicBezTo>
                  <a:cubicBezTo>
                    <a:pt x="31367" y="2802"/>
                    <a:pt x="28886" y="5448"/>
                    <a:pt x="25683" y="7012"/>
                  </a:cubicBezTo>
                  <a:cubicBezTo>
                    <a:pt x="21308" y="9163"/>
                    <a:pt x="16511" y="10320"/>
                    <a:pt x="12090" y="12380"/>
                  </a:cubicBezTo>
                  <a:cubicBezTo>
                    <a:pt x="7684" y="14425"/>
                    <a:pt x="3444" y="17628"/>
                    <a:pt x="1865" y="22244"/>
                  </a:cubicBezTo>
                  <a:cubicBezTo>
                    <a:pt x="1" y="27673"/>
                    <a:pt x="647" y="34078"/>
                    <a:pt x="3504" y="39040"/>
                  </a:cubicBezTo>
                  <a:cubicBezTo>
                    <a:pt x="8069" y="46988"/>
                    <a:pt x="17031" y="49899"/>
                    <a:pt x="25743" y="49899"/>
                  </a:cubicBezTo>
                  <a:cubicBezTo>
                    <a:pt x="25898" y="49899"/>
                    <a:pt x="26054" y="49898"/>
                    <a:pt x="26209" y="49897"/>
                  </a:cubicBezTo>
                  <a:cubicBezTo>
                    <a:pt x="44945" y="49671"/>
                    <a:pt x="54583" y="26996"/>
                    <a:pt x="51531" y="10696"/>
                  </a:cubicBezTo>
                  <a:cubicBezTo>
                    <a:pt x="50869" y="7163"/>
                    <a:pt x="49230" y="3779"/>
                    <a:pt x="46118" y="1840"/>
                  </a:cubicBezTo>
                  <a:cubicBezTo>
                    <a:pt x="44160" y="620"/>
                    <a:pt x="41987" y="0"/>
                    <a:pt x="39803"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6" name="Google Shape;2946;p125"/>
            <p:cNvSpPr/>
            <p:nvPr/>
          </p:nvSpPr>
          <p:spPr>
            <a:xfrm rot="5828283">
              <a:off x="677849" y="4406018"/>
              <a:ext cx="958577" cy="1835297"/>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947" name="Google Shape;2947;p125"/>
          <p:cNvSpPr txBox="1"/>
          <p:nvPr>
            <p:ph type="title"/>
          </p:nvPr>
        </p:nvSpPr>
        <p:spPr>
          <a:xfrm>
            <a:off x="1483650" y="1518095"/>
            <a:ext cx="6176700" cy="21222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SzPts val="4800"/>
              <a:buNone/>
              <a:defRPr sz="80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2948" name="Google Shape;2948;p1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grpSp>
        <p:nvGrpSpPr>
          <p:cNvPr id="2949" name="Google Shape;2949;p125"/>
          <p:cNvGrpSpPr/>
          <p:nvPr/>
        </p:nvGrpSpPr>
        <p:grpSpPr>
          <a:xfrm>
            <a:off x="271470" y="2863025"/>
            <a:ext cx="1124357" cy="1900014"/>
            <a:chOff x="271470" y="2863025"/>
            <a:chExt cx="1124357" cy="1900014"/>
          </a:xfrm>
        </p:grpSpPr>
        <p:grpSp>
          <p:nvGrpSpPr>
            <p:cNvPr id="2950" name="Google Shape;2950;p125"/>
            <p:cNvGrpSpPr/>
            <p:nvPr/>
          </p:nvGrpSpPr>
          <p:grpSpPr>
            <a:xfrm>
              <a:off x="271470" y="3633150"/>
              <a:ext cx="105457" cy="105457"/>
              <a:chOff x="7812545" y="194375"/>
              <a:chExt cx="105457" cy="105457"/>
            </a:xfrm>
          </p:grpSpPr>
          <p:sp>
            <p:nvSpPr>
              <p:cNvPr id="2951" name="Google Shape;2951;p125"/>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2" name="Google Shape;2952;p125"/>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3" name="Google Shape;2953;p125"/>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4" name="Google Shape;2954;p125"/>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955" name="Google Shape;2955;p125"/>
            <p:cNvSpPr/>
            <p:nvPr/>
          </p:nvSpPr>
          <p:spPr>
            <a:xfrm>
              <a:off x="440338" y="4657650"/>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6" name="Google Shape;2956;p125"/>
            <p:cNvSpPr/>
            <p:nvPr/>
          </p:nvSpPr>
          <p:spPr>
            <a:xfrm>
              <a:off x="801601" y="286302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2957" name="Google Shape;2957;p125"/>
            <p:cNvGrpSpPr/>
            <p:nvPr/>
          </p:nvGrpSpPr>
          <p:grpSpPr>
            <a:xfrm>
              <a:off x="1290370" y="4390325"/>
              <a:ext cx="105457" cy="105457"/>
              <a:chOff x="7812545" y="194375"/>
              <a:chExt cx="105457" cy="105457"/>
            </a:xfrm>
          </p:grpSpPr>
          <p:sp>
            <p:nvSpPr>
              <p:cNvPr id="2958" name="Google Shape;2958;p125"/>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9" name="Google Shape;2959;p125"/>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0" name="Google Shape;2960;p125"/>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1" name="Google Shape;2961;p125"/>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962" name="Google Shape;2962;p125"/>
          <p:cNvSpPr/>
          <p:nvPr/>
        </p:nvSpPr>
        <p:spPr>
          <a:xfrm rot="5400000">
            <a:off x="-437566" y="-329796"/>
            <a:ext cx="1400300" cy="1233925"/>
          </a:xfrm>
          <a:custGeom>
            <a:rect b="b" l="l" r="r" t="t"/>
            <a:pathLst>
              <a:path extrusionOk="0" h="49357" w="56012">
                <a:moveTo>
                  <a:pt x="29954" y="0"/>
                </a:moveTo>
                <a:cubicBezTo>
                  <a:pt x="26409" y="0"/>
                  <a:pt x="22321" y="902"/>
                  <a:pt x="17654" y="3034"/>
                </a:cubicBezTo>
                <a:cubicBezTo>
                  <a:pt x="17654" y="3034"/>
                  <a:pt x="8827" y="7530"/>
                  <a:pt x="4406" y="14477"/>
                </a:cubicBezTo>
                <a:cubicBezTo>
                  <a:pt x="1" y="21424"/>
                  <a:pt x="347" y="30340"/>
                  <a:pt x="5715" y="36971"/>
                </a:cubicBezTo>
                <a:cubicBezTo>
                  <a:pt x="11068" y="43588"/>
                  <a:pt x="21308" y="42730"/>
                  <a:pt x="29878" y="46926"/>
                </a:cubicBezTo>
                <a:cubicBezTo>
                  <a:pt x="33082" y="48494"/>
                  <a:pt x="36410" y="49356"/>
                  <a:pt x="39533" y="49356"/>
                </a:cubicBezTo>
                <a:cubicBezTo>
                  <a:pt x="44766" y="49356"/>
                  <a:pt x="49425" y="46936"/>
                  <a:pt x="51967" y="41362"/>
                </a:cubicBezTo>
                <a:cubicBezTo>
                  <a:pt x="56012" y="32476"/>
                  <a:pt x="49907" y="29137"/>
                  <a:pt x="48854" y="18852"/>
                </a:cubicBezTo>
                <a:cubicBezTo>
                  <a:pt x="48037" y="10867"/>
                  <a:pt x="42263" y="0"/>
                  <a:pt x="29954"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963" name="Google Shape;2963;p125"/>
          <p:cNvGrpSpPr/>
          <p:nvPr/>
        </p:nvGrpSpPr>
        <p:grpSpPr>
          <a:xfrm>
            <a:off x="7400320" y="248200"/>
            <a:ext cx="1552557" cy="1766094"/>
            <a:chOff x="7400320" y="248200"/>
            <a:chExt cx="1552557" cy="1766094"/>
          </a:xfrm>
        </p:grpSpPr>
        <p:sp>
          <p:nvSpPr>
            <p:cNvPr id="2964" name="Google Shape;2964;p125"/>
            <p:cNvSpPr/>
            <p:nvPr/>
          </p:nvSpPr>
          <p:spPr>
            <a:xfrm>
              <a:off x="8405475" y="1190225"/>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5" name="Google Shape;2965;p125"/>
            <p:cNvSpPr/>
            <p:nvPr/>
          </p:nvSpPr>
          <p:spPr>
            <a:xfrm>
              <a:off x="8861176" y="248200"/>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2966" name="Google Shape;2966;p125"/>
            <p:cNvGrpSpPr/>
            <p:nvPr/>
          </p:nvGrpSpPr>
          <p:grpSpPr>
            <a:xfrm>
              <a:off x="8847420" y="1908838"/>
              <a:ext cx="105457" cy="105457"/>
              <a:chOff x="7812545" y="194375"/>
              <a:chExt cx="105457" cy="105457"/>
            </a:xfrm>
          </p:grpSpPr>
          <p:sp>
            <p:nvSpPr>
              <p:cNvPr id="2967" name="Google Shape;2967;p125"/>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8" name="Google Shape;2968;p125"/>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9" name="Google Shape;2969;p125"/>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0" name="Google Shape;2970;p125"/>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71" name="Google Shape;2971;p125"/>
            <p:cNvGrpSpPr/>
            <p:nvPr/>
          </p:nvGrpSpPr>
          <p:grpSpPr>
            <a:xfrm>
              <a:off x="7400320" y="473138"/>
              <a:ext cx="105457" cy="105457"/>
              <a:chOff x="7812545" y="194375"/>
              <a:chExt cx="105457" cy="105457"/>
            </a:xfrm>
          </p:grpSpPr>
          <p:sp>
            <p:nvSpPr>
              <p:cNvPr id="2972" name="Google Shape;2972;p125"/>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3" name="Google Shape;2973;p125"/>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4" name="Google Shape;2974;p125"/>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5" name="Google Shape;2975;p125"/>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976" name="Shape 2976"/>
        <p:cNvGrpSpPr/>
        <p:nvPr/>
      </p:nvGrpSpPr>
      <p:grpSpPr>
        <a:xfrm>
          <a:off x="0" y="0"/>
          <a:ext cx="0" cy="0"/>
          <a:chOff x="0" y="0"/>
          <a:chExt cx="0" cy="0"/>
        </a:xfrm>
      </p:grpSpPr>
      <p:sp>
        <p:nvSpPr>
          <p:cNvPr id="2977" name="Google Shape;2977;p126"/>
          <p:cNvSpPr txBox="1"/>
          <p:nvPr>
            <p:ph type="title"/>
          </p:nvPr>
        </p:nvSpPr>
        <p:spPr>
          <a:xfrm>
            <a:off x="685800" y="1577467"/>
            <a:ext cx="4045200" cy="934800"/>
          </a:xfrm>
          <a:prstGeom prst="rect">
            <a:avLst/>
          </a:prstGeom>
        </p:spPr>
        <p:txBody>
          <a:bodyPr anchorCtr="0" anchor="ctr" bIns="91425" lIns="91425" spcFirstLastPara="1" rIns="91425" wrap="square" tIns="91425">
            <a:noAutofit/>
          </a:bodyPr>
          <a:lstStyle>
            <a:lvl1pPr lvl="0" algn="ctr">
              <a:spcBef>
                <a:spcPts val="0"/>
              </a:spcBef>
              <a:spcAft>
                <a:spcPts val="0"/>
              </a:spcAft>
              <a:buSzPts val="2800"/>
              <a:buNone/>
              <a:defRPr/>
            </a:lvl1pPr>
            <a:lvl2pPr lvl="1" algn="ctr">
              <a:spcBef>
                <a:spcPts val="0"/>
              </a:spcBef>
              <a:spcAft>
                <a:spcPts val="0"/>
              </a:spcAft>
              <a:buSzPts val="2800"/>
              <a:buNone/>
              <a:defRPr/>
            </a:lvl2pPr>
            <a:lvl3pPr lvl="2" algn="ctr">
              <a:spcBef>
                <a:spcPts val="0"/>
              </a:spcBef>
              <a:spcAft>
                <a:spcPts val="0"/>
              </a:spcAft>
              <a:buSzPts val="2800"/>
              <a:buNone/>
              <a:defRPr/>
            </a:lvl3pPr>
            <a:lvl4pPr lvl="3" algn="ctr">
              <a:spcBef>
                <a:spcPts val="0"/>
              </a:spcBef>
              <a:spcAft>
                <a:spcPts val="0"/>
              </a:spcAft>
              <a:buSzPts val="2800"/>
              <a:buNone/>
              <a:defRPr/>
            </a:lvl4pPr>
            <a:lvl5pPr lvl="4" algn="ctr">
              <a:spcBef>
                <a:spcPts val="0"/>
              </a:spcBef>
              <a:spcAft>
                <a:spcPts val="0"/>
              </a:spcAft>
              <a:buSzPts val="2800"/>
              <a:buNone/>
              <a:defRPr/>
            </a:lvl5pPr>
            <a:lvl6pPr lvl="5" algn="ctr">
              <a:spcBef>
                <a:spcPts val="0"/>
              </a:spcBef>
              <a:spcAft>
                <a:spcPts val="0"/>
              </a:spcAft>
              <a:buSzPts val="2800"/>
              <a:buNone/>
              <a:defRPr/>
            </a:lvl6pPr>
            <a:lvl7pPr lvl="6" algn="ctr">
              <a:spcBef>
                <a:spcPts val="0"/>
              </a:spcBef>
              <a:spcAft>
                <a:spcPts val="0"/>
              </a:spcAft>
              <a:buSzPts val="2800"/>
              <a:buNone/>
              <a:defRPr/>
            </a:lvl7pPr>
            <a:lvl8pPr lvl="7" algn="ctr">
              <a:spcBef>
                <a:spcPts val="0"/>
              </a:spcBef>
              <a:spcAft>
                <a:spcPts val="0"/>
              </a:spcAft>
              <a:buSzPts val="2800"/>
              <a:buNone/>
              <a:defRPr/>
            </a:lvl8pPr>
            <a:lvl9pPr lvl="8" algn="ctr">
              <a:spcBef>
                <a:spcPts val="0"/>
              </a:spcBef>
              <a:spcAft>
                <a:spcPts val="0"/>
              </a:spcAft>
              <a:buSzPts val="2800"/>
              <a:buNone/>
              <a:defRPr/>
            </a:lvl9pPr>
          </a:lstStyle>
          <a:p/>
        </p:txBody>
      </p:sp>
      <p:sp>
        <p:nvSpPr>
          <p:cNvPr id="2978" name="Google Shape;2978;p126"/>
          <p:cNvSpPr txBox="1"/>
          <p:nvPr>
            <p:ph idx="1" type="subTitle"/>
          </p:nvPr>
        </p:nvSpPr>
        <p:spPr>
          <a:xfrm>
            <a:off x="685800" y="2627166"/>
            <a:ext cx="4045200" cy="9348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2979" name="Google Shape;2979;p1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grpSp>
        <p:nvGrpSpPr>
          <p:cNvPr id="2980" name="Google Shape;2980;p126"/>
          <p:cNvGrpSpPr/>
          <p:nvPr/>
        </p:nvGrpSpPr>
        <p:grpSpPr>
          <a:xfrm flipH="1">
            <a:off x="-534624" y="-277337"/>
            <a:ext cx="1773412" cy="1460069"/>
            <a:chOff x="7917051" y="-242512"/>
            <a:chExt cx="1773412" cy="1460069"/>
          </a:xfrm>
        </p:grpSpPr>
        <p:sp>
          <p:nvSpPr>
            <p:cNvPr id="2981" name="Google Shape;2981;p126"/>
            <p:cNvSpPr/>
            <p:nvPr/>
          </p:nvSpPr>
          <p:spPr>
            <a:xfrm flipH="1">
              <a:off x="8458188" y="-242512"/>
              <a:ext cx="1232275" cy="1091025"/>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2" name="Google Shape;2982;p126"/>
            <p:cNvSpPr/>
            <p:nvPr/>
          </p:nvSpPr>
          <p:spPr>
            <a:xfrm>
              <a:off x="7917051" y="19137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2983" name="Google Shape;2983;p126"/>
            <p:cNvGrpSpPr/>
            <p:nvPr/>
          </p:nvGrpSpPr>
          <p:grpSpPr>
            <a:xfrm>
              <a:off x="8723170" y="1112100"/>
              <a:ext cx="105457" cy="105457"/>
              <a:chOff x="7812545" y="194375"/>
              <a:chExt cx="105457" cy="105457"/>
            </a:xfrm>
          </p:grpSpPr>
          <p:sp>
            <p:nvSpPr>
              <p:cNvPr id="2984" name="Google Shape;2984;p126"/>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5" name="Google Shape;2985;p126"/>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6" name="Google Shape;2986;p126"/>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7" name="Google Shape;2987;p126"/>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988" name="Google Shape;2988;p126"/>
          <p:cNvGrpSpPr/>
          <p:nvPr/>
        </p:nvGrpSpPr>
        <p:grpSpPr>
          <a:xfrm>
            <a:off x="-1490517" y="3598506"/>
            <a:ext cx="2984172" cy="2871184"/>
            <a:chOff x="-1307617" y="3655381"/>
            <a:chExt cx="2984172" cy="2871184"/>
          </a:xfrm>
        </p:grpSpPr>
        <p:sp>
          <p:nvSpPr>
            <p:cNvPr id="2989" name="Google Shape;2989;p126"/>
            <p:cNvSpPr/>
            <p:nvPr/>
          </p:nvSpPr>
          <p:spPr>
            <a:xfrm flipH="1" rot="638420">
              <a:off x="-1104798" y="3872484"/>
              <a:ext cx="2578535" cy="2436978"/>
            </a:xfrm>
            <a:custGeom>
              <a:rect b="b" l="l" r="r" t="t"/>
              <a:pathLst>
                <a:path extrusionOk="0" h="49900" w="54584">
                  <a:moveTo>
                    <a:pt x="39803" y="0"/>
                  </a:moveTo>
                  <a:cubicBezTo>
                    <a:pt x="38029" y="0"/>
                    <a:pt x="36248" y="409"/>
                    <a:pt x="34570" y="1238"/>
                  </a:cubicBezTo>
                  <a:cubicBezTo>
                    <a:pt x="31367" y="2802"/>
                    <a:pt x="28886" y="5448"/>
                    <a:pt x="25683" y="7012"/>
                  </a:cubicBezTo>
                  <a:cubicBezTo>
                    <a:pt x="21308" y="9163"/>
                    <a:pt x="16511" y="10320"/>
                    <a:pt x="12090" y="12380"/>
                  </a:cubicBezTo>
                  <a:cubicBezTo>
                    <a:pt x="7684" y="14425"/>
                    <a:pt x="3444" y="17628"/>
                    <a:pt x="1865" y="22244"/>
                  </a:cubicBezTo>
                  <a:cubicBezTo>
                    <a:pt x="1" y="27673"/>
                    <a:pt x="647" y="34078"/>
                    <a:pt x="3504" y="39040"/>
                  </a:cubicBezTo>
                  <a:cubicBezTo>
                    <a:pt x="8069" y="46988"/>
                    <a:pt x="17031" y="49899"/>
                    <a:pt x="25743" y="49899"/>
                  </a:cubicBezTo>
                  <a:cubicBezTo>
                    <a:pt x="25898" y="49899"/>
                    <a:pt x="26054" y="49898"/>
                    <a:pt x="26209" y="49897"/>
                  </a:cubicBezTo>
                  <a:cubicBezTo>
                    <a:pt x="44945" y="49671"/>
                    <a:pt x="54583" y="26996"/>
                    <a:pt x="51531" y="10696"/>
                  </a:cubicBezTo>
                  <a:cubicBezTo>
                    <a:pt x="50869" y="7163"/>
                    <a:pt x="49230" y="3779"/>
                    <a:pt x="46118" y="1840"/>
                  </a:cubicBezTo>
                  <a:cubicBezTo>
                    <a:pt x="44160" y="620"/>
                    <a:pt x="41987" y="0"/>
                    <a:pt x="3980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0" name="Google Shape;2990;p126"/>
            <p:cNvSpPr/>
            <p:nvPr/>
          </p:nvSpPr>
          <p:spPr>
            <a:xfrm rot="7710264">
              <a:off x="-15001" y="4173334"/>
              <a:ext cx="958502" cy="1835274"/>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91" name="Google Shape;2991;p126"/>
          <p:cNvGrpSpPr/>
          <p:nvPr/>
        </p:nvGrpSpPr>
        <p:grpSpPr>
          <a:xfrm>
            <a:off x="5096454" y="406120"/>
            <a:ext cx="3821429" cy="1518424"/>
            <a:chOff x="5096454" y="406120"/>
            <a:chExt cx="3821429" cy="1518424"/>
          </a:xfrm>
        </p:grpSpPr>
        <p:sp>
          <p:nvSpPr>
            <p:cNvPr id="2992" name="Google Shape;2992;p126"/>
            <p:cNvSpPr/>
            <p:nvPr/>
          </p:nvSpPr>
          <p:spPr>
            <a:xfrm>
              <a:off x="5096454" y="539393"/>
              <a:ext cx="1089450" cy="348874"/>
            </a:xfrm>
            <a:custGeom>
              <a:rect b="b" l="l" r="r" t="t"/>
              <a:pathLst>
                <a:path extrusionOk="0" fill="none" h="4647" w="14511">
                  <a:moveTo>
                    <a:pt x="13894" y="3805"/>
                  </a:moveTo>
                  <a:cubicBezTo>
                    <a:pt x="13263" y="3459"/>
                    <a:pt x="12977" y="3744"/>
                    <a:pt x="12766" y="3459"/>
                  </a:cubicBezTo>
                  <a:cubicBezTo>
                    <a:pt x="12541" y="3173"/>
                    <a:pt x="13383" y="2436"/>
                    <a:pt x="11684" y="1699"/>
                  </a:cubicBezTo>
                  <a:cubicBezTo>
                    <a:pt x="11684" y="1699"/>
                    <a:pt x="11578" y="121"/>
                    <a:pt x="9248" y="60"/>
                  </a:cubicBezTo>
                  <a:cubicBezTo>
                    <a:pt x="6917" y="0"/>
                    <a:pt x="7549" y="1654"/>
                    <a:pt x="6917" y="2045"/>
                  </a:cubicBezTo>
                  <a:cubicBezTo>
                    <a:pt x="6286" y="2436"/>
                    <a:pt x="6120" y="1820"/>
                    <a:pt x="5504" y="2211"/>
                  </a:cubicBezTo>
                  <a:cubicBezTo>
                    <a:pt x="4872" y="2617"/>
                    <a:pt x="5158" y="3399"/>
                    <a:pt x="4647" y="3519"/>
                  </a:cubicBezTo>
                  <a:cubicBezTo>
                    <a:pt x="4135" y="3624"/>
                    <a:pt x="3459" y="3008"/>
                    <a:pt x="2842" y="3399"/>
                  </a:cubicBezTo>
                  <a:cubicBezTo>
                    <a:pt x="2211" y="3805"/>
                    <a:pt x="2211" y="4135"/>
                    <a:pt x="1925" y="4135"/>
                  </a:cubicBezTo>
                  <a:cubicBezTo>
                    <a:pt x="1654" y="4135"/>
                    <a:pt x="1083" y="3910"/>
                    <a:pt x="737" y="4135"/>
                  </a:cubicBezTo>
                  <a:cubicBezTo>
                    <a:pt x="406" y="4376"/>
                    <a:pt x="0" y="4647"/>
                    <a:pt x="0" y="4647"/>
                  </a:cubicBezTo>
                  <a:lnTo>
                    <a:pt x="14345" y="4647"/>
                  </a:lnTo>
                  <a:cubicBezTo>
                    <a:pt x="14345" y="4647"/>
                    <a:pt x="14511" y="4135"/>
                    <a:pt x="13894" y="3805"/>
                  </a:cubicBezTo>
                  <a:close/>
                </a:path>
              </a:pathLst>
            </a:custGeom>
            <a:solidFill>
              <a:schemeClr val="lt1"/>
            </a:solid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3" name="Google Shape;2993;p126"/>
            <p:cNvSpPr/>
            <p:nvPr/>
          </p:nvSpPr>
          <p:spPr>
            <a:xfrm flipH="1">
              <a:off x="7828433" y="748130"/>
              <a:ext cx="1089450" cy="348874"/>
            </a:xfrm>
            <a:custGeom>
              <a:rect b="b" l="l" r="r" t="t"/>
              <a:pathLst>
                <a:path extrusionOk="0" fill="none" h="4647" w="14511">
                  <a:moveTo>
                    <a:pt x="13894" y="3805"/>
                  </a:moveTo>
                  <a:cubicBezTo>
                    <a:pt x="13263" y="3459"/>
                    <a:pt x="12977" y="3744"/>
                    <a:pt x="12766" y="3459"/>
                  </a:cubicBezTo>
                  <a:cubicBezTo>
                    <a:pt x="12541" y="3173"/>
                    <a:pt x="13383" y="2436"/>
                    <a:pt x="11684" y="1699"/>
                  </a:cubicBezTo>
                  <a:cubicBezTo>
                    <a:pt x="11684" y="1699"/>
                    <a:pt x="11578" y="121"/>
                    <a:pt x="9248" y="60"/>
                  </a:cubicBezTo>
                  <a:cubicBezTo>
                    <a:pt x="6917" y="0"/>
                    <a:pt x="7549" y="1654"/>
                    <a:pt x="6917" y="2045"/>
                  </a:cubicBezTo>
                  <a:cubicBezTo>
                    <a:pt x="6286" y="2436"/>
                    <a:pt x="6120" y="1820"/>
                    <a:pt x="5504" y="2211"/>
                  </a:cubicBezTo>
                  <a:cubicBezTo>
                    <a:pt x="4872" y="2617"/>
                    <a:pt x="5158" y="3399"/>
                    <a:pt x="4647" y="3519"/>
                  </a:cubicBezTo>
                  <a:cubicBezTo>
                    <a:pt x="4135" y="3624"/>
                    <a:pt x="3459" y="3008"/>
                    <a:pt x="2842" y="3399"/>
                  </a:cubicBezTo>
                  <a:cubicBezTo>
                    <a:pt x="2211" y="3805"/>
                    <a:pt x="2211" y="4135"/>
                    <a:pt x="1925" y="4135"/>
                  </a:cubicBezTo>
                  <a:cubicBezTo>
                    <a:pt x="1654" y="4135"/>
                    <a:pt x="1083" y="3910"/>
                    <a:pt x="737" y="4135"/>
                  </a:cubicBezTo>
                  <a:cubicBezTo>
                    <a:pt x="406" y="4376"/>
                    <a:pt x="0" y="4647"/>
                    <a:pt x="0" y="4647"/>
                  </a:cubicBezTo>
                  <a:lnTo>
                    <a:pt x="14345" y="4647"/>
                  </a:lnTo>
                  <a:cubicBezTo>
                    <a:pt x="14345" y="4647"/>
                    <a:pt x="14511" y="4135"/>
                    <a:pt x="13894" y="3805"/>
                  </a:cubicBezTo>
                  <a:close/>
                </a:path>
              </a:pathLst>
            </a:custGeom>
            <a:solidFill>
              <a:schemeClr val="lt1"/>
            </a:solid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4" name="Google Shape;2994;p126"/>
            <p:cNvSpPr/>
            <p:nvPr/>
          </p:nvSpPr>
          <p:spPr>
            <a:xfrm>
              <a:off x="8824638" y="406120"/>
              <a:ext cx="93231" cy="93173"/>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995" name="Google Shape;2995;p126"/>
            <p:cNvGrpSpPr/>
            <p:nvPr/>
          </p:nvGrpSpPr>
          <p:grpSpPr>
            <a:xfrm>
              <a:off x="8629946" y="1831310"/>
              <a:ext cx="93234" cy="93234"/>
              <a:chOff x="7812545" y="194375"/>
              <a:chExt cx="105457" cy="105457"/>
            </a:xfrm>
          </p:grpSpPr>
          <p:sp>
            <p:nvSpPr>
              <p:cNvPr id="2996" name="Google Shape;2996;p126"/>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7" name="Google Shape;2997;p126"/>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8" name="Google Shape;2998;p126"/>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9" name="Google Shape;2999;p126"/>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00" name="Google Shape;3000;p126"/>
            <p:cNvGrpSpPr/>
            <p:nvPr/>
          </p:nvGrpSpPr>
          <p:grpSpPr>
            <a:xfrm flipH="1" rot="10800000">
              <a:off x="7254006" y="492770"/>
              <a:ext cx="93224" cy="93255"/>
              <a:chOff x="7812545" y="194375"/>
              <a:chExt cx="105457" cy="105457"/>
            </a:xfrm>
          </p:grpSpPr>
          <p:sp>
            <p:nvSpPr>
              <p:cNvPr id="3001" name="Google Shape;3001;p126"/>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2" name="Google Shape;3002;p126"/>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3" name="Google Shape;3003;p126"/>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4" name="Google Shape;3004;p126"/>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005" name="Shape 3005"/>
        <p:cNvGrpSpPr/>
        <p:nvPr/>
      </p:nvGrpSpPr>
      <p:grpSpPr>
        <a:xfrm>
          <a:off x="0" y="0"/>
          <a:ext cx="0" cy="0"/>
          <a:chOff x="0" y="0"/>
          <a:chExt cx="0" cy="0"/>
        </a:xfrm>
      </p:grpSpPr>
      <p:sp>
        <p:nvSpPr>
          <p:cNvPr id="3006" name="Google Shape;3006;p127"/>
          <p:cNvSpPr txBox="1"/>
          <p:nvPr>
            <p:ph idx="1" type="body"/>
          </p:nvPr>
        </p:nvSpPr>
        <p:spPr>
          <a:xfrm>
            <a:off x="685800" y="3601550"/>
            <a:ext cx="2993100" cy="8235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2000"/>
              <a:buFont typeface="Barlow"/>
              <a:buNone/>
              <a:defRPr b="1" sz="2200">
                <a:latin typeface="Barlow"/>
                <a:ea typeface="Barlow"/>
                <a:cs typeface="Barlow"/>
                <a:sym typeface="Barlow"/>
              </a:defRPr>
            </a:lvl1pPr>
          </a:lstStyle>
          <a:p/>
        </p:txBody>
      </p:sp>
      <p:sp>
        <p:nvSpPr>
          <p:cNvPr id="3007" name="Google Shape;3007;p1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1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3008" name="Shape 3008"/>
        <p:cNvGrpSpPr/>
        <p:nvPr/>
      </p:nvGrpSpPr>
      <p:grpSpPr>
        <a:xfrm>
          <a:off x="0" y="0"/>
          <a:ext cx="0" cy="0"/>
          <a:chOff x="0" y="0"/>
          <a:chExt cx="0" cy="0"/>
        </a:xfrm>
      </p:grpSpPr>
      <p:sp>
        <p:nvSpPr>
          <p:cNvPr id="3009" name="Google Shape;3009;p128"/>
          <p:cNvSpPr txBox="1"/>
          <p:nvPr>
            <p:ph hasCustomPrompt="1" type="title"/>
          </p:nvPr>
        </p:nvSpPr>
        <p:spPr>
          <a:xfrm>
            <a:off x="1226850" y="1830050"/>
            <a:ext cx="6690300" cy="1113600"/>
          </a:xfrm>
          <a:prstGeom prst="rect">
            <a:avLst/>
          </a:prstGeom>
        </p:spPr>
        <p:txBody>
          <a:bodyPr anchorCtr="0" anchor="ctr" bIns="91425" lIns="91425" spcFirstLastPara="1" rIns="91425" wrap="square" tIns="91425">
            <a:noAutofit/>
          </a:bodyPr>
          <a:lstStyle>
            <a:lvl1pPr lvl="0" algn="ctr">
              <a:spcBef>
                <a:spcPts val="0"/>
              </a:spcBef>
              <a:spcAft>
                <a:spcPts val="0"/>
              </a:spcAft>
              <a:buSzPts val="8000"/>
              <a:buNone/>
              <a:defRPr sz="9000">
                <a:solidFill>
                  <a:schemeClr val="accent2"/>
                </a:solidFill>
              </a:defRPr>
            </a:lvl1pPr>
            <a:lvl2pPr lvl="1" algn="ctr">
              <a:spcBef>
                <a:spcPts val="0"/>
              </a:spcBef>
              <a:spcAft>
                <a:spcPts val="0"/>
              </a:spcAft>
              <a:buSzPts val="8000"/>
              <a:buNone/>
              <a:defRPr sz="8000"/>
            </a:lvl2pPr>
            <a:lvl3pPr lvl="2" algn="ctr">
              <a:spcBef>
                <a:spcPts val="0"/>
              </a:spcBef>
              <a:spcAft>
                <a:spcPts val="0"/>
              </a:spcAft>
              <a:buSzPts val="8000"/>
              <a:buNone/>
              <a:defRPr sz="8000"/>
            </a:lvl3pPr>
            <a:lvl4pPr lvl="3" algn="ctr">
              <a:spcBef>
                <a:spcPts val="0"/>
              </a:spcBef>
              <a:spcAft>
                <a:spcPts val="0"/>
              </a:spcAft>
              <a:buSzPts val="8000"/>
              <a:buNone/>
              <a:defRPr sz="8000"/>
            </a:lvl4pPr>
            <a:lvl5pPr lvl="4" algn="ctr">
              <a:spcBef>
                <a:spcPts val="0"/>
              </a:spcBef>
              <a:spcAft>
                <a:spcPts val="0"/>
              </a:spcAft>
              <a:buSzPts val="8000"/>
              <a:buNone/>
              <a:defRPr sz="8000"/>
            </a:lvl5pPr>
            <a:lvl6pPr lvl="5" algn="ctr">
              <a:spcBef>
                <a:spcPts val="0"/>
              </a:spcBef>
              <a:spcAft>
                <a:spcPts val="0"/>
              </a:spcAft>
              <a:buSzPts val="8000"/>
              <a:buNone/>
              <a:defRPr sz="8000"/>
            </a:lvl6pPr>
            <a:lvl7pPr lvl="6" algn="ctr">
              <a:spcBef>
                <a:spcPts val="0"/>
              </a:spcBef>
              <a:spcAft>
                <a:spcPts val="0"/>
              </a:spcAft>
              <a:buSzPts val="8000"/>
              <a:buNone/>
              <a:defRPr sz="8000"/>
            </a:lvl7pPr>
            <a:lvl8pPr lvl="7" algn="ctr">
              <a:spcBef>
                <a:spcPts val="0"/>
              </a:spcBef>
              <a:spcAft>
                <a:spcPts val="0"/>
              </a:spcAft>
              <a:buSzPts val="8000"/>
              <a:buNone/>
              <a:defRPr sz="8000"/>
            </a:lvl8pPr>
            <a:lvl9pPr lvl="8" algn="ctr">
              <a:spcBef>
                <a:spcPts val="0"/>
              </a:spcBef>
              <a:spcAft>
                <a:spcPts val="0"/>
              </a:spcAft>
              <a:buSzPts val="8000"/>
              <a:buNone/>
              <a:defRPr sz="8000"/>
            </a:lvl9pPr>
          </a:lstStyle>
          <a:p>
            <a:r>
              <a:t>xx%</a:t>
            </a:r>
          </a:p>
        </p:txBody>
      </p:sp>
      <p:sp>
        <p:nvSpPr>
          <p:cNvPr id="3010" name="Google Shape;3010;p1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3011" name="Google Shape;3011;p128"/>
          <p:cNvSpPr txBox="1"/>
          <p:nvPr>
            <p:ph idx="1" type="subTitle"/>
          </p:nvPr>
        </p:nvSpPr>
        <p:spPr>
          <a:xfrm>
            <a:off x="1516375" y="3002275"/>
            <a:ext cx="6144300" cy="3417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8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3012" name="Google Shape;3012;p128"/>
          <p:cNvSpPr/>
          <p:nvPr/>
        </p:nvSpPr>
        <p:spPr>
          <a:xfrm rot="2700000">
            <a:off x="5376368" y="-1160318"/>
            <a:ext cx="5591744" cy="3399428"/>
          </a:xfrm>
          <a:custGeom>
            <a:rect b="b" l="l" r="r" t="t"/>
            <a:pathLst>
              <a:path extrusionOk="0" h="48924" w="60102">
                <a:moveTo>
                  <a:pt x="31550" y="1"/>
                </a:moveTo>
                <a:cubicBezTo>
                  <a:pt x="28688" y="1"/>
                  <a:pt x="25391" y="541"/>
                  <a:pt x="22089" y="2238"/>
                </a:cubicBezTo>
                <a:cubicBezTo>
                  <a:pt x="12977" y="6900"/>
                  <a:pt x="8196" y="17230"/>
                  <a:pt x="4091" y="25485"/>
                </a:cubicBezTo>
                <a:cubicBezTo>
                  <a:pt x="1" y="33725"/>
                  <a:pt x="2016" y="42612"/>
                  <a:pt x="8767" y="47123"/>
                </a:cubicBezTo>
                <a:cubicBezTo>
                  <a:pt x="10764" y="48461"/>
                  <a:pt x="12590" y="48924"/>
                  <a:pt x="14421" y="48924"/>
                </a:cubicBezTo>
                <a:cubicBezTo>
                  <a:pt x="18514" y="48924"/>
                  <a:pt x="22630" y="46611"/>
                  <a:pt x="28730" y="46611"/>
                </a:cubicBezTo>
                <a:cubicBezTo>
                  <a:pt x="29125" y="46611"/>
                  <a:pt x="29527" y="46621"/>
                  <a:pt x="29939" y="46641"/>
                </a:cubicBezTo>
                <a:cubicBezTo>
                  <a:pt x="34134" y="46851"/>
                  <a:pt x="36984" y="47278"/>
                  <a:pt x="39535" y="47278"/>
                </a:cubicBezTo>
                <a:cubicBezTo>
                  <a:pt x="42835" y="47278"/>
                  <a:pt x="45637" y="46563"/>
                  <a:pt x="50208" y="43739"/>
                </a:cubicBezTo>
                <a:cubicBezTo>
                  <a:pt x="58328" y="38732"/>
                  <a:pt x="60102" y="25500"/>
                  <a:pt x="54042" y="15140"/>
                </a:cubicBezTo>
                <a:cubicBezTo>
                  <a:pt x="47997" y="4779"/>
                  <a:pt x="40254" y="1667"/>
                  <a:pt x="40254" y="1667"/>
                </a:cubicBezTo>
                <a:cubicBezTo>
                  <a:pt x="40254" y="1667"/>
                  <a:pt x="36573" y="1"/>
                  <a:pt x="31550"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013" name="Google Shape;3013;p128"/>
          <p:cNvGrpSpPr/>
          <p:nvPr/>
        </p:nvGrpSpPr>
        <p:grpSpPr>
          <a:xfrm>
            <a:off x="405960" y="-304605"/>
            <a:ext cx="9209266" cy="1854619"/>
            <a:chOff x="405960" y="-304605"/>
            <a:chExt cx="9209266" cy="1854619"/>
          </a:xfrm>
        </p:grpSpPr>
        <p:sp>
          <p:nvSpPr>
            <p:cNvPr id="3014" name="Google Shape;3014;p128"/>
            <p:cNvSpPr/>
            <p:nvPr/>
          </p:nvSpPr>
          <p:spPr>
            <a:xfrm>
              <a:off x="6209226" y="478878"/>
              <a:ext cx="1324564" cy="424178"/>
            </a:xfrm>
            <a:custGeom>
              <a:rect b="b" l="l" r="r" t="t"/>
              <a:pathLst>
                <a:path extrusionOk="0" fill="none" h="4647" w="14511">
                  <a:moveTo>
                    <a:pt x="13894" y="3805"/>
                  </a:moveTo>
                  <a:cubicBezTo>
                    <a:pt x="13263" y="3459"/>
                    <a:pt x="12977" y="3744"/>
                    <a:pt x="12766" y="3459"/>
                  </a:cubicBezTo>
                  <a:cubicBezTo>
                    <a:pt x="12541" y="3173"/>
                    <a:pt x="13383" y="2436"/>
                    <a:pt x="11684" y="1699"/>
                  </a:cubicBezTo>
                  <a:cubicBezTo>
                    <a:pt x="11684" y="1699"/>
                    <a:pt x="11578" y="121"/>
                    <a:pt x="9248" y="60"/>
                  </a:cubicBezTo>
                  <a:cubicBezTo>
                    <a:pt x="6917" y="0"/>
                    <a:pt x="7549" y="1654"/>
                    <a:pt x="6917" y="2045"/>
                  </a:cubicBezTo>
                  <a:cubicBezTo>
                    <a:pt x="6286" y="2436"/>
                    <a:pt x="6120" y="1820"/>
                    <a:pt x="5504" y="2211"/>
                  </a:cubicBezTo>
                  <a:cubicBezTo>
                    <a:pt x="4872" y="2617"/>
                    <a:pt x="5158" y="3399"/>
                    <a:pt x="4647" y="3519"/>
                  </a:cubicBezTo>
                  <a:cubicBezTo>
                    <a:pt x="4135" y="3624"/>
                    <a:pt x="3459" y="3008"/>
                    <a:pt x="2842" y="3399"/>
                  </a:cubicBezTo>
                  <a:cubicBezTo>
                    <a:pt x="2211" y="3805"/>
                    <a:pt x="2211" y="4135"/>
                    <a:pt x="1925" y="4135"/>
                  </a:cubicBezTo>
                  <a:cubicBezTo>
                    <a:pt x="1654" y="4135"/>
                    <a:pt x="1083" y="3910"/>
                    <a:pt x="737" y="4135"/>
                  </a:cubicBezTo>
                  <a:cubicBezTo>
                    <a:pt x="406" y="4376"/>
                    <a:pt x="0" y="4647"/>
                    <a:pt x="0" y="4647"/>
                  </a:cubicBezTo>
                  <a:lnTo>
                    <a:pt x="14345" y="4647"/>
                  </a:lnTo>
                  <a:cubicBezTo>
                    <a:pt x="14345" y="4647"/>
                    <a:pt x="14511" y="4135"/>
                    <a:pt x="13894" y="3805"/>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5" name="Google Shape;3015;p128"/>
            <p:cNvSpPr/>
            <p:nvPr/>
          </p:nvSpPr>
          <p:spPr>
            <a:xfrm flipH="1">
              <a:off x="405960" y="399116"/>
              <a:ext cx="991138" cy="317437"/>
            </a:xfrm>
            <a:custGeom>
              <a:rect b="b" l="l" r="r" t="t"/>
              <a:pathLst>
                <a:path extrusionOk="0" fill="none" h="4647" w="14511">
                  <a:moveTo>
                    <a:pt x="13894" y="3805"/>
                  </a:moveTo>
                  <a:cubicBezTo>
                    <a:pt x="13263" y="3459"/>
                    <a:pt x="12977" y="3744"/>
                    <a:pt x="12766" y="3459"/>
                  </a:cubicBezTo>
                  <a:cubicBezTo>
                    <a:pt x="12541" y="3173"/>
                    <a:pt x="13383" y="2436"/>
                    <a:pt x="11684" y="1699"/>
                  </a:cubicBezTo>
                  <a:cubicBezTo>
                    <a:pt x="11684" y="1699"/>
                    <a:pt x="11578" y="121"/>
                    <a:pt x="9248" y="60"/>
                  </a:cubicBezTo>
                  <a:cubicBezTo>
                    <a:pt x="6917" y="0"/>
                    <a:pt x="7549" y="1654"/>
                    <a:pt x="6917" y="2045"/>
                  </a:cubicBezTo>
                  <a:cubicBezTo>
                    <a:pt x="6286" y="2436"/>
                    <a:pt x="6120" y="1820"/>
                    <a:pt x="5504" y="2211"/>
                  </a:cubicBezTo>
                  <a:cubicBezTo>
                    <a:pt x="4872" y="2617"/>
                    <a:pt x="5158" y="3399"/>
                    <a:pt x="4647" y="3519"/>
                  </a:cubicBezTo>
                  <a:cubicBezTo>
                    <a:pt x="4135" y="3624"/>
                    <a:pt x="3459" y="3008"/>
                    <a:pt x="2842" y="3399"/>
                  </a:cubicBezTo>
                  <a:cubicBezTo>
                    <a:pt x="2211" y="3805"/>
                    <a:pt x="2211" y="4135"/>
                    <a:pt x="1925" y="4135"/>
                  </a:cubicBezTo>
                  <a:cubicBezTo>
                    <a:pt x="1654" y="4135"/>
                    <a:pt x="1083" y="3910"/>
                    <a:pt x="737" y="4135"/>
                  </a:cubicBezTo>
                  <a:cubicBezTo>
                    <a:pt x="406" y="4376"/>
                    <a:pt x="0" y="4647"/>
                    <a:pt x="0" y="4647"/>
                  </a:cubicBezTo>
                  <a:lnTo>
                    <a:pt x="14345" y="4647"/>
                  </a:lnTo>
                  <a:cubicBezTo>
                    <a:pt x="14345" y="4647"/>
                    <a:pt x="14511" y="4135"/>
                    <a:pt x="13894" y="3805"/>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6" name="Google Shape;3016;p128"/>
            <p:cNvSpPr/>
            <p:nvPr/>
          </p:nvSpPr>
          <p:spPr>
            <a:xfrm>
              <a:off x="3935325" y="338641"/>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017" name="Google Shape;3017;p128"/>
            <p:cNvGrpSpPr/>
            <p:nvPr/>
          </p:nvGrpSpPr>
          <p:grpSpPr>
            <a:xfrm>
              <a:off x="2179520" y="1113216"/>
              <a:ext cx="105457" cy="105457"/>
              <a:chOff x="7812545" y="194375"/>
              <a:chExt cx="105457" cy="105457"/>
            </a:xfrm>
          </p:grpSpPr>
          <p:sp>
            <p:nvSpPr>
              <p:cNvPr id="3018" name="Google Shape;3018;p128"/>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9" name="Google Shape;3019;p128"/>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0" name="Google Shape;3020;p128"/>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1" name="Google Shape;3021;p128"/>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22" name="Google Shape;3022;p128"/>
            <p:cNvGrpSpPr/>
            <p:nvPr/>
          </p:nvGrpSpPr>
          <p:grpSpPr>
            <a:xfrm>
              <a:off x="5288520" y="1007766"/>
              <a:ext cx="105457" cy="105457"/>
              <a:chOff x="7812545" y="194375"/>
              <a:chExt cx="105457" cy="105457"/>
            </a:xfrm>
          </p:grpSpPr>
          <p:sp>
            <p:nvSpPr>
              <p:cNvPr id="3023" name="Google Shape;3023;p128"/>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4" name="Google Shape;3024;p128"/>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5" name="Google Shape;3025;p128"/>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6" name="Google Shape;3026;p128"/>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027" name="Google Shape;3027;p128"/>
            <p:cNvSpPr/>
            <p:nvPr/>
          </p:nvSpPr>
          <p:spPr>
            <a:xfrm>
              <a:off x="8211200" y="1444625"/>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028" name="Google Shape;3028;p128"/>
            <p:cNvGrpSpPr/>
            <p:nvPr/>
          </p:nvGrpSpPr>
          <p:grpSpPr>
            <a:xfrm>
              <a:off x="7988195" y="154325"/>
              <a:ext cx="105457" cy="105457"/>
              <a:chOff x="7812545" y="194375"/>
              <a:chExt cx="105457" cy="105457"/>
            </a:xfrm>
          </p:grpSpPr>
          <p:sp>
            <p:nvSpPr>
              <p:cNvPr id="3029" name="Google Shape;3029;p128"/>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0" name="Google Shape;3030;p128"/>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1" name="Google Shape;3031;p128"/>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2" name="Google Shape;3032;p128"/>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033" name="Google Shape;3033;p128"/>
            <p:cNvSpPr/>
            <p:nvPr/>
          </p:nvSpPr>
          <p:spPr>
            <a:xfrm flipH="1">
              <a:off x="8624108" y="-304605"/>
              <a:ext cx="991119" cy="877511"/>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34" name="Google Shape;3034;p128"/>
          <p:cNvGrpSpPr/>
          <p:nvPr/>
        </p:nvGrpSpPr>
        <p:grpSpPr>
          <a:xfrm>
            <a:off x="-1391383" y="2943501"/>
            <a:ext cx="2967633" cy="3117497"/>
            <a:chOff x="-1391383" y="2943501"/>
            <a:chExt cx="2967633" cy="3117497"/>
          </a:xfrm>
        </p:grpSpPr>
        <p:sp>
          <p:nvSpPr>
            <p:cNvPr id="3035" name="Google Shape;3035;p128"/>
            <p:cNvSpPr/>
            <p:nvPr/>
          </p:nvSpPr>
          <p:spPr>
            <a:xfrm flipH="1">
              <a:off x="-1391383" y="2943501"/>
              <a:ext cx="2967633" cy="3117497"/>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6" name="Google Shape;3036;p128"/>
            <p:cNvSpPr/>
            <p:nvPr/>
          </p:nvSpPr>
          <p:spPr>
            <a:xfrm>
              <a:off x="-533479" y="4183785"/>
              <a:ext cx="1643608" cy="1455209"/>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037" name="Google Shape;3037;p128"/>
            <p:cNvGrpSpPr/>
            <p:nvPr/>
          </p:nvGrpSpPr>
          <p:grpSpPr>
            <a:xfrm>
              <a:off x="448432" y="3524550"/>
              <a:ext cx="105457" cy="105457"/>
              <a:chOff x="7812545" y="194375"/>
              <a:chExt cx="105457" cy="105457"/>
            </a:xfrm>
          </p:grpSpPr>
          <p:sp>
            <p:nvSpPr>
              <p:cNvPr id="3038" name="Google Shape;3038;p128"/>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9" name="Google Shape;3039;p128"/>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0" name="Google Shape;3040;p128"/>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1" name="Google Shape;3041;p128"/>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042" name="Google Shape;3042;p128"/>
          <p:cNvGrpSpPr/>
          <p:nvPr/>
        </p:nvGrpSpPr>
        <p:grpSpPr>
          <a:xfrm rot="10800000">
            <a:off x="8496297" y="4349552"/>
            <a:ext cx="470057" cy="586177"/>
            <a:chOff x="215745" y="152938"/>
            <a:chExt cx="470057" cy="586177"/>
          </a:xfrm>
        </p:grpSpPr>
        <p:sp>
          <p:nvSpPr>
            <p:cNvPr id="3043" name="Google Shape;3043;p128"/>
            <p:cNvSpPr/>
            <p:nvPr/>
          </p:nvSpPr>
          <p:spPr>
            <a:xfrm>
              <a:off x="215750" y="633725"/>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4" name="Google Shape;3044;p128"/>
            <p:cNvSpPr/>
            <p:nvPr/>
          </p:nvSpPr>
          <p:spPr>
            <a:xfrm>
              <a:off x="607851" y="22487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3045" name="Google Shape;3045;p128"/>
            <p:cNvGrpSpPr/>
            <p:nvPr/>
          </p:nvGrpSpPr>
          <p:grpSpPr>
            <a:xfrm>
              <a:off x="215745" y="152938"/>
              <a:ext cx="105457" cy="105457"/>
              <a:chOff x="7812545" y="194375"/>
              <a:chExt cx="105457" cy="105457"/>
            </a:xfrm>
          </p:grpSpPr>
          <p:sp>
            <p:nvSpPr>
              <p:cNvPr id="3046" name="Google Shape;3046;p128"/>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7" name="Google Shape;3047;p128"/>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8" name="Google Shape;3048;p128"/>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9" name="Google Shape;3049;p128"/>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050" name="Google Shape;3050;p128"/>
          <p:cNvGrpSpPr/>
          <p:nvPr/>
        </p:nvGrpSpPr>
        <p:grpSpPr>
          <a:xfrm>
            <a:off x="3186400" y="4032125"/>
            <a:ext cx="3326023" cy="808356"/>
            <a:chOff x="3186400" y="4032125"/>
            <a:chExt cx="3326023" cy="808356"/>
          </a:xfrm>
        </p:grpSpPr>
        <p:sp>
          <p:nvSpPr>
            <p:cNvPr id="3051" name="Google Shape;3051;p128"/>
            <p:cNvSpPr/>
            <p:nvPr/>
          </p:nvSpPr>
          <p:spPr>
            <a:xfrm>
              <a:off x="3186400" y="4234775"/>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052" name="Google Shape;3052;p128"/>
            <p:cNvGrpSpPr/>
            <p:nvPr/>
          </p:nvGrpSpPr>
          <p:grpSpPr>
            <a:xfrm>
              <a:off x="4750482" y="4735025"/>
              <a:ext cx="105457" cy="105457"/>
              <a:chOff x="7812545" y="194375"/>
              <a:chExt cx="105457" cy="105457"/>
            </a:xfrm>
          </p:grpSpPr>
          <p:sp>
            <p:nvSpPr>
              <p:cNvPr id="3053" name="Google Shape;3053;p128"/>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4" name="Google Shape;3054;p128"/>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5" name="Google Shape;3055;p128"/>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6" name="Google Shape;3056;p128"/>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057" name="Google Shape;3057;p128"/>
            <p:cNvSpPr/>
            <p:nvPr/>
          </p:nvSpPr>
          <p:spPr>
            <a:xfrm flipH="1">
              <a:off x="5521285" y="4032125"/>
              <a:ext cx="991138" cy="317437"/>
            </a:xfrm>
            <a:custGeom>
              <a:rect b="b" l="l" r="r" t="t"/>
              <a:pathLst>
                <a:path extrusionOk="0" fill="none" h="4647" w="14511">
                  <a:moveTo>
                    <a:pt x="13894" y="3805"/>
                  </a:moveTo>
                  <a:cubicBezTo>
                    <a:pt x="13263" y="3459"/>
                    <a:pt x="12977" y="3744"/>
                    <a:pt x="12766" y="3459"/>
                  </a:cubicBezTo>
                  <a:cubicBezTo>
                    <a:pt x="12541" y="3173"/>
                    <a:pt x="13383" y="2436"/>
                    <a:pt x="11684" y="1699"/>
                  </a:cubicBezTo>
                  <a:cubicBezTo>
                    <a:pt x="11684" y="1699"/>
                    <a:pt x="11578" y="121"/>
                    <a:pt x="9248" y="60"/>
                  </a:cubicBezTo>
                  <a:cubicBezTo>
                    <a:pt x="6917" y="0"/>
                    <a:pt x="7549" y="1654"/>
                    <a:pt x="6917" y="2045"/>
                  </a:cubicBezTo>
                  <a:cubicBezTo>
                    <a:pt x="6286" y="2436"/>
                    <a:pt x="6120" y="1820"/>
                    <a:pt x="5504" y="2211"/>
                  </a:cubicBezTo>
                  <a:cubicBezTo>
                    <a:pt x="4872" y="2617"/>
                    <a:pt x="5158" y="3399"/>
                    <a:pt x="4647" y="3519"/>
                  </a:cubicBezTo>
                  <a:cubicBezTo>
                    <a:pt x="4135" y="3624"/>
                    <a:pt x="3459" y="3008"/>
                    <a:pt x="2842" y="3399"/>
                  </a:cubicBezTo>
                  <a:cubicBezTo>
                    <a:pt x="2211" y="3805"/>
                    <a:pt x="2211" y="4135"/>
                    <a:pt x="1925" y="4135"/>
                  </a:cubicBezTo>
                  <a:cubicBezTo>
                    <a:pt x="1654" y="4135"/>
                    <a:pt x="1083" y="3910"/>
                    <a:pt x="737" y="4135"/>
                  </a:cubicBezTo>
                  <a:cubicBezTo>
                    <a:pt x="406" y="4376"/>
                    <a:pt x="0" y="4647"/>
                    <a:pt x="0" y="4647"/>
                  </a:cubicBezTo>
                  <a:lnTo>
                    <a:pt x="14345" y="4647"/>
                  </a:lnTo>
                  <a:cubicBezTo>
                    <a:pt x="14345" y="4647"/>
                    <a:pt x="14511" y="4135"/>
                    <a:pt x="13894" y="3805"/>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lt1"/>
        </a:solidFill>
      </p:bgPr>
    </p:bg>
    <p:spTree>
      <p:nvGrpSpPr>
        <p:cNvPr id="3058" name="Shape 3058"/>
        <p:cNvGrpSpPr/>
        <p:nvPr/>
      </p:nvGrpSpPr>
      <p:grpSpPr>
        <a:xfrm>
          <a:off x="0" y="0"/>
          <a:ext cx="0" cy="0"/>
          <a:chOff x="0" y="0"/>
          <a:chExt cx="0" cy="0"/>
        </a:xfrm>
      </p:grpSpPr>
      <p:sp>
        <p:nvSpPr>
          <p:cNvPr id="3059" name="Google Shape;3059;p1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1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BLANK_10">
    <p:spTree>
      <p:nvGrpSpPr>
        <p:cNvPr id="3060" name="Shape 3060"/>
        <p:cNvGrpSpPr/>
        <p:nvPr/>
      </p:nvGrpSpPr>
      <p:grpSpPr>
        <a:xfrm>
          <a:off x="0" y="0"/>
          <a:ext cx="0" cy="0"/>
          <a:chOff x="0" y="0"/>
          <a:chExt cx="0" cy="0"/>
        </a:xfrm>
      </p:grpSpPr>
      <p:sp>
        <p:nvSpPr>
          <p:cNvPr id="3061" name="Google Shape;3061;p1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3062" name="Google Shape;3062;p130"/>
          <p:cNvSpPr txBox="1"/>
          <p:nvPr>
            <p:ph type="title"/>
          </p:nvPr>
        </p:nvSpPr>
        <p:spPr>
          <a:xfrm>
            <a:off x="698777" y="2223325"/>
            <a:ext cx="4551600" cy="749100"/>
          </a:xfrm>
          <a:prstGeom prst="rect">
            <a:avLst/>
          </a:prstGeom>
        </p:spPr>
        <p:txBody>
          <a:bodyPr anchorCtr="0" anchor="ctr" bIns="91425" lIns="91425" spcFirstLastPara="1" rIns="91425" wrap="square" tIns="91425">
            <a:noAutofit/>
          </a:bodyPr>
          <a:lstStyle>
            <a:lvl1pPr lvl="0">
              <a:spcBef>
                <a:spcPts val="0"/>
              </a:spcBef>
              <a:spcAft>
                <a:spcPts val="0"/>
              </a:spcAft>
              <a:buSzPts val="3600"/>
              <a:buNone/>
              <a:defRPr sz="4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3063" name="Google Shape;3063;p130"/>
          <p:cNvSpPr txBox="1"/>
          <p:nvPr>
            <p:ph idx="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3064" name="Google Shape;3064;p130"/>
          <p:cNvSpPr txBox="1"/>
          <p:nvPr>
            <p:ph idx="1" type="subTitle"/>
          </p:nvPr>
        </p:nvSpPr>
        <p:spPr>
          <a:xfrm>
            <a:off x="685800" y="2905550"/>
            <a:ext cx="4551600" cy="383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800"/>
              <a:buNone/>
              <a:defRPr sz="18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3065" name="Google Shape;3065;p130"/>
          <p:cNvSpPr txBox="1"/>
          <p:nvPr>
            <p:ph hasCustomPrompt="1" idx="3" type="title"/>
          </p:nvPr>
        </p:nvSpPr>
        <p:spPr>
          <a:xfrm>
            <a:off x="685795" y="1278475"/>
            <a:ext cx="1595700" cy="898500"/>
          </a:xfrm>
          <a:prstGeom prst="rect">
            <a:avLst/>
          </a:prstGeom>
        </p:spPr>
        <p:txBody>
          <a:bodyPr anchorCtr="0" anchor="ctr" bIns="91425" lIns="91425" spcFirstLastPara="1" rIns="91425" wrap="square" tIns="91425">
            <a:noAutofit/>
          </a:bodyPr>
          <a:lstStyle>
            <a:lvl1pPr lvl="0">
              <a:spcBef>
                <a:spcPts val="0"/>
              </a:spcBef>
              <a:spcAft>
                <a:spcPts val="0"/>
              </a:spcAft>
              <a:buSzPts val="8000"/>
              <a:buNone/>
              <a:defRPr sz="8000">
                <a:solidFill>
                  <a:schemeClr val="accent2"/>
                </a:solidFill>
              </a:defRPr>
            </a:lvl1pPr>
            <a:lvl2pPr lvl="1" algn="ctr">
              <a:spcBef>
                <a:spcPts val="0"/>
              </a:spcBef>
              <a:spcAft>
                <a:spcPts val="0"/>
              </a:spcAft>
              <a:buSzPts val="8000"/>
              <a:buNone/>
              <a:defRPr sz="8000"/>
            </a:lvl2pPr>
            <a:lvl3pPr lvl="2" algn="ctr">
              <a:spcBef>
                <a:spcPts val="0"/>
              </a:spcBef>
              <a:spcAft>
                <a:spcPts val="0"/>
              </a:spcAft>
              <a:buSzPts val="8000"/>
              <a:buNone/>
              <a:defRPr sz="8000"/>
            </a:lvl3pPr>
            <a:lvl4pPr lvl="3" algn="ctr">
              <a:spcBef>
                <a:spcPts val="0"/>
              </a:spcBef>
              <a:spcAft>
                <a:spcPts val="0"/>
              </a:spcAft>
              <a:buSzPts val="8000"/>
              <a:buNone/>
              <a:defRPr sz="8000"/>
            </a:lvl4pPr>
            <a:lvl5pPr lvl="4" algn="ctr">
              <a:spcBef>
                <a:spcPts val="0"/>
              </a:spcBef>
              <a:spcAft>
                <a:spcPts val="0"/>
              </a:spcAft>
              <a:buSzPts val="8000"/>
              <a:buNone/>
              <a:defRPr sz="8000"/>
            </a:lvl5pPr>
            <a:lvl6pPr lvl="5" algn="ctr">
              <a:spcBef>
                <a:spcPts val="0"/>
              </a:spcBef>
              <a:spcAft>
                <a:spcPts val="0"/>
              </a:spcAft>
              <a:buSzPts val="8000"/>
              <a:buNone/>
              <a:defRPr sz="8000"/>
            </a:lvl6pPr>
            <a:lvl7pPr lvl="6" algn="ctr">
              <a:spcBef>
                <a:spcPts val="0"/>
              </a:spcBef>
              <a:spcAft>
                <a:spcPts val="0"/>
              </a:spcAft>
              <a:buSzPts val="8000"/>
              <a:buNone/>
              <a:defRPr sz="8000"/>
            </a:lvl7pPr>
            <a:lvl8pPr lvl="7" algn="ctr">
              <a:spcBef>
                <a:spcPts val="0"/>
              </a:spcBef>
              <a:spcAft>
                <a:spcPts val="0"/>
              </a:spcAft>
              <a:buSzPts val="8000"/>
              <a:buNone/>
              <a:defRPr sz="8000"/>
            </a:lvl8pPr>
            <a:lvl9pPr lvl="8" algn="ctr">
              <a:spcBef>
                <a:spcPts val="0"/>
              </a:spcBef>
              <a:spcAft>
                <a:spcPts val="0"/>
              </a:spcAft>
              <a:buSzPts val="8000"/>
              <a:buNone/>
              <a:defRPr sz="8000"/>
            </a:lvl9pPr>
          </a:lstStyle>
          <a:p>
            <a:r>
              <a:t>xx%</a:t>
            </a:r>
          </a:p>
        </p:txBody>
      </p:sp>
      <p:grpSp>
        <p:nvGrpSpPr>
          <p:cNvPr id="3066" name="Google Shape;3066;p130"/>
          <p:cNvGrpSpPr/>
          <p:nvPr/>
        </p:nvGrpSpPr>
        <p:grpSpPr>
          <a:xfrm>
            <a:off x="-354378" y="3834438"/>
            <a:ext cx="3893180" cy="1785854"/>
            <a:chOff x="-354378" y="3834438"/>
            <a:chExt cx="3893180" cy="1785854"/>
          </a:xfrm>
        </p:grpSpPr>
        <p:sp>
          <p:nvSpPr>
            <p:cNvPr id="3067" name="Google Shape;3067;p130"/>
            <p:cNvSpPr/>
            <p:nvPr/>
          </p:nvSpPr>
          <p:spPr>
            <a:xfrm>
              <a:off x="1835075" y="4676425"/>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8" name="Google Shape;3068;p130"/>
            <p:cNvSpPr/>
            <p:nvPr/>
          </p:nvSpPr>
          <p:spPr>
            <a:xfrm>
              <a:off x="2382226" y="394162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3069" name="Google Shape;3069;p130"/>
            <p:cNvGrpSpPr/>
            <p:nvPr/>
          </p:nvGrpSpPr>
          <p:grpSpPr>
            <a:xfrm>
              <a:off x="3433345" y="4523988"/>
              <a:ext cx="105457" cy="105457"/>
              <a:chOff x="7812545" y="194375"/>
              <a:chExt cx="105457" cy="105457"/>
            </a:xfrm>
          </p:grpSpPr>
          <p:sp>
            <p:nvSpPr>
              <p:cNvPr id="3070" name="Google Shape;3070;p130"/>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1" name="Google Shape;3071;p130"/>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2" name="Google Shape;3072;p130"/>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3" name="Google Shape;3073;p130"/>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74" name="Google Shape;3074;p130"/>
            <p:cNvGrpSpPr/>
            <p:nvPr/>
          </p:nvGrpSpPr>
          <p:grpSpPr>
            <a:xfrm>
              <a:off x="385570" y="3834438"/>
              <a:ext cx="105457" cy="105457"/>
              <a:chOff x="7812545" y="194375"/>
              <a:chExt cx="105457" cy="105457"/>
            </a:xfrm>
          </p:grpSpPr>
          <p:sp>
            <p:nvSpPr>
              <p:cNvPr id="3075" name="Google Shape;3075;p130"/>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6" name="Google Shape;3076;p130"/>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7" name="Google Shape;3077;p130"/>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8" name="Google Shape;3078;p130"/>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079" name="Google Shape;3079;p130"/>
            <p:cNvSpPr/>
            <p:nvPr/>
          </p:nvSpPr>
          <p:spPr>
            <a:xfrm rot="5400000">
              <a:off x="-437566" y="4303179"/>
              <a:ext cx="1400300" cy="1233925"/>
            </a:xfrm>
            <a:custGeom>
              <a:rect b="b" l="l" r="r" t="t"/>
              <a:pathLst>
                <a:path extrusionOk="0" h="49357" w="56012">
                  <a:moveTo>
                    <a:pt x="29954" y="0"/>
                  </a:moveTo>
                  <a:cubicBezTo>
                    <a:pt x="26409" y="0"/>
                    <a:pt x="22321" y="902"/>
                    <a:pt x="17654" y="3034"/>
                  </a:cubicBezTo>
                  <a:cubicBezTo>
                    <a:pt x="17654" y="3034"/>
                    <a:pt x="8827" y="7530"/>
                    <a:pt x="4406" y="14477"/>
                  </a:cubicBezTo>
                  <a:cubicBezTo>
                    <a:pt x="1" y="21424"/>
                    <a:pt x="347" y="30340"/>
                    <a:pt x="5715" y="36971"/>
                  </a:cubicBezTo>
                  <a:cubicBezTo>
                    <a:pt x="11068" y="43588"/>
                    <a:pt x="21308" y="42730"/>
                    <a:pt x="29878" y="46926"/>
                  </a:cubicBezTo>
                  <a:cubicBezTo>
                    <a:pt x="33082" y="48494"/>
                    <a:pt x="36410" y="49356"/>
                    <a:pt x="39533" y="49356"/>
                  </a:cubicBezTo>
                  <a:cubicBezTo>
                    <a:pt x="44766" y="49356"/>
                    <a:pt x="49425" y="46936"/>
                    <a:pt x="51967" y="41362"/>
                  </a:cubicBezTo>
                  <a:cubicBezTo>
                    <a:pt x="56012" y="32476"/>
                    <a:pt x="49907" y="29137"/>
                    <a:pt x="48854" y="18852"/>
                  </a:cubicBezTo>
                  <a:cubicBezTo>
                    <a:pt x="48037" y="10867"/>
                    <a:pt x="42263" y="0"/>
                    <a:pt x="29954"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
    <p:spTree>
      <p:nvGrpSpPr>
        <p:cNvPr id="3080" name="Shape 3080"/>
        <p:cNvGrpSpPr/>
        <p:nvPr/>
      </p:nvGrpSpPr>
      <p:grpSpPr>
        <a:xfrm>
          <a:off x="0" y="0"/>
          <a:ext cx="0" cy="0"/>
          <a:chOff x="0" y="0"/>
          <a:chExt cx="0" cy="0"/>
        </a:xfrm>
      </p:grpSpPr>
      <p:sp>
        <p:nvSpPr>
          <p:cNvPr id="3081" name="Google Shape;3081;p1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3082" name="Google Shape;3082;p131"/>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083" name="Google Shape;3083;p131"/>
          <p:cNvSpPr txBox="1"/>
          <p:nvPr>
            <p:ph idx="2" type="title"/>
          </p:nvPr>
        </p:nvSpPr>
        <p:spPr>
          <a:xfrm>
            <a:off x="1850175" y="2086662"/>
            <a:ext cx="2629200" cy="3936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sz="2000">
                <a:solidFill>
                  <a:schemeClr val="accent2"/>
                </a:solidFill>
              </a:defRPr>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sp>
        <p:nvSpPr>
          <p:cNvPr id="3084" name="Google Shape;3084;p131"/>
          <p:cNvSpPr txBox="1"/>
          <p:nvPr>
            <p:ph idx="1" type="subTitle"/>
          </p:nvPr>
        </p:nvSpPr>
        <p:spPr>
          <a:xfrm>
            <a:off x="1853175" y="2480262"/>
            <a:ext cx="2629200" cy="4680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085" name="Google Shape;3085;p131"/>
          <p:cNvSpPr txBox="1"/>
          <p:nvPr>
            <p:ph hasCustomPrompt="1" idx="3" type="title"/>
          </p:nvPr>
        </p:nvSpPr>
        <p:spPr>
          <a:xfrm>
            <a:off x="1776168" y="1586400"/>
            <a:ext cx="792600" cy="528300"/>
          </a:xfrm>
          <a:prstGeom prst="rect">
            <a:avLst/>
          </a:prstGeom>
        </p:spPr>
        <p:txBody>
          <a:bodyPr anchorCtr="0" anchor="ctr" bIns="91425" lIns="91425" spcFirstLastPara="1" rIns="91425" wrap="square" tIns="91425">
            <a:noAutofit/>
          </a:bodyPr>
          <a:lstStyle>
            <a:lvl1pPr lvl="0" algn="r">
              <a:spcBef>
                <a:spcPts val="0"/>
              </a:spcBef>
              <a:spcAft>
                <a:spcPts val="0"/>
              </a:spcAft>
              <a:buSzPts val="3000"/>
              <a:buNone/>
              <a:defRPr sz="3000"/>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grpSp>
        <p:nvGrpSpPr>
          <p:cNvPr id="3086" name="Google Shape;3086;p131"/>
          <p:cNvGrpSpPr/>
          <p:nvPr/>
        </p:nvGrpSpPr>
        <p:grpSpPr>
          <a:xfrm>
            <a:off x="-1260750" y="4247400"/>
            <a:ext cx="2224933" cy="1789104"/>
            <a:chOff x="-1260750" y="4247400"/>
            <a:chExt cx="2224933" cy="1789104"/>
          </a:xfrm>
        </p:grpSpPr>
        <p:sp>
          <p:nvSpPr>
            <p:cNvPr id="3087" name="Google Shape;3087;p131"/>
            <p:cNvSpPr/>
            <p:nvPr/>
          </p:nvSpPr>
          <p:spPr>
            <a:xfrm flipH="1">
              <a:off x="-1260750" y="4247400"/>
              <a:ext cx="2224933" cy="1789104"/>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8" name="Google Shape;3088;p131"/>
            <p:cNvSpPr/>
            <p:nvPr/>
          </p:nvSpPr>
          <p:spPr>
            <a:xfrm>
              <a:off x="-708950" y="4596438"/>
              <a:ext cx="1232275" cy="1091025"/>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089" name="Google Shape;3089;p131"/>
          <p:cNvSpPr/>
          <p:nvPr/>
        </p:nvSpPr>
        <p:spPr>
          <a:xfrm>
            <a:off x="-708950" y="-242512"/>
            <a:ext cx="1232275" cy="1091025"/>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0" name="Google Shape;3090;p131"/>
          <p:cNvSpPr txBox="1"/>
          <p:nvPr>
            <p:ph idx="4" type="title"/>
          </p:nvPr>
        </p:nvSpPr>
        <p:spPr>
          <a:xfrm>
            <a:off x="5162350" y="2086662"/>
            <a:ext cx="2629200" cy="3936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sz="2000">
                <a:solidFill>
                  <a:schemeClr val="accent2"/>
                </a:solidFill>
              </a:defRPr>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sp>
        <p:nvSpPr>
          <p:cNvPr id="3091" name="Google Shape;3091;p131"/>
          <p:cNvSpPr txBox="1"/>
          <p:nvPr>
            <p:ph idx="5" type="subTitle"/>
          </p:nvPr>
        </p:nvSpPr>
        <p:spPr>
          <a:xfrm>
            <a:off x="5165350" y="2480262"/>
            <a:ext cx="2629200" cy="4680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092" name="Google Shape;3092;p131"/>
          <p:cNvSpPr txBox="1"/>
          <p:nvPr>
            <p:ph hasCustomPrompt="1" idx="6" type="title"/>
          </p:nvPr>
        </p:nvSpPr>
        <p:spPr>
          <a:xfrm>
            <a:off x="5088343" y="1586400"/>
            <a:ext cx="792600" cy="528300"/>
          </a:xfrm>
          <a:prstGeom prst="rect">
            <a:avLst/>
          </a:prstGeom>
        </p:spPr>
        <p:txBody>
          <a:bodyPr anchorCtr="0" anchor="ctr" bIns="91425" lIns="91425" spcFirstLastPara="1" rIns="91425" wrap="square" tIns="91425">
            <a:noAutofit/>
          </a:bodyPr>
          <a:lstStyle>
            <a:lvl1pPr lvl="0" algn="r">
              <a:spcBef>
                <a:spcPts val="0"/>
              </a:spcBef>
              <a:spcAft>
                <a:spcPts val="0"/>
              </a:spcAft>
              <a:buSzPts val="3000"/>
              <a:buNone/>
              <a:defRPr sz="3000"/>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sp>
        <p:nvSpPr>
          <p:cNvPr id="3093" name="Google Shape;3093;p131"/>
          <p:cNvSpPr txBox="1"/>
          <p:nvPr>
            <p:ph idx="7" type="title"/>
          </p:nvPr>
        </p:nvSpPr>
        <p:spPr>
          <a:xfrm>
            <a:off x="1850175" y="3728737"/>
            <a:ext cx="2629200" cy="3936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sz="2000">
                <a:solidFill>
                  <a:schemeClr val="accent2"/>
                </a:solidFill>
              </a:defRPr>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sp>
        <p:nvSpPr>
          <p:cNvPr id="3094" name="Google Shape;3094;p131"/>
          <p:cNvSpPr txBox="1"/>
          <p:nvPr>
            <p:ph idx="8" type="subTitle"/>
          </p:nvPr>
        </p:nvSpPr>
        <p:spPr>
          <a:xfrm>
            <a:off x="1853175" y="4122337"/>
            <a:ext cx="2629200" cy="4680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095" name="Google Shape;3095;p131"/>
          <p:cNvSpPr txBox="1"/>
          <p:nvPr>
            <p:ph hasCustomPrompt="1" idx="9" type="title"/>
          </p:nvPr>
        </p:nvSpPr>
        <p:spPr>
          <a:xfrm>
            <a:off x="1776168" y="3228475"/>
            <a:ext cx="792600" cy="528300"/>
          </a:xfrm>
          <a:prstGeom prst="rect">
            <a:avLst/>
          </a:prstGeom>
        </p:spPr>
        <p:txBody>
          <a:bodyPr anchorCtr="0" anchor="ctr" bIns="91425" lIns="91425" spcFirstLastPara="1" rIns="91425" wrap="square" tIns="91425">
            <a:noAutofit/>
          </a:bodyPr>
          <a:lstStyle>
            <a:lvl1pPr lvl="0" algn="r">
              <a:spcBef>
                <a:spcPts val="0"/>
              </a:spcBef>
              <a:spcAft>
                <a:spcPts val="0"/>
              </a:spcAft>
              <a:buSzPts val="3000"/>
              <a:buNone/>
              <a:defRPr sz="3000"/>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sp>
        <p:nvSpPr>
          <p:cNvPr id="3096" name="Google Shape;3096;p131"/>
          <p:cNvSpPr txBox="1"/>
          <p:nvPr>
            <p:ph idx="13" type="title"/>
          </p:nvPr>
        </p:nvSpPr>
        <p:spPr>
          <a:xfrm>
            <a:off x="5162350" y="3728737"/>
            <a:ext cx="2629200" cy="3936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sz="2000">
                <a:solidFill>
                  <a:schemeClr val="accent2"/>
                </a:solidFill>
              </a:defRPr>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sp>
        <p:nvSpPr>
          <p:cNvPr id="3097" name="Google Shape;3097;p131"/>
          <p:cNvSpPr txBox="1"/>
          <p:nvPr>
            <p:ph idx="14" type="subTitle"/>
          </p:nvPr>
        </p:nvSpPr>
        <p:spPr>
          <a:xfrm>
            <a:off x="5165350" y="4122337"/>
            <a:ext cx="2629200" cy="4680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098" name="Google Shape;3098;p131"/>
          <p:cNvSpPr txBox="1"/>
          <p:nvPr>
            <p:ph hasCustomPrompt="1" idx="15" type="title"/>
          </p:nvPr>
        </p:nvSpPr>
        <p:spPr>
          <a:xfrm>
            <a:off x="5088343" y="3228475"/>
            <a:ext cx="792600" cy="528300"/>
          </a:xfrm>
          <a:prstGeom prst="rect">
            <a:avLst/>
          </a:prstGeom>
        </p:spPr>
        <p:txBody>
          <a:bodyPr anchorCtr="0" anchor="ctr" bIns="91425" lIns="91425" spcFirstLastPara="1" rIns="91425" wrap="square" tIns="91425">
            <a:noAutofit/>
          </a:bodyPr>
          <a:lstStyle>
            <a:lvl1pPr lvl="0" algn="r">
              <a:spcBef>
                <a:spcPts val="0"/>
              </a:spcBef>
              <a:spcAft>
                <a:spcPts val="0"/>
              </a:spcAft>
              <a:buSzPts val="3000"/>
              <a:buNone/>
              <a:defRPr sz="3000"/>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grpSp>
        <p:nvGrpSpPr>
          <p:cNvPr id="3099" name="Google Shape;3099;p131"/>
          <p:cNvGrpSpPr/>
          <p:nvPr/>
        </p:nvGrpSpPr>
        <p:grpSpPr>
          <a:xfrm>
            <a:off x="7034570" y="168075"/>
            <a:ext cx="1757682" cy="951244"/>
            <a:chOff x="7034570" y="168075"/>
            <a:chExt cx="1757682" cy="951244"/>
          </a:xfrm>
        </p:grpSpPr>
        <p:sp>
          <p:nvSpPr>
            <p:cNvPr id="3100" name="Google Shape;3100;p131"/>
            <p:cNvSpPr/>
            <p:nvPr/>
          </p:nvSpPr>
          <p:spPr>
            <a:xfrm flipH="1">
              <a:off x="7187129" y="453924"/>
              <a:ext cx="1232274" cy="394612"/>
            </a:xfrm>
            <a:custGeom>
              <a:rect b="b" l="l" r="r" t="t"/>
              <a:pathLst>
                <a:path extrusionOk="0" fill="none" h="4647" w="14511">
                  <a:moveTo>
                    <a:pt x="13894" y="3805"/>
                  </a:moveTo>
                  <a:cubicBezTo>
                    <a:pt x="13263" y="3459"/>
                    <a:pt x="12977" y="3744"/>
                    <a:pt x="12766" y="3459"/>
                  </a:cubicBezTo>
                  <a:cubicBezTo>
                    <a:pt x="12541" y="3173"/>
                    <a:pt x="13383" y="2436"/>
                    <a:pt x="11684" y="1699"/>
                  </a:cubicBezTo>
                  <a:cubicBezTo>
                    <a:pt x="11684" y="1699"/>
                    <a:pt x="11578" y="121"/>
                    <a:pt x="9248" y="60"/>
                  </a:cubicBezTo>
                  <a:cubicBezTo>
                    <a:pt x="6917" y="0"/>
                    <a:pt x="7549" y="1654"/>
                    <a:pt x="6917" y="2045"/>
                  </a:cubicBezTo>
                  <a:cubicBezTo>
                    <a:pt x="6286" y="2436"/>
                    <a:pt x="6120" y="1820"/>
                    <a:pt x="5504" y="2211"/>
                  </a:cubicBezTo>
                  <a:cubicBezTo>
                    <a:pt x="4872" y="2617"/>
                    <a:pt x="5158" y="3399"/>
                    <a:pt x="4647" y="3519"/>
                  </a:cubicBezTo>
                  <a:cubicBezTo>
                    <a:pt x="4135" y="3624"/>
                    <a:pt x="3459" y="3008"/>
                    <a:pt x="2842" y="3399"/>
                  </a:cubicBezTo>
                  <a:cubicBezTo>
                    <a:pt x="2211" y="3805"/>
                    <a:pt x="2211" y="4135"/>
                    <a:pt x="1925" y="4135"/>
                  </a:cubicBezTo>
                  <a:cubicBezTo>
                    <a:pt x="1654" y="4135"/>
                    <a:pt x="1083" y="3910"/>
                    <a:pt x="737" y="4135"/>
                  </a:cubicBezTo>
                  <a:cubicBezTo>
                    <a:pt x="406" y="4376"/>
                    <a:pt x="0" y="4647"/>
                    <a:pt x="0" y="4647"/>
                  </a:cubicBezTo>
                  <a:lnTo>
                    <a:pt x="14345" y="4647"/>
                  </a:lnTo>
                  <a:cubicBezTo>
                    <a:pt x="14345" y="4647"/>
                    <a:pt x="14511" y="4135"/>
                    <a:pt x="13894" y="3805"/>
                  </a:cubicBezTo>
                  <a:close/>
                </a:path>
              </a:pathLst>
            </a:custGeom>
            <a:solidFill>
              <a:schemeClr val="lt1"/>
            </a:solid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1" name="Google Shape;3101;p131"/>
            <p:cNvSpPr/>
            <p:nvPr/>
          </p:nvSpPr>
          <p:spPr>
            <a:xfrm>
              <a:off x="8655275" y="168075"/>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102" name="Google Shape;3102;p131"/>
            <p:cNvGrpSpPr/>
            <p:nvPr/>
          </p:nvGrpSpPr>
          <p:grpSpPr>
            <a:xfrm>
              <a:off x="8686795" y="1013863"/>
              <a:ext cx="105457" cy="105457"/>
              <a:chOff x="7812545" y="194375"/>
              <a:chExt cx="105457" cy="105457"/>
            </a:xfrm>
          </p:grpSpPr>
          <p:sp>
            <p:nvSpPr>
              <p:cNvPr id="3103" name="Google Shape;3103;p131"/>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4" name="Google Shape;3104;p131"/>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5" name="Google Shape;3105;p131"/>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6" name="Google Shape;3106;p131"/>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07" name="Google Shape;3107;p131"/>
            <p:cNvGrpSpPr/>
            <p:nvPr/>
          </p:nvGrpSpPr>
          <p:grpSpPr>
            <a:xfrm>
              <a:off x="7034570" y="192113"/>
              <a:ext cx="105457" cy="105457"/>
              <a:chOff x="7812545" y="194375"/>
              <a:chExt cx="105457" cy="105457"/>
            </a:xfrm>
          </p:grpSpPr>
          <p:sp>
            <p:nvSpPr>
              <p:cNvPr id="3108" name="Google Shape;3108;p131"/>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9" name="Google Shape;3109;p131"/>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0" name="Google Shape;3110;p131"/>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1" name="Google Shape;3111;p131"/>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112" name="Google Shape;3112;p131"/>
          <p:cNvGrpSpPr/>
          <p:nvPr/>
        </p:nvGrpSpPr>
        <p:grpSpPr>
          <a:xfrm>
            <a:off x="8587992" y="4703163"/>
            <a:ext cx="172728" cy="172727"/>
            <a:chOff x="7812545" y="194375"/>
            <a:chExt cx="105457" cy="105457"/>
          </a:xfrm>
        </p:grpSpPr>
        <p:sp>
          <p:nvSpPr>
            <p:cNvPr id="3113" name="Google Shape;3113;p131"/>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4" name="Google Shape;3114;p131"/>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5" name="Google Shape;3115;p131"/>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6" name="Google Shape;3116;p131"/>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2">
    <p:spTree>
      <p:nvGrpSpPr>
        <p:cNvPr id="3117" name="Shape 3117"/>
        <p:cNvGrpSpPr/>
        <p:nvPr/>
      </p:nvGrpSpPr>
      <p:grpSpPr>
        <a:xfrm>
          <a:off x="0" y="0"/>
          <a:ext cx="0" cy="0"/>
          <a:chOff x="0" y="0"/>
          <a:chExt cx="0" cy="0"/>
        </a:xfrm>
      </p:grpSpPr>
      <p:sp>
        <p:nvSpPr>
          <p:cNvPr id="3118" name="Google Shape;3118;p1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3119" name="Google Shape;3119;p132"/>
          <p:cNvSpPr txBox="1"/>
          <p:nvPr>
            <p:ph type="title"/>
          </p:nvPr>
        </p:nvSpPr>
        <p:spPr>
          <a:xfrm>
            <a:off x="685800" y="3668238"/>
            <a:ext cx="3936300" cy="3936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sz="2000"/>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sp>
        <p:nvSpPr>
          <p:cNvPr id="3120" name="Google Shape;3120;p132"/>
          <p:cNvSpPr txBox="1"/>
          <p:nvPr>
            <p:ph idx="1" type="subTitle"/>
          </p:nvPr>
        </p:nvSpPr>
        <p:spPr>
          <a:xfrm>
            <a:off x="685800" y="1386463"/>
            <a:ext cx="6442500" cy="21948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800"/>
              <a:buFont typeface="Barlow"/>
              <a:buNone/>
              <a:defRPr b="1" sz="3400">
                <a:solidFill>
                  <a:schemeClr val="accent2"/>
                </a:solidFill>
              </a:defRPr>
            </a:lvl1pPr>
            <a:lvl2pPr lvl="1" algn="ctr">
              <a:lnSpc>
                <a:spcPct val="100000"/>
              </a:lnSpc>
              <a:spcBef>
                <a:spcPts val="0"/>
              </a:spcBef>
              <a:spcAft>
                <a:spcPts val="0"/>
              </a:spcAft>
              <a:buSzPts val="2800"/>
              <a:buFont typeface="Barlow"/>
              <a:buNone/>
              <a:defRPr b="1" sz="2800">
                <a:latin typeface="Barlow"/>
                <a:ea typeface="Barlow"/>
                <a:cs typeface="Barlow"/>
                <a:sym typeface="Barlow"/>
              </a:defRPr>
            </a:lvl2pPr>
            <a:lvl3pPr lvl="2" algn="ctr">
              <a:lnSpc>
                <a:spcPct val="100000"/>
              </a:lnSpc>
              <a:spcBef>
                <a:spcPts val="0"/>
              </a:spcBef>
              <a:spcAft>
                <a:spcPts val="0"/>
              </a:spcAft>
              <a:buSzPts val="2800"/>
              <a:buFont typeface="Barlow"/>
              <a:buNone/>
              <a:defRPr b="1" sz="2800">
                <a:latin typeface="Barlow"/>
                <a:ea typeface="Barlow"/>
                <a:cs typeface="Barlow"/>
                <a:sym typeface="Barlow"/>
              </a:defRPr>
            </a:lvl3pPr>
            <a:lvl4pPr lvl="3" algn="ctr">
              <a:lnSpc>
                <a:spcPct val="100000"/>
              </a:lnSpc>
              <a:spcBef>
                <a:spcPts val="0"/>
              </a:spcBef>
              <a:spcAft>
                <a:spcPts val="0"/>
              </a:spcAft>
              <a:buSzPts val="2800"/>
              <a:buFont typeface="Barlow"/>
              <a:buNone/>
              <a:defRPr b="1" sz="2800">
                <a:latin typeface="Barlow"/>
                <a:ea typeface="Barlow"/>
                <a:cs typeface="Barlow"/>
                <a:sym typeface="Barlow"/>
              </a:defRPr>
            </a:lvl4pPr>
            <a:lvl5pPr lvl="4" algn="ctr">
              <a:lnSpc>
                <a:spcPct val="100000"/>
              </a:lnSpc>
              <a:spcBef>
                <a:spcPts val="0"/>
              </a:spcBef>
              <a:spcAft>
                <a:spcPts val="0"/>
              </a:spcAft>
              <a:buSzPts val="2800"/>
              <a:buFont typeface="Barlow"/>
              <a:buNone/>
              <a:defRPr b="1" sz="2800">
                <a:latin typeface="Barlow"/>
                <a:ea typeface="Barlow"/>
                <a:cs typeface="Barlow"/>
                <a:sym typeface="Barlow"/>
              </a:defRPr>
            </a:lvl5pPr>
            <a:lvl6pPr lvl="5" algn="ctr">
              <a:lnSpc>
                <a:spcPct val="100000"/>
              </a:lnSpc>
              <a:spcBef>
                <a:spcPts val="0"/>
              </a:spcBef>
              <a:spcAft>
                <a:spcPts val="0"/>
              </a:spcAft>
              <a:buSzPts val="2800"/>
              <a:buFont typeface="Barlow"/>
              <a:buNone/>
              <a:defRPr b="1" sz="2800">
                <a:latin typeface="Barlow"/>
                <a:ea typeface="Barlow"/>
                <a:cs typeface="Barlow"/>
                <a:sym typeface="Barlow"/>
              </a:defRPr>
            </a:lvl6pPr>
            <a:lvl7pPr lvl="6" algn="ctr">
              <a:lnSpc>
                <a:spcPct val="100000"/>
              </a:lnSpc>
              <a:spcBef>
                <a:spcPts val="0"/>
              </a:spcBef>
              <a:spcAft>
                <a:spcPts val="0"/>
              </a:spcAft>
              <a:buSzPts val="2800"/>
              <a:buFont typeface="Barlow"/>
              <a:buNone/>
              <a:defRPr b="1" sz="2800">
                <a:latin typeface="Barlow"/>
                <a:ea typeface="Barlow"/>
                <a:cs typeface="Barlow"/>
                <a:sym typeface="Barlow"/>
              </a:defRPr>
            </a:lvl7pPr>
            <a:lvl8pPr lvl="7" algn="ctr">
              <a:lnSpc>
                <a:spcPct val="100000"/>
              </a:lnSpc>
              <a:spcBef>
                <a:spcPts val="0"/>
              </a:spcBef>
              <a:spcAft>
                <a:spcPts val="0"/>
              </a:spcAft>
              <a:buSzPts val="2800"/>
              <a:buFont typeface="Barlow"/>
              <a:buNone/>
              <a:defRPr b="1" sz="2800">
                <a:latin typeface="Barlow"/>
                <a:ea typeface="Barlow"/>
                <a:cs typeface="Barlow"/>
                <a:sym typeface="Barlow"/>
              </a:defRPr>
            </a:lvl8pPr>
            <a:lvl9pPr lvl="8" algn="ctr">
              <a:lnSpc>
                <a:spcPct val="100000"/>
              </a:lnSpc>
              <a:spcBef>
                <a:spcPts val="0"/>
              </a:spcBef>
              <a:spcAft>
                <a:spcPts val="0"/>
              </a:spcAft>
              <a:buSzPts val="2800"/>
              <a:buFont typeface="Barlow"/>
              <a:buNone/>
              <a:defRPr b="1" sz="2800">
                <a:latin typeface="Barlow"/>
                <a:ea typeface="Barlow"/>
                <a:cs typeface="Barlow"/>
                <a:sym typeface="Barlow"/>
              </a:defRPr>
            </a:lvl9pPr>
          </a:lstStyle>
          <a:p/>
        </p:txBody>
      </p:sp>
      <p:grpSp>
        <p:nvGrpSpPr>
          <p:cNvPr id="3121" name="Google Shape;3121;p132"/>
          <p:cNvGrpSpPr/>
          <p:nvPr/>
        </p:nvGrpSpPr>
        <p:grpSpPr>
          <a:xfrm>
            <a:off x="-270492" y="4323675"/>
            <a:ext cx="2205369" cy="1645127"/>
            <a:chOff x="-270492" y="4323675"/>
            <a:chExt cx="2205369" cy="1645127"/>
          </a:xfrm>
        </p:grpSpPr>
        <p:sp>
          <p:nvSpPr>
            <p:cNvPr id="3122" name="Google Shape;3122;p132"/>
            <p:cNvSpPr/>
            <p:nvPr/>
          </p:nvSpPr>
          <p:spPr>
            <a:xfrm flipH="1">
              <a:off x="-270492" y="4323675"/>
              <a:ext cx="1406967" cy="1131364"/>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3" name="Google Shape;3123;p132"/>
            <p:cNvSpPr/>
            <p:nvPr/>
          </p:nvSpPr>
          <p:spPr>
            <a:xfrm rot="5828238">
              <a:off x="294226" y="4262605"/>
              <a:ext cx="1085117" cy="2077472"/>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24" name="Google Shape;3124;p132"/>
          <p:cNvGrpSpPr/>
          <p:nvPr/>
        </p:nvGrpSpPr>
        <p:grpSpPr>
          <a:xfrm>
            <a:off x="380257" y="228264"/>
            <a:ext cx="797231" cy="676888"/>
            <a:chOff x="380257" y="228264"/>
            <a:chExt cx="797231" cy="676888"/>
          </a:xfrm>
        </p:grpSpPr>
        <p:sp>
          <p:nvSpPr>
            <p:cNvPr id="3125" name="Google Shape;3125;p132"/>
            <p:cNvSpPr/>
            <p:nvPr/>
          </p:nvSpPr>
          <p:spPr>
            <a:xfrm>
              <a:off x="380263" y="799762"/>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126" name="Google Shape;3126;p132"/>
            <p:cNvGrpSpPr/>
            <p:nvPr/>
          </p:nvGrpSpPr>
          <p:grpSpPr>
            <a:xfrm>
              <a:off x="380257" y="294338"/>
              <a:ext cx="105457" cy="105457"/>
              <a:chOff x="7812545" y="194375"/>
              <a:chExt cx="105457" cy="105457"/>
            </a:xfrm>
          </p:grpSpPr>
          <p:sp>
            <p:nvSpPr>
              <p:cNvPr id="3127" name="Google Shape;3127;p132"/>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8" name="Google Shape;3128;p132"/>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9" name="Google Shape;3129;p132"/>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0" name="Google Shape;3130;p132"/>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131" name="Google Shape;3131;p132"/>
            <p:cNvSpPr/>
            <p:nvPr/>
          </p:nvSpPr>
          <p:spPr>
            <a:xfrm>
              <a:off x="1005861" y="228264"/>
              <a:ext cx="171626" cy="171542"/>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BLANK_7">
    <p:spTree>
      <p:nvGrpSpPr>
        <p:cNvPr id="3132" name="Shape 3132"/>
        <p:cNvGrpSpPr/>
        <p:nvPr/>
      </p:nvGrpSpPr>
      <p:grpSpPr>
        <a:xfrm>
          <a:off x="0" y="0"/>
          <a:ext cx="0" cy="0"/>
          <a:chOff x="0" y="0"/>
          <a:chExt cx="0" cy="0"/>
        </a:xfrm>
      </p:grpSpPr>
      <p:sp>
        <p:nvSpPr>
          <p:cNvPr id="3133" name="Google Shape;3133;p1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3134" name="Google Shape;3134;p133"/>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135" name="Google Shape;3135;p133"/>
          <p:cNvSpPr txBox="1"/>
          <p:nvPr>
            <p:ph idx="1" type="subTitle"/>
          </p:nvPr>
        </p:nvSpPr>
        <p:spPr>
          <a:xfrm>
            <a:off x="5284651" y="3218278"/>
            <a:ext cx="2538600" cy="38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800"/>
              <a:buNone/>
              <a:defRPr b="1" sz="2000">
                <a:solidFill>
                  <a:schemeClr val="accent2"/>
                </a:solidFill>
                <a:latin typeface="Barlow"/>
                <a:ea typeface="Barlow"/>
                <a:cs typeface="Barlow"/>
                <a:sym typeface="Barlow"/>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3136" name="Google Shape;3136;p133"/>
          <p:cNvSpPr txBox="1"/>
          <p:nvPr>
            <p:ph idx="2" type="subTitle"/>
          </p:nvPr>
        </p:nvSpPr>
        <p:spPr>
          <a:xfrm>
            <a:off x="5284651" y="3612350"/>
            <a:ext cx="2538600" cy="497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8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3137" name="Google Shape;3137;p133"/>
          <p:cNvSpPr txBox="1"/>
          <p:nvPr>
            <p:ph idx="3" type="subTitle"/>
          </p:nvPr>
        </p:nvSpPr>
        <p:spPr>
          <a:xfrm>
            <a:off x="5284651" y="1917775"/>
            <a:ext cx="2538600" cy="38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800"/>
              <a:buNone/>
              <a:defRPr b="1" sz="2000">
                <a:solidFill>
                  <a:schemeClr val="accent2"/>
                </a:solidFill>
                <a:latin typeface="Barlow"/>
                <a:ea typeface="Barlow"/>
                <a:cs typeface="Barlow"/>
                <a:sym typeface="Barlow"/>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3138" name="Google Shape;3138;p133"/>
          <p:cNvSpPr txBox="1"/>
          <p:nvPr>
            <p:ph idx="4" type="subTitle"/>
          </p:nvPr>
        </p:nvSpPr>
        <p:spPr>
          <a:xfrm>
            <a:off x="5284651" y="2311850"/>
            <a:ext cx="2538600" cy="497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8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3139" name="Google Shape;3139;p133"/>
          <p:cNvSpPr/>
          <p:nvPr/>
        </p:nvSpPr>
        <p:spPr>
          <a:xfrm rot="-1858022">
            <a:off x="-666282" y="4523640"/>
            <a:ext cx="1257303" cy="1273910"/>
          </a:xfrm>
          <a:custGeom>
            <a:rect b="b" l="l" r="r" t="t"/>
            <a:pathLst>
              <a:path extrusionOk="0" h="49357" w="56012">
                <a:moveTo>
                  <a:pt x="29954" y="0"/>
                </a:moveTo>
                <a:cubicBezTo>
                  <a:pt x="26409" y="0"/>
                  <a:pt x="22321" y="902"/>
                  <a:pt x="17654" y="3034"/>
                </a:cubicBezTo>
                <a:cubicBezTo>
                  <a:pt x="17654" y="3034"/>
                  <a:pt x="8827" y="7530"/>
                  <a:pt x="4406" y="14477"/>
                </a:cubicBezTo>
                <a:cubicBezTo>
                  <a:pt x="1" y="21424"/>
                  <a:pt x="347" y="30340"/>
                  <a:pt x="5715" y="36971"/>
                </a:cubicBezTo>
                <a:cubicBezTo>
                  <a:pt x="11068" y="43588"/>
                  <a:pt x="21308" y="42730"/>
                  <a:pt x="29878" y="46926"/>
                </a:cubicBezTo>
                <a:cubicBezTo>
                  <a:pt x="33082" y="48494"/>
                  <a:pt x="36410" y="49356"/>
                  <a:pt x="39533" y="49356"/>
                </a:cubicBezTo>
                <a:cubicBezTo>
                  <a:pt x="44766" y="49356"/>
                  <a:pt x="49425" y="46936"/>
                  <a:pt x="51967" y="41362"/>
                </a:cubicBezTo>
                <a:cubicBezTo>
                  <a:pt x="56012" y="32476"/>
                  <a:pt x="49907" y="29137"/>
                  <a:pt x="48854" y="18852"/>
                </a:cubicBezTo>
                <a:cubicBezTo>
                  <a:pt x="48037" y="10867"/>
                  <a:pt x="42263" y="0"/>
                  <a:pt x="29954"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140" name="Google Shape;3140;p133"/>
          <p:cNvGrpSpPr/>
          <p:nvPr/>
        </p:nvGrpSpPr>
        <p:grpSpPr>
          <a:xfrm>
            <a:off x="7421634" y="154775"/>
            <a:ext cx="1313073" cy="580503"/>
            <a:chOff x="7421634" y="154775"/>
            <a:chExt cx="1313073" cy="580503"/>
          </a:xfrm>
        </p:grpSpPr>
        <p:sp>
          <p:nvSpPr>
            <p:cNvPr id="3141" name="Google Shape;3141;p133"/>
            <p:cNvSpPr/>
            <p:nvPr/>
          </p:nvSpPr>
          <p:spPr>
            <a:xfrm>
              <a:off x="7421637" y="386405"/>
              <a:ext cx="1089450" cy="348874"/>
            </a:xfrm>
            <a:custGeom>
              <a:rect b="b" l="l" r="r" t="t"/>
              <a:pathLst>
                <a:path extrusionOk="0" fill="none" h="4647" w="14511">
                  <a:moveTo>
                    <a:pt x="13894" y="3805"/>
                  </a:moveTo>
                  <a:cubicBezTo>
                    <a:pt x="13263" y="3459"/>
                    <a:pt x="12977" y="3744"/>
                    <a:pt x="12766" y="3459"/>
                  </a:cubicBezTo>
                  <a:cubicBezTo>
                    <a:pt x="12541" y="3173"/>
                    <a:pt x="13383" y="2436"/>
                    <a:pt x="11684" y="1699"/>
                  </a:cubicBezTo>
                  <a:cubicBezTo>
                    <a:pt x="11684" y="1699"/>
                    <a:pt x="11578" y="121"/>
                    <a:pt x="9248" y="60"/>
                  </a:cubicBezTo>
                  <a:cubicBezTo>
                    <a:pt x="6917" y="0"/>
                    <a:pt x="7549" y="1654"/>
                    <a:pt x="6917" y="2045"/>
                  </a:cubicBezTo>
                  <a:cubicBezTo>
                    <a:pt x="6286" y="2436"/>
                    <a:pt x="6120" y="1820"/>
                    <a:pt x="5504" y="2211"/>
                  </a:cubicBezTo>
                  <a:cubicBezTo>
                    <a:pt x="4872" y="2617"/>
                    <a:pt x="5158" y="3399"/>
                    <a:pt x="4647" y="3519"/>
                  </a:cubicBezTo>
                  <a:cubicBezTo>
                    <a:pt x="4135" y="3624"/>
                    <a:pt x="3459" y="3008"/>
                    <a:pt x="2842" y="3399"/>
                  </a:cubicBezTo>
                  <a:cubicBezTo>
                    <a:pt x="2211" y="3805"/>
                    <a:pt x="2211" y="4135"/>
                    <a:pt x="1925" y="4135"/>
                  </a:cubicBezTo>
                  <a:cubicBezTo>
                    <a:pt x="1654" y="4135"/>
                    <a:pt x="1083" y="3910"/>
                    <a:pt x="737" y="4135"/>
                  </a:cubicBezTo>
                  <a:cubicBezTo>
                    <a:pt x="406" y="4376"/>
                    <a:pt x="0" y="4647"/>
                    <a:pt x="0" y="4647"/>
                  </a:cubicBezTo>
                  <a:lnTo>
                    <a:pt x="14345" y="4647"/>
                  </a:lnTo>
                  <a:cubicBezTo>
                    <a:pt x="14345" y="4647"/>
                    <a:pt x="14511" y="4135"/>
                    <a:pt x="13894" y="3805"/>
                  </a:cubicBezTo>
                  <a:close/>
                </a:path>
              </a:pathLst>
            </a:custGeom>
            <a:solidFill>
              <a:schemeClr val="lt1"/>
            </a:solid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142" name="Google Shape;3142;p133"/>
            <p:cNvGrpSpPr/>
            <p:nvPr/>
          </p:nvGrpSpPr>
          <p:grpSpPr>
            <a:xfrm flipH="1">
              <a:off x="7421634" y="154775"/>
              <a:ext cx="93234" cy="93234"/>
              <a:chOff x="7812545" y="194375"/>
              <a:chExt cx="105457" cy="105457"/>
            </a:xfrm>
          </p:grpSpPr>
          <p:sp>
            <p:nvSpPr>
              <p:cNvPr id="3143" name="Google Shape;3143;p133"/>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4" name="Google Shape;3144;p133"/>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5" name="Google Shape;3145;p133"/>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6" name="Google Shape;3146;p133"/>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147" name="Google Shape;3147;p133"/>
            <p:cNvSpPr/>
            <p:nvPr/>
          </p:nvSpPr>
          <p:spPr>
            <a:xfrm flipH="1">
              <a:off x="8641476" y="154795"/>
              <a:ext cx="93231" cy="93173"/>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48" name="Google Shape;3148;p133"/>
          <p:cNvGrpSpPr/>
          <p:nvPr/>
        </p:nvGrpSpPr>
        <p:grpSpPr>
          <a:xfrm>
            <a:off x="7319770" y="4322625"/>
            <a:ext cx="1421044" cy="650202"/>
            <a:chOff x="7319770" y="4322625"/>
            <a:chExt cx="1421044" cy="650202"/>
          </a:xfrm>
        </p:grpSpPr>
        <p:sp>
          <p:nvSpPr>
            <p:cNvPr id="3149" name="Google Shape;3149;p133"/>
            <p:cNvSpPr/>
            <p:nvPr/>
          </p:nvSpPr>
          <p:spPr>
            <a:xfrm>
              <a:off x="8205375" y="4867437"/>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0" name="Google Shape;3150;p133"/>
            <p:cNvSpPr/>
            <p:nvPr/>
          </p:nvSpPr>
          <p:spPr>
            <a:xfrm>
              <a:off x="7868626" y="432262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3151" name="Google Shape;3151;p133"/>
            <p:cNvGrpSpPr/>
            <p:nvPr/>
          </p:nvGrpSpPr>
          <p:grpSpPr>
            <a:xfrm>
              <a:off x="8635357" y="4441263"/>
              <a:ext cx="105457" cy="105457"/>
              <a:chOff x="7812545" y="194375"/>
              <a:chExt cx="105457" cy="105457"/>
            </a:xfrm>
          </p:grpSpPr>
          <p:sp>
            <p:nvSpPr>
              <p:cNvPr id="3152" name="Google Shape;3152;p133"/>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3" name="Google Shape;3153;p133"/>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4" name="Google Shape;3154;p133"/>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5" name="Google Shape;3155;p133"/>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56" name="Google Shape;3156;p133"/>
            <p:cNvGrpSpPr/>
            <p:nvPr/>
          </p:nvGrpSpPr>
          <p:grpSpPr>
            <a:xfrm>
              <a:off x="7319770" y="4672638"/>
              <a:ext cx="105457" cy="105457"/>
              <a:chOff x="7812545" y="194375"/>
              <a:chExt cx="105457" cy="105457"/>
            </a:xfrm>
          </p:grpSpPr>
          <p:sp>
            <p:nvSpPr>
              <p:cNvPr id="3157" name="Google Shape;3157;p133"/>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8" name="Google Shape;3158;p133"/>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9" name="Google Shape;3159;p133"/>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0" name="Google Shape;3160;p133"/>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161" name="Google Shape;3161;p133"/>
          <p:cNvGrpSpPr/>
          <p:nvPr/>
        </p:nvGrpSpPr>
        <p:grpSpPr>
          <a:xfrm>
            <a:off x="-761575" y="-488764"/>
            <a:ext cx="1578128" cy="1318359"/>
            <a:chOff x="-761575" y="-488764"/>
            <a:chExt cx="1578128" cy="1318359"/>
          </a:xfrm>
        </p:grpSpPr>
        <p:sp>
          <p:nvSpPr>
            <p:cNvPr id="3162" name="Google Shape;3162;p133"/>
            <p:cNvSpPr/>
            <p:nvPr/>
          </p:nvSpPr>
          <p:spPr>
            <a:xfrm>
              <a:off x="-761575" y="-455027"/>
              <a:ext cx="1578128" cy="1284622"/>
            </a:xfrm>
            <a:custGeom>
              <a:rect b="b" l="l" r="r" t="t"/>
              <a:pathLst>
                <a:path extrusionOk="0" h="48924" w="60102">
                  <a:moveTo>
                    <a:pt x="31550" y="1"/>
                  </a:moveTo>
                  <a:cubicBezTo>
                    <a:pt x="28688" y="1"/>
                    <a:pt x="25391" y="541"/>
                    <a:pt x="22089" y="2238"/>
                  </a:cubicBezTo>
                  <a:cubicBezTo>
                    <a:pt x="12977" y="6900"/>
                    <a:pt x="8196" y="17230"/>
                    <a:pt x="4091" y="25485"/>
                  </a:cubicBezTo>
                  <a:cubicBezTo>
                    <a:pt x="1" y="33725"/>
                    <a:pt x="2016" y="42612"/>
                    <a:pt x="8767" y="47123"/>
                  </a:cubicBezTo>
                  <a:cubicBezTo>
                    <a:pt x="10764" y="48461"/>
                    <a:pt x="12590" y="48924"/>
                    <a:pt x="14421" y="48924"/>
                  </a:cubicBezTo>
                  <a:cubicBezTo>
                    <a:pt x="18514" y="48924"/>
                    <a:pt x="22630" y="46611"/>
                    <a:pt x="28730" y="46611"/>
                  </a:cubicBezTo>
                  <a:cubicBezTo>
                    <a:pt x="29125" y="46611"/>
                    <a:pt x="29527" y="46621"/>
                    <a:pt x="29939" y="46641"/>
                  </a:cubicBezTo>
                  <a:cubicBezTo>
                    <a:pt x="34134" y="46851"/>
                    <a:pt x="36984" y="47278"/>
                    <a:pt x="39535" y="47278"/>
                  </a:cubicBezTo>
                  <a:cubicBezTo>
                    <a:pt x="42835" y="47278"/>
                    <a:pt x="45637" y="46563"/>
                    <a:pt x="50208" y="43739"/>
                  </a:cubicBezTo>
                  <a:cubicBezTo>
                    <a:pt x="58328" y="38732"/>
                    <a:pt x="60102" y="25500"/>
                    <a:pt x="54042" y="15140"/>
                  </a:cubicBezTo>
                  <a:cubicBezTo>
                    <a:pt x="47997" y="4779"/>
                    <a:pt x="40254" y="1667"/>
                    <a:pt x="40254" y="1667"/>
                  </a:cubicBezTo>
                  <a:cubicBezTo>
                    <a:pt x="40254" y="1667"/>
                    <a:pt x="36573" y="1"/>
                    <a:pt x="31550"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3" name="Google Shape;3163;p133"/>
            <p:cNvSpPr/>
            <p:nvPr/>
          </p:nvSpPr>
          <p:spPr>
            <a:xfrm rot="899878">
              <a:off x="-523899" y="-362625"/>
              <a:ext cx="1102774" cy="971749"/>
            </a:xfrm>
            <a:custGeom>
              <a:rect b="b" l="l" r="r" t="t"/>
              <a:pathLst>
                <a:path extrusionOk="0" h="49357" w="56012">
                  <a:moveTo>
                    <a:pt x="29954" y="0"/>
                  </a:moveTo>
                  <a:cubicBezTo>
                    <a:pt x="26409" y="0"/>
                    <a:pt x="22321" y="902"/>
                    <a:pt x="17654" y="3034"/>
                  </a:cubicBezTo>
                  <a:cubicBezTo>
                    <a:pt x="17654" y="3034"/>
                    <a:pt x="8827" y="7530"/>
                    <a:pt x="4406" y="14477"/>
                  </a:cubicBezTo>
                  <a:cubicBezTo>
                    <a:pt x="1" y="21424"/>
                    <a:pt x="347" y="30340"/>
                    <a:pt x="5715" y="36971"/>
                  </a:cubicBezTo>
                  <a:cubicBezTo>
                    <a:pt x="11068" y="43588"/>
                    <a:pt x="21308" y="42730"/>
                    <a:pt x="29878" y="46926"/>
                  </a:cubicBezTo>
                  <a:cubicBezTo>
                    <a:pt x="33082" y="48494"/>
                    <a:pt x="36410" y="49356"/>
                    <a:pt x="39533" y="49356"/>
                  </a:cubicBezTo>
                  <a:cubicBezTo>
                    <a:pt x="44766" y="49356"/>
                    <a:pt x="49425" y="46936"/>
                    <a:pt x="51967" y="41362"/>
                  </a:cubicBezTo>
                  <a:cubicBezTo>
                    <a:pt x="56012" y="32476"/>
                    <a:pt x="49907" y="29137"/>
                    <a:pt x="48854" y="18852"/>
                  </a:cubicBezTo>
                  <a:cubicBezTo>
                    <a:pt x="48037" y="10867"/>
                    <a:pt x="42263" y="0"/>
                    <a:pt x="29954"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BLANK_18">
    <p:spTree>
      <p:nvGrpSpPr>
        <p:cNvPr id="3164" name="Shape 3164"/>
        <p:cNvGrpSpPr/>
        <p:nvPr/>
      </p:nvGrpSpPr>
      <p:grpSpPr>
        <a:xfrm>
          <a:off x="0" y="0"/>
          <a:ext cx="0" cy="0"/>
          <a:chOff x="0" y="0"/>
          <a:chExt cx="0" cy="0"/>
        </a:xfrm>
      </p:grpSpPr>
      <p:sp>
        <p:nvSpPr>
          <p:cNvPr id="3165" name="Google Shape;3165;p1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3166" name="Google Shape;3166;p134"/>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167" name="Google Shape;3167;p134"/>
          <p:cNvSpPr txBox="1"/>
          <p:nvPr>
            <p:ph idx="1" type="subTitle"/>
          </p:nvPr>
        </p:nvSpPr>
        <p:spPr>
          <a:xfrm>
            <a:off x="4998625" y="1632940"/>
            <a:ext cx="3459600" cy="38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800"/>
              <a:buNone/>
              <a:defRPr b="1" sz="2000">
                <a:solidFill>
                  <a:schemeClr val="accent2"/>
                </a:solidFill>
                <a:latin typeface="Barlow"/>
                <a:ea typeface="Barlow"/>
                <a:cs typeface="Barlow"/>
                <a:sym typeface="Barlow"/>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3168" name="Google Shape;3168;p134"/>
          <p:cNvSpPr txBox="1"/>
          <p:nvPr>
            <p:ph idx="2" type="subTitle"/>
          </p:nvPr>
        </p:nvSpPr>
        <p:spPr>
          <a:xfrm>
            <a:off x="4998625" y="2118453"/>
            <a:ext cx="3459600" cy="20013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accent1"/>
              </a:buClr>
              <a:buSzPts val="1800"/>
              <a:buChar char="●"/>
              <a:defRPr/>
            </a:lvl1pPr>
            <a:lvl2pPr lvl="1" algn="ctr">
              <a:lnSpc>
                <a:spcPct val="100000"/>
              </a:lnSpc>
              <a:spcBef>
                <a:spcPts val="0"/>
              </a:spcBef>
              <a:spcAft>
                <a:spcPts val="0"/>
              </a:spcAft>
              <a:buSzPts val="1800"/>
              <a:buChar char="○"/>
              <a:defRPr sz="1800"/>
            </a:lvl2pPr>
            <a:lvl3pPr lvl="2" algn="ctr">
              <a:lnSpc>
                <a:spcPct val="100000"/>
              </a:lnSpc>
              <a:spcBef>
                <a:spcPts val="0"/>
              </a:spcBef>
              <a:spcAft>
                <a:spcPts val="0"/>
              </a:spcAft>
              <a:buSzPts val="1800"/>
              <a:buChar char="■"/>
              <a:defRPr sz="1800"/>
            </a:lvl3pPr>
            <a:lvl4pPr lvl="3" algn="ctr">
              <a:lnSpc>
                <a:spcPct val="100000"/>
              </a:lnSpc>
              <a:spcBef>
                <a:spcPts val="0"/>
              </a:spcBef>
              <a:spcAft>
                <a:spcPts val="0"/>
              </a:spcAft>
              <a:buSzPts val="1800"/>
              <a:buChar char="●"/>
              <a:defRPr sz="1800"/>
            </a:lvl4pPr>
            <a:lvl5pPr lvl="4" algn="ctr">
              <a:lnSpc>
                <a:spcPct val="100000"/>
              </a:lnSpc>
              <a:spcBef>
                <a:spcPts val="0"/>
              </a:spcBef>
              <a:spcAft>
                <a:spcPts val="0"/>
              </a:spcAft>
              <a:buSzPts val="1800"/>
              <a:buChar char="○"/>
              <a:defRPr sz="1800"/>
            </a:lvl5pPr>
            <a:lvl6pPr lvl="5" algn="ctr">
              <a:lnSpc>
                <a:spcPct val="100000"/>
              </a:lnSpc>
              <a:spcBef>
                <a:spcPts val="0"/>
              </a:spcBef>
              <a:spcAft>
                <a:spcPts val="0"/>
              </a:spcAft>
              <a:buSzPts val="1800"/>
              <a:buChar char="■"/>
              <a:defRPr sz="1800"/>
            </a:lvl6pPr>
            <a:lvl7pPr lvl="6" algn="ctr">
              <a:lnSpc>
                <a:spcPct val="100000"/>
              </a:lnSpc>
              <a:spcBef>
                <a:spcPts val="0"/>
              </a:spcBef>
              <a:spcAft>
                <a:spcPts val="0"/>
              </a:spcAft>
              <a:buSzPts val="1800"/>
              <a:buChar char="●"/>
              <a:defRPr sz="1800"/>
            </a:lvl7pPr>
            <a:lvl8pPr lvl="7" algn="ctr">
              <a:lnSpc>
                <a:spcPct val="100000"/>
              </a:lnSpc>
              <a:spcBef>
                <a:spcPts val="0"/>
              </a:spcBef>
              <a:spcAft>
                <a:spcPts val="0"/>
              </a:spcAft>
              <a:buSzPts val="1800"/>
              <a:buChar char="○"/>
              <a:defRPr sz="1800"/>
            </a:lvl8pPr>
            <a:lvl9pPr lvl="8" algn="ctr">
              <a:lnSpc>
                <a:spcPct val="100000"/>
              </a:lnSpc>
              <a:spcBef>
                <a:spcPts val="0"/>
              </a:spcBef>
              <a:spcAft>
                <a:spcPts val="0"/>
              </a:spcAft>
              <a:buSzPts val="1800"/>
              <a:buChar char="■"/>
              <a:defRPr sz="1800"/>
            </a:lvl9pPr>
          </a:lstStyle>
          <a:p/>
        </p:txBody>
      </p:sp>
      <p:sp>
        <p:nvSpPr>
          <p:cNvPr id="3169" name="Google Shape;3169;p134"/>
          <p:cNvSpPr txBox="1"/>
          <p:nvPr>
            <p:ph idx="3" type="subTitle"/>
          </p:nvPr>
        </p:nvSpPr>
        <p:spPr>
          <a:xfrm>
            <a:off x="685800" y="1632940"/>
            <a:ext cx="3459600" cy="38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800"/>
              <a:buNone/>
              <a:defRPr b="1" sz="2000">
                <a:solidFill>
                  <a:schemeClr val="accent2"/>
                </a:solidFill>
                <a:latin typeface="Barlow"/>
                <a:ea typeface="Barlow"/>
                <a:cs typeface="Barlow"/>
                <a:sym typeface="Barlow"/>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3170" name="Google Shape;3170;p134"/>
          <p:cNvSpPr txBox="1"/>
          <p:nvPr>
            <p:ph idx="4" type="subTitle"/>
          </p:nvPr>
        </p:nvSpPr>
        <p:spPr>
          <a:xfrm>
            <a:off x="685800" y="2118455"/>
            <a:ext cx="3459600" cy="20013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accent1"/>
              </a:buClr>
              <a:buSzPts val="1800"/>
              <a:buChar char="●"/>
              <a:defRPr/>
            </a:lvl1pPr>
            <a:lvl2pPr lvl="1" algn="ctr">
              <a:lnSpc>
                <a:spcPct val="100000"/>
              </a:lnSpc>
              <a:spcBef>
                <a:spcPts val="0"/>
              </a:spcBef>
              <a:spcAft>
                <a:spcPts val="0"/>
              </a:spcAft>
              <a:buSzPts val="1800"/>
              <a:buChar char="○"/>
              <a:defRPr sz="1800"/>
            </a:lvl2pPr>
            <a:lvl3pPr lvl="2" algn="ctr">
              <a:lnSpc>
                <a:spcPct val="100000"/>
              </a:lnSpc>
              <a:spcBef>
                <a:spcPts val="0"/>
              </a:spcBef>
              <a:spcAft>
                <a:spcPts val="0"/>
              </a:spcAft>
              <a:buSzPts val="1800"/>
              <a:buChar char="■"/>
              <a:defRPr sz="1800"/>
            </a:lvl3pPr>
            <a:lvl4pPr lvl="3" algn="ctr">
              <a:lnSpc>
                <a:spcPct val="100000"/>
              </a:lnSpc>
              <a:spcBef>
                <a:spcPts val="0"/>
              </a:spcBef>
              <a:spcAft>
                <a:spcPts val="0"/>
              </a:spcAft>
              <a:buSzPts val="1800"/>
              <a:buChar char="●"/>
              <a:defRPr sz="1800"/>
            </a:lvl4pPr>
            <a:lvl5pPr lvl="4" algn="ctr">
              <a:lnSpc>
                <a:spcPct val="100000"/>
              </a:lnSpc>
              <a:spcBef>
                <a:spcPts val="0"/>
              </a:spcBef>
              <a:spcAft>
                <a:spcPts val="0"/>
              </a:spcAft>
              <a:buSzPts val="1800"/>
              <a:buChar char="○"/>
              <a:defRPr sz="1800"/>
            </a:lvl5pPr>
            <a:lvl6pPr lvl="5" algn="ctr">
              <a:lnSpc>
                <a:spcPct val="100000"/>
              </a:lnSpc>
              <a:spcBef>
                <a:spcPts val="0"/>
              </a:spcBef>
              <a:spcAft>
                <a:spcPts val="0"/>
              </a:spcAft>
              <a:buSzPts val="1800"/>
              <a:buChar char="■"/>
              <a:defRPr sz="1800"/>
            </a:lvl6pPr>
            <a:lvl7pPr lvl="6" algn="ctr">
              <a:lnSpc>
                <a:spcPct val="100000"/>
              </a:lnSpc>
              <a:spcBef>
                <a:spcPts val="0"/>
              </a:spcBef>
              <a:spcAft>
                <a:spcPts val="0"/>
              </a:spcAft>
              <a:buSzPts val="1800"/>
              <a:buChar char="●"/>
              <a:defRPr sz="1800"/>
            </a:lvl7pPr>
            <a:lvl8pPr lvl="7" algn="ctr">
              <a:lnSpc>
                <a:spcPct val="100000"/>
              </a:lnSpc>
              <a:spcBef>
                <a:spcPts val="0"/>
              </a:spcBef>
              <a:spcAft>
                <a:spcPts val="0"/>
              </a:spcAft>
              <a:buSzPts val="1800"/>
              <a:buChar char="○"/>
              <a:defRPr sz="1800"/>
            </a:lvl8pPr>
            <a:lvl9pPr lvl="8" algn="ctr">
              <a:lnSpc>
                <a:spcPct val="100000"/>
              </a:lnSpc>
              <a:spcBef>
                <a:spcPts val="0"/>
              </a:spcBef>
              <a:spcAft>
                <a:spcPts val="0"/>
              </a:spcAft>
              <a:buSzPts val="1800"/>
              <a:buChar char="■"/>
              <a:defRPr sz="1800"/>
            </a:lvl9pPr>
          </a:lstStyle>
          <a:p/>
        </p:txBody>
      </p:sp>
      <p:grpSp>
        <p:nvGrpSpPr>
          <p:cNvPr id="3171" name="Google Shape;3171;p134"/>
          <p:cNvGrpSpPr/>
          <p:nvPr/>
        </p:nvGrpSpPr>
        <p:grpSpPr>
          <a:xfrm>
            <a:off x="8084850" y="4293850"/>
            <a:ext cx="1463600" cy="1388798"/>
            <a:chOff x="8084850" y="4293850"/>
            <a:chExt cx="1463600" cy="1388798"/>
          </a:xfrm>
        </p:grpSpPr>
        <p:sp>
          <p:nvSpPr>
            <p:cNvPr id="3172" name="Google Shape;3172;p134"/>
            <p:cNvSpPr/>
            <p:nvPr/>
          </p:nvSpPr>
          <p:spPr>
            <a:xfrm flipH="1">
              <a:off x="8084857" y="4293850"/>
              <a:ext cx="1463593" cy="1176898"/>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3" name="Google Shape;3173;p134"/>
            <p:cNvSpPr/>
            <p:nvPr/>
          </p:nvSpPr>
          <p:spPr>
            <a:xfrm>
              <a:off x="8084850" y="4432988"/>
              <a:ext cx="1411448" cy="1249660"/>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74" name="Google Shape;3174;p134"/>
          <p:cNvGrpSpPr/>
          <p:nvPr/>
        </p:nvGrpSpPr>
        <p:grpSpPr>
          <a:xfrm>
            <a:off x="-717350" y="3957135"/>
            <a:ext cx="1914569" cy="1586363"/>
            <a:chOff x="-717350" y="3957135"/>
            <a:chExt cx="1914569" cy="1586363"/>
          </a:xfrm>
        </p:grpSpPr>
        <p:sp>
          <p:nvSpPr>
            <p:cNvPr id="3175" name="Google Shape;3175;p134"/>
            <p:cNvSpPr/>
            <p:nvPr/>
          </p:nvSpPr>
          <p:spPr>
            <a:xfrm>
              <a:off x="1103988" y="4872095"/>
              <a:ext cx="93231" cy="93173"/>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176" name="Google Shape;3176;p134"/>
            <p:cNvGrpSpPr/>
            <p:nvPr/>
          </p:nvGrpSpPr>
          <p:grpSpPr>
            <a:xfrm>
              <a:off x="361171" y="3957135"/>
              <a:ext cx="93234" cy="93234"/>
              <a:chOff x="7812545" y="194375"/>
              <a:chExt cx="105457" cy="105457"/>
            </a:xfrm>
          </p:grpSpPr>
          <p:sp>
            <p:nvSpPr>
              <p:cNvPr id="3177" name="Google Shape;3177;p134"/>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8" name="Google Shape;3178;p134"/>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9" name="Google Shape;3179;p134"/>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0" name="Google Shape;3180;p134"/>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181" name="Google Shape;3181;p134"/>
            <p:cNvSpPr/>
            <p:nvPr/>
          </p:nvSpPr>
          <p:spPr>
            <a:xfrm>
              <a:off x="-717350" y="4293838"/>
              <a:ext cx="1411448" cy="1249660"/>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82" name="Google Shape;3182;p134"/>
          <p:cNvGrpSpPr/>
          <p:nvPr/>
        </p:nvGrpSpPr>
        <p:grpSpPr>
          <a:xfrm>
            <a:off x="221846" y="184375"/>
            <a:ext cx="644290" cy="401656"/>
            <a:chOff x="221846" y="184375"/>
            <a:chExt cx="644290" cy="401656"/>
          </a:xfrm>
        </p:grpSpPr>
        <p:grpSp>
          <p:nvGrpSpPr>
            <p:cNvPr id="3183" name="Google Shape;3183;p134"/>
            <p:cNvGrpSpPr/>
            <p:nvPr/>
          </p:nvGrpSpPr>
          <p:grpSpPr>
            <a:xfrm>
              <a:off x="772902" y="184375"/>
              <a:ext cx="93234" cy="93234"/>
              <a:chOff x="7812545" y="194375"/>
              <a:chExt cx="105457" cy="105457"/>
            </a:xfrm>
          </p:grpSpPr>
          <p:sp>
            <p:nvSpPr>
              <p:cNvPr id="3184" name="Google Shape;3184;p134"/>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5" name="Google Shape;3185;p134"/>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6" name="Google Shape;3186;p134"/>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7" name="Google Shape;3187;p134"/>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88" name="Google Shape;3188;p134"/>
            <p:cNvGrpSpPr/>
            <p:nvPr/>
          </p:nvGrpSpPr>
          <p:grpSpPr>
            <a:xfrm>
              <a:off x="221846" y="492797"/>
              <a:ext cx="93234" cy="93234"/>
              <a:chOff x="7812545" y="194375"/>
              <a:chExt cx="105457" cy="105457"/>
            </a:xfrm>
          </p:grpSpPr>
          <p:sp>
            <p:nvSpPr>
              <p:cNvPr id="3189" name="Google Shape;3189;p134"/>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0" name="Google Shape;3190;p134"/>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1" name="Google Shape;3191;p134"/>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2" name="Google Shape;3192;p134"/>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3">
  <p:cSld name="BLANK_22">
    <p:spTree>
      <p:nvGrpSpPr>
        <p:cNvPr id="3193" name="Shape 3193"/>
        <p:cNvGrpSpPr/>
        <p:nvPr/>
      </p:nvGrpSpPr>
      <p:grpSpPr>
        <a:xfrm>
          <a:off x="0" y="0"/>
          <a:ext cx="0" cy="0"/>
          <a:chOff x="0" y="0"/>
          <a:chExt cx="0" cy="0"/>
        </a:xfrm>
      </p:grpSpPr>
      <p:sp>
        <p:nvSpPr>
          <p:cNvPr id="3194" name="Google Shape;3194;p13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3195" name="Google Shape;3195;p135"/>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196" name="Google Shape;3196;p135"/>
          <p:cNvSpPr txBox="1"/>
          <p:nvPr>
            <p:ph idx="1" type="subTitle"/>
          </p:nvPr>
        </p:nvSpPr>
        <p:spPr>
          <a:xfrm>
            <a:off x="2286745" y="3114078"/>
            <a:ext cx="4265700" cy="38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800"/>
              <a:buNone/>
              <a:defRPr b="1" sz="2000">
                <a:solidFill>
                  <a:schemeClr val="accent2"/>
                </a:solidFill>
                <a:latin typeface="Barlow"/>
                <a:ea typeface="Barlow"/>
                <a:cs typeface="Barlow"/>
                <a:sym typeface="Barlow"/>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3197" name="Google Shape;3197;p135"/>
          <p:cNvSpPr txBox="1"/>
          <p:nvPr>
            <p:ph idx="2" type="subTitle"/>
          </p:nvPr>
        </p:nvSpPr>
        <p:spPr>
          <a:xfrm>
            <a:off x="2286745" y="3508150"/>
            <a:ext cx="4265700" cy="497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8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3198" name="Google Shape;3198;p135"/>
          <p:cNvSpPr txBox="1"/>
          <p:nvPr>
            <p:ph idx="3" type="subTitle"/>
          </p:nvPr>
        </p:nvSpPr>
        <p:spPr>
          <a:xfrm>
            <a:off x="2286745" y="1737375"/>
            <a:ext cx="4265700" cy="38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800"/>
              <a:buNone/>
              <a:defRPr b="1" sz="2000">
                <a:solidFill>
                  <a:schemeClr val="accent2"/>
                </a:solidFill>
                <a:latin typeface="Barlow"/>
                <a:ea typeface="Barlow"/>
                <a:cs typeface="Barlow"/>
                <a:sym typeface="Barlow"/>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3199" name="Google Shape;3199;p135"/>
          <p:cNvSpPr txBox="1"/>
          <p:nvPr>
            <p:ph idx="4" type="subTitle"/>
          </p:nvPr>
        </p:nvSpPr>
        <p:spPr>
          <a:xfrm>
            <a:off x="2286745" y="2131450"/>
            <a:ext cx="4265700" cy="497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8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3200" name="Google Shape;3200;p135"/>
          <p:cNvSpPr txBox="1"/>
          <p:nvPr>
            <p:ph hasCustomPrompt="1" idx="5" type="title"/>
          </p:nvPr>
        </p:nvSpPr>
        <p:spPr>
          <a:xfrm>
            <a:off x="7001304" y="2043438"/>
            <a:ext cx="1280700" cy="528300"/>
          </a:xfrm>
          <a:prstGeom prst="rect">
            <a:avLst/>
          </a:prstGeom>
        </p:spPr>
        <p:txBody>
          <a:bodyPr anchorCtr="0" anchor="ctr" bIns="91425" lIns="91425" spcFirstLastPara="1" rIns="91425" wrap="square" tIns="91425">
            <a:noAutofit/>
          </a:bodyPr>
          <a:lstStyle>
            <a:lvl1pPr lvl="0" algn="ctr">
              <a:spcBef>
                <a:spcPts val="0"/>
              </a:spcBef>
              <a:spcAft>
                <a:spcPts val="0"/>
              </a:spcAft>
              <a:buSzPts val="3000"/>
              <a:buNone/>
              <a:defRPr sz="3000">
                <a:solidFill>
                  <a:schemeClr val="accent2"/>
                </a:solidFill>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sp>
        <p:nvSpPr>
          <p:cNvPr id="3201" name="Google Shape;3201;p135"/>
          <p:cNvSpPr txBox="1"/>
          <p:nvPr>
            <p:ph hasCustomPrompt="1" idx="6" type="title"/>
          </p:nvPr>
        </p:nvSpPr>
        <p:spPr>
          <a:xfrm>
            <a:off x="7001304" y="3421613"/>
            <a:ext cx="1280700" cy="528300"/>
          </a:xfrm>
          <a:prstGeom prst="rect">
            <a:avLst/>
          </a:prstGeom>
        </p:spPr>
        <p:txBody>
          <a:bodyPr anchorCtr="0" anchor="ctr" bIns="91425" lIns="91425" spcFirstLastPara="1" rIns="91425" wrap="square" tIns="91425">
            <a:noAutofit/>
          </a:bodyPr>
          <a:lstStyle>
            <a:lvl1pPr lvl="0" algn="ctr">
              <a:spcBef>
                <a:spcPts val="0"/>
              </a:spcBef>
              <a:spcAft>
                <a:spcPts val="0"/>
              </a:spcAft>
              <a:buSzPts val="3000"/>
              <a:buNone/>
              <a:defRPr sz="3000">
                <a:solidFill>
                  <a:schemeClr val="accent2"/>
                </a:solidFill>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grpSp>
        <p:nvGrpSpPr>
          <p:cNvPr id="3202" name="Google Shape;3202;p135"/>
          <p:cNvGrpSpPr/>
          <p:nvPr/>
        </p:nvGrpSpPr>
        <p:grpSpPr>
          <a:xfrm>
            <a:off x="-427206" y="4089303"/>
            <a:ext cx="1802175" cy="1760346"/>
            <a:chOff x="-427206" y="4089303"/>
            <a:chExt cx="1802175" cy="1760346"/>
          </a:xfrm>
        </p:grpSpPr>
        <p:sp>
          <p:nvSpPr>
            <p:cNvPr id="3203" name="Google Shape;3203;p135"/>
            <p:cNvSpPr/>
            <p:nvPr/>
          </p:nvSpPr>
          <p:spPr>
            <a:xfrm flipH="1">
              <a:off x="-427206" y="4089303"/>
              <a:ext cx="1802175" cy="1449157"/>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4" name="Google Shape;3204;p135"/>
            <p:cNvSpPr/>
            <p:nvPr/>
          </p:nvSpPr>
          <p:spPr>
            <a:xfrm rot="5828238">
              <a:off x="-16738" y="4485381"/>
              <a:ext cx="1085117" cy="1469222"/>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05" name="Google Shape;3205;p135"/>
          <p:cNvGrpSpPr/>
          <p:nvPr/>
        </p:nvGrpSpPr>
        <p:grpSpPr>
          <a:xfrm>
            <a:off x="241711" y="191700"/>
            <a:ext cx="706103" cy="747169"/>
            <a:chOff x="241711" y="191700"/>
            <a:chExt cx="706103" cy="747169"/>
          </a:xfrm>
        </p:grpSpPr>
        <p:sp>
          <p:nvSpPr>
            <p:cNvPr id="3206" name="Google Shape;3206;p135"/>
            <p:cNvSpPr/>
            <p:nvPr/>
          </p:nvSpPr>
          <p:spPr>
            <a:xfrm>
              <a:off x="842363" y="191700"/>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07" name="Google Shape;3207;p135"/>
            <p:cNvGrpSpPr/>
            <p:nvPr/>
          </p:nvGrpSpPr>
          <p:grpSpPr>
            <a:xfrm>
              <a:off x="307895" y="833413"/>
              <a:ext cx="105457" cy="105457"/>
              <a:chOff x="7812545" y="194375"/>
              <a:chExt cx="105457" cy="105457"/>
            </a:xfrm>
          </p:grpSpPr>
          <p:sp>
            <p:nvSpPr>
              <p:cNvPr id="3208" name="Google Shape;3208;p135"/>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9" name="Google Shape;3209;p135"/>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0" name="Google Shape;3210;p135"/>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1" name="Google Shape;3211;p135"/>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212" name="Google Shape;3212;p135"/>
            <p:cNvSpPr/>
            <p:nvPr/>
          </p:nvSpPr>
          <p:spPr>
            <a:xfrm>
              <a:off x="241711" y="244839"/>
              <a:ext cx="171626" cy="171542"/>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213" name="Google Shape;3213;p135"/>
          <p:cNvSpPr/>
          <p:nvPr/>
        </p:nvSpPr>
        <p:spPr>
          <a:xfrm rot="2700000">
            <a:off x="8490124" y="4034762"/>
            <a:ext cx="1085154" cy="1469202"/>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4">
  <p:cSld name="BLANK_25">
    <p:spTree>
      <p:nvGrpSpPr>
        <p:cNvPr id="3214" name="Shape 3214"/>
        <p:cNvGrpSpPr/>
        <p:nvPr/>
      </p:nvGrpSpPr>
      <p:grpSpPr>
        <a:xfrm>
          <a:off x="0" y="0"/>
          <a:ext cx="0" cy="0"/>
          <a:chOff x="0" y="0"/>
          <a:chExt cx="0" cy="0"/>
        </a:xfrm>
      </p:grpSpPr>
      <p:sp>
        <p:nvSpPr>
          <p:cNvPr id="3215" name="Google Shape;3215;p1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3216" name="Google Shape;3216;p136"/>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217" name="Google Shape;3217;p136"/>
          <p:cNvSpPr txBox="1"/>
          <p:nvPr>
            <p:ph idx="1" type="subTitle"/>
          </p:nvPr>
        </p:nvSpPr>
        <p:spPr>
          <a:xfrm>
            <a:off x="4998625" y="1284148"/>
            <a:ext cx="3459600" cy="2938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accent1"/>
              </a:buClr>
              <a:buSzPts val="1400"/>
              <a:buChar char="●"/>
              <a:defRPr b="1"/>
            </a:lvl1pPr>
            <a:lvl2pPr lvl="1" algn="ctr">
              <a:lnSpc>
                <a:spcPct val="100000"/>
              </a:lnSpc>
              <a:spcBef>
                <a:spcPts val="0"/>
              </a:spcBef>
              <a:spcAft>
                <a:spcPts val="0"/>
              </a:spcAft>
              <a:buSzPts val="1400"/>
              <a:buChar char="○"/>
              <a:defRPr sz="1800"/>
            </a:lvl2pPr>
            <a:lvl3pPr lvl="2" algn="ctr">
              <a:lnSpc>
                <a:spcPct val="100000"/>
              </a:lnSpc>
              <a:spcBef>
                <a:spcPts val="0"/>
              </a:spcBef>
              <a:spcAft>
                <a:spcPts val="0"/>
              </a:spcAft>
              <a:buSzPts val="1400"/>
              <a:buChar char="■"/>
              <a:defRPr sz="1800"/>
            </a:lvl3pPr>
            <a:lvl4pPr lvl="3" algn="ctr">
              <a:lnSpc>
                <a:spcPct val="100000"/>
              </a:lnSpc>
              <a:spcBef>
                <a:spcPts val="0"/>
              </a:spcBef>
              <a:spcAft>
                <a:spcPts val="0"/>
              </a:spcAft>
              <a:buSzPts val="1400"/>
              <a:buChar char="●"/>
              <a:defRPr sz="1800"/>
            </a:lvl4pPr>
            <a:lvl5pPr lvl="4" algn="ctr">
              <a:lnSpc>
                <a:spcPct val="100000"/>
              </a:lnSpc>
              <a:spcBef>
                <a:spcPts val="0"/>
              </a:spcBef>
              <a:spcAft>
                <a:spcPts val="0"/>
              </a:spcAft>
              <a:buSzPts val="1400"/>
              <a:buChar char="○"/>
              <a:defRPr sz="1800"/>
            </a:lvl5pPr>
            <a:lvl6pPr lvl="5" algn="ctr">
              <a:lnSpc>
                <a:spcPct val="100000"/>
              </a:lnSpc>
              <a:spcBef>
                <a:spcPts val="0"/>
              </a:spcBef>
              <a:spcAft>
                <a:spcPts val="0"/>
              </a:spcAft>
              <a:buSzPts val="1400"/>
              <a:buChar char="■"/>
              <a:defRPr sz="1800"/>
            </a:lvl6pPr>
            <a:lvl7pPr lvl="6" algn="ctr">
              <a:lnSpc>
                <a:spcPct val="100000"/>
              </a:lnSpc>
              <a:spcBef>
                <a:spcPts val="0"/>
              </a:spcBef>
              <a:spcAft>
                <a:spcPts val="0"/>
              </a:spcAft>
              <a:buSzPts val="1400"/>
              <a:buChar char="●"/>
              <a:defRPr sz="1800"/>
            </a:lvl7pPr>
            <a:lvl8pPr lvl="7" algn="ctr">
              <a:lnSpc>
                <a:spcPct val="100000"/>
              </a:lnSpc>
              <a:spcBef>
                <a:spcPts val="0"/>
              </a:spcBef>
              <a:spcAft>
                <a:spcPts val="0"/>
              </a:spcAft>
              <a:buSzPts val="1400"/>
              <a:buChar char="○"/>
              <a:defRPr sz="1800"/>
            </a:lvl8pPr>
            <a:lvl9pPr lvl="8" algn="ctr">
              <a:lnSpc>
                <a:spcPct val="100000"/>
              </a:lnSpc>
              <a:spcBef>
                <a:spcPts val="0"/>
              </a:spcBef>
              <a:spcAft>
                <a:spcPts val="0"/>
              </a:spcAft>
              <a:buSzPts val="1400"/>
              <a:buChar char="■"/>
              <a:defRPr sz="1800"/>
            </a:lvl9pPr>
          </a:lstStyle>
          <a:p/>
        </p:txBody>
      </p:sp>
      <p:sp>
        <p:nvSpPr>
          <p:cNvPr id="3218" name="Google Shape;3218;p136"/>
          <p:cNvSpPr txBox="1"/>
          <p:nvPr>
            <p:ph idx="2" type="subTitle"/>
          </p:nvPr>
        </p:nvSpPr>
        <p:spPr>
          <a:xfrm>
            <a:off x="685800" y="1284151"/>
            <a:ext cx="3459600" cy="2938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400"/>
              <a:buChar char="●"/>
              <a:defRPr/>
            </a:lvl1pPr>
            <a:lvl2pPr lvl="1" algn="ctr">
              <a:lnSpc>
                <a:spcPct val="100000"/>
              </a:lnSpc>
              <a:spcBef>
                <a:spcPts val="0"/>
              </a:spcBef>
              <a:spcAft>
                <a:spcPts val="0"/>
              </a:spcAft>
              <a:buSzPts val="1400"/>
              <a:buChar char="○"/>
              <a:defRPr sz="1800"/>
            </a:lvl2pPr>
            <a:lvl3pPr lvl="2" algn="ctr">
              <a:lnSpc>
                <a:spcPct val="100000"/>
              </a:lnSpc>
              <a:spcBef>
                <a:spcPts val="0"/>
              </a:spcBef>
              <a:spcAft>
                <a:spcPts val="0"/>
              </a:spcAft>
              <a:buSzPts val="1400"/>
              <a:buChar char="■"/>
              <a:defRPr sz="1800"/>
            </a:lvl3pPr>
            <a:lvl4pPr lvl="3" algn="ctr">
              <a:lnSpc>
                <a:spcPct val="100000"/>
              </a:lnSpc>
              <a:spcBef>
                <a:spcPts val="0"/>
              </a:spcBef>
              <a:spcAft>
                <a:spcPts val="0"/>
              </a:spcAft>
              <a:buSzPts val="1400"/>
              <a:buChar char="●"/>
              <a:defRPr sz="1800"/>
            </a:lvl4pPr>
            <a:lvl5pPr lvl="4" algn="ctr">
              <a:lnSpc>
                <a:spcPct val="100000"/>
              </a:lnSpc>
              <a:spcBef>
                <a:spcPts val="0"/>
              </a:spcBef>
              <a:spcAft>
                <a:spcPts val="0"/>
              </a:spcAft>
              <a:buSzPts val="1400"/>
              <a:buChar char="○"/>
              <a:defRPr sz="1800"/>
            </a:lvl5pPr>
            <a:lvl6pPr lvl="5" algn="ctr">
              <a:lnSpc>
                <a:spcPct val="100000"/>
              </a:lnSpc>
              <a:spcBef>
                <a:spcPts val="0"/>
              </a:spcBef>
              <a:spcAft>
                <a:spcPts val="0"/>
              </a:spcAft>
              <a:buSzPts val="1400"/>
              <a:buChar char="■"/>
              <a:defRPr sz="1800"/>
            </a:lvl6pPr>
            <a:lvl7pPr lvl="6" algn="ctr">
              <a:lnSpc>
                <a:spcPct val="100000"/>
              </a:lnSpc>
              <a:spcBef>
                <a:spcPts val="0"/>
              </a:spcBef>
              <a:spcAft>
                <a:spcPts val="0"/>
              </a:spcAft>
              <a:buSzPts val="1400"/>
              <a:buChar char="●"/>
              <a:defRPr sz="1800"/>
            </a:lvl7pPr>
            <a:lvl8pPr lvl="7" algn="ctr">
              <a:lnSpc>
                <a:spcPct val="100000"/>
              </a:lnSpc>
              <a:spcBef>
                <a:spcPts val="0"/>
              </a:spcBef>
              <a:spcAft>
                <a:spcPts val="0"/>
              </a:spcAft>
              <a:buSzPts val="1400"/>
              <a:buChar char="○"/>
              <a:defRPr sz="1800"/>
            </a:lvl8pPr>
            <a:lvl9pPr lvl="8" algn="ctr">
              <a:lnSpc>
                <a:spcPct val="100000"/>
              </a:lnSpc>
              <a:spcBef>
                <a:spcPts val="0"/>
              </a:spcBef>
              <a:spcAft>
                <a:spcPts val="0"/>
              </a:spcAft>
              <a:buSzPts val="1400"/>
              <a:buChar char="■"/>
              <a:defRPr sz="1800"/>
            </a:lvl9pPr>
          </a:lstStyle>
          <a:p/>
        </p:txBody>
      </p:sp>
      <p:grpSp>
        <p:nvGrpSpPr>
          <p:cNvPr id="3219" name="Google Shape;3219;p136"/>
          <p:cNvGrpSpPr/>
          <p:nvPr/>
        </p:nvGrpSpPr>
        <p:grpSpPr>
          <a:xfrm>
            <a:off x="-741940" y="4176741"/>
            <a:ext cx="1671890" cy="1554246"/>
            <a:chOff x="-741940" y="4176741"/>
            <a:chExt cx="1671890" cy="1554246"/>
          </a:xfrm>
        </p:grpSpPr>
        <p:sp>
          <p:nvSpPr>
            <p:cNvPr id="3220" name="Google Shape;3220;p136"/>
            <p:cNvSpPr/>
            <p:nvPr/>
          </p:nvSpPr>
          <p:spPr>
            <a:xfrm>
              <a:off x="-702500" y="4176749"/>
              <a:ext cx="1593004" cy="1296731"/>
            </a:xfrm>
            <a:custGeom>
              <a:rect b="b" l="l" r="r" t="t"/>
              <a:pathLst>
                <a:path extrusionOk="0" h="48924" w="60102">
                  <a:moveTo>
                    <a:pt x="31550" y="1"/>
                  </a:moveTo>
                  <a:cubicBezTo>
                    <a:pt x="28688" y="1"/>
                    <a:pt x="25391" y="541"/>
                    <a:pt x="22089" y="2238"/>
                  </a:cubicBezTo>
                  <a:cubicBezTo>
                    <a:pt x="12977" y="6900"/>
                    <a:pt x="8196" y="17230"/>
                    <a:pt x="4091" y="25485"/>
                  </a:cubicBezTo>
                  <a:cubicBezTo>
                    <a:pt x="1" y="33725"/>
                    <a:pt x="2016" y="42612"/>
                    <a:pt x="8767" y="47123"/>
                  </a:cubicBezTo>
                  <a:cubicBezTo>
                    <a:pt x="10764" y="48461"/>
                    <a:pt x="12590" y="48924"/>
                    <a:pt x="14421" y="48924"/>
                  </a:cubicBezTo>
                  <a:cubicBezTo>
                    <a:pt x="18514" y="48924"/>
                    <a:pt x="22630" y="46611"/>
                    <a:pt x="28730" y="46611"/>
                  </a:cubicBezTo>
                  <a:cubicBezTo>
                    <a:pt x="29125" y="46611"/>
                    <a:pt x="29527" y="46621"/>
                    <a:pt x="29939" y="46641"/>
                  </a:cubicBezTo>
                  <a:cubicBezTo>
                    <a:pt x="34134" y="46851"/>
                    <a:pt x="36984" y="47278"/>
                    <a:pt x="39535" y="47278"/>
                  </a:cubicBezTo>
                  <a:cubicBezTo>
                    <a:pt x="42835" y="47278"/>
                    <a:pt x="45637" y="46563"/>
                    <a:pt x="50208" y="43739"/>
                  </a:cubicBezTo>
                  <a:cubicBezTo>
                    <a:pt x="58328" y="38732"/>
                    <a:pt x="60102" y="25500"/>
                    <a:pt x="54042" y="15140"/>
                  </a:cubicBezTo>
                  <a:cubicBezTo>
                    <a:pt x="47997" y="4779"/>
                    <a:pt x="40254" y="1667"/>
                    <a:pt x="40254" y="1667"/>
                  </a:cubicBezTo>
                  <a:cubicBezTo>
                    <a:pt x="40254" y="1667"/>
                    <a:pt x="36573" y="1"/>
                    <a:pt x="31550"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1" name="Google Shape;3221;p136"/>
            <p:cNvSpPr/>
            <p:nvPr/>
          </p:nvSpPr>
          <p:spPr>
            <a:xfrm rot="-899960">
              <a:off x="-606125" y="4336919"/>
              <a:ext cx="1400258" cy="1233888"/>
            </a:xfrm>
            <a:custGeom>
              <a:rect b="b" l="l" r="r" t="t"/>
              <a:pathLst>
                <a:path extrusionOk="0" h="49357" w="56012">
                  <a:moveTo>
                    <a:pt x="29954" y="0"/>
                  </a:moveTo>
                  <a:cubicBezTo>
                    <a:pt x="26409" y="0"/>
                    <a:pt x="22321" y="902"/>
                    <a:pt x="17654" y="3034"/>
                  </a:cubicBezTo>
                  <a:cubicBezTo>
                    <a:pt x="17654" y="3034"/>
                    <a:pt x="8827" y="7530"/>
                    <a:pt x="4406" y="14477"/>
                  </a:cubicBezTo>
                  <a:cubicBezTo>
                    <a:pt x="1" y="21424"/>
                    <a:pt x="347" y="30340"/>
                    <a:pt x="5715" y="36971"/>
                  </a:cubicBezTo>
                  <a:cubicBezTo>
                    <a:pt x="11068" y="43588"/>
                    <a:pt x="21308" y="42730"/>
                    <a:pt x="29878" y="46926"/>
                  </a:cubicBezTo>
                  <a:cubicBezTo>
                    <a:pt x="33082" y="48494"/>
                    <a:pt x="36410" y="49356"/>
                    <a:pt x="39533" y="49356"/>
                  </a:cubicBezTo>
                  <a:cubicBezTo>
                    <a:pt x="44766" y="49356"/>
                    <a:pt x="49425" y="46936"/>
                    <a:pt x="51967" y="41362"/>
                  </a:cubicBezTo>
                  <a:cubicBezTo>
                    <a:pt x="56012" y="32476"/>
                    <a:pt x="49907" y="29137"/>
                    <a:pt x="48854" y="18852"/>
                  </a:cubicBezTo>
                  <a:cubicBezTo>
                    <a:pt x="48037" y="10867"/>
                    <a:pt x="42263" y="0"/>
                    <a:pt x="29954"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22" name="Google Shape;3222;p136"/>
          <p:cNvGrpSpPr/>
          <p:nvPr/>
        </p:nvGrpSpPr>
        <p:grpSpPr>
          <a:xfrm>
            <a:off x="3317375" y="4356350"/>
            <a:ext cx="2768739" cy="650202"/>
            <a:chOff x="3317375" y="4356350"/>
            <a:chExt cx="2768739" cy="650202"/>
          </a:xfrm>
        </p:grpSpPr>
        <p:sp>
          <p:nvSpPr>
            <p:cNvPr id="3223" name="Google Shape;3223;p136"/>
            <p:cNvSpPr/>
            <p:nvPr/>
          </p:nvSpPr>
          <p:spPr>
            <a:xfrm>
              <a:off x="5449575" y="4811825"/>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4" name="Google Shape;3224;p136"/>
            <p:cNvSpPr/>
            <p:nvPr/>
          </p:nvSpPr>
          <p:spPr>
            <a:xfrm>
              <a:off x="4792551" y="4356350"/>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3225" name="Google Shape;3225;p136"/>
            <p:cNvGrpSpPr/>
            <p:nvPr/>
          </p:nvGrpSpPr>
          <p:grpSpPr>
            <a:xfrm>
              <a:off x="5980657" y="4474988"/>
              <a:ext cx="105457" cy="105457"/>
              <a:chOff x="7812545" y="194375"/>
              <a:chExt cx="105457" cy="105457"/>
            </a:xfrm>
          </p:grpSpPr>
          <p:sp>
            <p:nvSpPr>
              <p:cNvPr id="3226" name="Google Shape;3226;p136"/>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7" name="Google Shape;3227;p136"/>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8" name="Google Shape;3228;p136"/>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9" name="Google Shape;3229;p136"/>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30" name="Google Shape;3230;p136"/>
            <p:cNvGrpSpPr/>
            <p:nvPr/>
          </p:nvGrpSpPr>
          <p:grpSpPr>
            <a:xfrm>
              <a:off x="4243695" y="4706363"/>
              <a:ext cx="105457" cy="105457"/>
              <a:chOff x="7812545" y="194375"/>
              <a:chExt cx="105457" cy="105457"/>
            </a:xfrm>
          </p:grpSpPr>
          <p:sp>
            <p:nvSpPr>
              <p:cNvPr id="3231" name="Google Shape;3231;p136"/>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2" name="Google Shape;3232;p136"/>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3" name="Google Shape;3233;p136"/>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4" name="Google Shape;3234;p136"/>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235" name="Google Shape;3235;p136"/>
            <p:cNvSpPr/>
            <p:nvPr/>
          </p:nvSpPr>
          <p:spPr>
            <a:xfrm>
              <a:off x="3317375" y="4901162"/>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36" name="Google Shape;3236;p136"/>
          <p:cNvGrpSpPr/>
          <p:nvPr/>
        </p:nvGrpSpPr>
        <p:grpSpPr>
          <a:xfrm>
            <a:off x="7489059" y="249150"/>
            <a:ext cx="1447898" cy="1070793"/>
            <a:chOff x="7489059" y="249150"/>
            <a:chExt cx="1447898" cy="1070793"/>
          </a:xfrm>
        </p:grpSpPr>
        <p:sp>
          <p:nvSpPr>
            <p:cNvPr id="3237" name="Google Shape;3237;p136"/>
            <p:cNvSpPr/>
            <p:nvPr/>
          </p:nvSpPr>
          <p:spPr>
            <a:xfrm>
              <a:off x="7489062" y="480780"/>
              <a:ext cx="1089450" cy="348874"/>
            </a:xfrm>
            <a:custGeom>
              <a:rect b="b" l="l" r="r" t="t"/>
              <a:pathLst>
                <a:path extrusionOk="0" fill="none" h="4647" w="14511">
                  <a:moveTo>
                    <a:pt x="13894" y="3805"/>
                  </a:moveTo>
                  <a:cubicBezTo>
                    <a:pt x="13263" y="3459"/>
                    <a:pt x="12977" y="3744"/>
                    <a:pt x="12766" y="3459"/>
                  </a:cubicBezTo>
                  <a:cubicBezTo>
                    <a:pt x="12541" y="3173"/>
                    <a:pt x="13383" y="2436"/>
                    <a:pt x="11684" y="1699"/>
                  </a:cubicBezTo>
                  <a:cubicBezTo>
                    <a:pt x="11684" y="1699"/>
                    <a:pt x="11578" y="121"/>
                    <a:pt x="9248" y="60"/>
                  </a:cubicBezTo>
                  <a:cubicBezTo>
                    <a:pt x="6917" y="0"/>
                    <a:pt x="7549" y="1654"/>
                    <a:pt x="6917" y="2045"/>
                  </a:cubicBezTo>
                  <a:cubicBezTo>
                    <a:pt x="6286" y="2436"/>
                    <a:pt x="6120" y="1820"/>
                    <a:pt x="5504" y="2211"/>
                  </a:cubicBezTo>
                  <a:cubicBezTo>
                    <a:pt x="4872" y="2617"/>
                    <a:pt x="5158" y="3399"/>
                    <a:pt x="4647" y="3519"/>
                  </a:cubicBezTo>
                  <a:cubicBezTo>
                    <a:pt x="4135" y="3624"/>
                    <a:pt x="3459" y="3008"/>
                    <a:pt x="2842" y="3399"/>
                  </a:cubicBezTo>
                  <a:cubicBezTo>
                    <a:pt x="2211" y="3805"/>
                    <a:pt x="2211" y="4135"/>
                    <a:pt x="1925" y="4135"/>
                  </a:cubicBezTo>
                  <a:cubicBezTo>
                    <a:pt x="1654" y="4135"/>
                    <a:pt x="1083" y="3910"/>
                    <a:pt x="737" y="4135"/>
                  </a:cubicBezTo>
                  <a:cubicBezTo>
                    <a:pt x="406" y="4376"/>
                    <a:pt x="0" y="4647"/>
                    <a:pt x="0" y="4647"/>
                  </a:cubicBezTo>
                  <a:lnTo>
                    <a:pt x="14345" y="4647"/>
                  </a:lnTo>
                  <a:cubicBezTo>
                    <a:pt x="14345" y="4647"/>
                    <a:pt x="14511" y="4135"/>
                    <a:pt x="13894" y="3805"/>
                  </a:cubicBezTo>
                  <a:close/>
                </a:path>
              </a:pathLst>
            </a:custGeom>
            <a:solidFill>
              <a:schemeClr val="lt1"/>
            </a:solid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38" name="Google Shape;3238;p136"/>
            <p:cNvGrpSpPr/>
            <p:nvPr/>
          </p:nvGrpSpPr>
          <p:grpSpPr>
            <a:xfrm flipH="1">
              <a:off x="7489059" y="249150"/>
              <a:ext cx="93234" cy="93234"/>
              <a:chOff x="7812545" y="194375"/>
              <a:chExt cx="105457" cy="105457"/>
            </a:xfrm>
          </p:grpSpPr>
          <p:sp>
            <p:nvSpPr>
              <p:cNvPr id="3239" name="Google Shape;3239;p136"/>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0" name="Google Shape;3240;p136"/>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1" name="Google Shape;3241;p136"/>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2" name="Google Shape;3242;p136"/>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243" name="Google Shape;3243;p136"/>
            <p:cNvSpPr/>
            <p:nvPr/>
          </p:nvSpPr>
          <p:spPr>
            <a:xfrm flipH="1">
              <a:off x="8708901" y="249170"/>
              <a:ext cx="93231" cy="93173"/>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4" name="Google Shape;3244;p136"/>
            <p:cNvSpPr/>
            <p:nvPr/>
          </p:nvSpPr>
          <p:spPr>
            <a:xfrm flipH="1">
              <a:off x="8843726" y="1226770"/>
              <a:ext cx="93231" cy="93173"/>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245" name="Google Shape;3245;p136"/>
          <p:cNvSpPr/>
          <p:nvPr/>
        </p:nvSpPr>
        <p:spPr>
          <a:xfrm rot="5828238">
            <a:off x="8273326" y="4219055"/>
            <a:ext cx="1085117" cy="2077472"/>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BLANK_4">
    <p:spTree>
      <p:nvGrpSpPr>
        <p:cNvPr id="3246" name="Shape 3246"/>
        <p:cNvGrpSpPr/>
        <p:nvPr/>
      </p:nvGrpSpPr>
      <p:grpSpPr>
        <a:xfrm>
          <a:off x="0" y="0"/>
          <a:ext cx="0" cy="0"/>
          <a:chOff x="0" y="0"/>
          <a:chExt cx="0" cy="0"/>
        </a:xfrm>
      </p:grpSpPr>
      <p:sp>
        <p:nvSpPr>
          <p:cNvPr id="3247" name="Google Shape;3247;p13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3248" name="Google Shape;3248;p137"/>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249" name="Google Shape;3249;p137"/>
          <p:cNvSpPr txBox="1"/>
          <p:nvPr>
            <p:ph idx="1" type="subTitle"/>
          </p:nvPr>
        </p:nvSpPr>
        <p:spPr>
          <a:xfrm>
            <a:off x="685800" y="3395721"/>
            <a:ext cx="2353500" cy="6720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250" name="Google Shape;3250;p137"/>
          <p:cNvSpPr txBox="1"/>
          <p:nvPr>
            <p:ph idx="2" type="subTitle"/>
          </p:nvPr>
        </p:nvSpPr>
        <p:spPr>
          <a:xfrm>
            <a:off x="685800" y="3022400"/>
            <a:ext cx="2353500" cy="321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sp>
        <p:nvSpPr>
          <p:cNvPr id="3251" name="Google Shape;3251;p137"/>
          <p:cNvSpPr txBox="1"/>
          <p:nvPr>
            <p:ph idx="3" type="subTitle"/>
          </p:nvPr>
        </p:nvSpPr>
        <p:spPr>
          <a:xfrm>
            <a:off x="3395250" y="3395721"/>
            <a:ext cx="2353500" cy="6720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252" name="Google Shape;3252;p137"/>
          <p:cNvSpPr txBox="1"/>
          <p:nvPr>
            <p:ph idx="4" type="subTitle"/>
          </p:nvPr>
        </p:nvSpPr>
        <p:spPr>
          <a:xfrm>
            <a:off x="3395250" y="3022400"/>
            <a:ext cx="2353500" cy="321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sp>
        <p:nvSpPr>
          <p:cNvPr id="3253" name="Google Shape;3253;p137"/>
          <p:cNvSpPr txBox="1"/>
          <p:nvPr>
            <p:ph idx="5" type="subTitle"/>
          </p:nvPr>
        </p:nvSpPr>
        <p:spPr>
          <a:xfrm>
            <a:off x="6104700" y="3395721"/>
            <a:ext cx="2353500" cy="6720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254" name="Google Shape;3254;p137"/>
          <p:cNvSpPr txBox="1"/>
          <p:nvPr>
            <p:ph idx="6" type="subTitle"/>
          </p:nvPr>
        </p:nvSpPr>
        <p:spPr>
          <a:xfrm>
            <a:off x="6104700" y="3022400"/>
            <a:ext cx="2353500" cy="321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sp>
        <p:nvSpPr>
          <p:cNvPr id="3255" name="Google Shape;3255;p137"/>
          <p:cNvSpPr/>
          <p:nvPr/>
        </p:nvSpPr>
        <p:spPr>
          <a:xfrm>
            <a:off x="-486246" y="4538820"/>
            <a:ext cx="991119" cy="877511"/>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6" name="Google Shape;3256;p137"/>
          <p:cNvSpPr/>
          <p:nvPr/>
        </p:nvSpPr>
        <p:spPr>
          <a:xfrm>
            <a:off x="-708950" y="-242512"/>
            <a:ext cx="1232275" cy="1091025"/>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57" name="Google Shape;3257;p137"/>
          <p:cNvGrpSpPr/>
          <p:nvPr/>
        </p:nvGrpSpPr>
        <p:grpSpPr>
          <a:xfrm>
            <a:off x="6725000" y="4484900"/>
            <a:ext cx="1916852" cy="488594"/>
            <a:chOff x="6725000" y="4484900"/>
            <a:chExt cx="1916852" cy="488594"/>
          </a:xfrm>
        </p:grpSpPr>
        <p:sp>
          <p:nvSpPr>
            <p:cNvPr id="3258" name="Google Shape;3258;p137"/>
            <p:cNvSpPr/>
            <p:nvPr/>
          </p:nvSpPr>
          <p:spPr>
            <a:xfrm>
              <a:off x="8536400" y="4484900"/>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59" name="Google Shape;3259;p137"/>
            <p:cNvGrpSpPr/>
            <p:nvPr/>
          </p:nvGrpSpPr>
          <p:grpSpPr>
            <a:xfrm>
              <a:off x="7801920" y="4868038"/>
              <a:ext cx="105457" cy="105457"/>
              <a:chOff x="7812545" y="194375"/>
              <a:chExt cx="105457" cy="105457"/>
            </a:xfrm>
          </p:grpSpPr>
          <p:sp>
            <p:nvSpPr>
              <p:cNvPr id="3260" name="Google Shape;3260;p137"/>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1" name="Google Shape;3261;p137"/>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2" name="Google Shape;3262;p137"/>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3" name="Google Shape;3263;p137"/>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264" name="Google Shape;3264;p137"/>
            <p:cNvSpPr/>
            <p:nvPr/>
          </p:nvSpPr>
          <p:spPr>
            <a:xfrm>
              <a:off x="6725000" y="4762662"/>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BLANK_17">
    <p:spTree>
      <p:nvGrpSpPr>
        <p:cNvPr id="3265" name="Shape 3265"/>
        <p:cNvGrpSpPr/>
        <p:nvPr/>
      </p:nvGrpSpPr>
      <p:grpSpPr>
        <a:xfrm>
          <a:off x="0" y="0"/>
          <a:ext cx="0" cy="0"/>
          <a:chOff x="0" y="0"/>
          <a:chExt cx="0" cy="0"/>
        </a:xfrm>
      </p:grpSpPr>
      <p:sp>
        <p:nvSpPr>
          <p:cNvPr id="3266" name="Google Shape;3266;p13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3267" name="Google Shape;3267;p138"/>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268" name="Google Shape;3268;p138"/>
          <p:cNvSpPr txBox="1"/>
          <p:nvPr>
            <p:ph idx="2" type="title"/>
          </p:nvPr>
        </p:nvSpPr>
        <p:spPr>
          <a:xfrm>
            <a:off x="1850175" y="1419750"/>
            <a:ext cx="3249300" cy="3936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sz="2000">
                <a:solidFill>
                  <a:schemeClr val="accent2"/>
                </a:solidFill>
              </a:defRPr>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sp>
        <p:nvSpPr>
          <p:cNvPr id="3269" name="Google Shape;3269;p138"/>
          <p:cNvSpPr txBox="1"/>
          <p:nvPr>
            <p:ph idx="1" type="subTitle"/>
          </p:nvPr>
        </p:nvSpPr>
        <p:spPr>
          <a:xfrm>
            <a:off x="1853883" y="1813350"/>
            <a:ext cx="3249300" cy="4680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270" name="Google Shape;3270;p138"/>
          <p:cNvSpPr txBox="1"/>
          <p:nvPr>
            <p:ph hasCustomPrompt="1" idx="3" type="title"/>
          </p:nvPr>
        </p:nvSpPr>
        <p:spPr>
          <a:xfrm>
            <a:off x="851618" y="1586400"/>
            <a:ext cx="792600" cy="528300"/>
          </a:xfrm>
          <a:prstGeom prst="rect">
            <a:avLst/>
          </a:prstGeom>
        </p:spPr>
        <p:txBody>
          <a:bodyPr anchorCtr="0" anchor="ctr" bIns="91425" lIns="91425" spcFirstLastPara="1" rIns="91425" wrap="square" tIns="91425">
            <a:noAutofit/>
          </a:bodyPr>
          <a:lstStyle>
            <a:lvl1pPr lvl="0" algn="r">
              <a:spcBef>
                <a:spcPts val="0"/>
              </a:spcBef>
              <a:spcAft>
                <a:spcPts val="0"/>
              </a:spcAft>
              <a:buSzPts val="3000"/>
              <a:buNone/>
              <a:defRPr sz="3000">
                <a:solidFill>
                  <a:schemeClr val="accent2"/>
                </a:solidFill>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sp>
        <p:nvSpPr>
          <p:cNvPr id="3271" name="Google Shape;3271;p138"/>
          <p:cNvSpPr txBox="1"/>
          <p:nvPr>
            <p:ph idx="4" type="title"/>
          </p:nvPr>
        </p:nvSpPr>
        <p:spPr>
          <a:xfrm>
            <a:off x="1850175" y="2503025"/>
            <a:ext cx="3249300" cy="3936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sz="2000">
                <a:solidFill>
                  <a:schemeClr val="accent2"/>
                </a:solidFill>
              </a:defRPr>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sp>
        <p:nvSpPr>
          <p:cNvPr id="3272" name="Google Shape;3272;p138"/>
          <p:cNvSpPr txBox="1"/>
          <p:nvPr>
            <p:ph idx="5" type="subTitle"/>
          </p:nvPr>
        </p:nvSpPr>
        <p:spPr>
          <a:xfrm>
            <a:off x="1853883" y="2896625"/>
            <a:ext cx="3249300" cy="4680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273" name="Google Shape;3273;p138"/>
          <p:cNvSpPr txBox="1"/>
          <p:nvPr>
            <p:ph hasCustomPrompt="1" idx="6" type="title"/>
          </p:nvPr>
        </p:nvSpPr>
        <p:spPr>
          <a:xfrm>
            <a:off x="851618" y="2669675"/>
            <a:ext cx="792600" cy="528300"/>
          </a:xfrm>
          <a:prstGeom prst="rect">
            <a:avLst/>
          </a:prstGeom>
        </p:spPr>
        <p:txBody>
          <a:bodyPr anchorCtr="0" anchor="ctr" bIns="91425" lIns="91425" spcFirstLastPara="1" rIns="91425" wrap="square" tIns="91425">
            <a:noAutofit/>
          </a:bodyPr>
          <a:lstStyle>
            <a:lvl1pPr lvl="0" algn="r">
              <a:spcBef>
                <a:spcPts val="0"/>
              </a:spcBef>
              <a:spcAft>
                <a:spcPts val="0"/>
              </a:spcAft>
              <a:buSzPts val="3000"/>
              <a:buNone/>
              <a:defRPr sz="3000">
                <a:solidFill>
                  <a:schemeClr val="accent2"/>
                </a:solidFill>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sp>
        <p:nvSpPr>
          <p:cNvPr id="3274" name="Google Shape;3274;p138"/>
          <p:cNvSpPr txBox="1"/>
          <p:nvPr>
            <p:ph idx="7" type="title"/>
          </p:nvPr>
        </p:nvSpPr>
        <p:spPr>
          <a:xfrm>
            <a:off x="1850175" y="3586300"/>
            <a:ext cx="3249300" cy="3936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sz="2000">
                <a:solidFill>
                  <a:schemeClr val="accent2"/>
                </a:solidFill>
              </a:defRPr>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sp>
        <p:nvSpPr>
          <p:cNvPr id="3275" name="Google Shape;3275;p138"/>
          <p:cNvSpPr txBox="1"/>
          <p:nvPr>
            <p:ph idx="8" type="subTitle"/>
          </p:nvPr>
        </p:nvSpPr>
        <p:spPr>
          <a:xfrm>
            <a:off x="1853883" y="3979900"/>
            <a:ext cx="3249300" cy="4680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276" name="Google Shape;3276;p138"/>
          <p:cNvSpPr txBox="1"/>
          <p:nvPr>
            <p:ph hasCustomPrompt="1" idx="9" type="title"/>
          </p:nvPr>
        </p:nvSpPr>
        <p:spPr>
          <a:xfrm>
            <a:off x="851618" y="3752950"/>
            <a:ext cx="792600" cy="528300"/>
          </a:xfrm>
          <a:prstGeom prst="rect">
            <a:avLst/>
          </a:prstGeom>
        </p:spPr>
        <p:txBody>
          <a:bodyPr anchorCtr="0" anchor="ctr" bIns="91425" lIns="91425" spcFirstLastPara="1" rIns="91425" wrap="square" tIns="91425">
            <a:noAutofit/>
          </a:bodyPr>
          <a:lstStyle>
            <a:lvl1pPr lvl="0" algn="r">
              <a:spcBef>
                <a:spcPts val="0"/>
              </a:spcBef>
              <a:spcAft>
                <a:spcPts val="0"/>
              </a:spcAft>
              <a:buSzPts val="3000"/>
              <a:buNone/>
              <a:defRPr sz="3000">
                <a:solidFill>
                  <a:schemeClr val="accent2"/>
                </a:solidFill>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grpSp>
        <p:nvGrpSpPr>
          <p:cNvPr id="3277" name="Google Shape;3277;p138"/>
          <p:cNvGrpSpPr/>
          <p:nvPr/>
        </p:nvGrpSpPr>
        <p:grpSpPr>
          <a:xfrm>
            <a:off x="8195401" y="151622"/>
            <a:ext cx="609155" cy="610375"/>
            <a:chOff x="8195401" y="151622"/>
            <a:chExt cx="609155" cy="610375"/>
          </a:xfrm>
        </p:grpSpPr>
        <p:sp>
          <p:nvSpPr>
            <p:cNvPr id="3278" name="Google Shape;3278;p138"/>
            <p:cNvSpPr/>
            <p:nvPr/>
          </p:nvSpPr>
          <p:spPr>
            <a:xfrm>
              <a:off x="8195401" y="192608"/>
              <a:ext cx="93231" cy="93173"/>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79" name="Google Shape;3279;p138"/>
            <p:cNvGrpSpPr/>
            <p:nvPr/>
          </p:nvGrpSpPr>
          <p:grpSpPr>
            <a:xfrm>
              <a:off x="8711321" y="151622"/>
              <a:ext cx="93234" cy="93234"/>
              <a:chOff x="7812545" y="194375"/>
              <a:chExt cx="105457" cy="105457"/>
            </a:xfrm>
          </p:grpSpPr>
          <p:sp>
            <p:nvSpPr>
              <p:cNvPr id="3280" name="Google Shape;3280;p138"/>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1" name="Google Shape;3281;p138"/>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2" name="Google Shape;3282;p138"/>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3" name="Google Shape;3283;p138"/>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284" name="Google Shape;3284;p138"/>
            <p:cNvSpPr/>
            <p:nvPr/>
          </p:nvSpPr>
          <p:spPr>
            <a:xfrm>
              <a:off x="8670497" y="628022"/>
              <a:ext cx="134050" cy="133976"/>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85" name="Google Shape;3285;p138"/>
          <p:cNvGrpSpPr/>
          <p:nvPr/>
        </p:nvGrpSpPr>
        <p:grpSpPr>
          <a:xfrm>
            <a:off x="172645" y="4524332"/>
            <a:ext cx="552132" cy="431244"/>
            <a:chOff x="172645" y="4524332"/>
            <a:chExt cx="552132" cy="431244"/>
          </a:xfrm>
        </p:grpSpPr>
        <p:sp>
          <p:nvSpPr>
            <p:cNvPr id="3286" name="Google Shape;3286;p138"/>
            <p:cNvSpPr/>
            <p:nvPr/>
          </p:nvSpPr>
          <p:spPr>
            <a:xfrm flipH="1" rot="10800000">
              <a:off x="646826" y="487762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3287" name="Google Shape;3287;p138"/>
            <p:cNvGrpSpPr/>
            <p:nvPr/>
          </p:nvGrpSpPr>
          <p:grpSpPr>
            <a:xfrm flipH="1" rot="10800000">
              <a:off x="172645" y="4524332"/>
              <a:ext cx="105457" cy="105457"/>
              <a:chOff x="7812545" y="194375"/>
              <a:chExt cx="105457" cy="105457"/>
            </a:xfrm>
          </p:grpSpPr>
          <p:sp>
            <p:nvSpPr>
              <p:cNvPr id="3288" name="Google Shape;3288;p138"/>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9" name="Google Shape;3289;p138"/>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0" name="Google Shape;3290;p138"/>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1" name="Google Shape;3291;p138"/>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292" name="Google Shape;3292;p138"/>
          <p:cNvGrpSpPr/>
          <p:nvPr/>
        </p:nvGrpSpPr>
        <p:grpSpPr>
          <a:xfrm>
            <a:off x="198551" y="248100"/>
            <a:ext cx="340151" cy="550476"/>
            <a:chOff x="198551" y="248100"/>
            <a:chExt cx="340151" cy="550476"/>
          </a:xfrm>
        </p:grpSpPr>
        <p:sp>
          <p:nvSpPr>
            <p:cNvPr id="3293" name="Google Shape;3293;p138"/>
            <p:cNvSpPr/>
            <p:nvPr/>
          </p:nvSpPr>
          <p:spPr>
            <a:xfrm>
              <a:off x="198551" y="72062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3294" name="Google Shape;3294;p138"/>
            <p:cNvGrpSpPr/>
            <p:nvPr/>
          </p:nvGrpSpPr>
          <p:grpSpPr>
            <a:xfrm>
              <a:off x="433245" y="248100"/>
              <a:ext cx="105457" cy="105457"/>
              <a:chOff x="7812545" y="194375"/>
              <a:chExt cx="105457" cy="105457"/>
            </a:xfrm>
          </p:grpSpPr>
          <p:sp>
            <p:nvSpPr>
              <p:cNvPr id="3295" name="Google Shape;3295;p138"/>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6" name="Google Shape;3296;p138"/>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7" name="Google Shape;3297;p138"/>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8" name="Google Shape;3298;p138"/>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299" name="Google Shape;3299;p138"/>
          <p:cNvSpPr/>
          <p:nvPr/>
        </p:nvSpPr>
        <p:spPr>
          <a:xfrm rot="-2505920">
            <a:off x="8402181" y="4360827"/>
            <a:ext cx="1232310" cy="1091056"/>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2">
  <p:cSld name="BLANK_24">
    <p:spTree>
      <p:nvGrpSpPr>
        <p:cNvPr id="3300" name="Shape 3300"/>
        <p:cNvGrpSpPr/>
        <p:nvPr/>
      </p:nvGrpSpPr>
      <p:grpSpPr>
        <a:xfrm>
          <a:off x="0" y="0"/>
          <a:ext cx="0" cy="0"/>
          <a:chOff x="0" y="0"/>
          <a:chExt cx="0" cy="0"/>
        </a:xfrm>
      </p:grpSpPr>
      <p:sp>
        <p:nvSpPr>
          <p:cNvPr id="3301" name="Google Shape;3301;p13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3302" name="Google Shape;3302;p139"/>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303" name="Google Shape;3303;p139"/>
          <p:cNvSpPr txBox="1"/>
          <p:nvPr>
            <p:ph idx="2" type="title"/>
          </p:nvPr>
        </p:nvSpPr>
        <p:spPr>
          <a:xfrm>
            <a:off x="4641675" y="1480725"/>
            <a:ext cx="3812100" cy="3936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sz="2000">
                <a:solidFill>
                  <a:schemeClr val="accent2"/>
                </a:solidFill>
              </a:defRPr>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sp>
        <p:nvSpPr>
          <p:cNvPr id="3304" name="Google Shape;3304;p139"/>
          <p:cNvSpPr txBox="1"/>
          <p:nvPr>
            <p:ph idx="1" type="subTitle"/>
          </p:nvPr>
        </p:nvSpPr>
        <p:spPr>
          <a:xfrm>
            <a:off x="4646025" y="1874325"/>
            <a:ext cx="3812100" cy="4680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305" name="Google Shape;3305;p139"/>
          <p:cNvSpPr txBox="1"/>
          <p:nvPr>
            <p:ph idx="3" type="title"/>
          </p:nvPr>
        </p:nvSpPr>
        <p:spPr>
          <a:xfrm>
            <a:off x="4641675" y="2564000"/>
            <a:ext cx="3812100" cy="3936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sz="2000">
                <a:solidFill>
                  <a:schemeClr val="accent2"/>
                </a:solidFill>
              </a:defRPr>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sp>
        <p:nvSpPr>
          <p:cNvPr id="3306" name="Google Shape;3306;p139"/>
          <p:cNvSpPr txBox="1"/>
          <p:nvPr>
            <p:ph idx="4" type="subTitle"/>
          </p:nvPr>
        </p:nvSpPr>
        <p:spPr>
          <a:xfrm>
            <a:off x="4646025" y="2957600"/>
            <a:ext cx="3812100" cy="4680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307" name="Google Shape;3307;p139"/>
          <p:cNvSpPr txBox="1"/>
          <p:nvPr>
            <p:ph idx="5" type="title"/>
          </p:nvPr>
        </p:nvSpPr>
        <p:spPr>
          <a:xfrm>
            <a:off x="4641675" y="3647275"/>
            <a:ext cx="3812100" cy="3936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sz="2000">
                <a:solidFill>
                  <a:schemeClr val="accent2"/>
                </a:solidFill>
              </a:defRPr>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sp>
        <p:nvSpPr>
          <p:cNvPr id="3308" name="Google Shape;3308;p139"/>
          <p:cNvSpPr txBox="1"/>
          <p:nvPr>
            <p:ph idx="6" type="subTitle"/>
          </p:nvPr>
        </p:nvSpPr>
        <p:spPr>
          <a:xfrm>
            <a:off x="4646025" y="4040875"/>
            <a:ext cx="3812100" cy="4680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309" name="Google Shape;3309;p139"/>
          <p:cNvSpPr/>
          <p:nvPr/>
        </p:nvSpPr>
        <p:spPr>
          <a:xfrm>
            <a:off x="-615151" y="1413475"/>
            <a:ext cx="4960669" cy="4038065"/>
          </a:xfrm>
          <a:custGeom>
            <a:rect b="b" l="l" r="r" t="t"/>
            <a:pathLst>
              <a:path extrusionOk="0" h="48924" w="60102">
                <a:moveTo>
                  <a:pt x="31550" y="1"/>
                </a:moveTo>
                <a:cubicBezTo>
                  <a:pt x="28688" y="1"/>
                  <a:pt x="25391" y="541"/>
                  <a:pt x="22089" y="2238"/>
                </a:cubicBezTo>
                <a:cubicBezTo>
                  <a:pt x="12977" y="6900"/>
                  <a:pt x="8196" y="17230"/>
                  <a:pt x="4091" y="25485"/>
                </a:cubicBezTo>
                <a:cubicBezTo>
                  <a:pt x="1" y="33725"/>
                  <a:pt x="2016" y="42612"/>
                  <a:pt x="8767" y="47123"/>
                </a:cubicBezTo>
                <a:cubicBezTo>
                  <a:pt x="10764" y="48461"/>
                  <a:pt x="12590" y="48924"/>
                  <a:pt x="14421" y="48924"/>
                </a:cubicBezTo>
                <a:cubicBezTo>
                  <a:pt x="18514" y="48924"/>
                  <a:pt x="22630" y="46611"/>
                  <a:pt x="28730" y="46611"/>
                </a:cubicBezTo>
                <a:cubicBezTo>
                  <a:pt x="29125" y="46611"/>
                  <a:pt x="29527" y="46621"/>
                  <a:pt x="29939" y="46641"/>
                </a:cubicBezTo>
                <a:cubicBezTo>
                  <a:pt x="34134" y="46851"/>
                  <a:pt x="36984" y="47278"/>
                  <a:pt x="39535" y="47278"/>
                </a:cubicBezTo>
                <a:cubicBezTo>
                  <a:pt x="42835" y="47278"/>
                  <a:pt x="45637" y="46563"/>
                  <a:pt x="50208" y="43739"/>
                </a:cubicBezTo>
                <a:cubicBezTo>
                  <a:pt x="58328" y="38732"/>
                  <a:pt x="60102" y="25500"/>
                  <a:pt x="54042" y="15140"/>
                </a:cubicBezTo>
                <a:cubicBezTo>
                  <a:pt x="47997" y="4779"/>
                  <a:pt x="40254" y="1667"/>
                  <a:pt x="40254" y="1667"/>
                </a:cubicBezTo>
                <a:cubicBezTo>
                  <a:pt x="40254" y="1667"/>
                  <a:pt x="36573" y="1"/>
                  <a:pt x="31550"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10" name="Google Shape;3310;p139"/>
          <p:cNvGrpSpPr/>
          <p:nvPr/>
        </p:nvGrpSpPr>
        <p:grpSpPr>
          <a:xfrm rot="5400000">
            <a:off x="8326001" y="4395047"/>
            <a:ext cx="609155" cy="610375"/>
            <a:chOff x="8195401" y="151622"/>
            <a:chExt cx="609155" cy="610375"/>
          </a:xfrm>
        </p:grpSpPr>
        <p:sp>
          <p:nvSpPr>
            <p:cNvPr id="3311" name="Google Shape;3311;p139"/>
            <p:cNvSpPr/>
            <p:nvPr/>
          </p:nvSpPr>
          <p:spPr>
            <a:xfrm>
              <a:off x="8195401" y="192608"/>
              <a:ext cx="93231" cy="93173"/>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12" name="Google Shape;3312;p139"/>
            <p:cNvGrpSpPr/>
            <p:nvPr/>
          </p:nvGrpSpPr>
          <p:grpSpPr>
            <a:xfrm>
              <a:off x="8711321" y="151622"/>
              <a:ext cx="93234" cy="93234"/>
              <a:chOff x="7812545" y="194375"/>
              <a:chExt cx="105457" cy="105457"/>
            </a:xfrm>
          </p:grpSpPr>
          <p:sp>
            <p:nvSpPr>
              <p:cNvPr id="3313" name="Google Shape;3313;p139"/>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4" name="Google Shape;3314;p139"/>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5" name="Google Shape;3315;p139"/>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6" name="Google Shape;3316;p139"/>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17" name="Google Shape;3317;p139"/>
            <p:cNvSpPr/>
            <p:nvPr/>
          </p:nvSpPr>
          <p:spPr>
            <a:xfrm>
              <a:off x="8670497" y="628022"/>
              <a:ext cx="134050" cy="133976"/>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18" name="Google Shape;3318;p139"/>
          <p:cNvGrpSpPr/>
          <p:nvPr/>
        </p:nvGrpSpPr>
        <p:grpSpPr>
          <a:xfrm>
            <a:off x="242101" y="187150"/>
            <a:ext cx="340151" cy="550476"/>
            <a:chOff x="198551" y="248100"/>
            <a:chExt cx="340151" cy="550476"/>
          </a:xfrm>
        </p:grpSpPr>
        <p:sp>
          <p:nvSpPr>
            <p:cNvPr id="3319" name="Google Shape;3319;p139"/>
            <p:cNvSpPr/>
            <p:nvPr/>
          </p:nvSpPr>
          <p:spPr>
            <a:xfrm>
              <a:off x="198551" y="72062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3320" name="Google Shape;3320;p139"/>
            <p:cNvGrpSpPr/>
            <p:nvPr/>
          </p:nvGrpSpPr>
          <p:grpSpPr>
            <a:xfrm>
              <a:off x="433245" y="248100"/>
              <a:ext cx="105457" cy="105457"/>
              <a:chOff x="7812545" y="194375"/>
              <a:chExt cx="105457" cy="105457"/>
            </a:xfrm>
          </p:grpSpPr>
          <p:sp>
            <p:nvSpPr>
              <p:cNvPr id="3321" name="Google Shape;3321;p139"/>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2" name="Google Shape;3322;p139"/>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3" name="Google Shape;3323;p139"/>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4" name="Google Shape;3324;p139"/>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325" name="Google Shape;3325;p139"/>
          <p:cNvGrpSpPr/>
          <p:nvPr/>
        </p:nvGrpSpPr>
        <p:grpSpPr>
          <a:xfrm>
            <a:off x="-842823" y="3927658"/>
            <a:ext cx="2382475" cy="2041993"/>
            <a:chOff x="-842823" y="3927658"/>
            <a:chExt cx="2382475" cy="2041993"/>
          </a:xfrm>
        </p:grpSpPr>
        <p:sp>
          <p:nvSpPr>
            <p:cNvPr id="3326" name="Google Shape;3326;p139"/>
            <p:cNvSpPr/>
            <p:nvPr/>
          </p:nvSpPr>
          <p:spPr>
            <a:xfrm rot="-2505897">
              <a:off x="-584499" y="4267169"/>
              <a:ext cx="1539427" cy="1362970"/>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7" name="Google Shape;3327;p139"/>
            <p:cNvSpPr/>
            <p:nvPr/>
          </p:nvSpPr>
          <p:spPr>
            <a:xfrm>
              <a:off x="1461701" y="4822437"/>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3328" name="Google Shape;3328;p139"/>
            <p:cNvGrpSpPr/>
            <p:nvPr/>
          </p:nvGrpSpPr>
          <p:grpSpPr>
            <a:xfrm>
              <a:off x="1029945" y="4290188"/>
              <a:ext cx="105457" cy="105457"/>
              <a:chOff x="7812545" y="194375"/>
              <a:chExt cx="105457" cy="105457"/>
            </a:xfrm>
          </p:grpSpPr>
          <p:sp>
            <p:nvSpPr>
              <p:cNvPr id="3329" name="Google Shape;3329;p139"/>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0" name="Google Shape;3330;p139"/>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1" name="Google Shape;3331;p139"/>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2" name="Google Shape;3332;p139"/>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333" name="Google Shape;3333;p139"/>
          <p:cNvGrpSpPr/>
          <p:nvPr/>
        </p:nvGrpSpPr>
        <p:grpSpPr>
          <a:xfrm>
            <a:off x="7208520" y="-639702"/>
            <a:ext cx="2388459" cy="1634614"/>
            <a:chOff x="7208520" y="-639702"/>
            <a:chExt cx="2388459" cy="1634614"/>
          </a:xfrm>
        </p:grpSpPr>
        <p:sp>
          <p:nvSpPr>
            <p:cNvPr id="3334" name="Google Shape;3334;p139"/>
            <p:cNvSpPr/>
            <p:nvPr/>
          </p:nvSpPr>
          <p:spPr>
            <a:xfrm rot="-2505920">
              <a:off x="8157881" y="-367923"/>
              <a:ext cx="1232310" cy="1091056"/>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5" name="Google Shape;3335;p139"/>
            <p:cNvSpPr/>
            <p:nvPr/>
          </p:nvSpPr>
          <p:spPr>
            <a:xfrm>
              <a:off x="8175601" y="78677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3336" name="Google Shape;3336;p139"/>
            <p:cNvGrpSpPr/>
            <p:nvPr/>
          </p:nvGrpSpPr>
          <p:grpSpPr>
            <a:xfrm>
              <a:off x="7208520" y="178550"/>
              <a:ext cx="105457" cy="105457"/>
              <a:chOff x="7812545" y="194375"/>
              <a:chExt cx="105457" cy="105457"/>
            </a:xfrm>
          </p:grpSpPr>
          <p:sp>
            <p:nvSpPr>
              <p:cNvPr id="3337" name="Google Shape;3337;p139"/>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8" name="Google Shape;3338;p139"/>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9" name="Google Shape;3339;p139"/>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0" name="Google Shape;3340;p139"/>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5">
    <p:spTree>
      <p:nvGrpSpPr>
        <p:cNvPr id="3341" name="Shape 3341"/>
        <p:cNvGrpSpPr/>
        <p:nvPr/>
      </p:nvGrpSpPr>
      <p:grpSpPr>
        <a:xfrm>
          <a:off x="0" y="0"/>
          <a:ext cx="0" cy="0"/>
          <a:chOff x="0" y="0"/>
          <a:chExt cx="0" cy="0"/>
        </a:xfrm>
      </p:grpSpPr>
      <p:sp>
        <p:nvSpPr>
          <p:cNvPr id="3342" name="Google Shape;3342;p14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3343" name="Google Shape;3343;p140"/>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344" name="Google Shape;3344;p140"/>
          <p:cNvSpPr txBox="1"/>
          <p:nvPr>
            <p:ph idx="1" type="subTitle"/>
          </p:nvPr>
        </p:nvSpPr>
        <p:spPr>
          <a:xfrm>
            <a:off x="694600" y="2141050"/>
            <a:ext cx="1987800" cy="6741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3345" name="Google Shape;3345;p140"/>
          <p:cNvSpPr txBox="1"/>
          <p:nvPr>
            <p:ph idx="2" type="subTitle"/>
          </p:nvPr>
        </p:nvSpPr>
        <p:spPr>
          <a:xfrm>
            <a:off x="694600" y="1677500"/>
            <a:ext cx="1987800" cy="393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sp>
        <p:nvSpPr>
          <p:cNvPr id="3346" name="Google Shape;3346;p140"/>
          <p:cNvSpPr txBox="1"/>
          <p:nvPr>
            <p:ph idx="3" type="subTitle"/>
          </p:nvPr>
        </p:nvSpPr>
        <p:spPr>
          <a:xfrm>
            <a:off x="694600" y="3635925"/>
            <a:ext cx="1987800" cy="6741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3347" name="Google Shape;3347;p140"/>
          <p:cNvSpPr txBox="1"/>
          <p:nvPr>
            <p:ph idx="4" type="subTitle"/>
          </p:nvPr>
        </p:nvSpPr>
        <p:spPr>
          <a:xfrm>
            <a:off x="694600" y="3172375"/>
            <a:ext cx="1987800" cy="393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sp>
        <p:nvSpPr>
          <p:cNvPr id="3348" name="Google Shape;3348;p140"/>
          <p:cNvSpPr txBox="1"/>
          <p:nvPr>
            <p:ph idx="5" type="subTitle"/>
          </p:nvPr>
        </p:nvSpPr>
        <p:spPr>
          <a:xfrm>
            <a:off x="3022700" y="2141050"/>
            <a:ext cx="1987800" cy="6741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3349" name="Google Shape;3349;p140"/>
          <p:cNvSpPr txBox="1"/>
          <p:nvPr>
            <p:ph idx="6" type="subTitle"/>
          </p:nvPr>
        </p:nvSpPr>
        <p:spPr>
          <a:xfrm>
            <a:off x="3022700" y="1677500"/>
            <a:ext cx="1987800" cy="393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sp>
        <p:nvSpPr>
          <p:cNvPr id="3350" name="Google Shape;3350;p140"/>
          <p:cNvSpPr txBox="1"/>
          <p:nvPr>
            <p:ph idx="7" type="subTitle"/>
          </p:nvPr>
        </p:nvSpPr>
        <p:spPr>
          <a:xfrm>
            <a:off x="3022700" y="3635925"/>
            <a:ext cx="1987800" cy="6741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3351" name="Google Shape;3351;p140"/>
          <p:cNvSpPr txBox="1"/>
          <p:nvPr>
            <p:ph idx="8" type="subTitle"/>
          </p:nvPr>
        </p:nvSpPr>
        <p:spPr>
          <a:xfrm>
            <a:off x="3022700" y="3172375"/>
            <a:ext cx="1987800" cy="393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grpSp>
        <p:nvGrpSpPr>
          <p:cNvPr id="3352" name="Google Shape;3352;p140"/>
          <p:cNvGrpSpPr/>
          <p:nvPr/>
        </p:nvGrpSpPr>
        <p:grpSpPr>
          <a:xfrm>
            <a:off x="-1260750" y="4247400"/>
            <a:ext cx="2224933" cy="1789104"/>
            <a:chOff x="-1260750" y="4247400"/>
            <a:chExt cx="2224933" cy="1789104"/>
          </a:xfrm>
        </p:grpSpPr>
        <p:sp>
          <p:nvSpPr>
            <p:cNvPr id="3353" name="Google Shape;3353;p140"/>
            <p:cNvSpPr/>
            <p:nvPr/>
          </p:nvSpPr>
          <p:spPr>
            <a:xfrm flipH="1">
              <a:off x="-1260750" y="4247400"/>
              <a:ext cx="2224933" cy="1789104"/>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4" name="Google Shape;3354;p140"/>
            <p:cNvSpPr/>
            <p:nvPr/>
          </p:nvSpPr>
          <p:spPr>
            <a:xfrm>
              <a:off x="-708950" y="4596438"/>
              <a:ext cx="1232275" cy="1091025"/>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55" name="Google Shape;3355;p140"/>
          <p:cNvGrpSpPr/>
          <p:nvPr/>
        </p:nvGrpSpPr>
        <p:grpSpPr>
          <a:xfrm>
            <a:off x="274663" y="183250"/>
            <a:ext cx="463864" cy="572939"/>
            <a:chOff x="274663" y="183250"/>
            <a:chExt cx="463864" cy="572939"/>
          </a:xfrm>
        </p:grpSpPr>
        <p:grpSp>
          <p:nvGrpSpPr>
            <p:cNvPr id="3356" name="Google Shape;3356;p140"/>
            <p:cNvGrpSpPr/>
            <p:nvPr/>
          </p:nvGrpSpPr>
          <p:grpSpPr>
            <a:xfrm>
              <a:off x="633070" y="183250"/>
              <a:ext cx="105457" cy="105457"/>
              <a:chOff x="7812545" y="194375"/>
              <a:chExt cx="105457" cy="105457"/>
            </a:xfrm>
          </p:grpSpPr>
          <p:sp>
            <p:nvSpPr>
              <p:cNvPr id="3357" name="Google Shape;3357;p140"/>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8" name="Google Shape;3358;p140"/>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9" name="Google Shape;3359;p140"/>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0" name="Google Shape;3360;p140"/>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61" name="Google Shape;3361;p140"/>
            <p:cNvSpPr/>
            <p:nvPr/>
          </p:nvSpPr>
          <p:spPr>
            <a:xfrm>
              <a:off x="274663" y="650800"/>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62" name="Google Shape;3362;p140"/>
          <p:cNvGrpSpPr/>
          <p:nvPr/>
        </p:nvGrpSpPr>
        <p:grpSpPr>
          <a:xfrm>
            <a:off x="8458201" y="174775"/>
            <a:ext cx="450001" cy="729257"/>
            <a:chOff x="8458201" y="174775"/>
            <a:chExt cx="450001" cy="729257"/>
          </a:xfrm>
        </p:grpSpPr>
        <p:sp>
          <p:nvSpPr>
            <p:cNvPr id="3363" name="Google Shape;3363;p140"/>
            <p:cNvSpPr/>
            <p:nvPr/>
          </p:nvSpPr>
          <p:spPr>
            <a:xfrm>
              <a:off x="8458201" y="17477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3364" name="Google Shape;3364;p140"/>
            <p:cNvGrpSpPr/>
            <p:nvPr/>
          </p:nvGrpSpPr>
          <p:grpSpPr>
            <a:xfrm>
              <a:off x="8802745" y="798575"/>
              <a:ext cx="105457" cy="105457"/>
              <a:chOff x="7812545" y="194375"/>
              <a:chExt cx="105457" cy="105457"/>
            </a:xfrm>
          </p:grpSpPr>
          <p:sp>
            <p:nvSpPr>
              <p:cNvPr id="3365" name="Google Shape;3365;p140"/>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6" name="Google Shape;3366;p140"/>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7" name="Google Shape;3367;p140"/>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8" name="Google Shape;3368;p140"/>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369" name="Google Shape;3369;p140"/>
          <p:cNvGrpSpPr/>
          <p:nvPr/>
        </p:nvGrpSpPr>
        <p:grpSpPr>
          <a:xfrm>
            <a:off x="4674326" y="4643998"/>
            <a:ext cx="1462601" cy="285801"/>
            <a:chOff x="4826726" y="4646175"/>
            <a:chExt cx="1462601" cy="285801"/>
          </a:xfrm>
        </p:grpSpPr>
        <p:sp>
          <p:nvSpPr>
            <p:cNvPr id="3370" name="Google Shape;3370;p140"/>
            <p:cNvSpPr/>
            <p:nvPr/>
          </p:nvSpPr>
          <p:spPr>
            <a:xfrm>
              <a:off x="4826726" y="485402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3371" name="Google Shape;3371;p140"/>
            <p:cNvGrpSpPr/>
            <p:nvPr/>
          </p:nvGrpSpPr>
          <p:grpSpPr>
            <a:xfrm>
              <a:off x="5519620" y="4646175"/>
              <a:ext cx="105457" cy="105457"/>
              <a:chOff x="7812545" y="194375"/>
              <a:chExt cx="105457" cy="105457"/>
            </a:xfrm>
          </p:grpSpPr>
          <p:sp>
            <p:nvSpPr>
              <p:cNvPr id="3372" name="Google Shape;3372;p140"/>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3" name="Google Shape;3373;p140"/>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4" name="Google Shape;3374;p140"/>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5" name="Google Shape;3375;p140"/>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76" name="Google Shape;3376;p140"/>
            <p:cNvSpPr/>
            <p:nvPr/>
          </p:nvSpPr>
          <p:spPr>
            <a:xfrm>
              <a:off x="6211376" y="485402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spTree>
  </p:cSld>
  <p:clrMapOvr>
    <a:masterClrMapping/>
  </p:clrMapOvr>
</p:sldLayout>
</file>

<file path=ppt/slideLayouts/slideLayout1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1">
  <p:cSld name="BLANK_16">
    <p:spTree>
      <p:nvGrpSpPr>
        <p:cNvPr id="3377" name="Shape 3377"/>
        <p:cNvGrpSpPr/>
        <p:nvPr/>
      </p:nvGrpSpPr>
      <p:grpSpPr>
        <a:xfrm>
          <a:off x="0" y="0"/>
          <a:ext cx="0" cy="0"/>
          <a:chOff x="0" y="0"/>
          <a:chExt cx="0" cy="0"/>
        </a:xfrm>
      </p:grpSpPr>
      <p:sp>
        <p:nvSpPr>
          <p:cNvPr id="3378" name="Google Shape;3378;p14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3379" name="Google Shape;3379;p141"/>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380" name="Google Shape;3380;p141"/>
          <p:cNvSpPr txBox="1"/>
          <p:nvPr>
            <p:ph idx="1" type="subTitle"/>
          </p:nvPr>
        </p:nvSpPr>
        <p:spPr>
          <a:xfrm>
            <a:off x="685800" y="2234667"/>
            <a:ext cx="2249100" cy="481500"/>
          </a:xfrm>
          <a:prstGeom prst="rect">
            <a:avLst/>
          </a:prstGeom>
        </p:spPr>
        <p:txBody>
          <a:bodyPr anchorCtr="0" anchor="ctr" bIns="91425" lIns="91425" spcFirstLastPara="1" rIns="91425" wrap="square" tIns="91425">
            <a:noAutofit/>
          </a:bodyPr>
          <a:lstStyle>
            <a:lvl1pPr lvl="0" algn="r">
              <a:lnSpc>
                <a:spcPct val="100000"/>
              </a:lnSpc>
              <a:spcBef>
                <a:spcPts val="0"/>
              </a:spcBef>
              <a:spcAft>
                <a:spcPts val="0"/>
              </a:spcAft>
              <a:buSzPts val="1400"/>
              <a:buNone/>
              <a:defRPr/>
            </a:lvl1pPr>
            <a:lvl2pPr lvl="1" algn="r">
              <a:lnSpc>
                <a:spcPct val="100000"/>
              </a:lnSpc>
              <a:spcBef>
                <a:spcPts val="0"/>
              </a:spcBef>
              <a:spcAft>
                <a:spcPts val="0"/>
              </a:spcAft>
              <a:buSzPts val="1400"/>
              <a:buNone/>
              <a:defRPr/>
            </a:lvl2pPr>
            <a:lvl3pPr lvl="2" algn="r">
              <a:lnSpc>
                <a:spcPct val="100000"/>
              </a:lnSpc>
              <a:spcBef>
                <a:spcPts val="0"/>
              </a:spcBef>
              <a:spcAft>
                <a:spcPts val="0"/>
              </a:spcAft>
              <a:buSzPts val="1400"/>
              <a:buNone/>
              <a:defRPr/>
            </a:lvl3pPr>
            <a:lvl4pPr lvl="3" algn="r">
              <a:lnSpc>
                <a:spcPct val="100000"/>
              </a:lnSpc>
              <a:spcBef>
                <a:spcPts val="0"/>
              </a:spcBef>
              <a:spcAft>
                <a:spcPts val="0"/>
              </a:spcAft>
              <a:buSzPts val="1400"/>
              <a:buNone/>
              <a:defRPr/>
            </a:lvl4pPr>
            <a:lvl5pPr lvl="4" algn="r">
              <a:lnSpc>
                <a:spcPct val="100000"/>
              </a:lnSpc>
              <a:spcBef>
                <a:spcPts val="0"/>
              </a:spcBef>
              <a:spcAft>
                <a:spcPts val="0"/>
              </a:spcAft>
              <a:buSzPts val="1400"/>
              <a:buNone/>
              <a:defRPr/>
            </a:lvl5pPr>
            <a:lvl6pPr lvl="5" algn="r">
              <a:lnSpc>
                <a:spcPct val="100000"/>
              </a:lnSpc>
              <a:spcBef>
                <a:spcPts val="0"/>
              </a:spcBef>
              <a:spcAft>
                <a:spcPts val="0"/>
              </a:spcAft>
              <a:buSzPts val="1400"/>
              <a:buNone/>
              <a:defRPr/>
            </a:lvl6pPr>
            <a:lvl7pPr lvl="6" algn="r">
              <a:lnSpc>
                <a:spcPct val="100000"/>
              </a:lnSpc>
              <a:spcBef>
                <a:spcPts val="0"/>
              </a:spcBef>
              <a:spcAft>
                <a:spcPts val="0"/>
              </a:spcAft>
              <a:buSzPts val="1400"/>
              <a:buNone/>
              <a:defRPr/>
            </a:lvl7pPr>
            <a:lvl8pPr lvl="7" algn="r">
              <a:lnSpc>
                <a:spcPct val="100000"/>
              </a:lnSpc>
              <a:spcBef>
                <a:spcPts val="0"/>
              </a:spcBef>
              <a:spcAft>
                <a:spcPts val="0"/>
              </a:spcAft>
              <a:buSzPts val="1400"/>
              <a:buNone/>
              <a:defRPr/>
            </a:lvl8pPr>
            <a:lvl9pPr lvl="8" algn="r">
              <a:lnSpc>
                <a:spcPct val="100000"/>
              </a:lnSpc>
              <a:spcBef>
                <a:spcPts val="0"/>
              </a:spcBef>
              <a:spcAft>
                <a:spcPts val="0"/>
              </a:spcAft>
              <a:buSzPts val="1400"/>
              <a:buNone/>
              <a:defRPr/>
            </a:lvl9pPr>
          </a:lstStyle>
          <a:p/>
        </p:txBody>
      </p:sp>
      <p:sp>
        <p:nvSpPr>
          <p:cNvPr id="3381" name="Google Shape;3381;p141"/>
          <p:cNvSpPr txBox="1"/>
          <p:nvPr>
            <p:ph idx="2" type="subTitle"/>
          </p:nvPr>
        </p:nvSpPr>
        <p:spPr>
          <a:xfrm>
            <a:off x="685800" y="1771117"/>
            <a:ext cx="2249100" cy="393600"/>
          </a:xfrm>
          <a:prstGeom prst="rect">
            <a:avLst/>
          </a:prstGeom>
        </p:spPr>
        <p:txBody>
          <a:bodyPr anchorCtr="0" anchor="ctr" bIns="91425" lIns="91425" spcFirstLastPara="1" rIns="91425" wrap="square" tIns="91425">
            <a:noAutofit/>
          </a:bodyPr>
          <a:lstStyle>
            <a:lvl1pPr lvl="0" algn="r">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sp>
        <p:nvSpPr>
          <p:cNvPr id="3382" name="Google Shape;3382;p141"/>
          <p:cNvSpPr txBox="1"/>
          <p:nvPr>
            <p:ph idx="3" type="subTitle"/>
          </p:nvPr>
        </p:nvSpPr>
        <p:spPr>
          <a:xfrm>
            <a:off x="685800" y="3577142"/>
            <a:ext cx="2249100" cy="481500"/>
          </a:xfrm>
          <a:prstGeom prst="rect">
            <a:avLst/>
          </a:prstGeom>
        </p:spPr>
        <p:txBody>
          <a:bodyPr anchorCtr="0" anchor="ctr" bIns="91425" lIns="91425" spcFirstLastPara="1" rIns="91425" wrap="square" tIns="91425">
            <a:noAutofit/>
          </a:bodyPr>
          <a:lstStyle>
            <a:lvl1pPr lvl="0" algn="r">
              <a:lnSpc>
                <a:spcPct val="100000"/>
              </a:lnSpc>
              <a:spcBef>
                <a:spcPts val="0"/>
              </a:spcBef>
              <a:spcAft>
                <a:spcPts val="0"/>
              </a:spcAft>
              <a:buSzPts val="1400"/>
              <a:buNone/>
              <a:defRPr/>
            </a:lvl1pPr>
            <a:lvl2pPr lvl="1" algn="r">
              <a:lnSpc>
                <a:spcPct val="100000"/>
              </a:lnSpc>
              <a:spcBef>
                <a:spcPts val="0"/>
              </a:spcBef>
              <a:spcAft>
                <a:spcPts val="0"/>
              </a:spcAft>
              <a:buSzPts val="1400"/>
              <a:buNone/>
              <a:defRPr/>
            </a:lvl2pPr>
            <a:lvl3pPr lvl="2" algn="r">
              <a:lnSpc>
                <a:spcPct val="100000"/>
              </a:lnSpc>
              <a:spcBef>
                <a:spcPts val="0"/>
              </a:spcBef>
              <a:spcAft>
                <a:spcPts val="0"/>
              </a:spcAft>
              <a:buSzPts val="1400"/>
              <a:buNone/>
              <a:defRPr/>
            </a:lvl3pPr>
            <a:lvl4pPr lvl="3" algn="r">
              <a:lnSpc>
                <a:spcPct val="100000"/>
              </a:lnSpc>
              <a:spcBef>
                <a:spcPts val="0"/>
              </a:spcBef>
              <a:spcAft>
                <a:spcPts val="0"/>
              </a:spcAft>
              <a:buSzPts val="1400"/>
              <a:buNone/>
              <a:defRPr/>
            </a:lvl4pPr>
            <a:lvl5pPr lvl="4" algn="r">
              <a:lnSpc>
                <a:spcPct val="100000"/>
              </a:lnSpc>
              <a:spcBef>
                <a:spcPts val="0"/>
              </a:spcBef>
              <a:spcAft>
                <a:spcPts val="0"/>
              </a:spcAft>
              <a:buSzPts val="1400"/>
              <a:buNone/>
              <a:defRPr/>
            </a:lvl5pPr>
            <a:lvl6pPr lvl="5" algn="r">
              <a:lnSpc>
                <a:spcPct val="100000"/>
              </a:lnSpc>
              <a:spcBef>
                <a:spcPts val="0"/>
              </a:spcBef>
              <a:spcAft>
                <a:spcPts val="0"/>
              </a:spcAft>
              <a:buSzPts val="1400"/>
              <a:buNone/>
              <a:defRPr/>
            </a:lvl6pPr>
            <a:lvl7pPr lvl="6" algn="r">
              <a:lnSpc>
                <a:spcPct val="100000"/>
              </a:lnSpc>
              <a:spcBef>
                <a:spcPts val="0"/>
              </a:spcBef>
              <a:spcAft>
                <a:spcPts val="0"/>
              </a:spcAft>
              <a:buSzPts val="1400"/>
              <a:buNone/>
              <a:defRPr/>
            </a:lvl7pPr>
            <a:lvl8pPr lvl="7" algn="r">
              <a:lnSpc>
                <a:spcPct val="100000"/>
              </a:lnSpc>
              <a:spcBef>
                <a:spcPts val="0"/>
              </a:spcBef>
              <a:spcAft>
                <a:spcPts val="0"/>
              </a:spcAft>
              <a:buSzPts val="1400"/>
              <a:buNone/>
              <a:defRPr/>
            </a:lvl8pPr>
            <a:lvl9pPr lvl="8" algn="r">
              <a:lnSpc>
                <a:spcPct val="100000"/>
              </a:lnSpc>
              <a:spcBef>
                <a:spcPts val="0"/>
              </a:spcBef>
              <a:spcAft>
                <a:spcPts val="0"/>
              </a:spcAft>
              <a:buSzPts val="1400"/>
              <a:buNone/>
              <a:defRPr/>
            </a:lvl9pPr>
          </a:lstStyle>
          <a:p/>
        </p:txBody>
      </p:sp>
      <p:sp>
        <p:nvSpPr>
          <p:cNvPr id="3383" name="Google Shape;3383;p141"/>
          <p:cNvSpPr txBox="1"/>
          <p:nvPr>
            <p:ph idx="4" type="subTitle"/>
          </p:nvPr>
        </p:nvSpPr>
        <p:spPr>
          <a:xfrm>
            <a:off x="685800" y="3113592"/>
            <a:ext cx="2249100" cy="393600"/>
          </a:xfrm>
          <a:prstGeom prst="rect">
            <a:avLst/>
          </a:prstGeom>
        </p:spPr>
        <p:txBody>
          <a:bodyPr anchorCtr="0" anchor="ctr" bIns="91425" lIns="91425" spcFirstLastPara="1" rIns="91425" wrap="square" tIns="91425">
            <a:noAutofit/>
          </a:bodyPr>
          <a:lstStyle>
            <a:lvl1pPr lvl="0" algn="r">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sp>
        <p:nvSpPr>
          <p:cNvPr id="3384" name="Google Shape;3384;p141"/>
          <p:cNvSpPr txBox="1"/>
          <p:nvPr>
            <p:ph idx="5" type="subTitle"/>
          </p:nvPr>
        </p:nvSpPr>
        <p:spPr>
          <a:xfrm>
            <a:off x="6209200" y="2234667"/>
            <a:ext cx="2249100" cy="4815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3385" name="Google Shape;3385;p141"/>
          <p:cNvSpPr txBox="1"/>
          <p:nvPr>
            <p:ph idx="6" type="subTitle"/>
          </p:nvPr>
        </p:nvSpPr>
        <p:spPr>
          <a:xfrm>
            <a:off x="6209200" y="1771117"/>
            <a:ext cx="2249100" cy="393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sp>
        <p:nvSpPr>
          <p:cNvPr id="3386" name="Google Shape;3386;p141"/>
          <p:cNvSpPr txBox="1"/>
          <p:nvPr>
            <p:ph idx="7" type="subTitle"/>
          </p:nvPr>
        </p:nvSpPr>
        <p:spPr>
          <a:xfrm>
            <a:off x="6209200" y="3577142"/>
            <a:ext cx="2249100" cy="4815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3387" name="Google Shape;3387;p141"/>
          <p:cNvSpPr txBox="1"/>
          <p:nvPr>
            <p:ph idx="8" type="subTitle"/>
          </p:nvPr>
        </p:nvSpPr>
        <p:spPr>
          <a:xfrm>
            <a:off x="6209200" y="3113592"/>
            <a:ext cx="2249100" cy="393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grpSp>
        <p:nvGrpSpPr>
          <p:cNvPr id="3388" name="Google Shape;3388;p141"/>
          <p:cNvGrpSpPr/>
          <p:nvPr/>
        </p:nvGrpSpPr>
        <p:grpSpPr>
          <a:xfrm flipH="1">
            <a:off x="450425" y="4456075"/>
            <a:ext cx="1916852" cy="488594"/>
            <a:chOff x="6725000" y="4484900"/>
            <a:chExt cx="1916852" cy="488594"/>
          </a:xfrm>
        </p:grpSpPr>
        <p:sp>
          <p:nvSpPr>
            <p:cNvPr id="3389" name="Google Shape;3389;p141"/>
            <p:cNvSpPr/>
            <p:nvPr/>
          </p:nvSpPr>
          <p:spPr>
            <a:xfrm>
              <a:off x="8536400" y="4484900"/>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90" name="Google Shape;3390;p141"/>
            <p:cNvGrpSpPr/>
            <p:nvPr/>
          </p:nvGrpSpPr>
          <p:grpSpPr>
            <a:xfrm>
              <a:off x="7801920" y="4868038"/>
              <a:ext cx="105457" cy="105457"/>
              <a:chOff x="7812545" y="194375"/>
              <a:chExt cx="105457" cy="105457"/>
            </a:xfrm>
          </p:grpSpPr>
          <p:sp>
            <p:nvSpPr>
              <p:cNvPr id="3391" name="Google Shape;3391;p141"/>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2" name="Google Shape;3392;p141"/>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3" name="Google Shape;3393;p141"/>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4" name="Google Shape;3394;p141"/>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95" name="Google Shape;3395;p141"/>
            <p:cNvSpPr/>
            <p:nvPr/>
          </p:nvSpPr>
          <p:spPr>
            <a:xfrm>
              <a:off x="6725000" y="4762662"/>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96" name="Google Shape;3396;p141"/>
          <p:cNvGrpSpPr/>
          <p:nvPr/>
        </p:nvGrpSpPr>
        <p:grpSpPr>
          <a:xfrm>
            <a:off x="8072151" y="199650"/>
            <a:ext cx="727201" cy="912457"/>
            <a:chOff x="8072151" y="199650"/>
            <a:chExt cx="727201" cy="912457"/>
          </a:xfrm>
        </p:grpSpPr>
        <p:sp>
          <p:nvSpPr>
            <p:cNvPr id="3397" name="Google Shape;3397;p141"/>
            <p:cNvSpPr/>
            <p:nvPr/>
          </p:nvSpPr>
          <p:spPr>
            <a:xfrm>
              <a:off x="8072151" y="199650"/>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3398" name="Google Shape;3398;p141"/>
            <p:cNvGrpSpPr/>
            <p:nvPr/>
          </p:nvGrpSpPr>
          <p:grpSpPr>
            <a:xfrm>
              <a:off x="8645970" y="1006650"/>
              <a:ext cx="105457" cy="105457"/>
              <a:chOff x="7812545" y="194375"/>
              <a:chExt cx="105457" cy="105457"/>
            </a:xfrm>
          </p:grpSpPr>
          <p:sp>
            <p:nvSpPr>
              <p:cNvPr id="3399" name="Google Shape;3399;p141"/>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0" name="Google Shape;3400;p141"/>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1" name="Google Shape;3401;p141"/>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2" name="Google Shape;3402;p141"/>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03" name="Google Shape;3403;p141"/>
            <p:cNvGrpSpPr/>
            <p:nvPr/>
          </p:nvGrpSpPr>
          <p:grpSpPr>
            <a:xfrm>
              <a:off x="8693895" y="342525"/>
              <a:ext cx="105457" cy="105457"/>
              <a:chOff x="7812545" y="194375"/>
              <a:chExt cx="105457" cy="105457"/>
            </a:xfrm>
          </p:grpSpPr>
          <p:sp>
            <p:nvSpPr>
              <p:cNvPr id="3404" name="Google Shape;3404;p141"/>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5" name="Google Shape;3405;p141"/>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6" name="Google Shape;3406;p141"/>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7" name="Google Shape;3407;p141"/>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408" name="Google Shape;3408;p141"/>
          <p:cNvGrpSpPr/>
          <p:nvPr/>
        </p:nvGrpSpPr>
        <p:grpSpPr>
          <a:xfrm>
            <a:off x="7924782" y="4282875"/>
            <a:ext cx="1763256" cy="1268320"/>
            <a:chOff x="7924782" y="4282875"/>
            <a:chExt cx="1763256" cy="1268320"/>
          </a:xfrm>
        </p:grpSpPr>
        <p:sp>
          <p:nvSpPr>
            <p:cNvPr id="3409" name="Google Shape;3409;p141"/>
            <p:cNvSpPr/>
            <p:nvPr/>
          </p:nvSpPr>
          <p:spPr>
            <a:xfrm flipH="1">
              <a:off x="7924782" y="4282875"/>
              <a:ext cx="1463593" cy="1176898"/>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rgbClr val="F0F0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0" name="Google Shape;3410;p141"/>
            <p:cNvSpPr/>
            <p:nvPr/>
          </p:nvSpPr>
          <p:spPr>
            <a:xfrm>
              <a:off x="8471361" y="4438924"/>
              <a:ext cx="1216677" cy="1112271"/>
            </a:xfrm>
            <a:custGeom>
              <a:rect b="b" l="l" r="r" t="t"/>
              <a:pathLst>
                <a:path extrusionOk="0" h="49900" w="54584">
                  <a:moveTo>
                    <a:pt x="39803" y="0"/>
                  </a:moveTo>
                  <a:cubicBezTo>
                    <a:pt x="38029" y="0"/>
                    <a:pt x="36248" y="409"/>
                    <a:pt x="34570" y="1238"/>
                  </a:cubicBezTo>
                  <a:cubicBezTo>
                    <a:pt x="31367" y="2802"/>
                    <a:pt x="28886" y="5448"/>
                    <a:pt x="25683" y="7012"/>
                  </a:cubicBezTo>
                  <a:cubicBezTo>
                    <a:pt x="21308" y="9163"/>
                    <a:pt x="16511" y="10320"/>
                    <a:pt x="12090" y="12380"/>
                  </a:cubicBezTo>
                  <a:cubicBezTo>
                    <a:pt x="7684" y="14425"/>
                    <a:pt x="3444" y="17628"/>
                    <a:pt x="1865" y="22244"/>
                  </a:cubicBezTo>
                  <a:cubicBezTo>
                    <a:pt x="1" y="27673"/>
                    <a:pt x="647" y="34078"/>
                    <a:pt x="3504" y="39040"/>
                  </a:cubicBezTo>
                  <a:cubicBezTo>
                    <a:pt x="8069" y="46988"/>
                    <a:pt x="17031" y="49899"/>
                    <a:pt x="25743" y="49899"/>
                  </a:cubicBezTo>
                  <a:cubicBezTo>
                    <a:pt x="25898" y="49899"/>
                    <a:pt x="26054" y="49898"/>
                    <a:pt x="26209" y="49897"/>
                  </a:cubicBezTo>
                  <a:cubicBezTo>
                    <a:pt x="44945" y="49671"/>
                    <a:pt x="54583" y="26996"/>
                    <a:pt x="51531" y="10696"/>
                  </a:cubicBezTo>
                  <a:cubicBezTo>
                    <a:pt x="50869" y="7163"/>
                    <a:pt x="49230" y="3779"/>
                    <a:pt x="46118" y="1840"/>
                  </a:cubicBezTo>
                  <a:cubicBezTo>
                    <a:pt x="44160" y="620"/>
                    <a:pt x="41987" y="0"/>
                    <a:pt x="398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2">
  <p:cSld name="BLANK_21">
    <p:spTree>
      <p:nvGrpSpPr>
        <p:cNvPr id="3411" name="Shape 3411"/>
        <p:cNvGrpSpPr/>
        <p:nvPr/>
      </p:nvGrpSpPr>
      <p:grpSpPr>
        <a:xfrm>
          <a:off x="0" y="0"/>
          <a:ext cx="0" cy="0"/>
          <a:chOff x="0" y="0"/>
          <a:chExt cx="0" cy="0"/>
        </a:xfrm>
      </p:grpSpPr>
      <p:sp>
        <p:nvSpPr>
          <p:cNvPr id="3412" name="Google Shape;3412;p14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3413" name="Google Shape;3413;p142"/>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414" name="Google Shape;3414;p142"/>
          <p:cNvSpPr txBox="1"/>
          <p:nvPr>
            <p:ph idx="2" type="title"/>
          </p:nvPr>
        </p:nvSpPr>
        <p:spPr>
          <a:xfrm>
            <a:off x="685800" y="2239050"/>
            <a:ext cx="2227800" cy="3936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sz="2000">
                <a:solidFill>
                  <a:schemeClr val="accent2"/>
                </a:solidFill>
              </a:defRPr>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sp>
        <p:nvSpPr>
          <p:cNvPr id="3415" name="Google Shape;3415;p142"/>
          <p:cNvSpPr txBox="1"/>
          <p:nvPr>
            <p:ph idx="1" type="subTitle"/>
          </p:nvPr>
        </p:nvSpPr>
        <p:spPr>
          <a:xfrm>
            <a:off x="688342" y="2632650"/>
            <a:ext cx="2227800" cy="4680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416" name="Google Shape;3416;p142"/>
          <p:cNvSpPr txBox="1"/>
          <p:nvPr>
            <p:ph hasCustomPrompt="1" idx="3" type="title"/>
          </p:nvPr>
        </p:nvSpPr>
        <p:spPr>
          <a:xfrm>
            <a:off x="685793" y="1773634"/>
            <a:ext cx="792600" cy="5283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solidFill>
                  <a:schemeClr val="accent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3417" name="Google Shape;3417;p142"/>
          <p:cNvSpPr txBox="1"/>
          <p:nvPr>
            <p:ph idx="4" type="title"/>
          </p:nvPr>
        </p:nvSpPr>
        <p:spPr>
          <a:xfrm>
            <a:off x="6230350" y="2239050"/>
            <a:ext cx="2225400" cy="393600"/>
          </a:xfrm>
          <a:prstGeom prst="rect">
            <a:avLst/>
          </a:prstGeom>
        </p:spPr>
        <p:txBody>
          <a:bodyPr anchorCtr="0" anchor="ctr" bIns="91425" lIns="91425" spcFirstLastPara="1" rIns="91425" wrap="square" tIns="91425">
            <a:noAutofit/>
          </a:bodyPr>
          <a:lstStyle>
            <a:lvl1pPr lvl="0" algn="r">
              <a:spcBef>
                <a:spcPts val="0"/>
              </a:spcBef>
              <a:spcAft>
                <a:spcPts val="0"/>
              </a:spcAft>
              <a:buSzPts val="2000"/>
              <a:buNone/>
              <a:defRPr sz="2000">
                <a:solidFill>
                  <a:schemeClr val="accent2"/>
                </a:solidFill>
              </a:defRPr>
            </a:lvl1pPr>
            <a:lvl2pPr lvl="1" algn="r">
              <a:spcBef>
                <a:spcPts val="0"/>
              </a:spcBef>
              <a:spcAft>
                <a:spcPts val="0"/>
              </a:spcAft>
              <a:buSzPts val="2000"/>
              <a:buNone/>
              <a:defRPr sz="2000"/>
            </a:lvl2pPr>
            <a:lvl3pPr lvl="2" algn="r">
              <a:spcBef>
                <a:spcPts val="0"/>
              </a:spcBef>
              <a:spcAft>
                <a:spcPts val="0"/>
              </a:spcAft>
              <a:buSzPts val="2000"/>
              <a:buNone/>
              <a:defRPr sz="2000"/>
            </a:lvl3pPr>
            <a:lvl4pPr lvl="3" algn="r">
              <a:spcBef>
                <a:spcPts val="0"/>
              </a:spcBef>
              <a:spcAft>
                <a:spcPts val="0"/>
              </a:spcAft>
              <a:buSzPts val="2000"/>
              <a:buNone/>
              <a:defRPr sz="2000"/>
            </a:lvl4pPr>
            <a:lvl5pPr lvl="4" algn="r">
              <a:spcBef>
                <a:spcPts val="0"/>
              </a:spcBef>
              <a:spcAft>
                <a:spcPts val="0"/>
              </a:spcAft>
              <a:buSzPts val="2000"/>
              <a:buNone/>
              <a:defRPr sz="2000"/>
            </a:lvl5pPr>
            <a:lvl6pPr lvl="5" algn="r">
              <a:spcBef>
                <a:spcPts val="0"/>
              </a:spcBef>
              <a:spcAft>
                <a:spcPts val="0"/>
              </a:spcAft>
              <a:buSzPts val="2000"/>
              <a:buNone/>
              <a:defRPr sz="2000"/>
            </a:lvl6pPr>
            <a:lvl7pPr lvl="6" algn="r">
              <a:spcBef>
                <a:spcPts val="0"/>
              </a:spcBef>
              <a:spcAft>
                <a:spcPts val="0"/>
              </a:spcAft>
              <a:buSzPts val="2000"/>
              <a:buNone/>
              <a:defRPr sz="2000"/>
            </a:lvl7pPr>
            <a:lvl8pPr lvl="7" algn="r">
              <a:spcBef>
                <a:spcPts val="0"/>
              </a:spcBef>
              <a:spcAft>
                <a:spcPts val="0"/>
              </a:spcAft>
              <a:buSzPts val="2000"/>
              <a:buNone/>
              <a:defRPr sz="2000"/>
            </a:lvl8pPr>
            <a:lvl9pPr lvl="8" algn="r">
              <a:spcBef>
                <a:spcPts val="0"/>
              </a:spcBef>
              <a:spcAft>
                <a:spcPts val="0"/>
              </a:spcAft>
              <a:buSzPts val="2000"/>
              <a:buNone/>
              <a:defRPr sz="2000"/>
            </a:lvl9pPr>
          </a:lstStyle>
          <a:p/>
        </p:txBody>
      </p:sp>
      <p:sp>
        <p:nvSpPr>
          <p:cNvPr id="3418" name="Google Shape;3418;p142"/>
          <p:cNvSpPr txBox="1"/>
          <p:nvPr>
            <p:ph idx="5" type="subTitle"/>
          </p:nvPr>
        </p:nvSpPr>
        <p:spPr>
          <a:xfrm>
            <a:off x="6232889" y="2632650"/>
            <a:ext cx="2225400" cy="468000"/>
          </a:xfrm>
          <a:prstGeom prst="rect">
            <a:avLst/>
          </a:prstGeom>
        </p:spPr>
        <p:txBody>
          <a:bodyPr anchorCtr="0" anchor="ctr" bIns="91425" lIns="91425" spcFirstLastPara="1" rIns="91425" wrap="square" tIns="91425">
            <a:noAutofit/>
          </a:bodyPr>
          <a:lstStyle>
            <a:lvl1pPr lvl="0" algn="r">
              <a:lnSpc>
                <a:spcPct val="100000"/>
              </a:lnSpc>
              <a:spcBef>
                <a:spcPts val="0"/>
              </a:spcBef>
              <a:spcAft>
                <a:spcPts val="0"/>
              </a:spcAft>
              <a:buSzPts val="1400"/>
              <a:buNone/>
              <a:defRPr/>
            </a:lvl1pPr>
            <a:lvl2pPr lvl="1" algn="r">
              <a:lnSpc>
                <a:spcPct val="100000"/>
              </a:lnSpc>
              <a:spcBef>
                <a:spcPts val="0"/>
              </a:spcBef>
              <a:spcAft>
                <a:spcPts val="0"/>
              </a:spcAft>
              <a:buSzPts val="1400"/>
              <a:buNone/>
              <a:defRPr/>
            </a:lvl2pPr>
            <a:lvl3pPr lvl="2" algn="r">
              <a:lnSpc>
                <a:spcPct val="100000"/>
              </a:lnSpc>
              <a:spcBef>
                <a:spcPts val="0"/>
              </a:spcBef>
              <a:spcAft>
                <a:spcPts val="0"/>
              </a:spcAft>
              <a:buSzPts val="1400"/>
              <a:buNone/>
              <a:defRPr/>
            </a:lvl3pPr>
            <a:lvl4pPr lvl="3" algn="r">
              <a:lnSpc>
                <a:spcPct val="100000"/>
              </a:lnSpc>
              <a:spcBef>
                <a:spcPts val="0"/>
              </a:spcBef>
              <a:spcAft>
                <a:spcPts val="0"/>
              </a:spcAft>
              <a:buSzPts val="1400"/>
              <a:buNone/>
              <a:defRPr/>
            </a:lvl4pPr>
            <a:lvl5pPr lvl="4" algn="r">
              <a:lnSpc>
                <a:spcPct val="100000"/>
              </a:lnSpc>
              <a:spcBef>
                <a:spcPts val="0"/>
              </a:spcBef>
              <a:spcAft>
                <a:spcPts val="0"/>
              </a:spcAft>
              <a:buSzPts val="1400"/>
              <a:buNone/>
              <a:defRPr/>
            </a:lvl5pPr>
            <a:lvl6pPr lvl="5" algn="r">
              <a:lnSpc>
                <a:spcPct val="100000"/>
              </a:lnSpc>
              <a:spcBef>
                <a:spcPts val="0"/>
              </a:spcBef>
              <a:spcAft>
                <a:spcPts val="0"/>
              </a:spcAft>
              <a:buSzPts val="1400"/>
              <a:buNone/>
              <a:defRPr/>
            </a:lvl6pPr>
            <a:lvl7pPr lvl="6" algn="r">
              <a:lnSpc>
                <a:spcPct val="100000"/>
              </a:lnSpc>
              <a:spcBef>
                <a:spcPts val="0"/>
              </a:spcBef>
              <a:spcAft>
                <a:spcPts val="0"/>
              </a:spcAft>
              <a:buSzPts val="1400"/>
              <a:buNone/>
              <a:defRPr/>
            </a:lvl7pPr>
            <a:lvl8pPr lvl="7" algn="r">
              <a:lnSpc>
                <a:spcPct val="100000"/>
              </a:lnSpc>
              <a:spcBef>
                <a:spcPts val="0"/>
              </a:spcBef>
              <a:spcAft>
                <a:spcPts val="0"/>
              </a:spcAft>
              <a:buSzPts val="1400"/>
              <a:buNone/>
              <a:defRPr/>
            </a:lvl8pPr>
            <a:lvl9pPr lvl="8" algn="r">
              <a:lnSpc>
                <a:spcPct val="100000"/>
              </a:lnSpc>
              <a:spcBef>
                <a:spcPts val="0"/>
              </a:spcBef>
              <a:spcAft>
                <a:spcPts val="0"/>
              </a:spcAft>
              <a:buSzPts val="1400"/>
              <a:buNone/>
              <a:defRPr/>
            </a:lvl9pPr>
          </a:lstStyle>
          <a:p/>
        </p:txBody>
      </p:sp>
      <p:sp>
        <p:nvSpPr>
          <p:cNvPr id="3419" name="Google Shape;3419;p142"/>
          <p:cNvSpPr txBox="1"/>
          <p:nvPr>
            <p:ph hasCustomPrompt="1" idx="6" type="title"/>
          </p:nvPr>
        </p:nvSpPr>
        <p:spPr>
          <a:xfrm>
            <a:off x="7662593" y="1773634"/>
            <a:ext cx="792600" cy="528300"/>
          </a:xfrm>
          <a:prstGeom prst="rect">
            <a:avLst/>
          </a:prstGeom>
        </p:spPr>
        <p:txBody>
          <a:bodyPr anchorCtr="0" anchor="ctr" bIns="91425" lIns="91425" spcFirstLastPara="1" rIns="91425" wrap="square" tIns="91425">
            <a:noAutofit/>
          </a:bodyPr>
          <a:lstStyle>
            <a:lvl1pPr lvl="0" algn="r">
              <a:spcBef>
                <a:spcPts val="0"/>
              </a:spcBef>
              <a:spcAft>
                <a:spcPts val="0"/>
              </a:spcAft>
              <a:buSzPts val="3000"/>
              <a:buNone/>
              <a:defRPr sz="3000">
                <a:solidFill>
                  <a:schemeClr val="accent2"/>
                </a:solidFill>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sp>
        <p:nvSpPr>
          <p:cNvPr id="3420" name="Google Shape;3420;p142"/>
          <p:cNvSpPr txBox="1"/>
          <p:nvPr>
            <p:ph idx="7" type="title"/>
          </p:nvPr>
        </p:nvSpPr>
        <p:spPr>
          <a:xfrm>
            <a:off x="687071" y="3702599"/>
            <a:ext cx="2227800" cy="3936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sz="2000">
                <a:solidFill>
                  <a:schemeClr val="accent2"/>
                </a:solidFill>
              </a:defRPr>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sp>
        <p:nvSpPr>
          <p:cNvPr id="3421" name="Google Shape;3421;p142"/>
          <p:cNvSpPr txBox="1"/>
          <p:nvPr>
            <p:ph idx="8" type="subTitle"/>
          </p:nvPr>
        </p:nvSpPr>
        <p:spPr>
          <a:xfrm>
            <a:off x="689613" y="4096199"/>
            <a:ext cx="2227800" cy="4680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422" name="Google Shape;3422;p142"/>
          <p:cNvSpPr txBox="1"/>
          <p:nvPr>
            <p:ph hasCustomPrompt="1" idx="9" type="title"/>
          </p:nvPr>
        </p:nvSpPr>
        <p:spPr>
          <a:xfrm>
            <a:off x="685793" y="3237184"/>
            <a:ext cx="792600" cy="5283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solidFill>
                  <a:schemeClr val="accent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3423" name="Google Shape;3423;p142"/>
          <p:cNvSpPr txBox="1"/>
          <p:nvPr>
            <p:ph idx="13" type="title"/>
          </p:nvPr>
        </p:nvSpPr>
        <p:spPr>
          <a:xfrm>
            <a:off x="6230350" y="3702599"/>
            <a:ext cx="2225400" cy="393600"/>
          </a:xfrm>
          <a:prstGeom prst="rect">
            <a:avLst/>
          </a:prstGeom>
        </p:spPr>
        <p:txBody>
          <a:bodyPr anchorCtr="0" anchor="ctr" bIns="91425" lIns="91425" spcFirstLastPara="1" rIns="91425" wrap="square" tIns="91425">
            <a:noAutofit/>
          </a:bodyPr>
          <a:lstStyle>
            <a:lvl1pPr lvl="0" algn="r">
              <a:spcBef>
                <a:spcPts val="0"/>
              </a:spcBef>
              <a:spcAft>
                <a:spcPts val="0"/>
              </a:spcAft>
              <a:buSzPts val="2000"/>
              <a:buNone/>
              <a:defRPr sz="2000">
                <a:solidFill>
                  <a:schemeClr val="accent2"/>
                </a:solidFill>
              </a:defRPr>
            </a:lvl1pPr>
            <a:lvl2pPr lvl="1" algn="r">
              <a:spcBef>
                <a:spcPts val="0"/>
              </a:spcBef>
              <a:spcAft>
                <a:spcPts val="0"/>
              </a:spcAft>
              <a:buSzPts val="2000"/>
              <a:buNone/>
              <a:defRPr sz="2000"/>
            </a:lvl2pPr>
            <a:lvl3pPr lvl="2" algn="r">
              <a:spcBef>
                <a:spcPts val="0"/>
              </a:spcBef>
              <a:spcAft>
                <a:spcPts val="0"/>
              </a:spcAft>
              <a:buSzPts val="2000"/>
              <a:buNone/>
              <a:defRPr sz="2000"/>
            </a:lvl3pPr>
            <a:lvl4pPr lvl="3" algn="r">
              <a:spcBef>
                <a:spcPts val="0"/>
              </a:spcBef>
              <a:spcAft>
                <a:spcPts val="0"/>
              </a:spcAft>
              <a:buSzPts val="2000"/>
              <a:buNone/>
              <a:defRPr sz="2000"/>
            </a:lvl4pPr>
            <a:lvl5pPr lvl="4" algn="r">
              <a:spcBef>
                <a:spcPts val="0"/>
              </a:spcBef>
              <a:spcAft>
                <a:spcPts val="0"/>
              </a:spcAft>
              <a:buSzPts val="2000"/>
              <a:buNone/>
              <a:defRPr sz="2000"/>
            </a:lvl5pPr>
            <a:lvl6pPr lvl="5" algn="r">
              <a:spcBef>
                <a:spcPts val="0"/>
              </a:spcBef>
              <a:spcAft>
                <a:spcPts val="0"/>
              </a:spcAft>
              <a:buSzPts val="2000"/>
              <a:buNone/>
              <a:defRPr sz="2000"/>
            </a:lvl6pPr>
            <a:lvl7pPr lvl="6" algn="r">
              <a:spcBef>
                <a:spcPts val="0"/>
              </a:spcBef>
              <a:spcAft>
                <a:spcPts val="0"/>
              </a:spcAft>
              <a:buSzPts val="2000"/>
              <a:buNone/>
              <a:defRPr sz="2000"/>
            </a:lvl7pPr>
            <a:lvl8pPr lvl="7" algn="r">
              <a:spcBef>
                <a:spcPts val="0"/>
              </a:spcBef>
              <a:spcAft>
                <a:spcPts val="0"/>
              </a:spcAft>
              <a:buSzPts val="2000"/>
              <a:buNone/>
              <a:defRPr sz="2000"/>
            </a:lvl8pPr>
            <a:lvl9pPr lvl="8" algn="r">
              <a:spcBef>
                <a:spcPts val="0"/>
              </a:spcBef>
              <a:spcAft>
                <a:spcPts val="0"/>
              </a:spcAft>
              <a:buSzPts val="2000"/>
              <a:buNone/>
              <a:defRPr sz="2000"/>
            </a:lvl9pPr>
          </a:lstStyle>
          <a:p/>
        </p:txBody>
      </p:sp>
      <p:sp>
        <p:nvSpPr>
          <p:cNvPr id="3424" name="Google Shape;3424;p142"/>
          <p:cNvSpPr txBox="1"/>
          <p:nvPr>
            <p:ph idx="14" type="subTitle"/>
          </p:nvPr>
        </p:nvSpPr>
        <p:spPr>
          <a:xfrm>
            <a:off x="6232889" y="4096199"/>
            <a:ext cx="2225400" cy="468000"/>
          </a:xfrm>
          <a:prstGeom prst="rect">
            <a:avLst/>
          </a:prstGeom>
        </p:spPr>
        <p:txBody>
          <a:bodyPr anchorCtr="0" anchor="ctr" bIns="91425" lIns="91425" spcFirstLastPara="1" rIns="91425" wrap="square" tIns="91425">
            <a:noAutofit/>
          </a:bodyPr>
          <a:lstStyle>
            <a:lvl1pPr lvl="0" algn="r">
              <a:lnSpc>
                <a:spcPct val="100000"/>
              </a:lnSpc>
              <a:spcBef>
                <a:spcPts val="0"/>
              </a:spcBef>
              <a:spcAft>
                <a:spcPts val="0"/>
              </a:spcAft>
              <a:buSzPts val="1400"/>
              <a:buNone/>
              <a:defRPr/>
            </a:lvl1pPr>
            <a:lvl2pPr lvl="1" algn="r">
              <a:lnSpc>
                <a:spcPct val="100000"/>
              </a:lnSpc>
              <a:spcBef>
                <a:spcPts val="0"/>
              </a:spcBef>
              <a:spcAft>
                <a:spcPts val="0"/>
              </a:spcAft>
              <a:buSzPts val="1400"/>
              <a:buNone/>
              <a:defRPr/>
            </a:lvl2pPr>
            <a:lvl3pPr lvl="2" algn="r">
              <a:lnSpc>
                <a:spcPct val="100000"/>
              </a:lnSpc>
              <a:spcBef>
                <a:spcPts val="0"/>
              </a:spcBef>
              <a:spcAft>
                <a:spcPts val="0"/>
              </a:spcAft>
              <a:buSzPts val="1400"/>
              <a:buNone/>
              <a:defRPr/>
            </a:lvl3pPr>
            <a:lvl4pPr lvl="3" algn="r">
              <a:lnSpc>
                <a:spcPct val="100000"/>
              </a:lnSpc>
              <a:spcBef>
                <a:spcPts val="0"/>
              </a:spcBef>
              <a:spcAft>
                <a:spcPts val="0"/>
              </a:spcAft>
              <a:buSzPts val="1400"/>
              <a:buNone/>
              <a:defRPr/>
            </a:lvl4pPr>
            <a:lvl5pPr lvl="4" algn="r">
              <a:lnSpc>
                <a:spcPct val="100000"/>
              </a:lnSpc>
              <a:spcBef>
                <a:spcPts val="0"/>
              </a:spcBef>
              <a:spcAft>
                <a:spcPts val="0"/>
              </a:spcAft>
              <a:buSzPts val="1400"/>
              <a:buNone/>
              <a:defRPr/>
            </a:lvl5pPr>
            <a:lvl6pPr lvl="5" algn="r">
              <a:lnSpc>
                <a:spcPct val="100000"/>
              </a:lnSpc>
              <a:spcBef>
                <a:spcPts val="0"/>
              </a:spcBef>
              <a:spcAft>
                <a:spcPts val="0"/>
              </a:spcAft>
              <a:buSzPts val="1400"/>
              <a:buNone/>
              <a:defRPr/>
            </a:lvl6pPr>
            <a:lvl7pPr lvl="6" algn="r">
              <a:lnSpc>
                <a:spcPct val="100000"/>
              </a:lnSpc>
              <a:spcBef>
                <a:spcPts val="0"/>
              </a:spcBef>
              <a:spcAft>
                <a:spcPts val="0"/>
              </a:spcAft>
              <a:buSzPts val="1400"/>
              <a:buNone/>
              <a:defRPr/>
            </a:lvl7pPr>
            <a:lvl8pPr lvl="7" algn="r">
              <a:lnSpc>
                <a:spcPct val="100000"/>
              </a:lnSpc>
              <a:spcBef>
                <a:spcPts val="0"/>
              </a:spcBef>
              <a:spcAft>
                <a:spcPts val="0"/>
              </a:spcAft>
              <a:buSzPts val="1400"/>
              <a:buNone/>
              <a:defRPr/>
            </a:lvl8pPr>
            <a:lvl9pPr lvl="8" algn="r">
              <a:lnSpc>
                <a:spcPct val="100000"/>
              </a:lnSpc>
              <a:spcBef>
                <a:spcPts val="0"/>
              </a:spcBef>
              <a:spcAft>
                <a:spcPts val="0"/>
              </a:spcAft>
              <a:buSzPts val="1400"/>
              <a:buNone/>
              <a:defRPr/>
            </a:lvl9pPr>
          </a:lstStyle>
          <a:p/>
        </p:txBody>
      </p:sp>
      <p:sp>
        <p:nvSpPr>
          <p:cNvPr id="3425" name="Google Shape;3425;p142"/>
          <p:cNvSpPr txBox="1"/>
          <p:nvPr>
            <p:ph hasCustomPrompt="1" idx="15" type="title"/>
          </p:nvPr>
        </p:nvSpPr>
        <p:spPr>
          <a:xfrm>
            <a:off x="7662593" y="3237184"/>
            <a:ext cx="792600" cy="528300"/>
          </a:xfrm>
          <a:prstGeom prst="rect">
            <a:avLst/>
          </a:prstGeom>
        </p:spPr>
        <p:txBody>
          <a:bodyPr anchorCtr="0" anchor="ctr" bIns="91425" lIns="91425" spcFirstLastPara="1" rIns="91425" wrap="square" tIns="91425">
            <a:noAutofit/>
          </a:bodyPr>
          <a:lstStyle>
            <a:lvl1pPr lvl="0" algn="r">
              <a:spcBef>
                <a:spcPts val="0"/>
              </a:spcBef>
              <a:spcAft>
                <a:spcPts val="0"/>
              </a:spcAft>
              <a:buSzPts val="3000"/>
              <a:buNone/>
              <a:defRPr sz="3000">
                <a:solidFill>
                  <a:schemeClr val="accent2"/>
                </a:solidFill>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grpSp>
        <p:nvGrpSpPr>
          <p:cNvPr id="3426" name="Google Shape;3426;p142"/>
          <p:cNvGrpSpPr/>
          <p:nvPr/>
        </p:nvGrpSpPr>
        <p:grpSpPr>
          <a:xfrm>
            <a:off x="-1069154" y="4407897"/>
            <a:ext cx="1878379" cy="1510434"/>
            <a:chOff x="-1069154" y="4407897"/>
            <a:chExt cx="1878379" cy="1510434"/>
          </a:xfrm>
        </p:grpSpPr>
        <p:sp>
          <p:nvSpPr>
            <p:cNvPr id="3427" name="Google Shape;3427;p142"/>
            <p:cNvSpPr/>
            <p:nvPr/>
          </p:nvSpPr>
          <p:spPr>
            <a:xfrm flipH="1">
              <a:off x="-1069154" y="4407897"/>
              <a:ext cx="1878379" cy="1510434"/>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8" name="Google Shape;3428;p142"/>
            <p:cNvSpPr/>
            <p:nvPr/>
          </p:nvSpPr>
          <p:spPr>
            <a:xfrm>
              <a:off x="-603318" y="4702573"/>
              <a:ext cx="1040410" cy="921152"/>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29" name="Google Shape;3429;p142"/>
          <p:cNvGrpSpPr/>
          <p:nvPr/>
        </p:nvGrpSpPr>
        <p:grpSpPr>
          <a:xfrm flipH="1" rot="10800000">
            <a:off x="8455188" y="183250"/>
            <a:ext cx="463864" cy="572939"/>
            <a:chOff x="274663" y="183250"/>
            <a:chExt cx="463864" cy="572939"/>
          </a:xfrm>
        </p:grpSpPr>
        <p:grpSp>
          <p:nvGrpSpPr>
            <p:cNvPr id="3430" name="Google Shape;3430;p142"/>
            <p:cNvGrpSpPr/>
            <p:nvPr/>
          </p:nvGrpSpPr>
          <p:grpSpPr>
            <a:xfrm>
              <a:off x="633070" y="183250"/>
              <a:ext cx="105457" cy="105457"/>
              <a:chOff x="7812545" y="194375"/>
              <a:chExt cx="105457" cy="105457"/>
            </a:xfrm>
          </p:grpSpPr>
          <p:sp>
            <p:nvSpPr>
              <p:cNvPr id="3431" name="Google Shape;3431;p142"/>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2" name="Google Shape;3432;p142"/>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3" name="Google Shape;3433;p142"/>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4" name="Google Shape;3434;p142"/>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35" name="Google Shape;3435;p142"/>
            <p:cNvSpPr/>
            <p:nvPr/>
          </p:nvSpPr>
          <p:spPr>
            <a:xfrm>
              <a:off x="274663" y="650800"/>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36" name="Google Shape;3436;p142"/>
          <p:cNvSpPr/>
          <p:nvPr/>
        </p:nvSpPr>
        <p:spPr>
          <a:xfrm rot="10800000">
            <a:off x="8055478" y="4564201"/>
            <a:ext cx="1683999" cy="1354130"/>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437" name="Google Shape;3437;p142"/>
          <p:cNvGrpSpPr/>
          <p:nvPr/>
        </p:nvGrpSpPr>
        <p:grpSpPr>
          <a:xfrm>
            <a:off x="167651" y="174775"/>
            <a:ext cx="719526" cy="729257"/>
            <a:chOff x="167651" y="174775"/>
            <a:chExt cx="719526" cy="729257"/>
          </a:xfrm>
        </p:grpSpPr>
        <p:sp>
          <p:nvSpPr>
            <p:cNvPr id="3438" name="Google Shape;3438;p142"/>
            <p:cNvSpPr/>
            <p:nvPr/>
          </p:nvSpPr>
          <p:spPr>
            <a:xfrm flipH="1" rot="10800000">
              <a:off x="167651" y="826080"/>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3439" name="Google Shape;3439;p142"/>
            <p:cNvGrpSpPr/>
            <p:nvPr/>
          </p:nvGrpSpPr>
          <p:grpSpPr>
            <a:xfrm flipH="1" rot="10800000">
              <a:off x="512195" y="174775"/>
              <a:ext cx="105457" cy="105457"/>
              <a:chOff x="7812545" y="194375"/>
              <a:chExt cx="105457" cy="105457"/>
            </a:xfrm>
          </p:grpSpPr>
          <p:sp>
            <p:nvSpPr>
              <p:cNvPr id="3440" name="Google Shape;3440;p142"/>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1" name="Google Shape;3441;p142"/>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2" name="Google Shape;3442;p142"/>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3" name="Google Shape;3443;p142"/>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44" name="Google Shape;3444;p142"/>
            <p:cNvSpPr/>
            <p:nvPr/>
          </p:nvSpPr>
          <p:spPr>
            <a:xfrm flipH="1" rot="10800000">
              <a:off x="809226" y="58245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spTree>
  </p:cSld>
  <p:clrMapOvr>
    <a:masterClrMapping/>
  </p:clrMapOvr>
</p:sldLayout>
</file>

<file path=ppt/slideLayouts/slideLayout1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BLANK_8">
    <p:spTree>
      <p:nvGrpSpPr>
        <p:cNvPr id="3445" name="Shape 3445"/>
        <p:cNvGrpSpPr/>
        <p:nvPr/>
      </p:nvGrpSpPr>
      <p:grpSpPr>
        <a:xfrm>
          <a:off x="0" y="0"/>
          <a:ext cx="0" cy="0"/>
          <a:chOff x="0" y="0"/>
          <a:chExt cx="0" cy="0"/>
        </a:xfrm>
      </p:grpSpPr>
      <p:sp>
        <p:nvSpPr>
          <p:cNvPr id="3446" name="Google Shape;3446;p14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3447" name="Google Shape;3447;p143"/>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448" name="Google Shape;3448;p143"/>
          <p:cNvSpPr txBox="1"/>
          <p:nvPr>
            <p:ph idx="1" type="subTitle"/>
          </p:nvPr>
        </p:nvSpPr>
        <p:spPr>
          <a:xfrm>
            <a:off x="3601100" y="1757449"/>
            <a:ext cx="2063100" cy="4815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3449" name="Google Shape;3449;p143"/>
          <p:cNvSpPr txBox="1"/>
          <p:nvPr>
            <p:ph idx="2" type="subTitle"/>
          </p:nvPr>
        </p:nvSpPr>
        <p:spPr>
          <a:xfrm>
            <a:off x="3601100" y="1346150"/>
            <a:ext cx="2063100" cy="393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sp>
        <p:nvSpPr>
          <p:cNvPr id="3450" name="Google Shape;3450;p143"/>
          <p:cNvSpPr txBox="1"/>
          <p:nvPr>
            <p:ph idx="3" type="subTitle"/>
          </p:nvPr>
        </p:nvSpPr>
        <p:spPr>
          <a:xfrm>
            <a:off x="3601100" y="2860349"/>
            <a:ext cx="2063100" cy="4815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3451" name="Google Shape;3451;p143"/>
          <p:cNvSpPr txBox="1"/>
          <p:nvPr>
            <p:ph idx="4" type="subTitle"/>
          </p:nvPr>
        </p:nvSpPr>
        <p:spPr>
          <a:xfrm>
            <a:off x="3601100" y="2449051"/>
            <a:ext cx="2063100" cy="393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sp>
        <p:nvSpPr>
          <p:cNvPr id="3452" name="Google Shape;3452;p143"/>
          <p:cNvSpPr txBox="1"/>
          <p:nvPr>
            <p:ph idx="5" type="subTitle"/>
          </p:nvPr>
        </p:nvSpPr>
        <p:spPr>
          <a:xfrm>
            <a:off x="3601100" y="3963250"/>
            <a:ext cx="2063100" cy="4815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3453" name="Google Shape;3453;p143"/>
          <p:cNvSpPr txBox="1"/>
          <p:nvPr>
            <p:ph idx="6" type="subTitle"/>
          </p:nvPr>
        </p:nvSpPr>
        <p:spPr>
          <a:xfrm>
            <a:off x="3601100" y="3551951"/>
            <a:ext cx="2063100" cy="393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sp>
        <p:nvSpPr>
          <p:cNvPr id="3454" name="Google Shape;3454;p143"/>
          <p:cNvSpPr txBox="1"/>
          <p:nvPr>
            <p:ph idx="7" type="subTitle"/>
          </p:nvPr>
        </p:nvSpPr>
        <p:spPr>
          <a:xfrm>
            <a:off x="6395100" y="1757449"/>
            <a:ext cx="2063100" cy="4815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3455" name="Google Shape;3455;p143"/>
          <p:cNvSpPr txBox="1"/>
          <p:nvPr>
            <p:ph idx="8" type="subTitle"/>
          </p:nvPr>
        </p:nvSpPr>
        <p:spPr>
          <a:xfrm>
            <a:off x="6395100" y="1346150"/>
            <a:ext cx="2063100" cy="393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sp>
        <p:nvSpPr>
          <p:cNvPr id="3456" name="Google Shape;3456;p143"/>
          <p:cNvSpPr txBox="1"/>
          <p:nvPr>
            <p:ph idx="9" type="subTitle"/>
          </p:nvPr>
        </p:nvSpPr>
        <p:spPr>
          <a:xfrm>
            <a:off x="6395100" y="2860349"/>
            <a:ext cx="2063100" cy="4815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3457" name="Google Shape;3457;p143"/>
          <p:cNvSpPr txBox="1"/>
          <p:nvPr>
            <p:ph idx="13" type="subTitle"/>
          </p:nvPr>
        </p:nvSpPr>
        <p:spPr>
          <a:xfrm>
            <a:off x="6395100" y="2449051"/>
            <a:ext cx="2063100" cy="393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sp>
        <p:nvSpPr>
          <p:cNvPr id="3458" name="Google Shape;3458;p143"/>
          <p:cNvSpPr txBox="1"/>
          <p:nvPr>
            <p:ph idx="14" type="subTitle"/>
          </p:nvPr>
        </p:nvSpPr>
        <p:spPr>
          <a:xfrm>
            <a:off x="6395100" y="3963250"/>
            <a:ext cx="2063100" cy="4815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3459" name="Google Shape;3459;p143"/>
          <p:cNvSpPr txBox="1"/>
          <p:nvPr>
            <p:ph idx="15" type="subTitle"/>
          </p:nvPr>
        </p:nvSpPr>
        <p:spPr>
          <a:xfrm>
            <a:off x="6395100" y="3551951"/>
            <a:ext cx="2063100" cy="393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grpSp>
        <p:nvGrpSpPr>
          <p:cNvPr id="3460" name="Google Shape;3460;p143"/>
          <p:cNvGrpSpPr/>
          <p:nvPr/>
        </p:nvGrpSpPr>
        <p:grpSpPr>
          <a:xfrm>
            <a:off x="8140895" y="199900"/>
            <a:ext cx="767307" cy="704132"/>
            <a:chOff x="8140895" y="199900"/>
            <a:chExt cx="767307" cy="704132"/>
          </a:xfrm>
        </p:grpSpPr>
        <p:sp>
          <p:nvSpPr>
            <p:cNvPr id="3461" name="Google Shape;3461;p143"/>
            <p:cNvSpPr/>
            <p:nvPr/>
          </p:nvSpPr>
          <p:spPr>
            <a:xfrm>
              <a:off x="8724801" y="261850"/>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3462" name="Google Shape;3462;p143"/>
            <p:cNvGrpSpPr/>
            <p:nvPr/>
          </p:nvGrpSpPr>
          <p:grpSpPr>
            <a:xfrm>
              <a:off x="8802745" y="798575"/>
              <a:ext cx="105457" cy="105457"/>
              <a:chOff x="7812545" y="194375"/>
              <a:chExt cx="105457" cy="105457"/>
            </a:xfrm>
          </p:grpSpPr>
          <p:sp>
            <p:nvSpPr>
              <p:cNvPr id="3463" name="Google Shape;3463;p143"/>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4" name="Google Shape;3464;p143"/>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5" name="Google Shape;3465;p143"/>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6" name="Google Shape;3466;p143"/>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67" name="Google Shape;3467;p143"/>
            <p:cNvGrpSpPr/>
            <p:nvPr/>
          </p:nvGrpSpPr>
          <p:grpSpPr>
            <a:xfrm>
              <a:off x="8140895" y="199900"/>
              <a:ext cx="105457" cy="105457"/>
              <a:chOff x="7812545" y="194375"/>
              <a:chExt cx="105457" cy="105457"/>
            </a:xfrm>
          </p:grpSpPr>
          <p:sp>
            <p:nvSpPr>
              <p:cNvPr id="3468" name="Google Shape;3468;p143"/>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9" name="Google Shape;3469;p143"/>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0" name="Google Shape;3470;p143"/>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1" name="Google Shape;3471;p143"/>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472" name="Google Shape;3472;p143"/>
          <p:cNvGrpSpPr/>
          <p:nvPr/>
        </p:nvGrpSpPr>
        <p:grpSpPr>
          <a:xfrm>
            <a:off x="198551" y="248100"/>
            <a:ext cx="340151" cy="550476"/>
            <a:chOff x="198551" y="248100"/>
            <a:chExt cx="340151" cy="550476"/>
          </a:xfrm>
        </p:grpSpPr>
        <p:sp>
          <p:nvSpPr>
            <p:cNvPr id="3473" name="Google Shape;3473;p143"/>
            <p:cNvSpPr/>
            <p:nvPr/>
          </p:nvSpPr>
          <p:spPr>
            <a:xfrm>
              <a:off x="198551" y="72062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3474" name="Google Shape;3474;p143"/>
            <p:cNvGrpSpPr/>
            <p:nvPr/>
          </p:nvGrpSpPr>
          <p:grpSpPr>
            <a:xfrm>
              <a:off x="433245" y="248100"/>
              <a:ext cx="105457" cy="105457"/>
              <a:chOff x="7812545" y="194375"/>
              <a:chExt cx="105457" cy="105457"/>
            </a:xfrm>
          </p:grpSpPr>
          <p:sp>
            <p:nvSpPr>
              <p:cNvPr id="3475" name="Google Shape;3475;p143"/>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6" name="Google Shape;3476;p143"/>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7" name="Google Shape;3477;p143"/>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8" name="Google Shape;3478;p143"/>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479" name="Google Shape;3479;p143"/>
          <p:cNvSpPr/>
          <p:nvPr/>
        </p:nvSpPr>
        <p:spPr>
          <a:xfrm flipH="1">
            <a:off x="8724788" y="4527038"/>
            <a:ext cx="1232275" cy="1091025"/>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480" name="Google Shape;3480;p143"/>
          <p:cNvGrpSpPr/>
          <p:nvPr/>
        </p:nvGrpSpPr>
        <p:grpSpPr>
          <a:xfrm>
            <a:off x="2880351" y="4654848"/>
            <a:ext cx="2357201" cy="285801"/>
            <a:chOff x="2880351" y="4654848"/>
            <a:chExt cx="2357201" cy="285801"/>
          </a:xfrm>
        </p:grpSpPr>
        <p:sp>
          <p:nvSpPr>
            <p:cNvPr id="3481" name="Google Shape;3481;p143"/>
            <p:cNvSpPr/>
            <p:nvPr/>
          </p:nvSpPr>
          <p:spPr>
            <a:xfrm>
              <a:off x="2880351" y="4862698"/>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3482" name="Google Shape;3482;p143"/>
            <p:cNvGrpSpPr/>
            <p:nvPr/>
          </p:nvGrpSpPr>
          <p:grpSpPr>
            <a:xfrm>
              <a:off x="3601095" y="4654848"/>
              <a:ext cx="105457" cy="105457"/>
              <a:chOff x="7812545" y="194375"/>
              <a:chExt cx="105457" cy="105457"/>
            </a:xfrm>
          </p:grpSpPr>
          <p:sp>
            <p:nvSpPr>
              <p:cNvPr id="3483" name="Google Shape;3483;p143"/>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4" name="Google Shape;3484;p143"/>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5" name="Google Shape;3485;p143"/>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6" name="Google Shape;3486;p143"/>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87" name="Google Shape;3487;p143"/>
            <p:cNvSpPr/>
            <p:nvPr/>
          </p:nvSpPr>
          <p:spPr>
            <a:xfrm>
              <a:off x="4343376" y="4862698"/>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3488" name="Google Shape;3488;p143"/>
            <p:cNvGrpSpPr/>
            <p:nvPr/>
          </p:nvGrpSpPr>
          <p:grpSpPr>
            <a:xfrm>
              <a:off x="5132095" y="4654848"/>
              <a:ext cx="105457" cy="105457"/>
              <a:chOff x="7812545" y="194375"/>
              <a:chExt cx="105457" cy="105457"/>
            </a:xfrm>
          </p:grpSpPr>
          <p:sp>
            <p:nvSpPr>
              <p:cNvPr id="3489" name="Google Shape;3489;p143"/>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0" name="Google Shape;3490;p143"/>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1" name="Google Shape;3491;p143"/>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2" name="Google Shape;3492;p143"/>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BLANK_9">
    <p:spTree>
      <p:nvGrpSpPr>
        <p:cNvPr id="3493" name="Shape 3493"/>
        <p:cNvGrpSpPr/>
        <p:nvPr/>
      </p:nvGrpSpPr>
      <p:grpSpPr>
        <a:xfrm>
          <a:off x="0" y="0"/>
          <a:ext cx="0" cy="0"/>
          <a:chOff x="0" y="0"/>
          <a:chExt cx="0" cy="0"/>
        </a:xfrm>
      </p:grpSpPr>
      <p:sp>
        <p:nvSpPr>
          <p:cNvPr id="3494" name="Google Shape;3494;p14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3495" name="Google Shape;3495;p144"/>
          <p:cNvSpPr txBox="1"/>
          <p:nvPr>
            <p:ph type="title"/>
          </p:nvPr>
        </p:nvSpPr>
        <p:spPr>
          <a:xfrm>
            <a:off x="685800" y="1976850"/>
            <a:ext cx="3598800" cy="5355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496" name="Google Shape;3496;p144"/>
          <p:cNvSpPr txBox="1"/>
          <p:nvPr>
            <p:ph idx="1" type="subTitle"/>
          </p:nvPr>
        </p:nvSpPr>
        <p:spPr>
          <a:xfrm>
            <a:off x="685800" y="2627175"/>
            <a:ext cx="3598800" cy="7518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nSpc>
                <a:spcPct val="100000"/>
              </a:lnSpc>
              <a:spcBef>
                <a:spcPts val="0"/>
              </a:spcBef>
              <a:spcAft>
                <a:spcPts val="0"/>
              </a:spcAft>
              <a:buSzPts val="2100"/>
              <a:buNone/>
              <a:defRPr sz="2100"/>
            </a:lvl2pPr>
            <a:lvl3pPr lvl="2">
              <a:lnSpc>
                <a:spcPct val="100000"/>
              </a:lnSpc>
              <a:spcBef>
                <a:spcPts val="0"/>
              </a:spcBef>
              <a:spcAft>
                <a:spcPts val="0"/>
              </a:spcAft>
              <a:buSzPts val="2100"/>
              <a:buNone/>
              <a:defRPr sz="2100"/>
            </a:lvl3pPr>
            <a:lvl4pPr lvl="3">
              <a:lnSpc>
                <a:spcPct val="100000"/>
              </a:lnSpc>
              <a:spcBef>
                <a:spcPts val="0"/>
              </a:spcBef>
              <a:spcAft>
                <a:spcPts val="0"/>
              </a:spcAft>
              <a:buSzPts val="2100"/>
              <a:buNone/>
              <a:defRPr sz="2100"/>
            </a:lvl4pPr>
            <a:lvl5pPr lvl="4">
              <a:lnSpc>
                <a:spcPct val="100000"/>
              </a:lnSpc>
              <a:spcBef>
                <a:spcPts val="0"/>
              </a:spcBef>
              <a:spcAft>
                <a:spcPts val="0"/>
              </a:spcAft>
              <a:buSzPts val="2100"/>
              <a:buNone/>
              <a:defRPr sz="2100"/>
            </a:lvl5pPr>
            <a:lvl6pPr lvl="5">
              <a:lnSpc>
                <a:spcPct val="100000"/>
              </a:lnSpc>
              <a:spcBef>
                <a:spcPts val="0"/>
              </a:spcBef>
              <a:spcAft>
                <a:spcPts val="0"/>
              </a:spcAft>
              <a:buSzPts val="2100"/>
              <a:buNone/>
              <a:defRPr sz="2100"/>
            </a:lvl6pPr>
            <a:lvl7pPr lvl="6">
              <a:lnSpc>
                <a:spcPct val="100000"/>
              </a:lnSpc>
              <a:spcBef>
                <a:spcPts val="0"/>
              </a:spcBef>
              <a:spcAft>
                <a:spcPts val="0"/>
              </a:spcAft>
              <a:buSzPts val="2100"/>
              <a:buNone/>
              <a:defRPr sz="2100"/>
            </a:lvl7pPr>
            <a:lvl8pPr lvl="7">
              <a:lnSpc>
                <a:spcPct val="100000"/>
              </a:lnSpc>
              <a:spcBef>
                <a:spcPts val="0"/>
              </a:spcBef>
              <a:spcAft>
                <a:spcPts val="0"/>
              </a:spcAft>
              <a:buSzPts val="2100"/>
              <a:buNone/>
              <a:defRPr sz="2100"/>
            </a:lvl8pPr>
            <a:lvl9pPr lvl="8">
              <a:lnSpc>
                <a:spcPct val="100000"/>
              </a:lnSpc>
              <a:spcBef>
                <a:spcPts val="0"/>
              </a:spcBef>
              <a:spcAft>
                <a:spcPts val="0"/>
              </a:spcAft>
              <a:buSzPts val="2100"/>
              <a:buNone/>
              <a:defRPr sz="2100"/>
            </a:lvl9pPr>
          </a:lstStyle>
          <a:p/>
        </p:txBody>
      </p:sp>
      <p:grpSp>
        <p:nvGrpSpPr>
          <p:cNvPr id="3497" name="Google Shape;3497;p144"/>
          <p:cNvGrpSpPr/>
          <p:nvPr/>
        </p:nvGrpSpPr>
        <p:grpSpPr>
          <a:xfrm>
            <a:off x="203282" y="217187"/>
            <a:ext cx="801319" cy="855707"/>
            <a:chOff x="203282" y="217187"/>
            <a:chExt cx="801319" cy="855707"/>
          </a:xfrm>
        </p:grpSpPr>
        <p:sp>
          <p:nvSpPr>
            <p:cNvPr id="3498" name="Google Shape;3498;p144"/>
            <p:cNvSpPr/>
            <p:nvPr/>
          </p:nvSpPr>
          <p:spPr>
            <a:xfrm>
              <a:off x="899150" y="217187"/>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499" name="Google Shape;3499;p144"/>
            <p:cNvGrpSpPr/>
            <p:nvPr/>
          </p:nvGrpSpPr>
          <p:grpSpPr>
            <a:xfrm>
              <a:off x="203282" y="967438"/>
              <a:ext cx="105457" cy="105457"/>
              <a:chOff x="7812545" y="194375"/>
              <a:chExt cx="105457" cy="105457"/>
            </a:xfrm>
          </p:grpSpPr>
          <p:sp>
            <p:nvSpPr>
              <p:cNvPr id="3500" name="Google Shape;3500;p144"/>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1" name="Google Shape;3501;p144"/>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2" name="Google Shape;3502;p144"/>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3" name="Google Shape;3503;p144"/>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504" name="Google Shape;3504;p144"/>
          <p:cNvGrpSpPr/>
          <p:nvPr/>
        </p:nvGrpSpPr>
        <p:grpSpPr>
          <a:xfrm>
            <a:off x="-486246" y="4538820"/>
            <a:ext cx="1490848" cy="877511"/>
            <a:chOff x="-486246" y="4538820"/>
            <a:chExt cx="1490848" cy="877511"/>
          </a:xfrm>
        </p:grpSpPr>
        <p:sp>
          <p:nvSpPr>
            <p:cNvPr id="3505" name="Google Shape;3505;p144"/>
            <p:cNvSpPr/>
            <p:nvPr/>
          </p:nvSpPr>
          <p:spPr>
            <a:xfrm>
              <a:off x="-486246" y="4538820"/>
              <a:ext cx="991119" cy="877511"/>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6" name="Google Shape;3506;p144"/>
            <p:cNvSpPr/>
            <p:nvPr/>
          </p:nvSpPr>
          <p:spPr>
            <a:xfrm>
              <a:off x="899150" y="4850137"/>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BLANK_11">
    <p:spTree>
      <p:nvGrpSpPr>
        <p:cNvPr id="3507" name="Shape 3507"/>
        <p:cNvGrpSpPr/>
        <p:nvPr/>
      </p:nvGrpSpPr>
      <p:grpSpPr>
        <a:xfrm>
          <a:off x="0" y="0"/>
          <a:ext cx="0" cy="0"/>
          <a:chOff x="0" y="0"/>
          <a:chExt cx="0" cy="0"/>
        </a:xfrm>
      </p:grpSpPr>
      <p:sp>
        <p:nvSpPr>
          <p:cNvPr id="3508" name="Google Shape;3508;p14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3509" name="Google Shape;3509;p145"/>
          <p:cNvSpPr txBox="1"/>
          <p:nvPr>
            <p:ph type="title"/>
          </p:nvPr>
        </p:nvSpPr>
        <p:spPr>
          <a:xfrm>
            <a:off x="4859400" y="1976850"/>
            <a:ext cx="3598800" cy="5355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510" name="Google Shape;3510;p145"/>
          <p:cNvSpPr txBox="1"/>
          <p:nvPr>
            <p:ph idx="1" type="subTitle"/>
          </p:nvPr>
        </p:nvSpPr>
        <p:spPr>
          <a:xfrm>
            <a:off x="4859400" y="2627175"/>
            <a:ext cx="3598800" cy="7518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nSpc>
                <a:spcPct val="100000"/>
              </a:lnSpc>
              <a:spcBef>
                <a:spcPts val="0"/>
              </a:spcBef>
              <a:spcAft>
                <a:spcPts val="0"/>
              </a:spcAft>
              <a:buSzPts val="2100"/>
              <a:buNone/>
              <a:defRPr sz="2100"/>
            </a:lvl2pPr>
            <a:lvl3pPr lvl="2">
              <a:lnSpc>
                <a:spcPct val="100000"/>
              </a:lnSpc>
              <a:spcBef>
                <a:spcPts val="0"/>
              </a:spcBef>
              <a:spcAft>
                <a:spcPts val="0"/>
              </a:spcAft>
              <a:buSzPts val="2100"/>
              <a:buNone/>
              <a:defRPr sz="2100"/>
            </a:lvl3pPr>
            <a:lvl4pPr lvl="3">
              <a:lnSpc>
                <a:spcPct val="100000"/>
              </a:lnSpc>
              <a:spcBef>
                <a:spcPts val="0"/>
              </a:spcBef>
              <a:spcAft>
                <a:spcPts val="0"/>
              </a:spcAft>
              <a:buSzPts val="2100"/>
              <a:buNone/>
              <a:defRPr sz="2100"/>
            </a:lvl4pPr>
            <a:lvl5pPr lvl="4">
              <a:lnSpc>
                <a:spcPct val="100000"/>
              </a:lnSpc>
              <a:spcBef>
                <a:spcPts val="0"/>
              </a:spcBef>
              <a:spcAft>
                <a:spcPts val="0"/>
              </a:spcAft>
              <a:buSzPts val="2100"/>
              <a:buNone/>
              <a:defRPr sz="2100"/>
            </a:lvl5pPr>
            <a:lvl6pPr lvl="5">
              <a:lnSpc>
                <a:spcPct val="100000"/>
              </a:lnSpc>
              <a:spcBef>
                <a:spcPts val="0"/>
              </a:spcBef>
              <a:spcAft>
                <a:spcPts val="0"/>
              </a:spcAft>
              <a:buSzPts val="2100"/>
              <a:buNone/>
              <a:defRPr sz="2100"/>
            </a:lvl6pPr>
            <a:lvl7pPr lvl="6">
              <a:lnSpc>
                <a:spcPct val="100000"/>
              </a:lnSpc>
              <a:spcBef>
                <a:spcPts val="0"/>
              </a:spcBef>
              <a:spcAft>
                <a:spcPts val="0"/>
              </a:spcAft>
              <a:buSzPts val="2100"/>
              <a:buNone/>
              <a:defRPr sz="2100"/>
            </a:lvl7pPr>
            <a:lvl8pPr lvl="7">
              <a:lnSpc>
                <a:spcPct val="100000"/>
              </a:lnSpc>
              <a:spcBef>
                <a:spcPts val="0"/>
              </a:spcBef>
              <a:spcAft>
                <a:spcPts val="0"/>
              </a:spcAft>
              <a:buSzPts val="2100"/>
              <a:buNone/>
              <a:defRPr sz="2100"/>
            </a:lvl8pPr>
            <a:lvl9pPr lvl="8">
              <a:lnSpc>
                <a:spcPct val="100000"/>
              </a:lnSpc>
              <a:spcBef>
                <a:spcPts val="0"/>
              </a:spcBef>
              <a:spcAft>
                <a:spcPts val="0"/>
              </a:spcAft>
              <a:buSzPts val="2100"/>
              <a:buNone/>
              <a:defRPr sz="2100"/>
            </a:lvl9pPr>
          </a:lstStyle>
          <a:p/>
        </p:txBody>
      </p:sp>
      <p:grpSp>
        <p:nvGrpSpPr>
          <p:cNvPr id="3511" name="Google Shape;3511;p145"/>
          <p:cNvGrpSpPr/>
          <p:nvPr/>
        </p:nvGrpSpPr>
        <p:grpSpPr>
          <a:xfrm>
            <a:off x="4267201" y="4281023"/>
            <a:ext cx="2862276" cy="557407"/>
            <a:chOff x="4267201" y="4281023"/>
            <a:chExt cx="2862276" cy="557407"/>
          </a:xfrm>
        </p:grpSpPr>
        <p:sp>
          <p:nvSpPr>
            <p:cNvPr id="3512" name="Google Shape;3512;p145"/>
            <p:cNvSpPr/>
            <p:nvPr/>
          </p:nvSpPr>
          <p:spPr>
            <a:xfrm>
              <a:off x="4267201" y="4746723"/>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3513" name="Google Shape;3513;p145"/>
            <p:cNvGrpSpPr/>
            <p:nvPr/>
          </p:nvGrpSpPr>
          <p:grpSpPr>
            <a:xfrm>
              <a:off x="5127270" y="4281023"/>
              <a:ext cx="105457" cy="105457"/>
              <a:chOff x="7812545" y="194375"/>
              <a:chExt cx="105457" cy="105457"/>
            </a:xfrm>
          </p:grpSpPr>
          <p:sp>
            <p:nvSpPr>
              <p:cNvPr id="3514" name="Google Shape;3514;p145"/>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5" name="Google Shape;3515;p145"/>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6" name="Google Shape;3516;p145"/>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7" name="Google Shape;3517;p145"/>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18" name="Google Shape;3518;p145"/>
            <p:cNvSpPr/>
            <p:nvPr/>
          </p:nvSpPr>
          <p:spPr>
            <a:xfrm>
              <a:off x="6165650" y="4487449"/>
              <a:ext cx="171626" cy="171626"/>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3519" name="Google Shape;3519;p145"/>
            <p:cNvGrpSpPr/>
            <p:nvPr/>
          </p:nvGrpSpPr>
          <p:grpSpPr>
            <a:xfrm>
              <a:off x="7024020" y="4732973"/>
              <a:ext cx="105457" cy="105457"/>
              <a:chOff x="7812545" y="194375"/>
              <a:chExt cx="105457" cy="105457"/>
            </a:xfrm>
          </p:grpSpPr>
          <p:sp>
            <p:nvSpPr>
              <p:cNvPr id="3520" name="Google Shape;3520;p145"/>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1" name="Google Shape;3521;p145"/>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2" name="Google Shape;3522;p145"/>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3" name="Google Shape;3523;p145"/>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524" name="Google Shape;3524;p145"/>
          <p:cNvSpPr/>
          <p:nvPr/>
        </p:nvSpPr>
        <p:spPr>
          <a:xfrm rot="5828238">
            <a:off x="712226" y="4219055"/>
            <a:ext cx="1085117" cy="2077472"/>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5" name="Google Shape;3525;p145"/>
          <p:cNvSpPr/>
          <p:nvPr/>
        </p:nvSpPr>
        <p:spPr>
          <a:xfrm flipH="1">
            <a:off x="8516050" y="4487450"/>
            <a:ext cx="1172375" cy="942725"/>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26" name="Google Shape;3526;p145"/>
          <p:cNvGrpSpPr/>
          <p:nvPr/>
        </p:nvGrpSpPr>
        <p:grpSpPr>
          <a:xfrm>
            <a:off x="8176604" y="-179030"/>
            <a:ext cx="1421198" cy="1325909"/>
            <a:chOff x="8176604" y="-179030"/>
            <a:chExt cx="1421198" cy="1325909"/>
          </a:xfrm>
        </p:grpSpPr>
        <p:sp>
          <p:nvSpPr>
            <p:cNvPr id="3527" name="Google Shape;3527;p145"/>
            <p:cNvSpPr/>
            <p:nvPr/>
          </p:nvSpPr>
          <p:spPr>
            <a:xfrm flipH="1">
              <a:off x="8606683" y="-179030"/>
              <a:ext cx="991119" cy="877511"/>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8" name="Google Shape;3528;p145"/>
            <p:cNvSpPr/>
            <p:nvPr/>
          </p:nvSpPr>
          <p:spPr>
            <a:xfrm flipH="1">
              <a:off x="8176604" y="349987"/>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29" name="Google Shape;3529;p145"/>
            <p:cNvGrpSpPr/>
            <p:nvPr/>
          </p:nvGrpSpPr>
          <p:grpSpPr>
            <a:xfrm>
              <a:off x="8732620" y="1041423"/>
              <a:ext cx="105457" cy="105457"/>
              <a:chOff x="7812545" y="194375"/>
              <a:chExt cx="105457" cy="105457"/>
            </a:xfrm>
          </p:grpSpPr>
          <p:sp>
            <p:nvSpPr>
              <p:cNvPr id="3530" name="Google Shape;3530;p145"/>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1" name="Google Shape;3531;p145"/>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2" name="Google Shape;3532;p145"/>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3" name="Google Shape;3533;p145"/>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534" name="Google Shape;3534;p145"/>
          <p:cNvSpPr/>
          <p:nvPr/>
        </p:nvSpPr>
        <p:spPr>
          <a:xfrm>
            <a:off x="-1881050" y="-618725"/>
            <a:ext cx="6399210" cy="5209061"/>
          </a:xfrm>
          <a:custGeom>
            <a:rect b="b" l="l" r="r" t="t"/>
            <a:pathLst>
              <a:path extrusionOk="0" h="48924" w="60102">
                <a:moveTo>
                  <a:pt x="31550" y="1"/>
                </a:moveTo>
                <a:cubicBezTo>
                  <a:pt x="28688" y="1"/>
                  <a:pt x="25391" y="541"/>
                  <a:pt x="22089" y="2238"/>
                </a:cubicBezTo>
                <a:cubicBezTo>
                  <a:pt x="12977" y="6900"/>
                  <a:pt x="8196" y="17230"/>
                  <a:pt x="4091" y="25485"/>
                </a:cubicBezTo>
                <a:cubicBezTo>
                  <a:pt x="1" y="33725"/>
                  <a:pt x="2016" y="42612"/>
                  <a:pt x="8767" y="47123"/>
                </a:cubicBezTo>
                <a:cubicBezTo>
                  <a:pt x="10764" y="48461"/>
                  <a:pt x="12590" y="48924"/>
                  <a:pt x="14421" y="48924"/>
                </a:cubicBezTo>
                <a:cubicBezTo>
                  <a:pt x="18514" y="48924"/>
                  <a:pt x="22630" y="46611"/>
                  <a:pt x="28730" y="46611"/>
                </a:cubicBezTo>
                <a:cubicBezTo>
                  <a:pt x="29125" y="46611"/>
                  <a:pt x="29527" y="46621"/>
                  <a:pt x="29939" y="46641"/>
                </a:cubicBezTo>
                <a:cubicBezTo>
                  <a:pt x="34134" y="46851"/>
                  <a:pt x="36984" y="47278"/>
                  <a:pt x="39535" y="47278"/>
                </a:cubicBezTo>
                <a:cubicBezTo>
                  <a:pt x="42835" y="47278"/>
                  <a:pt x="45637" y="46563"/>
                  <a:pt x="50208" y="43739"/>
                </a:cubicBezTo>
                <a:cubicBezTo>
                  <a:pt x="58328" y="38732"/>
                  <a:pt x="60102" y="25500"/>
                  <a:pt x="54042" y="15140"/>
                </a:cubicBezTo>
                <a:cubicBezTo>
                  <a:pt x="47997" y="4779"/>
                  <a:pt x="40254" y="1667"/>
                  <a:pt x="40254" y="1667"/>
                </a:cubicBezTo>
                <a:cubicBezTo>
                  <a:pt x="40254" y="1667"/>
                  <a:pt x="36573" y="1"/>
                  <a:pt x="31550"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BLANK_13">
    <p:spTree>
      <p:nvGrpSpPr>
        <p:cNvPr id="3535" name="Shape 3535"/>
        <p:cNvGrpSpPr/>
        <p:nvPr/>
      </p:nvGrpSpPr>
      <p:grpSpPr>
        <a:xfrm>
          <a:off x="0" y="0"/>
          <a:ext cx="0" cy="0"/>
          <a:chOff x="0" y="0"/>
          <a:chExt cx="0" cy="0"/>
        </a:xfrm>
      </p:grpSpPr>
      <p:sp>
        <p:nvSpPr>
          <p:cNvPr id="3536" name="Google Shape;3536;p146"/>
          <p:cNvSpPr/>
          <p:nvPr/>
        </p:nvSpPr>
        <p:spPr>
          <a:xfrm flipH="1" rot="10800000">
            <a:off x="708675" y="219590"/>
            <a:ext cx="7726638" cy="4704323"/>
          </a:xfrm>
          <a:custGeom>
            <a:rect b="b" l="l" r="r" t="t"/>
            <a:pathLst>
              <a:path extrusionOk="0" h="49900" w="54584">
                <a:moveTo>
                  <a:pt x="39803" y="0"/>
                </a:moveTo>
                <a:cubicBezTo>
                  <a:pt x="38029" y="0"/>
                  <a:pt x="36248" y="409"/>
                  <a:pt x="34570" y="1238"/>
                </a:cubicBezTo>
                <a:cubicBezTo>
                  <a:pt x="31367" y="2802"/>
                  <a:pt x="28886" y="5448"/>
                  <a:pt x="25683" y="7012"/>
                </a:cubicBezTo>
                <a:cubicBezTo>
                  <a:pt x="21308" y="9163"/>
                  <a:pt x="16511" y="10320"/>
                  <a:pt x="12090" y="12380"/>
                </a:cubicBezTo>
                <a:cubicBezTo>
                  <a:pt x="7684" y="14425"/>
                  <a:pt x="3444" y="17628"/>
                  <a:pt x="1865" y="22244"/>
                </a:cubicBezTo>
                <a:cubicBezTo>
                  <a:pt x="1" y="27673"/>
                  <a:pt x="647" y="34078"/>
                  <a:pt x="3504" y="39040"/>
                </a:cubicBezTo>
                <a:cubicBezTo>
                  <a:pt x="8069" y="46988"/>
                  <a:pt x="17031" y="49899"/>
                  <a:pt x="25743" y="49899"/>
                </a:cubicBezTo>
                <a:cubicBezTo>
                  <a:pt x="25898" y="49899"/>
                  <a:pt x="26054" y="49898"/>
                  <a:pt x="26209" y="49897"/>
                </a:cubicBezTo>
                <a:cubicBezTo>
                  <a:pt x="44945" y="49671"/>
                  <a:pt x="54583" y="26996"/>
                  <a:pt x="51531" y="10696"/>
                </a:cubicBezTo>
                <a:cubicBezTo>
                  <a:pt x="50869" y="7163"/>
                  <a:pt x="49230" y="3779"/>
                  <a:pt x="46118" y="1840"/>
                </a:cubicBezTo>
                <a:cubicBezTo>
                  <a:pt x="44160" y="620"/>
                  <a:pt x="41987" y="0"/>
                  <a:pt x="3980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7" name="Google Shape;3537;p14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3538" name="Google Shape;3538;p146"/>
          <p:cNvSpPr txBox="1"/>
          <p:nvPr>
            <p:ph type="title"/>
          </p:nvPr>
        </p:nvSpPr>
        <p:spPr>
          <a:xfrm>
            <a:off x="1342950" y="1382675"/>
            <a:ext cx="6458100" cy="12486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accent2"/>
              </a:buClr>
              <a:buSzPts val="10000"/>
              <a:buNone/>
              <a:defRPr sz="10000">
                <a:solidFill>
                  <a:schemeClr val="accent2"/>
                </a:solidFill>
              </a:defRPr>
            </a:lvl1pPr>
            <a:lvl2pPr lvl="1">
              <a:spcBef>
                <a:spcPts val="0"/>
              </a:spcBef>
              <a:spcAft>
                <a:spcPts val="0"/>
              </a:spcAft>
              <a:buClr>
                <a:schemeClr val="accent2"/>
              </a:buClr>
              <a:buSzPts val="10000"/>
              <a:buNone/>
              <a:defRPr sz="10000">
                <a:solidFill>
                  <a:schemeClr val="accent2"/>
                </a:solidFill>
              </a:defRPr>
            </a:lvl2pPr>
            <a:lvl3pPr lvl="2">
              <a:spcBef>
                <a:spcPts val="0"/>
              </a:spcBef>
              <a:spcAft>
                <a:spcPts val="0"/>
              </a:spcAft>
              <a:buClr>
                <a:schemeClr val="accent2"/>
              </a:buClr>
              <a:buSzPts val="10000"/>
              <a:buNone/>
              <a:defRPr sz="10000">
                <a:solidFill>
                  <a:schemeClr val="accent2"/>
                </a:solidFill>
              </a:defRPr>
            </a:lvl3pPr>
            <a:lvl4pPr lvl="3">
              <a:spcBef>
                <a:spcPts val="0"/>
              </a:spcBef>
              <a:spcAft>
                <a:spcPts val="0"/>
              </a:spcAft>
              <a:buClr>
                <a:schemeClr val="accent2"/>
              </a:buClr>
              <a:buSzPts val="10000"/>
              <a:buNone/>
              <a:defRPr sz="10000">
                <a:solidFill>
                  <a:schemeClr val="accent2"/>
                </a:solidFill>
              </a:defRPr>
            </a:lvl4pPr>
            <a:lvl5pPr lvl="4">
              <a:spcBef>
                <a:spcPts val="0"/>
              </a:spcBef>
              <a:spcAft>
                <a:spcPts val="0"/>
              </a:spcAft>
              <a:buClr>
                <a:schemeClr val="accent2"/>
              </a:buClr>
              <a:buSzPts val="10000"/>
              <a:buNone/>
              <a:defRPr sz="10000">
                <a:solidFill>
                  <a:schemeClr val="accent2"/>
                </a:solidFill>
              </a:defRPr>
            </a:lvl5pPr>
            <a:lvl6pPr lvl="5">
              <a:spcBef>
                <a:spcPts val="0"/>
              </a:spcBef>
              <a:spcAft>
                <a:spcPts val="0"/>
              </a:spcAft>
              <a:buClr>
                <a:schemeClr val="accent2"/>
              </a:buClr>
              <a:buSzPts val="10000"/>
              <a:buNone/>
              <a:defRPr sz="10000">
                <a:solidFill>
                  <a:schemeClr val="accent2"/>
                </a:solidFill>
              </a:defRPr>
            </a:lvl6pPr>
            <a:lvl7pPr lvl="6">
              <a:spcBef>
                <a:spcPts val="0"/>
              </a:spcBef>
              <a:spcAft>
                <a:spcPts val="0"/>
              </a:spcAft>
              <a:buClr>
                <a:schemeClr val="accent2"/>
              </a:buClr>
              <a:buSzPts val="10000"/>
              <a:buNone/>
              <a:defRPr sz="10000">
                <a:solidFill>
                  <a:schemeClr val="accent2"/>
                </a:solidFill>
              </a:defRPr>
            </a:lvl7pPr>
            <a:lvl8pPr lvl="7">
              <a:spcBef>
                <a:spcPts val="0"/>
              </a:spcBef>
              <a:spcAft>
                <a:spcPts val="0"/>
              </a:spcAft>
              <a:buClr>
                <a:schemeClr val="accent2"/>
              </a:buClr>
              <a:buSzPts val="10000"/>
              <a:buNone/>
              <a:defRPr sz="10000">
                <a:solidFill>
                  <a:schemeClr val="accent2"/>
                </a:solidFill>
              </a:defRPr>
            </a:lvl8pPr>
            <a:lvl9pPr lvl="8">
              <a:spcBef>
                <a:spcPts val="0"/>
              </a:spcBef>
              <a:spcAft>
                <a:spcPts val="0"/>
              </a:spcAft>
              <a:buClr>
                <a:schemeClr val="accent2"/>
              </a:buClr>
              <a:buSzPts val="10000"/>
              <a:buNone/>
              <a:defRPr sz="10000">
                <a:solidFill>
                  <a:schemeClr val="accent2"/>
                </a:solidFill>
              </a:defRPr>
            </a:lvl9pPr>
          </a:lstStyle>
          <a:p/>
        </p:txBody>
      </p:sp>
      <p:sp>
        <p:nvSpPr>
          <p:cNvPr id="3539" name="Google Shape;3539;p146"/>
          <p:cNvSpPr txBox="1"/>
          <p:nvPr>
            <p:ph idx="1" type="subTitle"/>
          </p:nvPr>
        </p:nvSpPr>
        <p:spPr>
          <a:xfrm>
            <a:off x="2011650" y="2844800"/>
            <a:ext cx="5120700" cy="4470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8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3540" name="Google Shape;3540;p146"/>
          <p:cNvGrpSpPr/>
          <p:nvPr/>
        </p:nvGrpSpPr>
        <p:grpSpPr>
          <a:xfrm>
            <a:off x="-491969" y="3889601"/>
            <a:ext cx="2426346" cy="1766101"/>
            <a:chOff x="-491969" y="3889601"/>
            <a:chExt cx="2426346" cy="1766101"/>
          </a:xfrm>
        </p:grpSpPr>
        <p:sp>
          <p:nvSpPr>
            <p:cNvPr id="3541" name="Google Shape;3541;p146"/>
            <p:cNvSpPr/>
            <p:nvPr/>
          </p:nvSpPr>
          <p:spPr>
            <a:xfrm>
              <a:off x="-261950" y="3889601"/>
              <a:ext cx="2196327" cy="1766101"/>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2" name="Google Shape;3542;p146"/>
            <p:cNvSpPr/>
            <p:nvPr/>
          </p:nvSpPr>
          <p:spPr>
            <a:xfrm flipH="1">
              <a:off x="-491969" y="4265416"/>
              <a:ext cx="1463670" cy="1338068"/>
            </a:xfrm>
            <a:custGeom>
              <a:rect b="b" l="l" r="r" t="t"/>
              <a:pathLst>
                <a:path extrusionOk="0" h="49900" w="54584">
                  <a:moveTo>
                    <a:pt x="39803" y="0"/>
                  </a:moveTo>
                  <a:cubicBezTo>
                    <a:pt x="38029" y="0"/>
                    <a:pt x="36248" y="409"/>
                    <a:pt x="34570" y="1238"/>
                  </a:cubicBezTo>
                  <a:cubicBezTo>
                    <a:pt x="31367" y="2802"/>
                    <a:pt x="28886" y="5448"/>
                    <a:pt x="25683" y="7012"/>
                  </a:cubicBezTo>
                  <a:cubicBezTo>
                    <a:pt x="21308" y="9163"/>
                    <a:pt x="16511" y="10320"/>
                    <a:pt x="12090" y="12380"/>
                  </a:cubicBezTo>
                  <a:cubicBezTo>
                    <a:pt x="7684" y="14425"/>
                    <a:pt x="3444" y="17628"/>
                    <a:pt x="1865" y="22244"/>
                  </a:cubicBezTo>
                  <a:cubicBezTo>
                    <a:pt x="1" y="27673"/>
                    <a:pt x="647" y="34078"/>
                    <a:pt x="3504" y="39040"/>
                  </a:cubicBezTo>
                  <a:cubicBezTo>
                    <a:pt x="8069" y="46988"/>
                    <a:pt x="17031" y="49899"/>
                    <a:pt x="25743" y="49899"/>
                  </a:cubicBezTo>
                  <a:cubicBezTo>
                    <a:pt x="25898" y="49899"/>
                    <a:pt x="26054" y="49898"/>
                    <a:pt x="26209" y="49897"/>
                  </a:cubicBezTo>
                  <a:cubicBezTo>
                    <a:pt x="44945" y="49671"/>
                    <a:pt x="54583" y="26996"/>
                    <a:pt x="51531" y="10696"/>
                  </a:cubicBezTo>
                  <a:cubicBezTo>
                    <a:pt x="50869" y="7163"/>
                    <a:pt x="49230" y="3779"/>
                    <a:pt x="46118" y="1840"/>
                  </a:cubicBezTo>
                  <a:cubicBezTo>
                    <a:pt x="44160" y="620"/>
                    <a:pt x="41987" y="0"/>
                    <a:pt x="398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43" name="Google Shape;3543;p146"/>
          <p:cNvGrpSpPr/>
          <p:nvPr/>
        </p:nvGrpSpPr>
        <p:grpSpPr>
          <a:xfrm>
            <a:off x="8112408" y="-304605"/>
            <a:ext cx="1502819" cy="1131369"/>
            <a:chOff x="8112408" y="-304605"/>
            <a:chExt cx="1502819" cy="1131369"/>
          </a:xfrm>
        </p:grpSpPr>
        <p:sp>
          <p:nvSpPr>
            <p:cNvPr id="3544" name="Google Shape;3544;p146"/>
            <p:cNvSpPr/>
            <p:nvPr/>
          </p:nvSpPr>
          <p:spPr>
            <a:xfrm flipH="1">
              <a:off x="8112408" y="-304600"/>
              <a:ext cx="1406967" cy="1131364"/>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5" name="Google Shape;3545;p146"/>
            <p:cNvSpPr/>
            <p:nvPr/>
          </p:nvSpPr>
          <p:spPr>
            <a:xfrm flipH="1">
              <a:off x="8624108" y="-304605"/>
              <a:ext cx="991119" cy="877511"/>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46" name="Google Shape;3546;p146"/>
          <p:cNvGrpSpPr/>
          <p:nvPr/>
        </p:nvGrpSpPr>
        <p:grpSpPr>
          <a:xfrm>
            <a:off x="356395" y="307050"/>
            <a:ext cx="1124357" cy="1900014"/>
            <a:chOff x="356395" y="307050"/>
            <a:chExt cx="1124357" cy="1900014"/>
          </a:xfrm>
        </p:grpSpPr>
        <p:grpSp>
          <p:nvGrpSpPr>
            <p:cNvPr id="3547" name="Google Shape;3547;p146"/>
            <p:cNvGrpSpPr/>
            <p:nvPr/>
          </p:nvGrpSpPr>
          <p:grpSpPr>
            <a:xfrm>
              <a:off x="356395" y="1077175"/>
              <a:ext cx="105457" cy="105457"/>
              <a:chOff x="7812545" y="194375"/>
              <a:chExt cx="105457" cy="105457"/>
            </a:xfrm>
          </p:grpSpPr>
          <p:sp>
            <p:nvSpPr>
              <p:cNvPr id="3548" name="Google Shape;3548;p146"/>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9" name="Google Shape;3549;p146"/>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0" name="Google Shape;3550;p146"/>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1" name="Google Shape;3551;p146"/>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52" name="Google Shape;3552;p146"/>
            <p:cNvSpPr/>
            <p:nvPr/>
          </p:nvSpPr>
          <p:spPr>
            <a:xfrm>
              <a:off x="525263" y="2101675"/>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3" name="Google Shape;3553;p146"/>
            <p:cNvSpPr/>
            <p:nvPr/>
          </p:nvSpPr>
          <p:spPr>
            <a:xfrm>
              <a:off x="886526" y="307050"/>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3554" name="Google Shape;3554;p146"/>
            <p:cNvGrpSpPr/>
            <p:nvPr/>
          </p:nvGrpSpPr>
          <p:grpSpPr>
            <a:xfrm>
              <a:off x="1375295" y="1834350"/>
              <a:ext cx="105457" cy="105457"/>
              <a:chOff x="7812545" y="194375"/>
              <a:chExt cx="105457" cy="105457"/>
            </a:xfrm>
          </p:grpSpPr>
          <p:sp>
            <p:nvSpPr>
              <p:cNvPr id="3555" name="Google Shape;3555;p146"/>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6" name="Google Shape;3556;p146"/>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7" name="Google Shape;3557;p146"/>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8" name="Google Shape;3558;p146"/>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559" name="Google Shape;3559;p146"/>
          <p:cNvGrpSpPr/>
          <p:nvPr/>
        </p:nvGrpSpPr>
        <p:grpSpPr>
          <a:xfrm>
            <a:off x="7287120" y="3141625"/>
            <a:ext cx="1552557" cy="1766094"/>
            <a:chOff x="7400320" y="248200"/>
            <a:chExt cx="1552557" cy="1766094"/>
          </a:xfrm>
        </p:grpSpPr>
        <p:sp>
          <p:nvSpPr>
            <p:cNvPr id="3560" name="Google Shape;3560;p146"/>
            <p:cNvSpPr/>
            <p:nvPr/>
          </p:nvSpPr>
          <p:spPr>
            <a:xfrm>
              <a:off x="8405475" y="1190225"/>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1" name="Google Shape;3561;p146"/>
            <p:cNvSpPr/>
            <p:nvPr/>
          </p:nvSpPr>
          <p:spPr>
            <a:xfrm>
              <a:off x="8861176" y="248200"/>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3562" name="Google Shape;3562;p146"/>
            <p:cNvGrpSpPr/>
            <p:nvPr/>
          </p:nvGrpSpPr>
          <p:grpSpPr>
            <a:xfrm>
              <a:off x="8847420" y="1908838"/>
              <a:ext cx="105457" cy="105457"/>
              <a:chOff x="7812545" y="194375"/>
              <a:chExt cx="105457" cy="105457"/>
            </a:xfrm>
          </p:grpSpPr>
          <p:sp>
            <p:nvSpPr>
              <p:cNvPr id="3563" name="Google Shape;3563;p146"/>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4" name="Google Shape;3564;p146"/>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5" name="Google Shape;3565;p146"/>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6" name="Google Shape;3566;p146"/>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67" name="Google Shape;3567;p146"/>
            <p:cNvGrpSpPr/>
            <p:nvPr/>
          </p:nvGrpSpPr>
          <p:grpSpPr>
            <a:xfrm>
              <a:off x="7400320" y="473138"/>
              <a:ext cx="105457" cy="105457"/>
              <a:chOff x="7812545" y="194375"/>
              <a:chExt cx="105457" cy="105457"/>
            </a:xfrm>
          </p:grpSpPr>
          <p:sp>
            <p:nvSpPr>
              <p:cNvPr id="3568" name="Google Shape;3568;p146"/>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9" name="Google Shape;3569;p146"/>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0" name="Google Shape;3570;p146"/>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1" name="Google Shape;3571;p146"/>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572" name="Google Shape;3572;p146"/>
          <p:cNvGrpSpPr/>
          <p:nvPr/>
        </p:nvGrpSpPr>
        <p:grpSpPr>
          <a:xfrm>
            <a:off x="6039884" y="307038"/>
            <a:ext cx="1761155" cy="1002727"/>
            <a:chOff x="6039884" y="307038"/>
            <a:chExt cx="1761155" cy="1002727"/>
          </a:xfrm>
        </p:grpSpPr>
        <p:sp>
          <p:nvSpPr>
            <p:cNvPr id="3573" name="Google Shape;3573;p146"/>
            <p:cNvSpPr/>
            <p:nvPr/>
          </p:nvSpPr>
          <p:spPr>
            <a:xfrm flipH="1">
              <a:off x="6039884" y="455902"/>
              <a:ext cx="1463616" cy="468662"/>
            </a:xfrm>
            <a:custGeom>
              <a:rect b="b" l="l" r="r" t="t"/>
              <a:pathLst>
                <a:path extrusionOk="0" fill="none" h="4647" w="14511">
                  <a:moveTo>
                    <a:pt x="13894" y="3805"/>
                  </a:moveTo>
                  <a:cubicBezTo>
                    <a:pt x="13263" y="3459"/>
                    <a:pt x="12977" y="3744"/>
                    <a:pt x="12766" y="3459"/>
                  </a:cubicBezTo>
                  <a:cubicBezTo>
                    <a:pt x="12541" y="3173"/>
                    <a:pt x="13383" y="2436"/>
                    <a:pt x="11684" y="1699"/>
                  </a:cubicBezTo>
                  <a:cubicBezTo>
                    <a:pt x="11684" y="1699"/>
                    <a:pt x="11578" y="121"/>
                    <a:pt x="9248" y="60"/>
                  </a:cubicBezTo>
                  <a:cubicBezTo>
                    <a:pt x="6917" y="0"/>
                    <a:pt x="7549" y="1654"/>
                    <a:pt x="6917" y="2045"/>
                  </a:cubicBezTo>
                  <a:cubicBezTo>
                    <a:pt x="6286" y="2436"/>
                    <a:pt x="6120" y="1820"/>
                    <a:pt x="5504" y="2211"/>
                  </a:cubicBezTo>
                  <a:cubicBezTo>
                    <a:pt x="4872" y="2617"/>
                    <a:pt x="5158" y="3399"/>
                    <a:pt x="4647" y="3519"/>
                  </a:cubicBezTo>
                  <a:cubicBezTo>
                    <a:pt x="4135" y="3624"/>
                    <a:pt x="3459" y="3008"/>
                    <a:pt x="2842" y="3399"/>
                  </a:cubicBezTo>
                  <a:cubicBezTo>
                    <a:pt x="2211" y="3805"/>
                    <a:pt x="2211" y="4135"/>
                    <a:pt x="1925" y="4135"/>
                  </a:cubicBezTo>
                  <a:cubicBezTo>
                    <a:pt x="1654" y="4135"/>
                    <a:pt x="1083" y="3910"/>
                    <a:pt x="737" y="4135"/>
                  </a:cubicBezTo>
                  <a:cubicBezTo>
                    <a:pt x="406" y="4376"/>
                    <a:pt x="0" y="4647"/>
                    <a:pt x="0" y="4647"/>
                  </a:cubicBezTo>
                  <a:lnTo>
                    <a:pt x="14345" y="4647"/>
                  </a:lnTo>
                  <a:cubicBezTo>
                    <a:pt x="14345" y="4647"/>
                    <a:pt x="14511" y="4135"/>
                    <a:pt x="13894" y="3805"/>
                  </a:cubicBezTo>
                  <a:close/>
                </a:path>
              </a:pathLst>
            </a:custGeom>
            <a:solidFill>
              <a:schemeClr val="lt1"/>
            </a:solid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4" name="Google Shape;3574;p146"/>
            <p:cNvSpPr/>
            <p:nvPr/>
          </p:nvSpPr>
          <p:spPr>
            <a:xfrm>
              <a:off x="7695588" y="1204375"/>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75" name="Google Shape;3575;p146"/>
            <p:cNvGrpSpPr/>
            <p:nvPr/>
          </p:nvGrpSpPr>
          <p:grpSpPr>
            <a:xfrm>
              <a:off x="7398045" y="307038"/>
              <a:ext cx="105457" cy="105457"/>
              <a:chOff x="7812545" y="194375"/>
              <a:chExt cx="105457" cy="105457"/>
            </a:xfrm>
          </p:grpSpPr>
          <p:sp>
            <p:nvSpPr>
              <p:cNvPr id="3576" name="Google Shape;3576;p146"/>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7" name="Google Shape;3577;p146"/>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8" name="Google Shape;3578;p146"/>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9" name="Google Shape;3579;p146"/>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BLANK_14">
    <p:spTree>
      <p:nvGrpSpPr>
        <p:cNvPr id="3580" name="Shape 3580"/>
        <p:cNvGrpSpPr/>
        <p:nvPr/>
      </p:nvGrpSpPr>
      <p:grpSpPr>
        <a:xfrm>
          <a:off x="0" y="0"/>
          <a:ext cx="0" cy="0"/>
          <a:chOff x="0" y="0"/>
          <a:chExt cx="0" cy="0"/>
        </a:xfrm>
      </p:grpSpPr>
      <p:sp>
        <p:nvSpPr>
          <p:cNvPr id="3581" name="Google Shape;3581;p14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3582" name="Google Shape;3582;p147"/>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lgn="ctr">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583" name="Google Shape;3583;p147"/>
          <p:cNvSpPr txBox="1"/>
          <p:nvPr>
            <p:ph idx="1" type="subTitle"/>
          </p:nvPr>
        </p:nvSpPr>
        <p:spPr>
          <a:xfrm>
            <a:off x="685800" y="3831709"/>
            <a:ext cx="3651000" cy="393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584" name="Google Shape;3584;p147"/>
          <p:cNvSpPr txBox="1"/>
          <p:nvPr>
            <p:ph idx="2" type="subTitle"/>
          </p:nvPr>
        </p:nvSpPr>
        <p:spPr>
          <a:xfrm>
            <a:off x="2129250" y="2403350"/>
            <a:ext cx="4885500" cy="393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585" name="Google Shape;3585;p147"/>
          <p:cNvSpPr txBox="1"/>
          <p:nvPr>
            <p:ph idx="3" type="subTitle"/>
          </p:nvPr>
        </p:nvSpPr>
        <p:spPr>
          <a:xfrm>
            <a:off x="4807243" y="3831709"/>
            <a:ext cx="3651000" cy="393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586" name="Google Shape;3586;p147"/>
          <p:cNvSpPr txBox="1"/>
          <p:nvPr>
            <p:ph hasCustomPrompt="1" idx="4" type="title"/>
          </p:nvPr>
        </p:nvSpPr>
        <p:spPr>
          <a:xfrm>
            <a:off x="685800" y="3117675"/>
            <a:ext cx="3651000" cy="635700"/>
          </a:xfrm>
          <a:prstGeom prst="rect">
            <a:avLst/>
          </a:prstGeom>
        </p:spPr>
        <p:txBody>
          <a:bodyPr anchorCtr="0" anchor="ctr" bIns="91425" lIns="91425" spcFirstLastPara="1" rIns="91425" wrap="square" tIns="91425">
            <a:noAutofit/>
          </a:bodyPr>
          <a:lstStyle>
            <a:lvl1pPr lvl="0" algn="ctr">
              <a:spcBef>
                <a:spcPts val="0"/>
              </a:spcBef>
              <a:spcAft>
                <a:spcPts val="0"/>
              </a:spcAft>
              <a:buSzPts val="5000"/>
              <a:buNone/>
              <a:defRPr sz="6000">
                <a:solidFill>
                  <a:schemeClr val="accent2"/>
                </a:solidFill>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sp>
        <p:nvSpPr>
          <p:cNvPr id="3587" name="Google Shape;3587;p147"/>
          <p:cNvSpPr txBox="1"/>
          <p:nvPr>
            <p:ph hasCustomPrompt="1" idx="5" type="title"/>
          </p:nvPr>
        </p:nvSpPr>
        <p:spPr>
          <a:xfrm>
            <a:off x="2129250" y="1691873"/>
            <a:ext cx="4885500" cy="635700"/>
          </a:xfrm>
          <a:prstGeom prst="rect">
            <a:avLst/>
          </a:prstGeom>
        </p:spPr>
        <p:txBody>
          <a:bodyPr anchorCtr="0" anchor="ctr" bIns="91425" lIns="91425" spcFirstLastPara="1" rIns="91425" wrap="square" tIns="91425">
            <a:noAutofit/>
          </a:bodyPr>
          <a:lstStyle>
            <a:lvl1pPr lvl="0" algn="ctr">
              <a:spcBef>
                <a:spcPts val="0"/>
              </a:spcBef>
              <a:spcAft>
                <a:spcPts val="0"/>
              </a:spcAft>
              <a:buSzPts val="5000"/>
              <a:buNone/>
              <a:defRPr sz="6000">
                <a:solidFill>
                  <a:schemeClr val="accent2"/>
                </a:solidFill>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sp>
        <p:nvSpPr>
          <p:cNvPr id="3588" name="Google Shape;3588;p147"/>
          <p:cNvSpPr txBox="1"/>
          <p:nvPr>
            <p:ph hasCustomPrompt="1" idx="6" type="title"/>
          </p:nvPr>
        </p:nvSpPr>
        <p:spPr>
          <a:xfrm>
            <a:off x="4807125" y="3117675"/>
            <a:ext cx="3651000" cy="635700"/>
          </a:xfrm>
          <a:prstGeom prst="rect">
            <a:avLst/>
          </a:prstGeom>
        </p:spPr>
        <p:txBody>
          <a:bodyPr anchorCtr="0" anchor="ctr" bIns="91425" lIns="91425" spcFirstLastPara="1" rIns="91425" wrap="square" tIns="91425">
            <a:noAutofit/>
          </a:bodyPr>
          <a:lstStyle>
            <a:lvl1pPr lvl="0" algn="ctr">
              <a:spcBef>
                <a:spcPts val="0"/>
              </a:spcBef>
              <a:spcAft>
                <a:spcPts val="0"/>
              </a:spcAft>
              <a:buSzPts val="5000"/>
              <a:buNone/>
              <a:defRPr sz="6000">
                <a:solidFill>
                  <a:schemeClr val="accent2"/>
                </a:solidFill>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sp>
        <p:nvSpPr>
          <p:cNvPr id="3589" name="Google Shape;3589;p147"/>
          <p:cNvSpPr/>
          <p:nvPr/>
        </p:nvSpPr>
        <p:spPr>
          <a:xfrm flipH="1">
            <a:off x="-379375" y="-260675"/>
            <a:ext cx="1172375" cy="942725"/>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0" name="Google Shape;3590;p147"/>
          <p:cNvSpPr/>
          <p:nvPr/>
        </p:nvSpPr>
        <p:spPr>
          <a:xfrm>
            <a:off x="8191050" y="4377350"/>
            <a:ext cx="1232275" cy="1091025"/>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BLANK_6">
    <p:spTree>
      <p:nvGrpSpPr>
        <p:cNvPr id="3591" name="Shape 3591"/>
        <p:cNvGrpSpPr/>
        <p:nvPr/>
      </p:nvGrpSpPr>
      <p:grpSpPr>
        <a:xfrm>
          <a:off x="0" y="0"/>
          <a:ext cx="0" cy="0"/>
          <a:chOff x="0" y="0"/>
          <a:chExt cx="0" cy="0"/>
        </a:xfrm>
      </p:grpSpPr>
      <p:sp>
        <p:nvSpPr>
          <p:cNvPr id="3592" name="Google Shape;3592;p14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3593" name="Google Shape;3593;p148"/>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grpSp>
        <p:nvGrpSpPr>
          <p:cNvPr id="3594" name="Google Shape;3594;p148"/>
          <p:cNvGrpSpPr/>
          <p:nvPr/>
        </p:nvGrpSpPr>
        <p:grpSpPr>
          <a:xfrm>
            <a:off x="286211" y="261301"/>
            <a:ext cx="678453" cy="565475"/>
            <a:chOff x="286211" y="261301"/>
            <a:chExt cx="678453" cy="565475"/>
          </a:xfrm>
        </p:grpSpPr>
        <p:sp>
          <p:nvSpPr>
            <p:cNvPr id="3595" name="Google Shape;3595;p148"/>
            <p:cNvSpPr/>
            <p:nvPr/>
          </p:nvSpPr>
          <p:spPr>
            <a:xfrm>
              <a:off x="319288" y="721387"/>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96" name="Google Shape;3596;p148"/>
            <p:cNvGrpSpPr/>
            <p:nvPr/>
          </p:nvGrpSpPr>
          <p:grpSpPr>
            <a:xfrm>
              <a:off x="859207" y="294338"/>
              <a:ext cx="105457" cy="105457"/>
              <a:chOff x="7812545" y="194375"/>
              <a:chExt cx="105457" cy="105457"/>
            </a:xfrm>
          </p:grpSpPr>
          <p:sp>
            <p:nvSpPr>
              <p:cNvPr id="3597" name="Google Shape;3597;p148"/>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8" name="Google Shape;3598;p148"/>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9" name="Google Shape;3599;p148"/>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0" name="Google Shape;3600;p148"/>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01" name="Google Shape;3601;p148"/>
            <p:cNvSpPr/>
            <p:nvPr/>
          </p:nvSpPr>
          <p:spPr>
            <a:xfrm>
              <a:off x="286211" y="261301"/>
              <a:ext cx="171626" cy="171542"/>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02" name="Google Shape;3602;p148"/>
          <p:cNvSpPr/>
          <p:nvPr/>
        </p:nvSpPr>
        <p:spPr>
          <a:xfrm rot="5828238">
            <a:off x="8273326" y="4219055"/>
            <a:ext cx="1085117" cy="2077472"/>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603" name="Google Shape;3603;p148"/>
          <p:cNvGrpSpPr/>
          <p:nvPr/>
        </p:nvGrpSpPr>
        <p:grpSpPr>
          <a:xfrm>
            <a:off x="319295" y="4308988"/>
            <a:ext cx="750832" cy="656232"/>
            <a:chOff x="319295" y="4308988"/>
            <a:chExt cx="750832" cy="656232"/>
          </a:xfrm>
        </p:grpSpPr>
        <p:grpSp>
          <p:nvGrpSpPr>
            <p:cNvPr id="3604" name="Google Shape;3604;p148"/>
            <p:cNvGrpSpPr/>
            <p:nvPr/>
          </p:nvGrpSpPr>
          <p:grpSpPr>
            <a:xfrm>
              <a:off x="964670" y="4859763"/>
              <a:ext cx="105457" cy="105457"/>
              <a:chOff x="7812545" y="194375"/>
              <a:chExt cx="105457" cy="105457"/>
            </a:xfrm>
          </p:grpSpPr>
          <p:sp>
            <p:nvSpPr>
              <p:cNvPr id="3605" name="Google Shape;3605;p148"/>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6" name="Google Shape;3606;p148"/>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7" name="Google Shape;3607;p148"/>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8" name="Google Shape;3608;p148"/>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09" name="Google Shape;3609;p148"/>
            <p:cNvSpPr/>
            <p:nvPr/>
          </p:nvSpPr>
          <p:spPr>
            <a:xfrm>
              <a:off x="424749" y="4721876"/>
              <a:ext cx="171626" cy="171542"/>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610" name="Google Shape;3610;p148"/>
            <p:cNvGrpSpPr/>
            <p:nvPr/>
          </p:nvGrpSpPr>
          <p:grpSpPr>
            <a:xfrm>
              <a:off x="319295" y="4308988"/>
              <a:ext cx="105457" cy="105457"/>
              <a:chOff x="7812545" y="194375"/>
              <a:chExt cx="105457" cy="105457"/>
            </a:xfrm>
          </p:grpSpPr>
          <p:sp>
            <p:nvSpPr>
              <p:cNvPr id="3611" name="Google Shape;3611;p148"/>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2" name="Google Shape;3612;p148"/>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3" name="Google Shape;3613;p148"/>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4" name="Google Shape;3614;p148"/>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615" name="Google Shape;3615;p148"/>
          <p:cNvGrpSpPr/>
          <p:nvPr/>
        </p:nvGrpSpPr>
        <p:grpSpPr>
          <a:xfrm>
            <a:off x="8112408" y="-304605"/>
            <a:ext cx="1502819" cy="1131369"/>
            <a:chOff x="8112408" y="-304605"/>
            <a:chExt cx="1502819" cy="1131369"/>
          </a:xfrm>
        </p:grpSpPr>
        <p:sp>
          <p:nvSpPr>
            <p:cNvPr id="3616" name="Google Shape;3616;p148"/>
            <p:cNvSpPr/>
            <p:nvPr/>
          </p:nvSpPr>
          <p:spPr>
            <a:xfrm flipH="1">
              <a:off x="8112408" y="-304600"/>
              <a:ext cx="1406967" cy="1131364"/>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7" name="Google Shape;3617;p148"/>
            <p:cNvSpPr/>
            <p:nvPr/>
          </p:nvSpPr>
          <p:spPr>
            <a:xfrm flipH="1">
              <a:off x="8624108" y="-304605"/>
              <a:ext cx="991119" cy="877511"/>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BLANK_15">
    <p:spTree>
      <p:nvGrpSpPr>
        <p:cNvPr id="3618" name="Shape 3618"/>
        <p:cNvGrpSpPr/>
        <p:nvPr/>
      </p:nvGrpSpPr>
      <p:grpSpPr>
        <a:xfrm>
          <a:off x="0" y="0"/>
          <a:ext cx="0" cy="0"/>
          <a:chOff x="0" y="0"/>
          <a:chExt cx="0" cy="0"/>
        </a:xfrm>
      </p:grpSpPr>
      <p:sp>
        <p:nvSpPr>
          <p:cNvPr id="3619" name="Google Shape;3619;p14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3620" name="Google Shape;3620;p149"/>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621" name="Google Shape;3621;p149"/>
          <p:cNvSpPr/>
          <p:nvPr/>
        </p:nvSpPr>
        <p:spPr>
          <a:xfrm flipH="1" rot="10800000">
            <a:off x="5573502" y="2080275"/>
            <a:ext cx="5049319" cy="4110228"/>
          </a:xfrm>
          <a:custGeom>
            <a:rect b="b" l="l" r="r" t="t"/>
            <a:pathLst>
              <a:path extrusionOk="0" h="48924" w="60102">
                <a:moveTo>
                  <a:pt x="31550" y="1"/>
                </a:moveTo>
                <a:cubicBezTo>
                  <a:pt x="28688" y="1"/>
                  <a:pt x="25391" y="541"/>
                  <a:pt x="22089" y="2238"/>
                </a:cubicBezTo>
                <a:cubicBezTo>
                  <a:pt x="12977" y="6900"/>
                  <a:pt x="8196" y="17230"/>
                  <a:pt x="4091" y="25485"/>
                </a:cubicBezTo>
                <a:cubicBezTo>
                  <a:pt x="1" y="33725"/>
                  <a:pt x="2016" y="42612"/>
                  <a:pt x="8767" y="47123"/>
                </a:cubicBezTo>
                <a:cubicBezTo>
                  <a:pt x="10764" y="48461"/>
                  <a:pt x="12590" y="48924"/>
                  <a:pt x="14421" y="48924"/>
                </a:cubicBezTo>
                <a:cubicBezTo>
                  <a:pt x="18514" y="48924"/>
                  <a:pt x="22630" y="46611"/>
                  <a:pt x="28730" y="46611"/>
                </a:cubicBezTo>
                <a:cubicBezTo>
                  <a:pt x="29125" y="46611"/>
                  <a:pt x="29527" y="46621"/>
                  <a:pt x="29939" y="46641"/>
                </a:cubicBezTo>
                <a:cubicBezTo>
                  <a:pt x="34134" y="46851"/>
                  <a:pt x="36984" y="47278"/>
                  <a:pt x="39535" y="47278"/>
                </a:cubicBezTo>
                <a:cubicBezTo>
                  <a:pt x="42835" y="47278"/>
                  <a:pt x="45637" y="46563"/>
                  <a:pt x="50208" y="43739"/>
                </a:cubicBezTo>
                <a:cubicBezTo>
                  <a:pt x="58328" y="38732"/>
                  <a:pt x="60102" y="25500"/>
                  <a:pt x="54042" y="15140"/>
                </a:cubicBezTo>
                <a:cubicBezTo>
                  <a:pt x="47997" y="4779"/>
                  <a:pt x="40254" y="1667"/>
                  <a:pt x="40254" y="1667"/>
                </a:cubicBezTo>
                <a:cubicBezTo>
                  <a:pt x="40254" y="1667"/>
                  <a:pt x="36573" y="1"/>
                  <a:pt x="31550"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2" name="Google Shape;3622;p149"/>
          <p:cNvSpPr/>
          <p:nvPr/>
        </p:nvSpPr>
        <p:spPr>
          <a:xfrm rot="5828238">
            <a:off x="8273326" y="4219055"/>
            <a:ext cx="1085117" cy="2077472"/>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623" name="Google Shape;3623;p149"/>
          <p:cNvGrpSpPr/>
          <p:nvPr/>
        </p:nvGrpSpPr>
        <p:grpSpPr>
          <a:xfrm>
            <a:off x="319295" y="4308988"/>
            <a:ext cx="750832" cy="656232"/>
            <a:chOff x="319295" y="4308988"/>
            <a:chExt cx="750832" cy="656232"/>
          </a:xfrm>
        </p:grpSpPr>
        <p:grpSp>
          <p:nvGrpSpPr>
            <p:cNvPr id="3624" name="Google Shape;3624;p149"/>
            <p:cNvGrpSpPr/>
            <p:nvPr/>
          </p:nvGrpSpPr>
          <p:grpSpPr>
            <a:xfrm>
              <a:off x="964670" y="4859763"/>
              <a:ext cx="105457" cy="105457"/>
              <a:chOff x="7812545" y="194375"/>
              <a:chExt cx="105457" cy="105457"/>
            </a:xfrm>
          </p:grpSpPr>
          <p:sp>
            <p:nvSpPr>
              <p:cNvPr id="3625" name="Google Shape;3625;p149"/>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6" name="Google Shape;3626;p149"/>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7" name="Google Shape;3627;p149"/>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8" name="Google Shape;3628;p149"/>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29" name="Google Shape;3629;p149"/>
            <p:cNvSpPr/>
            <p:nvPr/>
          </p:nvSpPr>
          <p:spPr>
            <a:xfrm>
              <a:off x="424749" y="4721876"/>
              <a:ext cx="171626" cy="171542"/>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630" name="Google Shape;3630;p149"/>
            <p:cNvGrpSpPr/>
            <p:nvPr/>
          </p:nvGrpSpPr>
          <p:grpSpPr>
            <a:xfrm>
              <a:off x="319295" y="4308988"/>
              <a:ext cx="105457" cy="105457"/>
              <a:chOff x="7812545" y="194375"/>
              <a:chExt cx="105457" cy="105457"/>
            </a:xfrm>
          </p:grpSpPr>
          <p:sp>
            <p:nvSpPr>
              <p:cNvPr id="3631" name="Google Shape;3631;p149"/>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2" name="Google Shape;3632;p149"/>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3" name="Google Shape;3633;p149"/>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4" name="Google Shape;3634;p149"/>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635" name="Google Shape;3635;p149"/>
          <p:cNvGrpSpPr/>
          <p:nvPr/>
        </p:nvGrpSpPr>
        <p:grpSpPr>
          <a:xfrm>
            <a:off x="319295" y="181363"/>
            <a:ext cx="698582" cy="835057"/>
            <a:chOff x="319295" y="181363"/>
            <a:chExt cx="698582" cy="835057"/>
          </a:xfrm>
        </p:grpSpPr>
        <p:grpSp>
          <p:nvGrpSpPr>
            <p:cNvPr id="3636" name="Google Shape;3636;p149"/>
            <p:cNvGrpSpPr/>
            <p:nvPr/>
          </p:nvGrpSpPr>
          <p:grpSpPr>
            <a:xfrm>
              <a:off x="912420" y="181363"/>
              <a:ext cx="105457" cy="105457"/>
              <a:chOff x="7812545" y="194375"/>
              <a:chExt cx="105457" cy="105457"/>
            </a:xfrm>
          </p:grpSpPr>
          <p:sp>
            <p:nvSpPr>
              <p:cNvPr id="3637" name="Google Shape;3637;p149"/>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8" name="Google Shape;3638;p149"/>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9" name="Google Shape;3639;p149"/>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0" name="Google Shape;3640;p149"/>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41" name="Google Shape;3641;p149"/>
            <p:cNvSpPr/>
            <p:nvPr/>
          </p:nvSpPr>
          <p:spPr>
            <a:xfrm>
              <a:off x="319299" y="331076"/>
              <a:ext cx="171626" cy="171542"/>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642" name="Google Shape;3642;p149"/>
            <p:cNvGrpSpPr/>
            <p:nvPr/>
          </p:nvGrpSpPr>
          <p:grpSpPr>
            <a:xfrm>
              <a:off x="319295" y="910963"/>
              <a:ext cx="105457" cy="105457"/>
              <a:chOff x="7812545" y="194375"/>
              <a:chExt cx="105457" cy="105457"/>
            </a:xfrm>
          </p:grpSpPr>
          <p:sp>
            <p:nvSpPr>
              <p:cNvPr id="3643" name="Google Shape;3643;p149"/>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4" name="Google Shape;3644;p149"/>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5" name="Google Shape;3645;p149"/>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6" name="Google Shape;3646;p149"/>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BLANK_3">
    <p:spTree>
      <p:nvGrpSpPr>
        <p:cNvPr id="3647" name="Shape 3647"/>
        <p:cNvGrpSpPr/>
        <p:nvPr/>
      </p:nvGrpSpPr>
      <p:grpSpPr>
        <a:xfrm>
          <a:off x="0" y="0"/>
          <a:ext cx="0" cy="0"/>
          <a:chOff x="0" y="0"/>
          <a:chExt cx="0" cy="0"/>
        </a:xfrm>
      </p:grpSpPr>
      <p:sp>
        <p:nvSpPr>
          <p:cNvPr id="3648" name="Google Shape;3648;p150"/>
          <p:cNvSpPr/>
          <p:nvPr/>
        </p:nvSpPr>
        <p:spPr>
          <a:xfrm flipH="1">
            <a:off x="437224" y="87075"/>
            <a:ext cx="8269551" cy="4798437"/>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9" name="Google Shape;3649;p15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3650" name="Google Shape;3650;p150"/>
          <p:cNvSpPr txBox="1"/>
          <p:nvPr>
            <p:ph type="title"/>
          </p:nvPr>
        </p:nvSpPr>
        <p:spPr>
          <a:xfrm>
            <a:off x="1505550" y="920400"/>
            <a:ext cx="6132900" cy="871500"/>
          </a:xfrm>
          <a:prstGeom prst="rect">
            <a:avLst/>
          </a:prstGeom>
        </p:spPr>
        <p:txBody>
          <a:bodyPr anchorCtr="0" anchor="ctr" bIns="91425" lIns="91425" spcFirstLastPara="1" rIns="91425" wrap="square" tIns="91425">
            <a:noAutofit/>
          </a:bodyPr>
          <a:lstStyle>
            <a:lvl1pPr lvl="0" algn="ctr">
              <a:spcBef>
                <a:spcPts val="0"/>
              </a:spcBef>
              <a:spcAft>
                <a:spcPts val="0"/>
              </a:spcAft>
              <a:buSzPts val="2800"/>
              <a:buNone/>
              <a:defRPr sz="6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651" name="Google Shape;3651;p150"/>
          <p:cNvSpPr txBox="1"/>
          <p:nvPr>
            <p:ph idx="1" type="subTitle"/>
          </p:nvPr>
        </p:nvSpPr>
        <p:spPr>
          <a:xfrm>
            <a:off x="2549400" y="1842175"/>
            <a:ext cx="4045200" cy="10122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652" name="Google Shape;3652;p150"/>
          <p:cNvSpPr txBox="1"/>
          <p:nvPr/>
        </p:nvSpPr>
        <p:spPr>
          <a:xfrm>
            <a:off x="2549400" y="3439165"/>
            <a:ext cx="4045200" cy="670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CA" sz="1200">
                <a:solidFill>
                  <a:schemeClr val="dk1"/>
                </a:solidFill>
                <a:latin typeface="Lato"/>
                <a:ea typeface="Lato"/>
                <a:cs typeface="Lato"/>
                <a:sym typeface="Lato"/>
              </a:rPr>
              <a:t>CREDITS:</a:t>
            </a:r>
            <a:r>
              <a:rPr lang="en-CA" sz="1200">
                <a:solidFill>
                  <a:schemeClr val="dk1"/>
                </a:solidFill>
                <a:latin typeface="Lato"/>
                <a:ea typeface="Lato"/>
                <a:cs typeface="Lato"/>
                <a:sym typeface="Lato"/>
              </a:rPr>
              <a:t> This presentation template was created by </a:t>
            </a:r>
            <a:r>
              <a:rPr b="1" lang="en-CA" sz="1200">
                <a:solidFill>
                  <a:schemeClr val="dk1"/>
                </a:solidFill>
                <a:uFill>
                  <a:noFill/>
                </a:uFill>
                <a:latin typeface="Lato"/>
                <a:ea typeface="Lato"/>
                <a:cs typeface="Lato"/>
                <a:sym typeface="Lato"/>
                <a:hlinkClick r:id="rId2">
                  <a:extLst>
                    <a:ext uri="{A12FA001-AC4F-418D-AE19-62706E023703}">
                      <ahyp:hlinkClr val="tx"/>
                    </a:ext>
                  </a:extLst>
                </a:hlinkClick>
              </a:rPr>
              <a:t>Slidesgo</a:t>
            </a:r>
            <a:r>
              <a:rPr b="1" lang="en-CA" sz="1200">
                <a:solidFill>
                  <a:schemeClr val="dk1"/>
                </a:solidFill>
                <a:latin typeface="Lato"/>
                <a:ea typeface="Lato"/>
                <a:cs typeface="Lato"/>
                <a:sym typeface="Lato"/>
              </a:rPr>
              <a:t>,</a:t>
            </a:r>
            <a:r>
              <a:rPr lang="en-CA" sz="1200">
                <a:solidFill>
                  <a:schemeClr val="dk1"/>
                </a:solidFill>
                <a:latin typeface="Lato"/>
                <a:ea typeface="Lato"/>
                <a:cs typeface="Lato"/>
                <a:sym typeface="Lato"/>
              </a:rPr>
              <a:t> including icons by </a:t>
            </a:r>
            <a:r>
              <a:rPr b="1" lang="en-CA" sz="1200">
                <a:solidFill>
                  <a:schemeClr val="dk1"/>
                </a:solidFill>
                <a:uFill>
                  <a:noFill/>
                </a:uFill>
                <a:latin typeface="Lato"/>
                <a:ea typeface="Lato"/>
                <a:cs typeface="Lato"/>
                <a:sym typeface="Lato"/>
                <a:hlinkClick r:id="rId3">
                  <a:extLst>
                    <a:ext uri="{A12FA001-AC4F-418D-AE19-62706E023703}">
                      <ahyp:hlinkClr val="tx"/>
                    </a:ext>
                  </a:extLst>
                </a:hlinkClick>
              </a:rPr>
              <a:t>Flaticon</a:t>
            </a:r>
            <a:r>
              <a:rPr lang="en-CA" sz="1200">
                <a:solidFill>
                  <a:schemeClr val="dk1"/>
                </a:solidFill>
                <a:latin typeface="Lato"/>
                <a:ea typeface="Lato"/>
                <a:cs typeface="Lato"/>
                <a:sym typeface="Lato"/>
              </a:rPr>
              <a:t>, infographics &amp; images by </a:t>
            </a:r>
            <a:r>
              <a:rPr b="1" lang="en-CA" sz="1200">
                <a:solidFill>
                  <a:schemeClr val="dk1"/>
                </a:solidFill>
                <a:uFill>
                  <a:noFill/>
                </a:uFill>
                <a:latin typeface="Lato"/>
                <a:ea typeface="Lato"/>
                <a:cs typeface="Lato"/>
                <a:sym typeface="Lato"/>
                <a:hlinkClick r:id="rId4">
                  <a:extLst>
                    <a:ext uri="{A12FA001-AC4F-418D-AE19-62706E023703}">
                      <ahyp:hlinkClr val="tx"/>
                    </a:ext>
                  </a:extLst>
                </a:hlinkClick>
              </a:rPr>
              <a:t>Freepik</a:t>
            </a:r>
            <a:r>
              <a:rPr lang="en-CA" sz="1200">
                <a:solidFill>
                  <a:schemeClr val="dk1"/>
                </a:solidFill>
                <a:latin typeface="Lato"/>
                <a:ea typeface="Lato"/>
                <a:cs typeface="Lato"/>
                <a:sym typeface="Lato"/>
              </a:rPr>
              <a:t> and illustrations by </a:t>
            </a:r>
            <a:r>
              <a:rPr b="1" lang="en-CA" sz="1200">
                <a:solidFill>
                  <a:schemeClr val="dk1"/>
                </a:solidFill>
                <a:uFill>
                  <a:noFill/>
                </a:uFill>
                <a:latin typeface="Lato"/>
                <a:ea typeface="Lato"/>
                <a:cs typeface="Lato"/>
                <a:sym typeface="Lato"/>
                <a:hlinkClick r:id="rId5">
                  <a:extLst>
                    <a:ext uri="{A12FA001-AC4F-418D-AE19-62706E023703}">
                      <ahyp:hlinkClr val="tx"/>
                    </a:ext>
                  </a:extLst>
                </a:hlinkClick>
              </a:rPr>
              <a:t>Storyset</a:t>
            </a:r>
            <a:r>
              <a:rPr lang="en-CA" sz="1200">
                <a:solidFill>
                  <a:schemeClr val="dk1"/>
                </a:solidFill>
                <a:latin typeface="Lato"/>
                <a:ea typeface="Lato"/>
                <a:cs typeface="Lato"/>
                <a:sym typeface="Lato"/>
              </a:rPr>
              <a:t>.</a:t>
            </a:r>
            <a:endParaRPr>
              <a:solidFill>
                <a:schemeClr val="dk1"/>
              </a:solidFill>
              <a:latin typeface="Lato"/>
              <a:ea typeface="Lato"/>
              <a:cs typeface="Lato"/>
              <a:sym typeface="Lato"/>
            </a:endParaRPr>
          </a:p>
        </p:txBody>
      </p:sp>
      <p:grpSp>
        <p:nvGrpSpPr>
          <p:cNvPr id="3653" name="Google Shape;3653;p150"/>
          <p:cNvGrpSpPr/>
          <p:nvPr/>
        </p:nvGrpSpPr>
        <p:grpSpPr>
          <a:xfrm>
            <a:off x="-324289" y="3240517"/>
            <a:ext cx="2492715" cy="2684735"/>
            <a:chOff x="-324289" y="3240517"/>
            <a:chExt cx="2492715" cy="2684735"/>
          </a:xfrm>
        </p:grpSpPr>
        <p:sp>
          <p:nvSpPr>
            <p:cNvPr id="3654" name="Google Shape;3654;p150"/>
            <p:cNvSpPr/>
            <p:nvPr/>
          </p:nvSpPr>
          <p:spPr>
            <a:xfrm rot="10800000">
              <a:off x="-324289" y="3240517"/>
              <a:ext cx="2492715" cy="2278933"/>
            </a:xfrm>
            <a:custGeom>
              <a:rect b="b" l="l" r="r" t="t"/>
              <a:pathLst>
                <a:path extrusionOk="0" h="49900" w="54584">
                  <a:moveTo>
                    <a:pt x="39803" y="0"/>
                  </a:moveTo>
                  <a:cubicBezTo>
                    <a:pt x="38029" y="0"/>
                    <a:pt x="36248" y="409"/>
                    <a:pt x="34570" y="1238"/>
                  </a:cubicBezTo>
                  <a:cubicBezTo>
                    <a:pt x="31367" y="2802"/>
                    <a:pt x="28886" y="5448"/>
                    <a:pt x="25683" y="7012"/>
                  </a:cubicBezTo>
                  <a:cubicBezTo>
                    <a:pt x="21308" y="9163"/>
                    <a:pt x="16511" y="10320"/>
                    <a:pt x="12090" y="12380"/>
                  </a:cubicBezTo>
                  <a:cubicBezTo>
                    <a:pt x="7684" y="14425"/>
                    <a:pt x="3444" y="17628"/>
                    <a:pt x="1865" y="22244"/>
                  </a:cubicBezTo>
                  <a:cubicBezTo>
                    <a:pt x="1" y="27673"/>
                    <a:pt x="647" y="34078"/>
                    <a:pt x="3504" y="39040"/>
                  </a:cubicBezTo>
                  <a:cubicBezTo>
                    <a:pt x="8069" y="46988"/>
                    <a:pt x="17031" y="49899"/>
                    <a:pt x="25743" y="49899"/>
                  </a:cubicBezTo>
                  <a:cubicBezTo>
                    <a:pt x="25898" y="49899"/>
                    <a:pt x="26054" y="49898"/>
                    <a:pt x="26209" y="49897"/>
                  </a:cubicBezTo>
                  <a:cubicBezTo>
                    <a:pt x="44945" y="49671"/>
                    <a:pt x="54583" y="26996"/>
                    <a:pt x="51531" y="10696"/>
                  </a:cubicBezTo>
                  <a:cubicBezTo>
                    <a:pt x="50869" y="7163"/>
                    <a:pt x="49230" y="3779"/>
                    <a:pt x="46118" y="1840"/>
                  </a:cubicBezTo>
                  <a:cubicBezTo>
                    <a:pt x="44160" y="620"/>
                    <a:pt x="41987" y="0"/>
                    <a:pt x="39803"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5" name="Google Shape;3655;p150"/>
            <p:cNvSpPr/>
            <p:nvPr/>
          </p:nvSpPr>
          <p:spPr>
            <a:xfrm rot="5828238">
              <a:off x="251851" y="4219055"/>
              <a:ext cx="1085117" cy="2077472"/>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56" name="Google Shape;3656;p150"/>
          <p:cNvSpPr/>
          <p:nvPr/>
        </p:nvSpPr>
        <p:spPr>
          <a:xfrm rot="899878">
            <a:off x="-523899" y="-362625"/>
            <a:ext cx="1102774" cy="971749"/>
          </a:xfrm>
          <a:custGeom>
            <a:rect b="b" l="l" r="r" t="t"/>
            <a:pathLst>
              <a:path extrusionOk="0" h="49357" w="56012">
                <a:moveTo>
                  <a:pt x="29954" y="0"/>
                </a:moveTo>
                <a:cubicBezTo>
                  <a:pt x="26409" y="0"/>
                  <a:pt x="22321" y="902"/>
                  <a:pt x="17654" y="3034"/>
                </a:cubicBezTo>
                <a:cubicBezTo>
                  <a:pt x="17654" y="3034"/>
                  <a:pt x="8827" y="7530"/>
                  <a:pt x="4406" y="14477"/>
                </a:cubicBezTo>
                <a:cubicBezTo>
                  <a:pt x="1" y="21424"/>
                  <a:pt x="347" y="30340"/>
                  <a:pt x="5715" y="36971"/>
                </a:cubicBezTo>
                <a:cubicBezTo>
                  <a:pt x="11068" y="43588"/>
                  <a:pt x="21308" y="42730"/>
                  <a:pt x="29878" y="46926"/>
                </a:cubicBezTo>
                <a:cubicBezTo>
                  <a:pt x="33082" y="48494"/>
                  <a:pt x="36410" y="49356"/>
                  <a:pt x="39533" y="49356"/>
                </a:cubicBezTo>
                <a:cubicBezTo>
                  <a:pt x="44766" y="49356"/>
                  <a:pt x="49425" y="46936"/>
                  <a:pt x="51967" y="41362"/>
                </a:cubicBezTo>
                <a:cubicBezTo>
                  <a:pt x="56012" y="32476"/>
                  <a:pt x="49907" y="29137"/>
                  <a:pt x="48854" y="18852"/>
                </a:cubicBezTo>
                <a:cubicBezTo>
                  <a:pt x="48037" y="10867"/>
                  <a:pt x="42263" y="0"/>
                  <a:pt x="29954"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657" name="Google Shape;3657;p150"/>
          <p:cNvGrpSpPr/>
          <p:nvPr/>
        </p:nvGrpSpPr>
        <p:grpSpPr>
          <a:xfrm>
            <a:off x="298009" y="1164970"/>
            <a:ext cx="1121498" cy="1129498"/>
            <a:chOff x="298009" y="1164970"/>
            <a:chExt cx="1121498" cy="1129498"/>
          </a:xfrm>
        </p:grpSpPr>
        <p:grpSp>
          <p:nvGrpSpPr>
            <p:cNvPr id="3658" name="Google Shape;3658;p150"/>
            <p:cNvGrpSpPr/>
            <p:nvPr/>
          </p:nvGrpSpPr>
          <p:grpSpPr>
            <a:xfrm flipH="1">
              <a:off x="298009" y="1309538"/>
              <a:ext cx="93234" cy="93234"/>
              <a:chOff x="7812545" y="194375"/>
              <a:chExt cx="105457" cy="105457"/>
            </a:xfrm>
          </p:grpSpPr>
          <p:sp>
            <p:nvSpPr>
              <p:cNvPr id="3659" name="Google Shape;3659;p150"/>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0" name="Google Shape;3660;p150"/>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1" name="Google Shape;3661;p150"/>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2" name="Google Shape;3662;p150"/>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63" name="Google Shape;3663;p150"/>
            <p:cNvSpPr/>
            <p:nvPr/>
          </p:nvSpPr>
          <p:spPr>
            <a:xfrm flipH="1">
              <a:off x="1326276" y="1164970"/>
              <a:ext cx="93231" cy="93173"/>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4" name="Google Shape;3664;p150"/>
            <p:cNvSpPr/>
            <p:nvPr/>
          </p:nvSpPr>
          <p:spPr>
            <a:xfrm flipH="1">
              <a:off x="685826" y="2201295"/>
              <a:ext cx="93231" cy="93173"/>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65" name="Google Shape;3665;p150"/>
          <p:cNvGrpSpPr/>
          <p:nvPr/>
        </p:nvGrpSpPr>
        <p:grpSpPr>
          <a:xfrm>
            <a:off x="7297176" y="3655625"/>
            <a:ext cx="2210428" cy="1863813"/>
            <a:chOff x="7297176" y="3655625"/>
            <a:chExt cx="2210428" cy="1863813"/>
          </a:xfrm>
        </p:grpSpPr>
        <p:sp>
          <p:nvSpPr>
            <p:cNvPr id="3666" name="Google Shape;3666;p150"/>
            <p:cNvSpPr/>
            <p:nvPr/>
          </p:nvSpPr>
          <p:spPr>
            <a:xfrm rot="899878">
              <a:off x="8297876" y="4421550"/>
              <a:ext cx="1102774" cy="971749"/>
            </a:xfrm>
            <a:custGeom>
              <a:rect b="b" l="l" r="r" t="t"/>
              <a:pathLst>
                <a:path extrusionOk="0" h="49357" w="56012">
                  <a:moveTo>
                    <a:pt x="29954" y="0"/>
                  </a:moveTo>
                  <a:cubicBezTo>
                    <a:pt x="26409" y="0"/>
                    <a:pt x="22321" y="902"/>
                    <a:pt x="17654" y="3034"/>
                  </a:cubicBezTo>
                  <a:cubicBezTo>
                    <a:pt x="17654" y="3034"/>
                    <a:pt x="8827" y="7530"/>
                    <a:pt x="4406" y="14477"/>
                  </a:cubicBezTo>
                  <a:cubicBezTo>
                    <a:pt x="1" y="21424"/>
                    <a:pt x="347" y="30340"/>
                    <a:pt x="5715" y="36971"/>
                  </a:cubicBezTo>
                  <a:cubicBezTo>
                    <a:pt x="11068" y="43588"/>
                    <a:pt x="21308" y="42730"/>
                    <a:pt x="29878" y="46926"/>
                  </a:cubicBezTo>
                  <a:cubicBezTo>
                    <a:pt x="33082" y="48494"/>
                    <a:pt x="36410" y="49356"/>
                    <a:pt x="39533" y="49356"/>
                  </a:cubicBezTo>
                  <a:cubicBezTo>
                    <a:pt x="44766" y="49356"/>
                    <a:pt x="49425" y="46936"/>
                    <a:pt x="51967" y="41362"/>
                  </a:cubicBezTo>
                  <a:cubicBezTo>
                    <a:pt x="56012" y="32476"/>
                    <a:pt x="49907" y="29137"/>
                    <a:pt x="48854" y="18852"/>
                  </a:cubicBezTo>
                  <a:cubicBezTo>
                    <a:pt x="48037" y="10867"/>
                    <a:pt x="42263" y="0"/>
                    <a:pt x="29954"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667" name="Google Shape;3667;p150"/>
            <p:cNvGrpSpPr/>
            <p:nvPr/>
          </p:nvGrpSpPr>
          <p:grpSpPr>
            <a:xfrm>
              <a:off x="7297176" y="3655625"/>
              <a:ext cx="1024368" cy="981280"/>
              <a:chOff x="7297176" y="3655625"/>
              <a:chExt cx="1024368" cy="981280"/>
            </a:xfrm>
          </p:grpSpPr>
          <p:grpSp>
            <p:nvGrpSpPr>
              <p:cNvPr id="3668" name="Google Shape;3668;p150"/>
              <p:cNvGrpSpPr/>
              <p:nvPr/>
            </p:nvGrpSpPr>
            <p:grpSpPr>
              <a:xfrm flipH="1">
                <a:off x="8228309" y="3655625"/>
                <a:ext cx="93234" cy="93234"/>
                <a:chOff x="7812545" y="194375"/>
                <a:chExt cx="105457" cy="105457"/>
              </a:xfrm>
            </p:grpSpPr>
            <p:sp>
              <p:nvSpPr>
                <p:cNvPr id="3669" name="Google Shape;3669;p150"/>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0" name="Google Shape;3670;p150"/>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1" name="Google Shape;3671;p150"/>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2" name="Google Shape;3672;p150"/>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73" name="Google Shape;3673;p150"/>
              <p:cNvSpPr/>
              <p:nvPr/>
            </p:nvSpPr>
            <p:spPr>
              <a:xfrm flipH="1">
                <a:off x="7297176" y="4543733"/>
                <a:ext cx="93231" cy="93173"/>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20">
    <p:spTree>
      <p:nvGrpSpPr>
        <p:cNvPr id="3674" name="Shape 3674"/>
        <p:cNvGrpSpPr/>
        <p:nvPr/>
      </p:nvGrpSpPr>
      <p:grpSpPr>
        <a:xfrm>
          <a:off x="0" y="0"/>
          <a:ext cx="0" cy="0"/>
          <a:chOff x="0" y="0"/>
          <a:chExt cx="0" cy="0"/>
        </a:xfrm>
      </p:grpSpPr>
      <p:sp>
        <p:nvSpPr>
          <p:cNvPr id="3675" name="Google Shape;3675;p15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grpSp>
        <p:nvGrpSpPr>
          <p:cNvPr id="3676" name="Google Shape;3676;p151"/>
          <p:cNvGrpSpPr/>
          <p:nvPr/>
        </p:nvGrpSpPr>
        <p:grpSpPr>
          <a:xfrm>
            <a:off x="319295" y="4308988"/>
            <a:ext cx="750832" cy="656232"/>
            <a:chOff x="319295" y="4308988"/>
            <a:chExt cx="750832" cy="656232"/>
          </a:xfrm>
        </p:grpSpPr>
        <p:grpSp>
          <p:nvGrpSpPr>
            <p:cNvPr id="3677" name="Google Shape;3677;p151"/>
            <p:cNvGrpSpPr/>
            <p:nvPr/>
          </p:nvGrpSpPr>
          <p:grpSpPr>
            <a:xfrm>
              <a:off x="964670" y="4859763"/>
              <a:ext cx="105457" cy="105457"/>
              <a:chOff x="7812545" y="194375"/>
              <a:chExt cx="105457" cy="105457"/>
            </a:xfrm>
          </p:grpSpPr>
          <p:sp>
            <p:nvSpPr>
              <p:cNvPr id="3678" name="Google Shape;3678;p151"/>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9" name="Google Shape;3679;p151"/>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0" name="Google Shape;3680;p151"/>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1" name="Google Shape;3681;p151"/>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82" name="Google Shape;3682;p151"/>
            <p:cNvSpPr/>
            <p:nvPr/>
          </p:nvSpPr>
          <p:spPr>
            <a:xfrm>
              <a:off x="424749" y="4721876"/>
              <a:ext cx="171626" cy="171542"/>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683" name="Google Shape;3683;p151"/>
            <p:cNvGrpSpPr/>
            <p:nvPr/>
          </p:nvGrpSpPr>
          <p:grpSpPr>
            <a:xfrm>
              <a:off x="319295" y="4308988"/>
              <a:ext cx="105457" cy="105457"/>
              <a:chOff x="7812545" y="194375"/>
              <a:chExt cx="105457" cy="105457"/>
            </a:xfrm>
          </p:grpSpPr>
          <p:sp>
            <p:nvSpPr>
              <p:cNvPr id="3684" name="Google Shape;3684;p151"/>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5" name="Google Shape;3685;p151"/>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6" name="Google Shape;3686;p151"/>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7" name="Google Shape;3687;p151"/>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688" name="Google Shape;3688;p151"/>
          <p:cNvGrpSpPr/>
          <p:nvPr/>
        </p:nvGrpSpPr>
        <p:grpSpPr>
          <a:xfrm>
            <a:off x="8176604" y="-179030"/>
            <a:ext cx="1421198" cy="1325909"/>
            <a:chOff x="8176604" y="-179030"/>
            <a:chExt cx="1421198" cy="1325909"/>
          </a:xfrm>
        </p:grpSpPr>
        <p:sp>
          <p:nvSpPr>
            <p:cNvPr id="3689" name="Google Shape;3689;p151"/>
            <p:cNvSpPr/>
            <p:nvPr/>
          </p:nvSpPr>
          <p:spPr>
            <a:xfrm flipH="1">
              <a:off x="8606683" y="-179030"/>
              <a:ext cx="991119" cy="877511"/>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0" name="Google Shape;3690;p151"/>
            <p:cNvSpPr/>
            <p:nvPr/>
          </p:nvSpPr>
          <p:spPr>
            <a:xfrm flipH="1">
              <a:off x="8176604" y="349987"/>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691" name="Google Shape;3691;p151"/>
            <p:cNvGrpSpPr/>
            <p:nvPr/>
          </p:nvGrpSpPr>
          <p:grpSpPr>
            <a:xfrm>
              <a:off x="8732620" y="1041423"/>
              <a:ext cx="105457" cy="105457"/>
              <a:chOff x="7812545" y="194375"/>
              <a:chExt cx="105457" cy="105457"/>
            </a:xfrm>
          </p:grpSpPr>
          <p:sp>
            <p:nvSpPr>
              <p:cNvPr id="3692" name="Google Shape;3692;p151"/>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3" name="Google Shape;3693;p151"/>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4" name="Google Shape;3694;p151"/>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5" name="Google Shape;3695;p151"/>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19">
    <p:spTree>
      <p:nvGrpSpPr>
        <p:cNvPr id="3696" name="Shape 3696"/>
        <p:cNvGrpSpPr/>
        <p:nvPr/>
      </p:nvGrpSpPr>
      <p:grpSpPr>
        <a:xfrm>
          <a:off x="0" y="0"/>
          <a:ext cx="0" cy="0"/>
          <a:chOff x="0" y="0"/>
          <a:chExt cx="0" cy="0"/>
        </a:xfrm>
      </p:grpSpPr>
      <p:sp>
        <p:nvSpPr>
          <p:cNvPr id="3697" name="Google Shape;3697;p15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3698" name="Google Shape;3698;p152"/>
          <p:cNvSpPr/>
          <p:nvPr/>
        </p:nvSpPr>
        <p:spPr>
          <a:xfrm rot="5828238">
            <a:off x="712226" y="4219055"/>
            <a:ext cx="1085117" cy="2077472"/>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9" name="Google Shape;3699;p152"/>
          <p:cNvSpPr/>
          <p:nvPr/>
        </p:nvSpPr>
        <p:spPr>
          <a:xfrm flipH="1">
            <a:off x="8516050" y="4487450"/>
            <a:ext cx="1172375" cy="942725"/>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00" name="Google Shape;3700;p152"/>
          <p:cNvGrpSpPr/>
          <p:nvPr/>
        </p:nvGrpSpPr>
        <p:grpSpPr>
          <a:xfrm>
            <a:off x="-1252300" y="-775500"/>
            <a:ext cx="2224933" cy="1789104"/>
            <a:chOff x="-1260750" y="4247400"/>
            <a:chExt cx="2224933" cy="1789104"/>
          </a:xfrm>
        </p:grpSpPr>
        <p:sp>
          <p:nvSpPr>
            <p:cNvPr id="3701" name="Google Shape;3701;p152"/>
            <p:cNvSpPr/>
            <p:nvPr/>
          </p:nvSpPr>
          <p:spPr>
            <a:xfrm flipH="1">
              <a:off x="-1260750" y="4247400"/>
              <a:ext cx="2224933" cy="1789104"/>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2" name="Google Shape;3702;p152"/>
            <p:cNvSpPr/>
            <p:nvPr/>
          </p:nvSpPr>
          <p:spPr>
            <a:xfrm>
              <a:off x="-708950" y="4596438"/>
              <a:ext cx="1232275" cy="1091025"/>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03" name="Google Shape;3703;p152"/>
          <p:cNvGrpSpPr/>
          <p:nvPr/>
        </p:nvGrpSpPr>
        <p:grpSpPr>
          <a:xfrm flipH="1" rot="10800000">
            <a:off x="8455188" y="183250"/>
            <a:ext cx="463864" cy="572939"/>
            <a:chOff x="274663" y="183250"/>
            <a:chExt cx="463864" cy="572939"/>
          </a:xfrm>
        </p:grpSpPr>
        <p:grpSp>
          <p:nvGrpSpPr>
            <p:cNvPr id="3704" name="Google Shape;3704;p152"/>
            <p:cNvGrpSpPr/>
            <p:nvPr/>
          </p:nvGrpSpPr>
          <p:grpSpPr>
            <a:xfrm>
              <a:off x="633070" y="183250"/>
              <a:ext cx="105457" cy="105457"/>
              <a:chOff x="7812545" y="194375"/>
              <a:chExt cx="105457" cy="105457"/>
            </a:xfrm>
          </p:grpSpPr>
          <p:sp>
            <p:nvSpPr>
              <p:cNvPr id="3705" name="Google Shape;3705;p152"/>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6" name="Google Shape;3706;p152"/>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7" name="Google Shape;3707;p152"/>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8" name="Google Shape;3708;p152"/>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709" name="Google Shape;3709;p152"/>
            <p:cNvSpPr/>
            <p:nvPr/>
          </p:nvSpPr>
          <p:spPr>
            <a:xfrm>
              <a:off x="274663" y="650800"/>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714" name="Shape 3714"/>
        <p:cNvGrpSpPr/>
        <p:nvPr/>
      </p:nvGrpSpPr>
      <p:grpSpPr>
        <a:xfrm>
          <a:off x="0" y="0"/>
          <a:ext cx="0" cy="0"/>
          <a:chOff x="0" y="0"/>
          <a:chExt cx="0" cy="0"/>
        </a:xfrm>
      </p:grpSpPr>
      <p:sp>
        <p:nvSpPr>
          <p:cNvPr id="3715" name="Google Shape;3715;p154"/>
          <p:cNvSpPr/>
          <p:nvPr/>
        </p:nvSpPr>
        <p:spPr>
          <a:xfrm>
            <a:off x="-298976" y="-442224"/>
            <a:ext cx="6067158" cy="4878696"/>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6" name="Google Shape;3716;p154"/>
          <p:cNvSpPr/>
          <p:nvPr/>
        </p:nvSpPr>
        <p:spPr>
          <a:xfrm>
            <a:off x="-418150" y="-442225"/>
            <a:ext cx="1232275" cy="1091025"/>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7" name="Google Shape;3717;p154"/>
          <p:cNvSpPr txBox="1"/>
          <p:nvPr>
            <p:ph type="ctrTitle"/>
          </p:nvPr>
        </p:nvSpPr>
        <p:spPr>
          <a:xfrm>
            <a:off x="1041050" y="995375"/>
            <a:ext cx="4159800" cy="2145600"/>
          </a:xfrm>
          <a:prstGeom prst="rect">
            <a:avLst/>
          </a:prstGeom>
        </p:spPr>
        <p:txBody>
          <a:bodyPr anchorCtr="0" anchor="ctr" bIns="91425" lIns="91425" spcFirstLastPara="1" rIns="91425" wrap="square" tIns="91425">
            <a:noAutofit/>
          </a:bodyPr>
          <a:lstStyle>
            <a:lvl1pPr lvl="0">
              <a:lnSpc>
                <a:spcPct val="90000"/>
              </a:lnSpc>
              <a:spcBef>
                <a:spcPts val="0"/>
              </a:spcBef>
              <a:spcAft>
                <a:spcPts val="0"/>
              </a:spcAft>
              <a:buSzPts val="5200"/>
              <a:buNone/>
              <a:defRPr sz="5200"/>
            </a:lvl1pPr>
            <a:lvl2pPr lvl="1">
              <a:spcBef>
                <a:spcPts val="0"/>
              </a:spcBef>
              <a:spcAft>
                <a:spcPts val="0"/>
              </a:spcAft>
              <a:buSzPts val="5200"/>
              <a:buNone/>
              <a:defRPr sz="5200"/>
            </a:lvl2pPr>
            <a:lvl3pPr lvl="2">
              <a:spcBef>
                <a:spcPts val="0"/>
              </a:spcBef>
              <a:spcAft>
                <a:spcPts val="0"/>
              </a:spcAft>
              <a:buSzPts val="5200"/>
              <a:buNone/>
              <a:defRPr sz="5200"/>
            </a:lvl3pPr>
            <a:lvl4pPr lvl="3">
              <a:spcBef>
                <a:spcPts val="0"/>
              </a:spcBef>
              <a:spcAft>
                <a:spcPts val="0"/>
              </a:spcAft>
              <a:buSzPts val="5200"/>
              <a:buNone/>
              <a:defRPr sz="5200"/>
            </a:lvl4pPr>
            <a:lvl5pPr lvl="4">
              <a:spcBef>
                <a:spcPts val="0"/>
              </a:spcBef>
              <a:spcAft>
                <a:spcPts val="0"/>
              </a:spcAft>
              <a:buSzPts val="5200"/>
              <a:buNone/>
              <a:defRPr sz="5200"/>
            </a:lvl5pPr>
            <a:lvl6pPr lvl="5">
              <a:spcBef>
                <a:spcPts val="0"/>
              </a:spcBef>
              <a:spcAft>
                <a:spcPts val="0"/>
              </a:spcAft>
              <a:buSzPts val="5200"/>
              <a:buNone/>
              <a:defRPr sz="5200"/>
            </a:lvl6pPr>
            <a:lvl7pPr lvl="6">
              <a:spcBef>
                <a:spcPts val="0"/>
              </a:spcBef>
              <a:spcAft>
                <a:spcPts val="0"/>
              </a:spcAft>
              <a:buSzPts val="5200"/>
              <a:buNone/>
              <a:defRPr sz="5200"/>
            </a:lvl7pPr>
            <a:lvl8pPr lvl="7">
              <a:spcBef>
                <a:spcPts val="0"/>
              </a:spcBef>
              <a:spcAft>
                <a:spcPts val="0"/>
              </a:spcAft>
              <a:buSzPts val="5200"/>
              <a:buNone/>
              <a:defRPr sz="5200"/>
            </a:lvl8pPr>
            <a:lvl9pPr lvl="8">
              <a:spcBef>
                <a:spcPts val="0"/>
              </a:spcBef>
              <a:spcAft>
                <a:spcPts val="0"/>
              </a:spcAft>
              <a:buSzPts val="5200"/>
              <a:buNone/>
              <a:defRPr sz="5200"/>
            </a:lvl9pPr>
          </a:lstStyle>
          <a:p/>
        </p:txBody>
      </p:sp>
      <p:sp>
        <p:nvSpPr>
          <p:cNvPr id="3718" name="Google Shape;3718;p154"/>
          <p:cNvSpPr txBox="1"/>
          <p:nvPr>
            <p:ph idx="1" type="subTitle"/>
          </p:nvPr>
        </p:nvSpPr>
        <p:spPr>
          <a:xfrm>
            <a:off x="1041050" y="3140985"/>
            <a:ext cx="5488500" cy="336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800"/>
              <a:buNone/>
              <a:defRPr sz="18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3719" name="Google Shape;3719;p15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grpSp>
        <p:nvGrpSpPr>
          <p:cNvPr id="3720" name="Google Shape;3720;p154"/>
          <p:cNvGrpSpPr/>
          <p:nvPr/>
        </p:nvGrpSpPr>
        <p:grpSpPr>
          <a:xfrm>
            <a:off x="-1113715" y="3104082"/>
            <a:ext cx="3240940" cy="3045231"/>
            <a:chOff x="-1113715" y="3104082"/>
            <a:chExt cx="3240940" cy="3045231"/>
          </a:xfrm>
        </p:grpSpPr>
        <p:sp>
          <p:nvSpPr>
            <p:cNvPr id="3721" name="Google Shape;3721;p154"/>
            <p:cNvSpPr/>
            <p:nvPr/>
          </p:nvSpPr>
          <p:spPr>
            <a:xfrm rot="-6150387">
              <a:off x="-934264" y="3408221"/>
              <a:ext cx="2578600" cy="2436953"/>
            </a:xfrm>
            <a:custGeom>
              <a:rect b="b" l="l" r="r" t="t"/>
              <a:pathLst>
                <a:path extrusionOk="0" h="49900" w="54584">
                  <a:moveTo>
                    <a:pt x="39803" y="0"/>
                  </a:moveTo>
                  <a:cubicBezTo>
                    <a:pt x="38029" y="0"/>
                    <a:pt x="36248" y="409"/>
                    <a:pt x="34570" y="1238"/>
                  </a:cubicBezTo>
                  <a:cubicBezTo>
                    <a:pt x="31367" y="2802"/>
                    <a:pt x="28886" y="5448"/>
                    <a:pt x="25683" y="7012"/>
                  </a:cubicBezTo>
                  <a:cubicBezTo>
                    <a:pt x="21308" y="9163"/>
                    <a:pt x="16511" y="10320"/>
                    <a:pt x="12090" y="12380"/>
                  </a:cubicBezTo>
                  <a:cubicBezTo>
                    <a:pt x="7684" y="14425"/>
                    <a:pt x="3444" y="17628"/>
                    <a:pt x="1865" y="22244"/>
                  </a:cubicBezTo>
                  <a:cubicBezTo>
                    <a:pt x="1" y="27673"/>
                    <a:pt x="647" y="34078"/>
                    <a:pt x="3504" y="39040"/>
                  </a:cubicBezTo>
                  <a:cubicBezTo>
                    <a:pt x="8069" y="46988"/>
                    <a:pt x="17031" y="49899"/>
                    <a:pt x="25743" y="49899"/>
                  </a:cubicBezTo>
                  <a:cubicBezTo>
                    <a:pt x="25898" y="49899"/>
                    <a:pt x="26054" y="49898"/>
                    <a:pt x="26209" y="49897"/>
                  </a:cubicBezTo>
                  <a:cubicBezTo>
                    <a:pt x="44945" y="49671"/>
                    <a:pt x="54583" y="26996"/>
                    <a:pt x="51531" y="10696"/>
                  </a:cubicBezTo>
                  <a:cubicBezTo>
                    <a:pt x="50869" y="7163"/>
                    <a:pt x="49230" y="3779"/>
                    <a:pt x="46118" y="1840"/>
                  </a:cubicBezTo>
                  <a:cubicBezTo>
                    <a:pt x="44160" y="620"/>
                    <a:pt x="41987" y="0"/>
                    <a:pt x="39803"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2" name="Google Shape;3722;p154"/>
            <p:cNvSpPr/>
            <p:nvPr/>
          </p:nvSpPr>
          <p:spPr>
            <a:xfrm rot="5828283">
              <a:off x="677849" y="4406018"/>
              <a:ext cx="958577" cy="1835297"/>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723" name="Shape 3723"/>
        <p:cNvGrpSpPr/>
        <p:nvPr/>
      </p:nvGrpSpPr>
      <p:grpSpPr>
        <a:xfrm>
          <a:off x="0" y="0"/>
          <a:ext cx="0" cy="0"/>
          <a:chOff x="0" y="0"/>
          <a:chExt cx="0" cy="0"/>
        </a:xfrm>
      </p:grpSpPr>
      <p:sp>
        <p:nvSpPr>
          <p:cNvPr id="3724" name="Google Shape;3724;p155"/>
          <p:cNvSpPr txBox="1"/>
          <p:nvPr>
            <p:ph type="title"/>
          </p:nvPr>
        </p:nvSpPr>
        <p:spPr>
          <a:xfrm>
            <a:off x="3920952" y="2223325"/>
            <a:ext cx="4551600" cy="749100"/>
          </a:xfrm>
          <a:prstGeom prst="rect">
            <a:avLst/>
          </a:prstGeom>
        </p:spPr>
        <p:txBody>
          <a:bodyPr anchorCtr="0" anchor="ctr" bIns="91425" lIns="91425" spcFirstLastPara="1" rIns="91425" wrap="square" tIns="91425">
            <a:noAutofit/>
          </a:bodyPr>
          <a:lstStyle>
            <a:lvl1pPr lvl="0">
              <a:spcBef>
                <a:spcPts val="0"/>
              </a:spcBef>
              <a:spcAft>
                <a:spcPts val="0"/>
              </a:spcAft>
              <a:buSzPts val="3600"/>
              <a:buNone/>
              <a:defRPr sz="4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3725" name="Google Shape;3725;p15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3726" name="Google Shape;3726;p155"/>
          <p:cNvSpPr txBox="1"/>
          <p:nvPr>
            <p:ph idx="1" type="subTitle"/>
          </p:nvPr>
        </p:nvSpPr>
        <p:spPr>
          <a:xfrm>
            <a:off x="3907975" y="2905550"/>
            <a:ext cx="4551600" cy="383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800"/>
              <a:buNone/>
              <a:defRPr sz="18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3727" name="Google Shape;3727;p155"/>
          <p:cNvSpPr txBox="1"/>
          <p:nvPr>
            <p:ph hasCustomPrompt="1" idx="2" type="title"/>
          </p:nvPr>
        </p:nvSpPr>
        <p:spPr>
          <a:xfrm>
            <a:off x="3907970" y="1278475"/>
            <a:ext cx="1595700" cy="898500"/>
          </a:xfrm>
          <a:prstGeom prst="rect">
            <a:avLst/>
          </a:prstGeom>
        </p:spPr>
        <p:txBody>
          <a:bodyPr anchorCtr="0" anchor="ctr" bIns="91425" lIns="91425" spcFirstLastPara="1" rIns="91425" wrap="square" tIns="91425">
            <a:noAutofit/>
          </a:bodyPr>
          <a:lstStyle>
            <a:lvl1pPr lvl="0">
              <a:spcBef>
                <a:spcPts val="0"/>
              </a:spcBef>
              <a:spcAft>
                <a:spcPts val="0"/>
              </a:spcAft>
              <a:buSzPts val="8000"/>
              <a:buNone/>
              <a:defRPr sz="8000">
                <a:solidFill>
                  <a:schemeClr val="accent2"/>
                </a:solidFill>
              </a:defRPr>
            </a:lvl1pPr>
            <a:lvl2pPr lvl="1" algn="ctr">
              <a:spcBef>
                <a:spcPts val="0"/>
              </a:spcBef>
              <a:spcAft>
                <a:spcPts val="0"/>
              </a:spcAft>
              <a:buSzPts val="8000"/>
              <a:buNone/>
              <a:defRPr sz="8000"/>
            </a:lvl2pPr>
            <a:lvl3pPr lvl="2" algn="ctr">
              <a:spcBef>
                <a:spcPts val="0"/>
              </a:spcBef>
              <a:spcAft>
                <a:spcPts val="0"/>
              </a:spcAft>
              <a:buSzPts val="8000"/>
              <a:buNone/>
              <a:defRPr sz="8000"/>
            </a:lvl3pPr>
            <a:lvl4pPr lvl="3" algn="ctr">
              <a:spcBef>
                <a:spcPts val="0"/>
              </a:spcBef>
              <a:spcAft>
                <a:spcPts val="0"/>
              </a:spcAft>
              <a:buSzPts val="8000"/>
              <a:buNone/>
              <a:defRPr sz="8000"/>
            </a:lvl4pPr>
            <a:lvl5pPr lvl="4" algn="ctr">
              <a:spcBef>
                <a:spcPts val="0"/>
              </a:spcBef>
              <a:spcAft>
                <a:spcPts val="0"/>
              </a:spcAft>
              <a:buSzPts val="8000"/>
              <a:buNone/>
              <a:defRPr sz="8000"/>
            </a:lvl5pPr>
            <a:lvl6pPr lvl="5" algn="ctr">
              <a:spcBef>
                <a:spcPts val="0"/>
              </a:spcBef>
              <a:spcAft>
                <a:spcPts val="0"/>
              </a:spcAft>
              <a:buSzPts val="8000"/>
              <a:buNone/>
              <a:defRPr sz="8000"/>
            </a:lvl6pPr>
            <a:lvl7pPr lvl="6" algn="ctr">
              <a:spcBef>
                <a:spcPts val="0"/>
              </a:spcBef>
              <a:spcAft>
                <a:spcPts val="0"/>
              </a:spcAft>
              <a:buSzPts val="8000"/>
              <a:buNone/>
              <a:defRPr sz="8000"/>
            </a:lvl7pPr>
            <a:lvl8pPr lvl="7" algn="ctr">
              <a:spcBef>
                <a:spcPts val="0"/>
              </a:spcBef>
              <a:spcAft>
                <a:spcPts val="0"/>
              </a:spcAft>
              <a:buSzPts val="8000"/>
              <a:buNone/>
              <a:defRPr sz="8000"/>
            </a:lvl8pPr>
            <a:lvl9pPr lvl="8" algn="ctr">
              <a:spcBef>
                <a:spcPts val="0"/>
              </a:spcBef>
              <a:spcAft>
                <a:spcPts val="0"/>
              </a:spcAft>
              <a:buSzPts val="8000"/>
              <a:buNone/>
              <a:defRPr sz="8000"/>
            </a:lvl9pPr>
          </a:lstStyle>
          <a:p>
            <a:r>
              <a:t>xx%</a:t>
            </a:r>
          </a:p>
        </p:txBody>
      </p:sp>
      <p:grpSp>
        <p:nvGrpSpPr>
          <p:cNvPr id="3728" name="Google Shape;3728;p155"/>
          <p:cNvGrpSpPr/>
          <p:nvPr/>
        </p:nvGrpSpPr>
        <p:grpSpPr>
          <a:xfrm>
            <a:off x="8269426" y="4107105"/>
            <a:ext cx="1691968" cy="1546775"/>
            <a:chOff x="8269426" y="4107105"/>
            <a:chExt cx="1691968" cy="1546775"/>
          </a:xfrm>
        </p:grpSpPr>
        <p:sp>
          <p:nvSpPr>
            <p:cNvPr id="3729" name="Google Shape;3729;p155"/>
            <p:cNvSpPr/>
            <p:nvPr/>
          </p:nvSpPr>
          <p:spPr>
            <a:xfrm>
              <a:off x="8269426" y="4107105"/>
              <a:ext cx="1691968" cy="1546775"/>
            </a:xfrm>
            <a:custGeom>
              <a:rect b="b" l="l" r="r" t="t"/>
              <a:pathLst>
                <a:path extrusionOk="0" h="49900" w="54584">
                  <a:moveTo>
                    <a:pt x="39803" y="0"/>
                  </a:moveTo>
                  <a:cubicBezTo>
                    <a:pt x="38029" y="0"/>
                    <a:pt x="36248" y="409"/>
                    <a:pt x="34570" y="1238"/>
                  </a:cubicBezTo>
                  <a:cubicBezTo>
                    <a:pt x="31367" y="2802"/>
                    <a:pt x="28886" y="5448"/>
                    <a:pt x="25683" y="7012"/>
                  </a:cubicBezTo>
                  <a:cubicBezTo>
                    <a:pt x="21308" y="9163"/>
                    <a:pt x="16511" y="10320"/>
                    <a:pt x="12090" y="12380"/>
                  </a:cubicBezTo>
                  <a:cubicBezTo>
                    <a:pt x="7684" y="14425"/>
                    <a:pt x="3444" y="17628"/>
                    <a:pt x="1865" y="22244"/>
                  </a:cubicBezTo>
                  <a:cubicBezTo>
                    <a:pt x="1" y="27673"/>
                    <a:pt x="647" y="34078"/>
                    <a:pt x="3504" y="39040"/>
                  </a:cubicBezTo>
                  <a:cubicBezTo>
                    <a:pt x="8069" y="46988"/>
                    <a:pt x="17031" y="49899"/>
                    <a:pt x="25743" y="49899"/>
                  </a:cubicBezTo>
                  <a:cubicBezTo>
                    <a:pt x="25898" y="49899"/>
                    <a:pt x="26054" y="49898"/>
                    <a:pt x="26209" y="49897"/>
                  </a:cubicBezTo>
                  <a:cubicBezTo>
                    <a:pt x="44945" y="49671"/>
                    <a:pt x="54583" y="26996"/>
                    <a:pt x="51531" y="10696"/>
                  </a:cubicBezTo>
                  <a:cubicBezTo>
                    <a:pt x="50869" y="7163"/>
                    <a:pt x="49230" y="3779"/>
                    <a:pt x="46118" y="1840"/>
                  </a:cubicBezTo>
                  <a:cubicBezTo>
                    <a:pt x="44160" y="620"/>
                    <a:pt x="41987" y="0"/>
                    <a:pt x="39803" y="0"/>
                  </a:cubicBezTo>
                  <a:close/>
                </a:path>
              </a:pathLst>
            </a:custGeom>
            <a:solidFill>
              <a:srgbClr val="F0F0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0" name="Google Shape;3730;p155"/>
            <p:cNvSpPr/>
            <p:nvPr/>
          </p:nvSpPr>
          <p:spPr>
            <a:xfrm>
              <a:off x="8602429" y="4538820"/>
              <a:ext cx="991119" cy="877511"/>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31" name="Google Shape;3731;p155"/>
          <p:cNvGrpSpPr/>
          <p:nvPr/>
        </p:nvGrpSpPr>
        <p:grpSpPr>
          <a:xfrm>
            <a:off x="6194195" y="289400"/>
            <a:ext cx="2508782" cy="1009939"/>
            <a:chOff x="6194195" y="289400"/>
            <a:chExt cx="2508782" cy="1009939"/>
          </a:xfrm>
        </p:grpSpPr>
        <p:sp>
          <p:nvSpPr>
            <p:cNvPr id="3732" name="Google Shape;3732;p155"/>
            <p:cNvSpPr/>
            <p:nvPr/>
          </p:nvSpPr>
          <p:spPr>
            <a:xfrm>
              <a:off x="7081200" y="1193950"/>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3" name="Google Shape;3733;p155"/>
            <p:cNvSpPr/>
            <p:nvPr/>
          </p:nvSpPr>
          <p:spPr>
            <a:xfrm>
              <a:off x="7997076" y="289400"/>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3734" name="Google Shape;3734;p155"/>
            <p:cNvGrpSpPr/>
            <p:nvPr/>
          </p:nvGrpSpPr>
          <p:grpSpPr>
            <a:xfrm>
              <a:off x="8597520" y="1140738"/>
              <a:ext cx="105457" cy="105457"/>
              <a:chOff x="7812545" y="194375"/>
              <a:chExt cx="105457" cy="105457"/>
            </a:xfrm>
          </p:grpSpPr>
          <p:sp>
            <p:nvSpPr>
              <p:cNvPr id="3735" name="Google Shape;3735;p155"/>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6" name="Google Shape;3736;p155"/>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7" name="Google Shape;3737;p155"/>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8" name="Google Shape;3738;p155"/>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39" name="Google Shape;3739;p155"/>
            <p:cNvGrpSpPr/>
            <p:nvPr/>
          </p:nvGrpSpPr>
          <p:grpSpPr>
            <a:xfrm>
              <a:off x="6194195" y="551338"/>
              <a:ext cx="105457" cy="105457"/>
              <a:chOff x="7812545" y="194375"/>
              <a:chExt cx="105457" cy="105457"/>
            </a:xfrm>
          </p:grpSpPr>
          <p:sp>
            <p:nvSpPr>
              <p:cNvPr id="3740" name="Google Shape;3740;p155"/>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1" name="Google Shape;3741;p155"/>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2" name="Google Shape;3742;p155"/>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3" name="Google Shape;3743;p155"/>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744" name="Google Shape;3744;p155"/>
          <p:cNvGrpSpPr/>
          <p:nvPr/>
        </p:nvGrpSpPr>
        <p:grpSpPr>
          <a:xfrm>
            <a:off x="5001120" y="3928038"/>
            <a:ext cx="1828507" cy="817002"/>
            <a:chOff x="5001120" y="3928038"/>
            <a:chExt cx="1828507" cy="817002"/>
          </a:xfrm>
        </p:grpSpPr>
        <p:sp>
          <p:nvSpPr>
            <p:cNvPr id="3745" name="Google Shape;3745;p155"/>
            <p:cNvSpPr/>
            <p:nvPr/>
          </p:nvSpPr>
          <p:spPr>
            <a:xfrm>
              <a:off x="6724175" y="4639650"/>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46" name="Google Shape;3746;p155"/>
            <p:cNvGrpSpPr/>
            <p:nvPr/>
          </p:nvGrpSpPr>
          <p:grpSpPr>
            <a:xfrm>
              <a:off x="5001120" y="3928038"/>
              <a:ext cx="105457" cy="105457"/>
              <a:chOff x="7812545" y="194375"/>
              <a:chExt cx="105457" cy="105457"/>
            </a:xfrm>
          </p:grpSpPr>
          <p:sp>
            <p:nvSpPr>
              <p:cNvPr id="3747" name="Google Shape;3747;p155"/>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8" name="Google Shape;3748;p155"/>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9" name="Google Shape;3749;p155"/>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0" name="Google Shape;3750;p155"/>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751" name="Shape 3751"/>
        <p:cNvGrpSpPr/>
        <p:nvPr/>
      </p:nvGrpSpPr>
      <p:grpSpPr>
        <a:xfrm>
          <a:off x="0" y="0"/>
          <a:ext cx="0" cy="0"/>
          <a:chOff x="0" y="0"/>
          <a:chExt cx="0" cy="0"/>
        </a:xfrm>
      </p:grpSpPr>
      <p:sp>
        <p:nvSpPr>
          <p:cNvPr id="3752" name="Google Shape;3752;p156"/>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753" name="Google Shape;3753;p156"/>
          <p:cNvSpPr txBox="1"/>
          <p:nvPr>
            <p:ph idx="1" type="body"/>
          </p:nvPr>
        </p:nvSpPr>
        <p:spPr>
          <a:xfrm>
            <a:off x="685800" y="1152475"/>
            <a:ext cx="7786800" cy="3416400"/>
          </a:xfrm>
          <a:prstGeom prst="rect">
            <a:avLst/>
          </a:prstGeom>
        </p:spPr>
        <p:txBody>
          <a:bodyPr anchorCtr="0" anchor="t" bIns="91425" lIns="91425" spcFirstLastPara="1" rIns="91425" wrap="square" tIns="91425">
            <a:noAutofit/>
          </a:bodyPr>
          <a:lstStyle>
            <a:lvl1pPr indent="-304800" lvl="0" marL="457200">
              <a:lnSpc>
                <a:spcPct val="100000"/>
              </a:lnSpc>
              <a:spcBef>
                <a:spcPts val="0"/>
              </a:spcBef>
              <a:spcAft>
                <a:spcPts val="0"/>
              </a:spcAft>
              <a:buSzPts val="1200"/>
              <a:buChar char="●"/>
              <a:defRPr sz="1200"/>
            </a:lvl1pPr>
            <a:lvl2pPr indent="-304800" lvl="1" marL="914400">
              <a:lnSpc>
                <a:spcPct val="100000"/>
              </a:lnSpc>
              <a:spcBef>
                <a:spcPts val="0"/>
              </a:spcBef>
              <a:spcAft>
                <a:spcPts val="0"/>
              </a:spcAft>
              <a:buSzPts val="1200"/>
              <a:buChar char="○"/>
              <a:defRPr sz="1200"/>
            </a:lvl2pPr>
            <a:lvl3pPr indent="-304800" lvl="2" marL="1371600">
              <a:lnSpc>
                <a:spcPct val="100000"/>
              </a:lnSpc>
              <a:spcBef>
                <a:spcPts val="0"/>
              </a:spcBef>
              <a:spcAft>
                <a:spcPts val="0"/>
              </a:spcAft>
              <a:buSzPts val="1200"/>
              <a:buChar char="■"/>
              <a:defRPr sz="1200"/>
            </a:lvl3pPr>
            <a:lvl4pPr indent="-304800" lvl="3" marL="1828800">
              <a:lnSpc>
                <a:spcPct val="100000"/>
              </a:lnSpc>
              <a:spcBef>
                <a:spcPts val="0"/>
              </a:spcBef>
              <a:spcAft>
                <a:spcPts val="0"/>
              </a:spcAft>
              <a:buSzPts val="1200"/>
              <a:buChar char="●"/>
              <a:defRPr sz="1200"/>
            </a:lvl4pPr>
            <a:lvl5pPr indent="-304800" lvl="4" marL="2286000">
              <a:lnSpc>
                <a:spcPct val="100000"/>
              </a:lnSpc>
              <a:spcBef>
                <a:spcPts val="0"/>
              </a:spcBef>
              <a:spcAft>
                <a:spcPts val="0"/>
              </a:spcAft>
              <a:buSzPts val="1200"/>
              <a:buChar char="○"/>
              <a:defRPr sz="1200"/>
            </a:lvl5pPr>
            <a:lvl6pPr indent="-304800" lvl="5" marL="2743200">
              <a:lnSpc>
                <a:spcPct val="100000"/>
              </a:lnSpc>
              <a:spcBef>
                <a:spcPts val="0"/>
              </a:spcBef>
              <a:spcAft>
                <a:spcPts val="0"/>
              </a:spcAft>
              <a:buSzPts val="1200"/>
              <a:buChar char="■"/>
              <a:defRPr sz="1200"/>
            </a:lvl6pPr>
            <a:lvl7pPr indent="-304800" lvl="6" marL="3200400">
              <a:lnSpc>
                <a:spcPct val="100000"/>
              </a:lnSpc>
              <a:spcBef>
                <a:spcPts val="0"/>
              </a:spcBef>
              <a:spcAft>
                <a:spcPts val="0"/>
              </a:spcAft>
              <a:buSzPts val="1200"/>
              <a:buChar char="●"/>
              <a:defRPr sz="1200"/>
            </a:lvl7pPr>
            <a:lvl8pPr indent="-304800" lvl="7" marL="3657600">
              <a:lnSpc>
                <a:spcPct val="100000"/>
              </a:lnSpc>
              <a:spcBef>
                <a:spcPts val="0"/>
              </a:spcBef>
              <a:spcAft>
                <a:spcPts val="0"/>
              </a:spcAft>
              <a:buSzPts val="1200"/>
              <a:buChar char="○"/>
              <a:defRPr sz="1200"/>
            </a:lvl8pPr>
            <a:lvl9pPr indent="-304800" lvl="8" marL="4114800">
              <a:lnSpc>
                <a:spcPct val="100000"/>
              </a:lnSpc>
              <a:spcBef>
                <a:spcPts val="0"/>
              </a:spcBef>
              <a:spcAft>
                <a:spcPts val="0"/>
              </a:spcAft>
              <a:buSzPts val="1200"/>
              <a:buChar char="■"/>
              <a:defRPr sz="1200"/>
            </a:lvl9pPr>
          </a:lstStyle>
          <a:p/>
        </p:txBody>
      </p:sp>
      <p:sp>
        <p:nvSpPr>
          <p:cNvPr id="3754" name="Google Shape;3754;p15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grpSp>
        <p:nvGrpSpPr>
          <p:cNvPr id="3755" name="Google Shape;3755;p156"/>
          <p:cNvGrpSpPr/>
          <p:nvPr/>
        </p:nvGrpSpPr>
        <p:grpSpPr>
          <a:xfrm>
            <a:off x="215745" y="152937"/>
            <a:ext cx="470057" cy="586177"/>
            <a:chOff x="215745" y="152938"/>
            <a:chExt cx="470057" cy="586177"/>
          </a:xfrm>
        </p:grpSpPr>
        <p:sp>
          <p:nvSpPr>
            <p:cNvPr id="3756" name="Google Shape;3756;p156"/>
            <p:cNvSpPr/>
            <p:nvPr/>
          </p:nvSpPr>
          <p:spPr>
            <a:xfrm>
              <a:off x="215750" y="633725"/>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7" name="Google Shape;3757;p156"/>
            <p:cNvSpPr/>
            <p:nvPr/>
          </p:nvSpPr>
          <p:spPr>
            <a:xfrm>
              <a:off x="607851" y="22487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3758" name="Google Shape;3758;p156"/>
            <p:cNvGrpSpPr/>
            <p:nvPr/>
          </p:nvGrpSpPr>
          <p:grpSpPr>
            <a:xfrm>
              <a:off x="215745" y="152938"/>
              <a:ext cx="105457" cy="105457"/>
              <a:chOff x="7812545" y="194375"/>
              <a:chExt cx="105457" cy="105457"/>
            </a:xfrm>
          </p:grpSpPr>
          <p:sp>
            <p:nvSpPr>
              <p:cNvPr id="3759" name="Google Shape;3759;p156"/>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0" name="Google Shape;3760;p156"/>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1" name="Google Shape;3761;p156"/>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2" name="Google Shape;3762;p156"/>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763" name="Google Shape;3763;p156"/>
          <p:cNvGrpSpPr/>
          <p:nvPr/>
        </p:nvGrpSpPr>
        <p:grpSpPr>
          <a:xfrm rot="10800000">
            <a:off x="8496297" y="4349552"/>
            <a:ext cx="470057" cy="586177"/>
            <a:chOff x="215745" y="152938"/>
            <a:chExt cx="470057" cy="586177"/>
          </a:xfrm>
        </p:grpSpPr>
        <p:sp>
          <p:nvSpPr>
            <p:cNvPr id="3764" name="Google Shape;3764;p156"/>
            <p:cNvSpPr/>
            <p:nvPr/>
          </p:nvSpPr>
          <p:spPr>
            <a:xfrm>
              <a:off x="215750" y="633725"/>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5" name="Google Shape;3765;p156"/>
            <p:cNvSpPr/>
            <p:nvPr/>
          </p:nvSpPr>
          <p:spPr>
            <a:xfrm>
              <a:off x="607851" y="22487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3766" name="Google Shape;3766;p156"/>
            <p:cNvGrpSpPr/>
            <p:nvPr/>
          </p:nvGrpSpPr>
          <p:grpSpPr>
            <a:xfrm>
              <a:off x="215745" y="152938"/>
              <a:ext cx="105457" cy="105457"/>
              <a:chOff x="7812545" y="194375"/>
              <a:chExt cx="105457" cy="105457"/>
            </a:xfrm>
          </p:grpSpPr>
          <p:sp>
            <p:nvSpPr>
              <p:cNvPr id="3767" name="Google Shape;3767;p156"/>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8" name="Google Shape;3768;p156"/>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9" name="Google Shape;3769;p156"/>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0" name="Google Shape;3770;p156"/>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771" name="Google Shape;3771;p156"/>
          <p:cNvGrpSpPr/>
          <p:nvPr/>
        </p:nvGrpSpPr>
        <p:grpSpPr>
          <a:xfrm>
            <a:off x="7610270" y="-737025"/>
            <a:ext cx="2476138" cy="1789104"/>
            <a:chOff x="7610270" y="-737025"/>
            <a:chExt cx="2476138" cy="1789104"/>
          </a:xfrm>
        </p:grpSpPr>
        <p:sp>
          <p:nvSpPr>
            <p:cNvPr id="3772" name="Google Shape;3772;p156"/>
            <p:cNvSpPr/>
            <p:nvPr/>
          </p:nvSpPr>
          <p:spPr>
            <a:xfrm flipH="1">
              <a:off x="7861475" y="-737025"/>
              <a:ext cx="2224933" cy="1789104"/>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3" name="Google Shape;3773;p156"/>
            <p:cNvSpPr/>
            <p:nvPr/>
          </p:nvSpPr>
          <p:spPr>
            <a:xfrm flipH="1">
              <a:off x="8506983" y="-551625"/>
              <a:ext cx="1232275" cy="1091025"/>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74" name="Google Shape;3774;p156"/>
            <p:cNvGrpSpPr/>
            <p:nvPr/>
          </p:nvGrpSpPr>
          <p:grpSpPr>
            <a:xfrm>
              <a:off x="7610270" y="211113"/>
              <a:ext cx="105457" cy="105457"/>
              <a:chOff x="7812545" y="194375"/>
              <a:chExt cx="105457" cy="105457"/>
            </a:xfrm>
          </p:grpSpPr>
          <p:sp>
            <p:nvSpPr>
              <p:cNvPr id="3775" name="Google Shape;3775;p156"/>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6" name="Google Shape;3776;p156"/>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7" name="Google Shape;3777;p156"/>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8" name="Google Shape;3778;p156"/>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779" name="Google Shape;3779;p156"/>
          <p:cNvSpPr/>
          <p:nvPr/>
        </p:nvSpPr>
        <p:spPr>
          <a:xfrm rot="-6150494">
            <a:off x="-869858" y="4348040"/>
            <a:ext cx="1855548" cy="1753582"/>
          </a:xfrm>
          <a:custGeom>
            <a:rect b="b" l="l" r="r" t="t"/>
            <a:pathLst>
              <a:path extrusionOk="0" h="49900" w="54584">
                <a:moveTo>
                  <a:pt x="39803" y="0"/>
                </a:moveTo>
                <a:cubicBezTo>
                  <a:pt x="38029" y="0"/>
                  <a:pt x="36248" y="409"/>
                  <a:pt x="34570" y="1238"/>
                </a:cubicBezTo>
                <a:cubicBezTo>
                  <a:pt x="31367" y="2802"/>
                  <a:pt x="28886" y="5448"/>
                  <a:pt x="25683" y="7012"/>
                </a:cubicBezTo>
                <a:cubicBezTo>
                  <a:pt x="21308" y="9163"/>
                  <a:pt x="16511" y="10320"/>
                  <a:pt x="12090" y="12380"/>
                </a:cubicBezTo>
                <a:cubicBezTo>
                  <a:pt x="7684" y="14425"/>
                  <a:pt x="3444" y="17628"/>
                  <a:pt x="1865" y="22244"/>
                </a:cubicBezTo>
                <a:cubicBezTo>
                  <a:pt x="1" y="27673"/>
                  <a:pt x="647" y="34078"/>
                  <a:pt x="3504" y="39040"/>
                </a:cubicBezTo>
                <a:cubicBezTo>
                  <a:pt x="8069" y="46988"/>
                  <a:pt x="17031" y="49899"/>
                  <a:pt x="25743" y="49899"/>
                </a:cubicBezTo>
                <a:cubicBezTo>
                  <a:pt x="25898" y="49899"/>
                  <a:pt x="26054" y="49898"/>
                  <a:pt x="26209" y="49897"/>
                </a:cubicBezTo>
                <a:cubicBezTo>
                  <a:pt x="44945" y="49671"/>
                  <a:pt x="54583" y="26996"/>
                  <a:pt x="51531" y="10696"/>
                </a:cubicBezTo>
                <a:cubicBezTo>
                  <a:pt x="50869" y="7163"/>
                  <a:pt x="49230" y="3779"/>
                  <a:pt x="46118" y="1840"/>
                </a:cubicBezTo>
                <a:cubicBezTo>
                  <a:pt x="44160" y="620"/>
                  <a:pt x="41987" y="0"/>
                  <a:pt x="39803" y="0"/>
                </a:cubicBezTo>
                <a:close/>
              </a:path>
            </a:pathLst>
          </a:custGeom>
          <a:solidFill>
            <a:srgbClr val="DED0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780" name="Shape 3780"/>
        <p:cNvGrpSpPr/>
        <p:nvPr/>
      </p:nvGrpSpPr>
      <p:grpSpPr>
        <a:xfrm>
          <a:off x="0" y="0"/>
          <a:ext cx="0" cy="0"/>
          <a:chOff x="0" y="0"/>
          <a:chExt cx="0" cy="0"/>
        </a:xfrm>
      </p:grpSpPr>
      <p:sp>
        <p:nvSpPr>
          <p:cNvPr id="3781" name="Google Shape;3781;p157"/>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782" name="Google Shape;3782;p15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3783" name="Google Shape;3783;p157"/>
          <p:cNvSpPr txBox="1"/>
          <p:nvPr>
            <p:ph idx="1" type="subTitle"/>
          </p:nvPr>
        </p:nvSpPr>
        <p:spPr>
          <a:xfrm>
            <a:off x="1516375" y="2804150"/>
            <a:ext cx="2554500" cy="387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800"/>
              <a:buNone/>
              <a:defRPr b="1" sz="2000">
                <a:solidFill>
                  <a:schemeClr val="accent2"/>
                </a:solidFill>
                <a:latin typeface="Barlow"/>
                <a:ea typeface="Barlow"/>
                <a:cs typeface="Barlow"/>
                <a:sym typeface="Barlow"/>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3784" name="Google Shape;3784;p157"/>
          <p:cNvSpPr txBox="1"/>
          <p:nvPr>
            <p:ph idx="2" type="subTitle"/>
          </p:nvPr>
        </p:nvSpPr>
        <p:spPr>
          <a:xfrm>
            <a:off x="5073125" y="2804150"/>
            <a:ext cx="2554500" cy="387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800"/>
              <a:buNone/>
              <a:defRPr b="1" sz="2000">
                <a:solidFill>
                  <a:schemeClr val="accent2"/>
                </a:solidFill>
                <a:latin typeface="Barlow"/>
                <a:ea typeface="Barlow"/>
                <a:cs typeface="Barlow"/>
                <a:sym typeface="Barlow"/>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3785" name="Google Shape;3785;p157"/>
          <p:cNvSpPr txBox="1"/>
          <p:nvPr>
            <p:ph idx="3" type="subTitle"/>
          </p:nvPr>
        </p:nvSpPr>
        <p:spPr>
          <a:xfrm>
            <a:off x="1516375" y="3198215"/>
            <a:ext cx="2554500" cy="9405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8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3786" name="Google Shape;3786;p157"/>
          <p:cNvSpPr txBox="1"/>
          <p:nvPr>
            <p:ph idx="4" type="subTitle"/>
          </p:nvPr>
        </p:nvSpPr>
        <p:spPr>
          <a:xfrm>
            <a:off x="5073125" y="3198215"/>
            <a:ext cx="2554500" cy="9405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8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3787" name="Google Shape;3787;p157"/>
          <p:cNvGrpSpPr/>
          <p:nvPr/>
        </p:nvGrpSpPr>
        <p:grpSpPr>
          <a:xfrm>
            <a:off x="-1307617" y="3655381"/>
            <a:ext cx="2984172" cy="2871184"/>
            <a:chOff x="-1307617" y="3655381"/>
            <a:chExt cx="2984172" cy="2871184"/>
          </a:xfrm>
        </p:grpSpPr>
        <p:sp>
          <p:nvSpPr>
            <p:cNvPr id="3788" name="Google Shape;3788;p157"/>
            <p:cNvSpPr/>
            <p:nvPr/>
          </p:nvSpPr>
          <p:spPr>
            <a:xfrm flipH="1" rot="638420">
              <a:off x="-1104798" y="3872484"/>
              <a:ext cx="2578535" cy="2436978"/>
            </a:xfrm>
            <a:custGeom>
              <a:rect b="b" l="l" r="r" t="t"/>
              <a:pathLst>
                <a:path extrusionOk="0" h="49900" w="54584">
                  <a:moveTo>
                    <a:pt x="39803" y="0"/>
                  </a:moveTo>
                  <a:cubicBezTo>
                    <a:pt x="38029" y="0"/>
                    <a:pt x="36248" y="409"/>
                    <a:pt x="34570" y="1238"/>
                  </a:cubicBezTo>
                  <a:cubicBezTo>
                    <a:pt x="31367" y="2802"/>
                    <a:pt x="28886" y="5448"/>
                    <a:pt x="25683" y="7012"/>
                  </a:cubicBezTo>
                  <a:cubicBezTo>
                    <a:pt x="21308" y="9163"/>
                    <a:pt x="16511" y="10320"/>
                    <a:pt x="12090" y="12380"/>
                  </a:cubicBezTo>
                  <a:cubicBezTo>
                    <a:pt x="7684" y="14425"/>
                    <a:pt x="3444" y="17628"/>
                    <a:pt x="1865" y="22244"/>
                  </a:cubicBezTo>
                  <a:cubicBezTo>
                    <a:pt x="1" y="27673"/>
                    <a:pt x="647" y="34078"/>
                    <a:pt x="3504" y="39040"/>
                  </a:cubicBezTo>
                  <a:cubicBezTo>
                    <a:pt x="8069" y="46988"/>
                    <a:pt x="17031" y="49899"/>
                    <a:pt x="25743" y="49899"/>
                  </a:cubicBezTo>
                  <a:cubicBezTo>
                    <a:pt x="25898" y="49899"/>
                    <a:pt x="26054" y="49898"/>
                    <a:pt x="26209" y="49897"/>
                  </a:cubicBezTo>
                  <a:cubicBezTo>
                    <a:pt x="44945" y="49671"/>
                    <a:pt x="54583" y="26996"/>
                    <a:pt x="51531" y="10696"/>
                  </a:cubicBezTo>
                  <a:cubicBezTo>
                    <a:pt x="50869" y="7163"/>
                    <a:pt x="49230" y="3779"/>
                    <a:pt x="46118" y="1840"/>
                  </a:cubicBezTo>
                  <a:cubicBezTo>
                    <a:pt x="44160" y="620"/>
                    <a:pt x="41987" y="0"/>
                    <a:pt x="3980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9" name="Google Shape;3789;p157"/>
            <p:cNvSpPr/>
            <p:nvPr/>
          </p:nvSpPr>
          <p:spPr>
            <a:xfrm rot="7710264">
              <a:off x="-15001" y="4173334"/>
              <a:ext cx="958502" cy="1835274"/>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90" name="Google Shape;3790;p157"/>
          <p:cNvGrpSpPr/>
          <p:nvPr/>
        </p:nvGrpSpPr>
        <p:grpSpPr>
          <a:xfrm>
            <a:off x="8526097" y="4420947"/>
            <a:ext cx="396476" cy="526844"/>
            <a:chOff x="8526097" y="4420947"/>
            <a:chExt cx="396476" cy="526844"/>
          </a:xfrm>
        </p:grpSpPr>
        <p:sp>
          <p:nvSpPr>
            <p:cNvPr id="3791" name="Google Shape;3791;p157"/>
            <p:cNvSpPr/>
            <p:nvPr/>
          </p:nvSpPr>
          <p:spPr>
            <a:xfrm rot="10800000">
              <a:off x="8526097" y="4842402"/>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2" name="Google Shape;3792;p157"/>
            <p:cNvSpPr/>
            <p:nvPr/>
          </p:nvSpPr>
          <p:spPr>
            <a:xfrm rot="10800000">
              <a:off x="8844622" y="462626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3793" name="Google Shape;3793;p157"/>
            <p:cNvGrpSpPr/>
            <p:nvPr/>
          </p:nvGrpSpPr>
          <p:grpSpPr>
            <a:xfrm rot="10800000">
              <a:off x="8526097" y="4420947"/>
              <a:ext cx="105457" cy="105457"/>
              <a:chOff x="7812545" y="194375"/>
              <a:chExt cx="105457" cy="105457"/>
            </a:xfrm>
          </p:grpSpPr>
          <p:sp>
            <p:nvSpPr>
              <p:cNvPr id="3794" name="Google Shape;3794;p157"/>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5" name="Google Shape;3795;p157"/>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6" name="Google Shape;3796;p157"/>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7" name="Google Shape;3797;p157"/>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798" name="Google Shape;3798;p157"/>
          <p:cNvGrpSpPr/>
          <p:nvPr/>
        </p:nvGrpSpPr>
        <p:grpSpPr>
          <a:xfrm>
            <a:off x="7917051" y="-242512"/>
            <a:ext cx="1773412" cy="1460069"/>
            <a:chOff x="7917051" y="-242512"/>
            <a:chExt cx="1773412" cy="1460069"/>
          </a:xfrm>
        </p:grpSpPr>
        <p:sp>
          <p:nvSpPr>
            <p:cNvPr id="3799" name="Google Shape;3799;p157"/>
            <p:cNvSpPr/>
            <p:nvPr/>
          </p:nvSpPr>
          <p:spPr>
            <a:xfrm flipH="1">
              <a:off x="8458188" y="-242512"/>
              <a:ext cx="1232275" cy="1091025"/>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0" name="Google Shape;3800;p157"/>
            <p:cNvSpPr/>
            <p:nvPr/>
          </p:nvSpPr>
          <p:spPr>
            <a:xfrm>
              <a:off x="7917051" y="19137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3801" name="Google Shape;3801;p157"/>
            <p:cNvGrpSpPr/>
            <p:nvPr/>
          </p:nvGrpSpPr>
          <p:grpSpPr>
            <a:xfrm>
              <a:off x="8723170" y="1112100"/>
              <a:ext cx="105457" cy="105457"/>
              <a:chOff x="7812545" y="194375"/>
              <a:chExt cx="105457" cy="105457"/>
            </a:xfrm>
          </p:grpSpPr>
          <p:sp>
            <p:nvSpPr>
              <p:cNvPr id="3802" name="Google Shape;3802;p157"/>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3" name="Google Shape;3803;p157"/>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4" name="Google Shape;3804;p157"/>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5" name="Google Shape;3805;p157"/>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806" name="Shape 3806"/>
        <p:cNvGrpSpPr/>
        <p:nvPr/>
      </p:nvGrpSpPr>
      <p:grpSpPr>
        <a:xfrm>
          <a:off x="0" y="0"/>
          <a:ext cx="0" cy="0"/>
          <a:chOff x="0" y="0"/>
          <a:chExt cx="0" cy="0"/>
        </a:xfrm>
      </p:grpSpPr>
      <p:sp>
        <p:nvSpPr>
          <p:cNvPr id="3807" name="Google Shape;3807;p158"/>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808" name="Google Shape;3808;p15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grpSp>
        <p:nvGrpSpPr>
          <p:cNvPr id="3809" name="Google Shape;3809;p158"/>
          <p:cNvGrpSpPr/>
          <p:nvPr/>
        </p:nvGrpSpPr>
        <p:grpSpPr>
          <a:xfrm>
            <a:off x="7254626" y="137295"/>
            <a:ext cx="1638498" cy="1140836"/>
            <a:chOff x="7254626" y="137295"/>
            <a:chExt cx="1638498" cy="1140836"/>
          </a:xfrm>
        </p:grpSpPr>
        <p:sp>
          <p:nvSpPr>
            <p:cNvPr id="3810" name="Google Shape;3810;p158"/>
            <p:cNvSpPr/>
            <p:nvPr/>
          </p:nvSpPr>
          <p:spPr>
            <a:xfrm>
              <a:off x="7602574" y="286875"/>
              <a:ext cx="1254440" cy="401698"/>
            </a:xfrm>
            <a:custGeom>
              <a:rect b="b" l="l" r="r" t="t"/>
              <a:pathLst>
                <a:path extrusionOk="0" fill="none" h="4647" w="14511">
                  <a:moveTo>
                    <a:pt x="13894" y="3805"/>
                  </a:moveTo>
                  <a:cubicBezTo>
                    <a:pt x="13263" y="3459"/>
                    <a:pt x="12977" y="3744"/>
                    <a:pt x="12766" y="3459"/>
                  </a:cubicBezTo>
                  <a:cubicBezTo>
                    <a:pt x="12541" y="3173"/>
                    <a:pt x="13383" y="2436"/>
                    <a:pt x="11684" y="1699"/>
                  </a:cubicBezTo>
                  <a:cubicBezTo>
                    <a:pt x="11684" y="1699"/>
                    <a:pt x="11578" y="121"/>
                    <a:pt x="9248" y="60"/>
                  </a:cubicBezTo>
                  <a:cubicBezTo>
                    <a:pt x="6917" y="0"/>
                    <a:pt x="7549" y="1654"/>
                    <a:pt x="6917" y="2045"/>
                  </a:cubicBezTo>
                  <a:cubicBezTo>
                    <a:pt x="6286" y="2436"/>
                    <a:pt x="6120" y="1820"/>
                    <a:pt x="5504" y="2211"/>
                  </a:cubicBezTo>
                  <a:cubicBezTo>
                    <a:pt x="4872" y="2617"/>
                    <a:pt x="5158" y="3399"/>
                    <a:pt x="4647" y="3519"/>
                  </a:cubicBezTo>
                  <a:cubicBezTo>
                    <a:pt x="4135" y="3624"/>
                    <a:pt x="3459" y="3008"/>
                    <a:pt x="2842" y="3399"/>
                  </a:cubicBezTo>
                  <a:cubicBezTo>
                    <a:pt x="2211" y="3805"/>
                    <a:pt x="2211" y="4135"/>
                    <a:pt x="1925" y="4135"/>
                  </a:cubicBezTo>
                  <a:cubicBezTo>
                    <a:pt x="1654" y="4135"/>
                    <a:pt x="1083" y="3910"/>
                    <a:pt x="737" y="4135"/>
                  </a:cubicBezTo>
                  <a:cubicBezTo>
                    <a:pt x="406" y="4376"/>
                    <a:pt x="0" y="4647"/>
                    <a:pt x="0" y="4647"/>
                  </a:cubicBezTo>
                  <a:lnTo>
                    <a:pt x="14345" y="4647"/>
                  </a:lnTo>
                  <a:cubicBezTo>
                    <a:pt x="14345" y="4647"/>
                    <a:pt x="14511" y="4135"/>
                    <a:pt x="13894" y="3805"/>
                  </a:cubicBezTo>
                  <a:close/>
                </a:path>
              </a:pathLst>
            </a:custGeom>
            <a:solidFill>
              <a:schemeClr val="lt1"/>
            </a:solid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811" name="Google Shape;3811;p158"/>
            <p:cNvGrpSpPr/>
            <p:nvPr/>
          </p:nvGrpSpPr>
          <p:grpSpPr>
            <a:xfrm flipH="1">
              <a:off x="8799889" y="1184897"/>
              <a:ext cx="93234" cy="93234"/>
              <a:chOff x="7812545" y="194375"/>
              <a:chExt cx="105457" cy="105457"/>
            </a:xfrm>
          </p:grpSpPr>
          <p:sp>
            <p:nvSpPr>
              <p:cNvPr id="3812" name="Google Shape;3812;p158"/>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3" name="Google Shape;3813;p158"/>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4" name="Google Shape;3814;p158"/>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5" name="Google Shape;3815;p158"/>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816" name="Google Shape;3816;p158"/>
            <p:cNvSpPr/>
            <p:nvPr/>
          </p:nvSpPr>
          <p:spPr>
            <a:xfrm flipH="1">
              <a:off x="7254626" y="137295"/>
              <a:ext cx="93231" cy="93173"/>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17" name="Google Shape;3817;p158"/>
          <p:cNvGrpSpPr/>
          <p:nvPr/>
        </p:nvGrpSpPr>
        <p:grpSpPr>
          <a:xfrm>
            <a:off x="-390446" y="-390230"/>
            <a:ext cx="991119" cy="1268681"/>
            <a:chOff x="-390446" y="-390230"/>
            <a:chExt cx="991119" cy="1268681"/>
          </a:xfrm>
        </p:grpSpPr>
        <p:sp>
          <p:nvSpPr>
            <p:cNvPr id="3818" name="Google Shape;3818;p158"/>
            <p:cNvSpPr/>
            <p:nvPr/>
          </p:nvSpPr>
          <p:spPr>
            <a:xfrm flipH="1">
              <a:off x="-390446" y="-390230"/>
              <a:ext cx="991119" cy="877511"/>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9" name="Google Shape;3819;p158"/>
            <p:cNvSpPr/>
            <p:nvPr/>
          </p:nvSpPr>
          <p:spPr>
            <a:xfrm>
              <a:off x="289550" y="773062"/>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20" name="Google Shape;3820;p158"/>
          <p:cNvGrpSpPr/>
          <p:nvPr/>
        </p:nvGrpSpPr>
        <p:grpSpPr>
          <a:xfrm>
            <a:off x="289550" y="4060749"/>
            <a:ext cx="1207951" cy="872639"/>
            <a:chOff x="289550" y="4060749"/>
            <a:chExt cx="1207951" cy="872639"/>
          </a:xfrm>
        </p:grpSpPr>
        <p:sp>
          <p:nvSpPr>
            <p:cNvPr id="3821" name="Google Shape;3821;p158"/>
            <p:cNvSpPr/>
            <p:nvPr/>
          </p:nvSpPr>
          <p:spPr>
            <a:xfrm>
              <a:off x="289550" y="4060749"/>
              <a:ext cx="171626" cy="171626"/>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3822" name="Google Shape;3822;p158"/>
            <p:cNvGrpSpPr/>
            <p:nvPr/>
          </p:nvGrpSpPr>
          <p:grpSpPr>
            <a:xfrm>
              <a:off x="322632" y="4794848"/>
              <a:ext cx="105457" cy="105457"/>
              <a:chOff x="7812545" y="194375"/>
              <a:chExt cx="105457" cy="105457"/>
            </a:xfrm>
          </p:grpSpPr>
          <p:sp>
            <p:nvSpPr>
              <p:cNvPr id="3823" name="Google Shape;3823;p158"/>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4" name="Google Shape;3824;p158"/>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5" name="Google Shape;3825;p158"/>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6" name="Google Shape;3826;p158"/>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827" name="Google Shape;3827;p158"/>
            <p:cNvSpPr/>
            <p:nvPr/>
          </p:nvSpPr>
          <p:spPr>
            <a:xfrm>
              <a:off x="1325875" y="4761762"/>
              <a:ext cx="171626" cy="171626"/>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grpSp>
        <p:nvGrpSpPr>
          <p:cNvPr id="3828" name="Google Shape;3828;p158"/>
          <p:cNvGrpSpPr/>
          <p:nvPr/>
        </p:nvGrpSpPr>
        <p:grpSpPr>
          <a:xfrm>
            <a:off x="8567767" y="4635659"/>
            <a:ext cx="1140940" cy="858935"/>
            <a:chOff x="8112408" y="-304605"/>
            <a:chExt cx="1502819" cy="1131369"/>
          </a:xfrm>
        </p:grpSpPr>
        <p:sp>
          <p:nvSpPr>
            <p:cNvPr id="3829" name="Google Shape;3829;p158"/>
            <p:cNvSpPr/>
            <p:nvPr/>
          </p:nvSpPr>
          <p:spPr>
            <a:xfrm flipH="1">
              <a:off x="8112408" y="-304600"/>
              <a:ext cx="1406967" cy="1131364"/>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0" name="Google Shape;3830;p158"/>
            <p:cNvSpPr/>
            <p:nvPr/>
          </p:nvSpPr>
          <p:spPr>
            <a:xfrm flipH="1">
              <a:off x="8624108" y="-304605"/>
              <a:ext cx="991119" cy="877511"/>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831" name="Shape 3831"/>
        <p:cNvGrpSpPr/>
        <p:nvPr/>
      </p:nvGrpSpPr>
      <p:grpSpPr>
        <a:xfrm>
          <a:off x="0" y="0"/>
          <a:ext cx="0" cy="0"/>
          <a:chOff x="0" y="0"/>
          <a:chExt cx="0" cy="0"/>
        </a:xfrm>
      </p:grpSpPr>
      <p:sp>
        <p:nvSpPr>
          <p:cNvPr id="3832" name="Google Shape;3832;p15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3833" name="Google Shape;3833;p159"/>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834" name="Google Shape;3834;p159"/>
          <p:cNvSpPr txBox="1"/>
          <p:nvPr>
            <p:ph idx="1" type="subTitle"/>
          </p:nvPr>
        </p:nvSpPr>
        <p:spPr>
          <a:xfrm>
            <a:off x="685800" y="1760150"/>
            <a:ext cx="4574100" cy="22353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accent1"/>
              </a:buClr>
              <a:buSzPts val="1400"/>
              <a:buChar char="●"/>
              <a:defRPr/>
            </a:lvl1pPr>
            <a:lvl2pPr lvl="1" algn="ctr">
              <a:lnSpc>
                <a:spcPct val="100000"/>
              </a:lnSpc>
              <a:spcBef>
                <a:spcPts val="0"/>
              </a:spcBef>
              <a:spcAft>
                <a:spcPts val="0"/>
              </a:spcAft>
              <a:buSzPts val="2100"/>
              <a:buChar char="○"/>
              <a:defRPr sz="2100"/>
            </a:lvl2pPr>
            <a:lvl3pPr lvl="2" algn="ctr">
              <a:lnSpc>
                <a:spcPct val="100000"/>
              </a:lnSpc>
              <a:spcBef>
                <a:spcPts val="0"/>
              </a:spcBef>
              <a:spcAft>
                <a:spcPts val="0"/>
              </a:spcAft>
              <a:buSzPts val="2100"/>
              <a:buChar char="■"/>
              <a:defRPr sz="2100"/>
            </a:lvl3pPr>
            <a:lvl4pPr lvl="3" algn="ctr">
              <a:lnSpc>
                <a:spcPct val="100000"/>
              </a:lnSpc>
              <a:spcBef>
                <a:spcPts val="0"/>
              </a:spcBef>
              <a:spcAft>
                <a:spcPts val="0"/>
              </a:spcAft>
              <a:buSzPts val="2100"/>
              <a:buChar char="●"/>
              <a:defRPr sz="2100"/>
            </a:lvl4pPr>
            <a:lvl5pPr lvl="4" algn="ctr">
              <a:lnSpc>
                <a:spcPct val="100000"/>
              </a:lnSpc>
              <a:spcBef>
                <a:spcPts val="0"/>
              </a:spcBef>
              <a:spcAft>
                <a:spcPts val="0"/>
              </a:spcAft>
              <a:buSzPts val="2100"/>
              <a:buChar char="○"/>
              <a:defRPr sz="2100"/>
            </a:lvl5pPr>
            <a:lvl6pPr lvl="5" algn="ctr">
              <a:lnSpc>
                <a:spcPct val="100000"/>
              </a:lnSpc>
              <a:spcBef>
                <a:spcPts val="0"/>
              </a:spcBef>
              <a:spcAft>
                <a:spcPts val="0"/>
              </a:spcAft>
              <a:buSzPts val="2100"/>
              <a:buChar char="■"/>
              <a:defRPr sz="2100"/>
            </a:lvl6pPr>
            <a:lvl7pPr lvl="6" algn="ctr">
              <a:lnSpc>
                <a:spcPct val="100000"/>
              </a:lnSpc>
              <a:spcBef>
                <a:spcPts val="0"/>
              </a:spcBef>
              <a:spcAft>
                <a:spcPts val="0"/>
              </a:spcAft>
              <a:buSzPts val="2100"/>
              <a:buChar char="●"/>
              <a:defRPr sz="2100"/>
            </a:lvl7pPr>
            <a:lvl8pPr lvl="7" algn="ctr">
              <a:lnSpc>
                <a:spcPct val="100000"/>
              </a:lnSpc>
              <a:spcBef>
                <a:spcPts val="0"/>
              </a:spcBef>
              <a:spcAft>
                <a:spcPts val="0"/>
              </a:spcAft>
              <a:buSzPts val="2100"/>
              <a:buChar char="○"/>
              <a:defRPr sz="2100"/>
            </a:lvl8pPr>
            <a:lvl9pPr lvl="8" algn="ctr">
              <a:lnSpc>
                <a:spcPct val="100000"/>
              </a:lnSpc>
              <a:spcBef>
                <a:spcPts val="0"/>
              </a:spcBef>
              <a:spcAft>
                <a:spcPts val="0"/>
              </a:spcAft>
              <a:buSzPts val="2100"/>
              <a:buChar char="■"/>
              <a:defRPr sz="2100"/>
            </a:lvl9pPr>
          </a:lstStyle>
          <a:p/>
        </p:txBody>
      </p:sp>
      <p:grpSp>
        <p:nvGrpSpPr>
          <p:cNvPr id="3835" name="Google Shape;3835;p159"/>
          <p:cNvGrpSpPr/>
          <p:nvPr/>
        </p:nvGrpSpPr>
        <p:grpSpPr>
          <a:xfrm flipH="1">
            <a:off x="-534624" y="-277337"/>
            <a:ext cx="1773412" cy="1460069"/>
            <a:chOff x="7917051" y="-242512"/>
            <a:chExt cx="1773412" cy="1460069"/>
          </a:xfrm>
        </p:grpSpPr>
        <p:sp>
          <p:nvSpPr>
            <p:cNvPr id="3836" name="Google Shape;3836;p159"/>
            <p:cNvSpPr/>
            <p:nvPr/>
          </p:nvSpPr>
          <p:spPr>
            <a:xfrm flipH="1">
              <a:off x="8458188" y="-242512"/>
              <a:ext cx="1232275" cy="1091025"/>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7" name="Google Shape;3837;p159"/>
            <p:cNvSpPr/>
            <p:nvPr/>
          </p:nvSpPr>
          <p:spPr>
            <a:xfrm>
              <a:off x="7917051" y="19137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3838" name="Google Shape;3838;p159"/>
            <p:cNvGrpSpPr/>
            <p:nvPr/>
          </p:nvGrpSpPr>
          <p:grpSpPr>
            <a:xfrm>
              <a:off x="8723170" y="1112100"/>
              <a:ext cx="105457" cy="105457"/>
              <a:chOff x="7812545" y="194375"/>
              <a:chExt cx="105457" cy="105457"/>
            </a:xfrm>
          </p:grpSpPr>
          <p:sp>
            <p:nvSpPr>
              <p:cNvPr id="3839" name="Google Shape;3839;p159"/>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0" name="Google Shape;3840;p159"/>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1" name="Google Shape;3841;p159"/>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2" name="Google Shape;3842;p159"/>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843" name="Google Shape;3843;p159"/>
          <p:cNvGrpSpPr/>
          <p:nvPr/>
        </p:nvGrpSpPr>
        <p:grpSpPr>
          <a:xfrm>
            <a:off x="259745" y="4220645"/>
            <a:ext cx="5232560" cy="653431"/>
            <a:chOff x="259745" y="4220645"/>
            <a:chExt cx="5232560" cy="653431"/>
          </a:xfrm>
        </p:grpSpPr>
        <p:grpSp>
          <p:nvGrpSpPr>
            <p:cNvPr id="3844" name="Google Shape;3844;p159"/>
            <p:cNvGrpSpPr/>
            <p:nvPr/>
          </p:nvGrpSpPr>
          <p:grpSpPr>
            <a:xfrm flipH="1" rot="10800000">
              <a:off x="5399081" y="4220645"/>
              <a:ext cx="93224" cy="93255"/>
              <a:chOff x="7812545" y="194375"/>
              <a:chExt cx="105457" cy="105457"/>
            </a:xfrm>
          </p:grpSpPr>
          <p:sp>
            <p:nvSpPr>
              <p:cNvPr id="3845" name="Google Shape;3845;p159"/>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6" name="Google Shape;3846;p159"/>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7" name="Google Shape;3847;p159"/>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8" name="Google Shape;3848;p159"/>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849" name="Google Shape;3849;p159"/>
            <p:cNvSpPr/>
            <p:nvPr/>
          </p:nvSpPr>
          <p:spPr>
            <a:xfrm>
              <a:off x="4106676" y="4640545"/>
              <a:ext cx="93231" cy="93173"/>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850" name="Google Shape;3850;p159"/>
            <p:cNvGrpSpPr/>
            <p:nvPr/>
          </p:nvGrpSpPr>
          <p:grpSpPr>
            <a:xfrm>
              <a:off x="259745" y="4407982"/>
              <a:ext cx="735782" cy="466094"/>
              <a:chOff x="259745" y="4407982"/>
              <a:chExt cx="735782" cy="466094"/>
            </a:xfrm>
          </p:grpSpPr>
          <p:sp>
            <p:nvSpPr>
              <p:cNvPr id="3851" name="Google Shape;3851;p159"/>
              <p:cNvSpPr/>
              <p:nvPr/>
            </p:nvSpPr>
            <p:spPr>
              <a:xfrm flipH="1" rot="10800000">
                <a:off x="917576" y="479612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3852" name="Google Shape;3852;p159"/>
              <p:cNvGrpSpPr/>
              <p:nvPr/>
            </p:nvGrpSpPr>
            <p:grpSpPr>
              <a:xfrm flipH="1" rot="10800000">
                <a:off x="259745" y="4407982"/>
                <a:ext cx="105457" cy="105457"/>
                <a:chOff x="7812545" y="194375"/>
                <a:chExt cx="105457" cy="105457"/>
              </a:xfrm>
            </p:grpSpPr>
            <p:sp>
              <p:nvSpPr>
                <p:cNvPr id="3853" name="Google Shape;3853;p159"/>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4" name="Google Shape;3854;p159"/>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5" name="Google Shape;3855;p159"/>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6" name="Google Shape;3856;p159"/>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spTree>
  </p:cSld>
  <p:clrMapOvr>
    <a:masterClrMapping/>
  </p:clrMapOvr>
</p:sldLayout>
</file>

<file path=ppt/slideLayouts/slideLayout1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857" name="Shape 3857"/>
        <p:cNvGrpSpPr/>
        <p:nvPr/>
      </p:nvGrpSpPr>
      <p:grpSpPr>
        <a:xfrm>
          <a:off x="0" y="0"/>
          <a:ext cx="0" cy="0"/>
          <a:chOff x="0" y="0"/>
          <a:chExt cx="0" cy="0"/>
        </a:xfrm>
      </p:grpSpPr>
      <p:sp>
        <p:nvSpPr>
          <p:cNvPr id="3858" name="Google Shape;3858;p160"/>
          <p:cNvSpPr/>
          <p:nvPr/>
        </p:nvSpPr>
        <p:spPr>
          <a:xfrm>
            <a:off x="969350" y="330918"/>
            <a:ext cx="7205328" cy="4511037"/>
          </a:xfrm>
          <a:custGeom>
            <a:rect b="b" l="l" r="r" t="t"/>
            <a:pathLst>
              <a:path extrusionOk="0" h="48924" w="60102">
                <a:moveTo>
                  <a:pt x="31550" y="1"/>
                </a:moveTo>
                <a:cubicBezTo>
                  <a:pt x="28688" y="1"/>
                  <a:pt x="25391" y="541"/>
                  <a:pt x="22089" y="2238"/>
                </a:cubicBezTo>
                <a:cubicBezTo>
                  <a:pt x="12977" y="6900"/>
                  <a:pt x="8196" y="17230"/>
                  <a:pt x="4091" y="25485"/>
                </a:cubicBezTo>
                <a:cubicBezTo>
                  <a:pt x="1" y="33725"/>
                  <a:pt x="2016" y="42612"/>
                  <a:pt x="8767" y="47123"/>
                </a:cubicBezTo>
                <a:cubicBezTo>
                  <a:pt x="10764" y="48461"/>
                  <a:pt x="12590" y="48924"/>
                  <a:pt x="14421" y="48924"/>
                </a:cubicBezTo>
                <a:cubicBezTo>
                  <a:pt x="18514" y="48924"/>
                  <a:pt x="22630" y="46611"/>
                  <a:pt x="28730" y="46611"/>
                </a:cubicBezTo>
                <a:cubicBezTo>
                  <a:pt x="29125" y="46611"/>
                  <a:pt x="29527" y="46621"/>
                  <a:pt x="29939" y="46641"/>
                </a:cubicBezTo>
                <a:cubicBezTo>
                  <a:pt x="34134" y="46851"/>
                  <a:pt x="36984" y="47278"/>
                  <a:pt x="39535" y="47278"/>
                </a:cubicBezTo>
                <a:cubicBezTo>
                  <a:pt x="42835" y="47278"/>
                  <a:pt x="45637" y="46563"/>
                  <a:pt x="50208" y="43739"/>
                </a:cubicBezTo>
                <a:cubicBezTo>
                  <a:pt x="58328" y="38732"/>
                  <a:pt x="60102" y="25500"/>
                  <a:pt x="54042" y="15140"/>
                </a:cubicBezTo>
                <a:cubicBezTo>
                  <a:pt x="47997" y="4779"/>
                  <a:pt x="40254" y="1667"/>
                  <a:pt x="40254" y="1667"/>
                </a:cubicBezTo>
                <a:cubicBezTo>
                  <a:pt x="40254" y="1667"/>
                  <a:pt x="36573" y="1"/>
                  <a:pt x="31550"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859" name="Google Shape;3859;p160"/>
          <p:cNvGrpSpPr/>
          <p:nvPr/>
        </p:nvGrpSpPr>
        <p:grpSpPr>
          <a:xfrm flipH="1">
            <a:off x="6191707" y="2901140"/>
            <a:ext cx="3799354" cy="3569925"/>
            <a:chOff x="-1113715" y="3104082"/>
            <a:chExt cx="3240940" cy="3045231"/>
          </a:xfrm>
        </p:grpSpPr>
        <p:sp>
          <p:nvSpPr>
            <p:cNvPr id="3860" name="Google Shape;3860;p160"/>
            <p:cNvSpPr/>
            <p:nvPr/>
          </p:nvSpPr>
          <p:spPr>
            <a:xfrm rot="-6150387">
              <a:off x="-934264" y="3408221"/>
              <a:ext cx="2578600" cy="2436953"/>
            </a:xfrm>
            <a:custGeom>
              <a:rect b="b" l="l" r="r" t="t"/>
              <a:pathLst>
                <a:path extrusionOk="0" h="49900" w="54584">
                  <a:moveTo>
                    <a:pt x="39803" y="0"/>
                  </a:moveTo>
                  <a:cubicBezTo>
                    <a:pt x="38029" y="0"/>
                    <a:pt x="36248" y="409"/>
                    <a:pt x="34570" y="1238"/>
                  </a:cubicBezTo>
                  <a:cubicBezTo>
                    <a:pt x="31367" y="2802"/>
                    <a:pt x="28886" y="5448"/>
                    <a:pt x="25683" y="7012"/>
                  </a:cubicBezTo>
                  <a:cubicBezTo>
                    <a:pt x="21308" y="9163"/>
                    <a:pt x="16511" y="10320"/>
                    <a:pt x="12090" y="12380"/>
                  </a:cubicBezTo>
                  <a:cubicBezTo>
                    <a:pt x="7684" y="14425"/>
                    <a:pt x="3444" y="17628"/>
                    <a:pt x="1865" y="22244"/>
                  </a:cubicBezTo>
                  <a:cubicBezTo>
                    <a:pt x="1" y="27673"/>
                    <a:pt x="647" y="34078"/>
                    <a:pt x="3504" y="39040"/>
                  </a:cubicBezTo>
                  <a:cubicBezTo>
                    <a:pt x="8069" y="46988"/>
                    <a:pt x="17031" y="49899"/>
                    <a:pt x="25743" y="49899"/>
                  </a:cubicBezTo>
                  <a:cubicBezTo>
                    <a:pt x="25898" y="49899"/>
                    <a:pt x="26054" y="49898"/>
                    <a:pt x="26209" y="49897"/>
                  </a:cubicBezTo>
                  <a:cubicBezTo>
                    <a:pt x="44945" y="49671"/>
                    <a:pt x="54583" y="26996"/>
                    <a:pt x="51531" y="10696"/>
                  </a:cubicBezTo>
                  <a:cubicBezTo>
                    <a:pt x="50869" y="7163"/>
                    <a:pt x="49230" y="3779"/>
                    <a:pt x="46118" y="1840"/>
                  </a:cubicBezTo>
                  <a:cubicBezTo>
                    <a:pt x="44160" y="620"/>
                    <a:pt x="41987" y="0"/>
                    <a:pt x="39803"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1" name="Google Shape;3861;p160"/>
            <p:cNvSpPr/>
            <p:nvPr/>
          </p:nvSpPr>
          <p:spPr>
            <a:xfrm rot="5828283">
              <a:off x="677849" y="4406018"/>
              <a:ext cx="958577" cy="1835297"/>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862" name="Google Shape;3862;p160"/>
          <p:cNvSpPr txBox="1"/>
          <p:nvPr>
            <p:ph type="title"/>
          </p:nvPr>
        </p:nvSpPr>
        <p:spPr>
          <a:xfrm>
            <a:off x="1483650" y="1518095"/>
            <a:ext cx="6176700" cy="21222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SzPts val="4800"/>
              <a:buNone/>
              <a:defRPr sz="80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3863" name="Google Shape;3863;p16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grpSp>
        <p:nvGrpSpPr>
          <p:cNvPr id="3864" name="Google Shape;3864;p160"/>
          <p:cNvGrpSpPr/>
          <p:nvPr/>
        </p:nvGrpSpPr>
        <p:grpSpPr>
          <a:xfrm>
            <a:off x="271470" y="2863025"/>
            <a:ext cx="1124357" cy="1900014"/>
            <a:chOff x="271470" y="2863025"/>
            <a:chExt cx="1124357" cy="1900014"/>
          </a:xfrm>
        </p:grpSpPr>
        <p:grpSp>
          <p:nvGrpSpPr>
            <p:cNvPr id="3865" name="Google Shape;3865;p160"/>
            <p:cNvGrpSpPr/>
            <p:nvPr/>
          </p:nvGrpSpPr>
          <p:grpSpPr>
            <a:xfrm>
              <a:off x="271470" y="3633150"/>
              <a:ext cx="105457" cy="105457"/>
              <a:chOff x="7812545" y="194375"/>
              <a:chExt cx="105457" cy="105457"/>
            </a:xfrm>
          </p:grpSpPr>
          <p:sp>
            <p:nvSpPr>
              <p:cNvPr id="3866" name="Google Shape;3866;p160"/>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7" name="Google Shape;3867;p160"/>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8" name="Google Shape;3868;p160"/>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9" name="Google Shape;3869;p160"/>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870" name="Google Shape;3870;p160"/>
            <p:cNvSpPr/>
            <p:nvPr/>
          </p:nvSpPr>
          <p:spPr>
            <a:xfrm>
              <a:off x="440338" y="4657650"/>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1" name="Google Shape;3871;p160"/>
            <p:cNvSpPr/>
            <p:nvPr/>
          </p:nvSpPr>
          <p:spPr>
            <a:xfrm>
              <a:off x="801601" y="286302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3872" name="Google Shape;3872;p160"/>
            <p:cNvGrpSpPr/>
            <p:nvPr/>
          </p:nvGrpSpPr>
          <p:grpSpPr>
            <a:xfrm>
              <a:off x="1290370" y="4390325"/>
              <a:ext cx="105457" cy="105457"/>
              <a:chOff x="7812545" y="194375"/>
              <a:chExt cx="105457" cy="105457"/>
            </a:xfrm>
          </p:grpSpPr>
          <p:sp>
            <p:nvSpPr>
              <p:cNvPr id="3873" name="Google Shape;3873;p160"/>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4" name="Google Shape;3874;p160"/>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5" name="Google Shape;3875;p160"/>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6" name="Google Shape;3876;p160"/>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877" name="Google Shape;3877;p160"/>
          <p:cNvSpPr/>
          <p:nvPr/>
        </p:nvSpPr>
        <p:spPr>
          <a:xfrm rot="5400000">
            <a:off x="-437566" y="-329796"/>
            <a:ext cx="1400300" cy="1233925"/>
          </a:xfrm>
          <a:custGeom>
            <a:rect b="b" l="l" r="r" t="t"/>
            <a:pathLst>
              <a:path extrusionOk="0" h="49357" w="56012">
                <a:moveTo>
                  <a:pt x="29954" y="0"/>
                </a:moveTo>
                <a:cubicBezTo>
                  <a:pt x="26409" y="0"/>
                  <a:pt x="22321" y="902"/>
                  <a:pt x="17654" y="3034"/>
                </a:cubicBezTo>
                <a:cubicBezTo>
                  <a:pt x="17654" y="3034"/>
                  <a:pt x="8827" y="7530"/>
                  <a:pt x="4406" y="14477"/>
                </a:cubicBezTo>
                <a:cubicBezTo>
                  <a:pt x="1" y="21424"/>
                  <a:pt x="347" y="30340"/>
                  <a:pt x="5715" y="36971"/>
                </a:cubicBezTo>
                <a:cubicBezTo>
                  <a:pt x="11068" y="43588"/>
                  <a:pt x="21308" y="42730"/>
                  <a:pt x="29878" y="46926"/>
                </a:cubicBezTo>
                <a:cubicBezTo>
                  <a:pt x="33082" y="48494"/>
                  <a:pt x="36410" y="49356"/>
                  <a:pt x="39533" y="49356"/>
                </a:cubicBezTo>
                <a:cubicBezTo>
                  <a:pt x="44766" y="49356"/>
                  <a:pt x="49425" y="46936"/>
                  <a:pt x="51967" y="41362"/>
                </a:cubicBezTo>
                <a:cubicBezTo>
                  <a:pt x="56012" y="32476"/>
                  <a:pt x="49907" y="29137"/>
                  <a:pt x="48854" y="18852"/>
                </a:cubicBezTo>
                <a:cubicBezTo>
                  <a:pt x="48037" y="10867"/>
                  <a:pt x="42263" y="0"/>
                  <a:pt x="29954"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878" name="Google Shape;3878;p160"/>
          <p:cNvGrpSpPr/>
          <p:nvPr/>
        </p:nvGrpSpPr>
        <p:grpSpPr>
          <a:xfrm>
            <a:off x="7400320" y="248200"/>
            <a:ext cx="1552557" cy="1766094"/>
            <a:chOff x="7400320" y="248200"/>
            <a:chExt cx="1552557" cy="1766094"/>
          </a:xfrm>
        </p:grpSpPr>
        <p:sp>
          <p:nvSpPr>
            <p:cNvPr id="3879" name="Google Shape;3879;p160"/>
            <p:cNvSpPr/>
            <p:nvPr/>
          </p:nvSpPr>
          <p:spPr>
            <a:xfrm>
              <a:off x="8405475" y="1190225"/>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0" name="Google Shape;3880;p160"/>
            <p:cNvSpPr/>
            <p:nvPr/>
          </p:nvSpPr>
          <p:spPr>
            <a:xfrm>
              <a:off x="8861176" y="248200"/>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3881" name="Google Shape;3881;p160"/>
            <p:cNvGrpSpPr/>
            <p:nvPr/>
          </p:nvGrpSpPr>
          <p:grpSpPr>
            <a:xfrm>
              <a:off x="8847420" y="1908838"/>
              <a:ext cx="105457" cy="105457"/>
              <a:chOff x="7812545" y="194375"/>
              <a:chExt cx="105457" cy="105457"/>
            </a:xfrm>
          </p:grpSpPr>
          <p:sp>
            <p:nvSpPr>
              <p:cNvPr id="3882" name="Google Shape;3882;p160"/>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3" name="Google Shape;3883;p160"/>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4" name="Google Shape;3884;p160"/>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5" name="Google Shape;3885;p160"/>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86" name="Google Shape;3886;p160"/>
            <p:cNvGrpSpPr/>
            <p:nvPr/>
          </p:nvGrpSpPr>
          <p:grpSpPr>
            <a:xfrm>
              <a:off x="7400320" y="473138"/>
              <a:ext cx="105457" cy="105457"/>
              <a:chOff x="7812545" y="194375"/>
              <a:chExt cx="105457" cy="105457"/>
            </a:xfrm>
          </p:grpSpPr>
          <p:sp>
            <p:nvSpPr>
              <p:cNvPr id="3887" name="Google Shape;3887;p160"/>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8" name="Google Shape;3888;p160"/>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9" name="Google Shape;3889;p160"/>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0" name="Google Shape;3890;p160"/>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891" name="Shape 3891"/>
        <p:cNvGrpSpPr/>
        <p:nvPr/>
      </p:nvGrpSpPr>
      <p:grpSpPr>
        <a:xfrm>
          <a:off x="0" y="0"/>
          <a:ext cx="0" cy="0"/>
          <a:chOff x="0" y="0"/>
          <a:chExt cx="0" cy="0"/>
        </a:xfrm>
      </p:grpSpPr>
      <p:sp>
        <p:nvSpPr>
          <p:cNvPr id="3892" name="Google Shape;3892;p161"/>
          <p:cNvSpPr txBox="1"/>
          <p:nvPr>
            <p:ph type="title"/>
          </p:nvPr>
        </p:nvSpPr>
        <p:spPr>
          <a:xfrm>
            <a:off x="685800" y="1577467"/>
            <a:ext cx="4045200" cy="934800"/>
          </a:xfrm>
          <a:prstGeom prst="rect">
            <a:avLst/>
          </a:prstGeom>
        </p:spPr>
        <p:txBody>
          <a:bodyPr anchorCtr="0" anchor="ctr" bIns="91425" lIns="91425" spcFirstLastPara="1" rIns="91425" wrap="square" tIns="91425">
            <a:noAutofit/>
          </a:bodyPr>
          <a:lstStyle>
            <a:lvl1pPr lvl="0" algn="ctr">
              <a:spcBef>
                <a:spcPts val="0"/>
              </a:spcBef>
              <a:spcAft>
                <a:spcPts val="0"/>
              </a:spcAft>
              <a:buSzPts val="2800"/>
              <a:buNone/>
              <a:defRPr/>
            </a:lvl1pPr>
            <a:lvl2pPr lvl="1" algn="ctr">
              <a:spcBef>
                <a:spcPts val="0"/>
              </a:spcBef>
              <a:spcAft>
                <a:spcPts val="0"/>
              </a:spcAft>
              <a:buSzPts val="2800"/>
              <a:buNone/>
              <a:defRPr/>
            </a:lvl2pPr>
            <a:lvl3pPr lvl="2" algn="ctr">
              <a:spcBef>
                <a:spcPts val="0"/>
              </a:spcBef>
              <a:spcAft>
                <a:spcPts val="0"/>
              </a:spcAft>
              <a:buSzPts val="2800"/>
              <a:buNone/>
              <a:defRPr/>
            </a:lvl3pPr>
            <a:lvl4pPr lvl="3" algn="ctr">
              <a:spcBef>
                <a:spcPts val="0"/>
              </a:spcBef>
              <a:spcAft>
                <a:spcPts val="0"/>
              </a:spcAft>
              <a:buSzPts val="2800"/>
              <a:buNone/>
              <a:defRPr/>
            </a:lvl4pPr>
            <a:lvl5pPr lvl="4" algn="ctr">
              <a:spcBef>
                <a:spcPts val="0"/>
              </a:spcBef>
              <a:spcAft>
                <a:spcPts val="0"/>
              </a:spcAft>
              <a:buSzPts val="2800"/>
              <a:buNone/>
              <a:defRPr/>
            </a:lvl5pPr>
            <a:lvl6pPr lvl="5" algn="ctr">
              <a:spcBef>
                <a:spcPts val="0"/>
              </a:spcBef>
              <a:spcAft>
                <a:spcPts val="0"/>
              </a:spcAft>
              <a:buSzPts val="2800"/>
              <a:buNone/>
              <a:defRPr/>
            </a:lvl6pPr>
            <a:lvl7pPr lvl="6" algn="ctr">
              <a:spcBef>
                <a:spcPts val="0"/>
              </a:spcBef>
              <a:spcAft>
                <a:spcPts val="0"/>
              </a:spcAft>
              <a:buSzPts val="2800"/>
              <a:buNone/>
              <a:defRPr/>
            </a:lvl7pPr>
            <a:lvl8pPr lvl="7" algn="ctr">
              <a:spcBef>
                <a:spcPts val="0"/>
              </a:spcBef>
              <a:spcAft>
                <a:spcPts val="0"/>
              </a:spcAft>
              <a:buSzPts val="2800"/>
              <a:buNone/>
              <a:defRPr/>
            </a:lvl8pPr>
            <a:lvl9pPr lvl="8" algn="ctr">
              <a:spcBef>
                <a:spcPts val="0"/>
              </a:spcBef>
              <a:spcAft>
                <a:spcPts val="0"/>
              </a:spcAft>
              <a:buSzPts val="2800"/>
              <a:buNone/>
              <a:defRPr/>
            </a:lvl9pPr>
          </a:lstStyle>
          <a:p/>
        </p:txBody>
      </p:sp>
      <p:sp>
        <p:nvSpPr>
          <p:cNvPr id="3893" name="Google Shape;3893;p161"/>
          <p:cNvSpPr txBox="1"/>
          <p:nvPr>
            <p:ph idx="1" type="subTitle"/>
          </p:nvPr>
        </p:nvSpPr>
        <p:spPr>
          <a:xfrm>
            <a:off x="685800" y="2627166"/>
            <a:ext cx="4045200" cy="9348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894" name="Google Shape;3894;p16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grpSp>
        <p:nvGrpSpPr>
          <p:cNvPr id="3895" name="Google Shape;3895;p161"/>
          <p:cNvGrpSpPr/>
          <p:nvPr/>
        </p:nvGrpSpPr>
        <p:grpSpPr>
          <a:xfrm flipH="1">
            <a:off x="-534624" y="-277337"/>
            <a:ext cx="1773412" cy="1460069"/>
            <a:chOff x="7917051" y="-242512"/>
            <a:chExt cx="1773412" cy="1460069"/>
          </a:xfrm>
        </p:grpSpPr>
        <p:sp>
          <p:nvSpPr>
            <p:cNvPr id="3896" name="Google Shape;3896;p161"/>
            <p:cNvSpPr/>
            <p:nvPr/>
          </p:nvSpPr>
          <p:spPr>
            <a:xfrm flipH="1">
              <a:off x="8458188" y="-242512"/>
              <a:ext cx="1232275" cy="1091025"/>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7" name="Google Shape;3897;p161"/>
            <p:cNvSpPr/>
            <p:nvPr/>
          </p:nvSpPr>
          <p:spPr>
            <a:xfrm>
              <a:off x="7917051" y="19137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3898" name="Google Shape;3898;p161"/>
            <p:cNvGrpSpPr/>
            <p:nvPr/>
          </p:nvGrpSpPr>
          <p:grpSpPr>
            <a:xfrm>
              <a:off x="8723170" y="1112100"/>
              <a:ext cx="105457" cy="105457"/>
              <a:chOff x="7812545" y="194375"/>
              <a:chExt cx="105457" cy="105457"/>
            </a:xfrm>
          </p:grpSpPr>
          <p:sp>
            <p:nvSpPr>
              <p:cNvPr id="3899" name="Google Shape;3899;p161"/>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0" name="Google Shape;3900;p161"/>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1" name="Google Shape;3901;p161"/>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2" name="Google Shape;3902;p161"/>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903" name="Google Shape;3903;p161"/>
          <p:cNvGrpSpPr/>
          <p:nvPr/>
        </p:nvGrpSpPr>
        <p:grpSpPr>
          <a:xfrm>
            <a:off x="-1490517" y="3598506"/>
            <a:ext cx="2984172" cy="2871184"/>
            <a:chOff x="-1307617" y="3655381"/>
            <a:chExt cx="2984172" cy="2871184"/>
          </a:xfrm>
        </p:grpSpPr>
        <p:sp>
          <p:nvSpPr>
            <p:cNvPr id="3904" name="Google Shape;3904;p161"/>
            <p:cNvSpPr/>
            <p:nvPr/>
          </p:nvSpPr>
          <p:spPr>
            <a:xfrm flipH="1" rot="638420">
              <a:off x="-1104798" y="3872484"/>
              <a:ext cx="2578535" cy="2436978"/>
            </a:xfrm>
            <a:custGeom>
              <a:rect b="b" l="l" r="r" t="t"/>
              <a:pathLst>
                <a:path extrusionOk="0" h="49900" w="54584">
                  <a:moveTo>
                    <a:pt x="39803" y="0"/>
                  </a:moveTo>
                  <a:cubicBezTo>
                    <a:pt x="38029" y="0"/>
                    <a:pt x="36248" y="409"/>
                    <a:pt x="34570" y="1238"/>
                  </a:cubicBezTo>
                  <a:cubicBezTo>
                    <a:pt x="31367" y="2802"/>
                    <a:pt x="28886" y="5448"/>
                    <a:pt x="25683" y="7012"/>
                  </a:cubicBezTo>
                  <a:cubicBezTo>
                    <a:pt x="21308" y="9163"/>
                    <a:pt x="16511" y="10320"/>
                    <a:pt x="12090" y="12380"/>
                  </a:cubicBezTo>
                  <a:cubicBezTo>
                    <a:pt x="7684" y="14425"/>
                    <a:pt x="3444" y="17628"/>
                    <a:pt x="1865" y="22244"/>
                  </a:cubicBezTo>
                  <a:cubicBezTo>
                    <a:pt x="1" y="27673"/>
                    <a:pt x="647" y="34078"/>
                    <a:pt x="3504" y="39040"/>
                  </a:cubicBezTo>
                  <a:cubicBezTo>
                    <a:pt x="8069" y="46988"/>
                    <a:pt x="17031" y="49899"/>
                    <a:pt x="25743" y="49899"/>
                  </a:cubicBezTo>
                  <a:cubicBezTo>
                    <a:pt x="25898" y="49899"/>
                    <a:pt x="26054" y="49898"/>
                    <a:pt x="26209" y="49897"/>
                  </a:cubicBezTo>
                  <a:cubicBezTo>
                    <a:pt x="44945" y="49671"/>
                    <a:pt x="54583" y="26996"/>
                    <a:pt x="51531" y="10696"/>
                  </a:cubicBezTo>
                  <a:cubicBezTo>
                    <a:pt x="50869" y="7163"/>
                    <a:pt x="49230" y="3779"/>
                    <a:pt x="46118" y="1840"/>
                  </a:cubicBezTo>
                  <a:cubicBezTo>
                    <a:pt x="44160" y="620"/>
                    <a:pt x="41987" y="0"/>
                    <a:pt x="3980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5" name="Google Shape;3905;p161"/>
            <p:cNvSpPr/>
            <p:nvPr/>
          </p:nvSpPr>
          <p:spPr>
            <a:xfrm rot="7710264">
              <a:off x="-15001" y="4173334"/>
              <a:ext cx="958502" cy="1835274"/>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06" name="Google Shape;3906;p161"/>
          <p:cNvGrpSpPr/>
          <p:nvPr/>
        </p:nvGrpSpPr>
        <p:grpSpPr>
          <a:xfrm>
            <a:off x="5096454" y="406120"/>
            <a:ext cx="3821429" cy="1518424"/>
            <a:chOff x="5096454" y="406120"/>
            <a:chExt cx="3821429" cy="1518424"/>
          </a:xfrm>
        </p:grpSpPr>
        <p:sp>
          <p:nvSpPr>
            <p:cNvPr id="3907" name="Google Shape;3907;p161"/>
            <p:cNvSpPr/>
            <p:nvPr/>
          </p:nvSpPr>
          <p:spPr>
            <a:xfrm>
              <a:off x="5096454" y="539393"/>
              <a:ext cx="1089450" cy="348874"/>
            </a:xfrm>
            <a:custGeom>
              <a:rect b="b" l="l" r="r" t="t"/>
              <a:pathLst>
                <a:path extrusionOk="0" fill="none" h="4647" w="14511">
                  <a:moveTo>
                    <a:pt x="13894" y="3805"/>
                  </a:moveTo>
                  <a:cubicBezTo>
                    <a:pt x="13263" y="3459"/>
                    <a:pt x="12977" y="3744"/>
                    <a:pt x="12766" y="3459"/>
                  </a:cubicBezTo>
                  <a:cubicBezTo>
                    <a:pt x="12541" y="3173"/>
                    <a:pt x="13383" y="2436"/>
                    <a:pt x="11684" y="1699"/>
                  </a:cubicBezTo>
                  <a:cubicBezTo>
                    <a:pt x="11684" y="1699"/>
                    <a:pt x="11578" y="121"/>
                    <a:pt x="9248" y="60"/>
                  </a:cubicBezTo>
                  <a:cubicBezTo>
                    <a:pt x="6917" y="0"/>
                    <a:pt x="7549" y="1654"/>
                    <a:pt x="6917" y="2045"/>
                  </a:cubicBezTo>
                  <a:cubicBezTo>
                    <a:pt x="6286" y="2436"/>
                    <a:pt x="6120" y="1820"/>
                    <a:pt x="5504" y="2211"/>
                  </a:cubicBezTo>
                  <a:cubicBezTo>
                    <a:pt x="4872" y="2617"/>
                    <a:pt x="5158" y="3399"/>
                    <a:pt x="4647" y="3519"/>
                  </a:cubicBezTo>
                  <a:cubicBezTo>
                    <a:pt x="4135" y="3624"/>
                    <a:pt x="3459" y="3008"/>
                    <a:pt x="2842" y="3399"/>
                  </a:cubicBezTo>
                  <a:cubicBezTo>
                    <a:pt x="2211" y="3805"/>
                    <a:pt x="2211" y="4135"/>
                    <a:pt x="1925" y="4135"/>
                  </a:cubicBezTo>
                  <a:cubicBezTo>
                    <a:pt x="1654" y="4135"/>
                    <a:pt x="1083" y="3910"/>
                    <a:pt x="737" y="4135"/>
                  </a:cubicBezTo>
                  <a:cubicBezTo>
                    <a:pt x="406" y="4376"/>
                    <a:pt x="0" y="4647"/>
                    <a:pt x="0" y="4647"/>
                  </a:cubicBezTo>
                  <a:lnTo>
                    <a:pt x="14345" y="4647"/>
                  </a:lnTo>
                  <a:cubicBezTo>
                    <a:pt x="14345" y="4647"/>
                    <a:pt x="14511" y="4135"/>
                    <a:pt x="13894" y="3805"/>
                  </a:cubicBezTo>
                  <a:close/>
                </a:path>
              </a:pathLst>
            </a:custGeom>
            <a:solidFill>
              <a:schemeClr val="lt1"/>
            </a:solid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8" name="Google Shape;3908;p161"/>
            <p:cNvSpPr/>
            <p:nvPr/>
          </p:nvSpPr>
          <p:spPr>
            <a:xfrm flipH="1">
              <a:off x="7828433" y="748130"/>
              <a:ext cx="1089450" cy="348874"/>
            </a:xfrm>
            <a:custGeom>
              <a:rect b="b" l="l" r="r" t="t"/>
              <a:pathLst>
                <a:path extrusionOk="0" fill="none" h="4647" w="14511">
                  <a:moveTo>
                    <a:pt x="13894" y="3805"/>
                  </a:moveTo>
                  <a:cubicBezTo>
                    <a:pt x="13263" y="3459"/>
                    <a:pt x="12977" y="3744"/>
                    <a:pt x="12766" y="3459"/>
                  </a:cubicBezTo>
                  <a:cubicBezTo>
                    <a:pt x="12541" y="3173"/>
                    <a:pt x="13383" y="2436"/>
                    <a:pt x="11684" y="1699"/>
                  </a:cubicBezTo>
                  <a:cubicBezTo>
                    <a:pt x="11684" y="1699"/>
                    <a:pt x="11578" y="121"/>
                    <a:pt x="9248" y="60"/>
                  </a:cubicBezTo>
                  <a:cubicBezTo>
                    <a:pt x="6917" y="0"/>
                    <a:pt x="7549" y="1654"/>
                    <a:pt x="6917" y="2045"/>
                  </a:cubicBezTo>
                  <a:cubicBezTo>
                    <a:pt x="6286" y="2436"/>
                    <a:pt x="6120" y="1820"/>
                    <a:pt x="5504" y="2211"/>
                  </a:cubicBezTo>
                  <a:cubicBezTo>
                    <a:pt x="4872" y="2617"/>
                    <a:pt x="5158" y="3399"/>
                    <a:pt x="4647" y="3519"/>
                  </a:cubicBezTo>
                  <a:cubicBezTo>
                    <a:pt x="4135" y="3624"/>
                    <a:pt x="3459" y="3008"/>
                    <a:pt x="2842" y="3399"/>
                  </a:cubicBezTo>
                  <a:cubicBezTo>
                    <a:pt x="2211" y="3805"/>
                    <a:pt x="2211" y="4135"/>
                    <a:pt x="1925" y="4135"/>
                  </a:cubicBezTo>
                  <a:cubicBezTo>
                    <a:pt x="1654" y="4135"/>
                    <a:pt x="1083" y="3910"/>
                    <a:pt x="737" y="4135"/>
                  </a:cubicBezTo>
                  <a:cubicBezTo>
                    <a:pt x="406" y="4376"/>
                    <a:pt x="0" y="4647"/>
                    <a:pt x="0" y="4647"/>
                  </a:cubicBezTo>
                  <a:lnTo>
                    <a:pt x="14345" y="4647"/>
                  </a:lnTo>
                  <a:cubicBezTo>
                    <a:pt x="14345" y="4647"/>
                    <a:pt x="14511" y="4135"/>
                    <a:pt x="13894" y="3805"/>
                  </a:cubicBezTo>
                  <a:close/>
                </a:path>
              </a:pathLst>
            </a:custGeom>
            <a:solidFill>
              <a:schemeClr val="lt1"/>
            </a:solid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9" name="Google Shape;3909;p161"/>
            <p:cNvSpPr/>
            <p:nvPr/>
          </p:nvSpPr>
          <p:spPr>
            <a:xfrm>
              <a:off x="8824638" y="406120"/>
              <a:ext cx="93231" cy="93173"/>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10" name="Google Shape;3910;p161"/>
            <p:cNvGrpSpPr/>
            <p:nvPr/>
          </p:nvGrpSpPr>
          <p:grpSpPr>
            <a:xfrm>
              <a:off x="8629946" y="1831310"/>
              <a:ext cx="93234" cy="93234"/>
              <a:chOff x="7812545" y="194375"/>
              <a:chExt cx="105457" cy="105457"/>
            </a:xfrm>
          </p:grpSpPr>
          <p:sp>
            <p:nvSpPr>
              <p:cNvPr id="3911" name="Google Shape;3911;p161"/>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2" name="Google Shape;3912;p161"/>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3" name="Google Shape;3913;p161"/>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4" name="Google Shape;3914;p161"/>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15" name="Google Shape;3915;p161"/>
            <p:cNvGrpSpPr/>
            <p:nvPr/>
          </p:nvGrpSpPr>
          <p:grpSpPr>
            <a:xfrm flipH="1" rot="10800000">
              <a:off x="7254006" y="492770"/>
              <a:ext cx="93224" cy="93255"/>
              <a:chOff x="7812545" y="194375"/>
              <a:chExt cx="105457" cy="105457"/>
            </a:xfrm>
          </p:grpSpPr>
          <p:sp>
            <p:nvSpPr>
              <p:cNvPr id="3916" name="Google Shape;3916;p161"/>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7" name="Google Shape;3917;p161"/>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8" name="Google Shape;3918;p161"/>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9" name="Google Shape;3919;p161"/>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920" name="Shape 3920"/>
        <p:cNvGrpSpPr/>
        <p:nvPr/>
      </p:nvGrpSpPr>
      <p:grpSpPr>
        <a:xfrm>
          <a:off x="0" y="0"/>
          <a:ext cx="0" cy="0"/>
          <a:chOff x="0" y="0"/>
          <a:chExt cx="0" cy="0"/>
        </a:xfrm>
      </p:grpSpPr>
      <p:sp>
        <p:nvSpPr>
          <p:cNvPr id="3921" name="Google Shape;3921;p162"/>
          <p:cNvSpPr txBox="1"/>
          <p:nvPr>
            <p:ph idx="1" type="body"/>
          </p:nvPr>
        </p:nvSpPr>
        <p:spPr>
          <a:xfrm>
            <a:off x="685800" y="3601550"/>
            <a:ext cx="2993100" cy="8235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2000"/>
              <a:buFont typeface="Barlow"/>
              <a:buNone/>
              <a:defRPr b="1" sz="2200">
                <a:latin typeface="Barlow"/>
                <a:ea typeface="Barlow"/>
                <a:cs typeface="Barlow"/>
                <a:sym typeface="Barlow"/>
              </a:defRPr>
            </a:lvl1pPr>
          </a:lstStyle>
          <a:p/>
        </p:txBody>
      </p:sp>
      <p:sp>
        <p:nvSpPr>
          <p:cNvPr id="3922" name="Google Shape;3922;p16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1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3923" name="Shape 3923"/>
        <p:cNvGrpSpPr/>
        <p:nvPr/>
      </p:nvGrpSpPr>
      <p:grpSpPr>
        <a:xfrm>
          <a:off x="0" y="0"/>
          <a:ext cx="0" cy="0"/>
          <a:chOff x="0" y="0"/>
          <a:chExt cx="0" cy="0"/>
        </a:xfrm>
      </p:grpSpPr>
      <p:sp>
        <p:nvSpPr>
          <p:cNvPr id="3924" name="Google Shape;3924;p163"/>
          <p:cNvSpPr txBox="1"/>
          <p:nvPr>
            <p:ph hasCustomPrompt="1" type="title"/>
          </p:nvPr>
        </p:nvSpPr>
        <p:spPr>
          <a:xfrm>
            <a:off x="1226850" y="1830050"/>
            <a:ext cx="6690300" cy="1113600"/>
          </a:xfrm>
          <a:prstGeom prst="rect">
            <a:avLst/>
          </a:prstGeom>
        </p:spPr>
        <p:txBody>
          <a:bodyPr anchorCtr="0" anchor="ctr" bIns="91425" lIns="91425" spcFirstLastPara="1" rIns="91425" wrap="square" tIns="91425">
            <a:noAutofit/>
          </a:bodyPr>
          <a:lstStyle>
            <a:lvl1pPr lvl="0" algn="ctr">
              <a:spcBef>
                <a:spcPts val="0"/>
              </a:spcBef>
              <a:spcAft>
                <a:spcPts val="0"/>
              </a:spcAft>
              <a:buSzPts val="8000"/>
              <a:buNone/>
              <a:defRPr sz="9000">
                <a:solidFill>
                  <a:schemeClr val="accent2"/>
                </a:solidFill>
              </a:defRPr>
            </a:lvl1pPr>
            <a:lvl2pPr lvl="1" algn="ctr">
              <a:spcBef>
                <a:spcPts val="0"/>
              </a:spcBef>
              <a:spcAft>
                <a:spcPts val="0"/>
              </a:spcAft>
              <a:buSzPts val="8000"/>
              <a:buNone/>
              <a:defRPr sz="8000"/>
            </a:lvl2pPr>
            <a:lvl3pPr lvl="2" algn="ctr">
              <a:spcBef>
                <a:spcPts val="0"/>
              </a:spcBef>
              <a:spcAft>
                <a:spcPts val="0"/>
              </a:spcAft>
              <a:buSzPts val="8000"/>
              <a:buNone/>
              <a:defRPr sz="8000"/>
            </a:lvl3pPr>
            <a:lvl4pPr lvl="3" algn="ctr">
              <a:spcBef>
                <a:spcPts val="0"/>
              </a:spcBef>
              <a:spcAft>
                <a:spcPts val="0"/>
              </a:spcAft>
              <a:buSzPts val="8000"/>
              <a:buNone/>
              <a:defRPr sz="8000"/>
            </a:lvl4pPr>
            <a:lvl5pPr lvl="4" algn="ctr">
              <a:spcBef>
                <a:spcPts val="0"/>
              </a:spcBef>
              <a:spcAft>
                <a:spcPts val="0"/>
              </a:spcAft>
              <a:buSzPts val="8000"/>
              <a:buNone/>
              <a:defRPr sz="8000"/>
            </a:lvl5pPr>
            <a:lvl6pPr lvl="5" algn="ctr">
              <a:spcBef>
                <a:spcPts val="0"/>
              </a:spcBef>
              <a:spcAft>
                <a:spcPts val="0"/>
              </a:spcAft>
              <a:buSzPts val="8000"/>
              <a:buNone/>
              <a:defRPr sz="8000"/>
            </a:lvl6pPr>
            <a:lvl7pPr lvl="6" algn="ctr">
              <a:spcBef>
                <a:spcPts val="0"/>
              </a:spcBef>
              <a:spcAft>
                <a:spcPts val="0"/>
              </a:spcAft>
              <a:buSzPts val="8000"/>
              <a:buNone/>
              <a:defRPr sz="8000"/>
            </a:lvl7pPr>
            <a:lvl8pPr lvl="7" algn="ctr">
              <a:spcBef>
                <a:spcPts val="0"/>
              </a:spcBef>
              <a:spcAft>
                <a:spcPts val="0"/>
              </a:spcAft>
              <a:buSzPts val="8000"/>
              <a:buNone/>
              <a:defRPr sz="8000"/>
            </a:lvl8pPr>
            <a:lvl9pPr lvl="8" algn="ctr">
              <a:spcBef>
                <a:spcPts val="0"/>
              </a:spcBef>
              <a:spcAft>
                <a:spcPts val="0"/>
              </a:spcAft>
              <a:buSzPts val="8000"/>
              <a:buNone/>
              <a:defRPr sz="8000"/>
            </a:lvl9pPr>
          </a:lstStyle>
          <a:p>
            <a:r>
              <a:t>xx%</a:t>
            </a:r>
          </a:p>
        </p:txBody>
      </p:sp>
      <p:sp>
        <p:nvSpPr>
          <p:cNvPr id="3925" name="Google Shape;3925;p16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3926" name="Google Shape;3926;p163"/>
          <p:cNvSpPr txBox="1"/>
          <p:nvPr>
            <p:ph idx="1" type="subTitle"/>
          </p:nvPr>
        </p:nvSpPr>
        <p:spPr>
          <a:xfrm>
            <a:off x="1516375" y="3002275"/>
            <a:ext cx="6144300" cy="3417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8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3927" name="Google Shape;3927;p163"/>
          <p:cNvSpPr/>
          <p:nvPr/>
        </p:nvSpPr>
        <p:spPr>
          <a:xfrm rot="2700000">
            <a:off x="5376368" y="-1160318"/>
            <a:ext cx="5591744" cy="3399428"/>
          </a:xfrm>
          <a:custGeom>
            <a:rect b="b" l="l" r="r" t="t"/>
            <a:pathLst>
              <a:path extrusionOk="0" h="48924" w="60102">
                <a:moveTo>
                  <a:pt x="31550" y="1"/>
                </a:moveTo>
                <a:cubicBezTo>
                  <a:pt x="28688" y="1"/>
                  <a:pt x="25391" y="541"/>
                  <a:pt x="22089" y="2238"/>
                </a:cubicBezTo>
                <a:cubicBezTo>
                  <a:pt x="12977" y="6900"/>
                  <a:pt x="8196" y="17230"/>
                  <a:pt x="4091" y="25485"/>
                </a:cubicBezTo>
                <a:cubicBezTo>
                  <a:pt x="1" y="33725"/>
                  <a:pt x="2016" y="42612"/>
                  <a:pt x="8767" y="47123"/>
                </a:cubicBezTo>
                <a:cubicBezTo>
                  <a:pt x="10764" y="48461"/>
                  <a:pt x="12590" y="48924"/>
                  <a:pt x="14421" y="48924"/>
                </a:cubicBezTo>
                <a:cubicBezTo>
                  <a:pt x="18514" y="48924"/>
                  <a:pt x="22630" y="46611"/>
                  <a:pt x="28730" y="46611"/>
                </a:cubicBezTo>
                <a:cubicBezTo>
                  <a:pt x="29125" y="46611"/>
                  <a:pt x="29527" y="46621"/>
                  <a:pt x="29939" y="46641"/>
                </a:cubicBezTo>
                <a:cubicBezTo>
                  <a:pt x="34134" y="46851"/>
                  <a:pt x="36984" y="47278"/>
                  <a:pt x="39535" y="47278"/>
                </a:cubicBezTo>
                <a:cubicBezTo>
                  <a:pt x="42835" y="47278"/>
                  <a:pt x="45637" y="46563"/>
                  <a:pt x="50208" y="43739"/>
                </a:cubicBezTo>
                <a:cubicBezTo>
                  <a:pt x="58328" y="38732"/>
                  <a:pt x="60102" y="25500"/>
                  <a:pt x="54042" y="15140"/>
                </a:cubicBezTo>
                <a:cubicBezTo>
                  <a:pt x="47997" y="4779"/>
                  <a:pt x="40254" y="1667"/>
                  <a:pt x="40254" y="1667"/>
                </a:cubicBezTo>
                <a:cubicBezTo>
                  <a:pt x="40254" y="1667"/>
                  <a:pt x="36573" y="1"/>
                  <a:pt x="31550"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28" name="Google Shape;3928;p163"/>
          <p:cNvGrpSpPr/>
          <p:nvPr/>
        </p:nvGrpSpPr>
        <p:grpSpPr>
          <a:xfrm>
            <a:off x="405960" y="-304605"/>
            <a:ext cx="9209266" cy="1854619"/>
            <a:chOff x="405960" y="-304605"/>
            <a:chExt cx="9209266" cy="1854619"/>
          </a:xfrm>
        </p:grpSpPr>
        <p:sp>
          <p:nvSpPr>
            <p:cNvPr id="3929" name="Google Shape;3929;p163"/>
            <p:cNvSpPr/>
            <p:nvPr/>
          </p:nvSpPr>
          <p:spPr>
            <a:xfrm>
              <a:off x="6209226" y="478878"/>
              <a:ext cx="1324564" cy="424178"/>
            </a:xfrm>
            <a:custGeom>
              <a:rect b="b" l="l" r="r" t="t"/>
              <a:pathLst>
                <a:path extrusionOk="0" fill="none" h="4647" w="14511">
                  <a:moveTo>
                    <a:pt x="13894" y="3805"/>
                  </a:moveTo>
                  <a:cubicBezTo>
                    <a:pt x="13263" y="3459"/>
                    <a:pt x="12977" y="3744"/>
                    <a:pt x="12766" y="3459"/>
                  </a:cubicBezTo>
                  <a:cubicBezTo>
                    <a:pt x="12541" y="3173"/>
                    <a:pt x="13383" y="2436"/>
                    <a:pt x="11684" y="1699"/>
                  </a:cubicBezTo>
                  <a:cubicBezTo>
                    <a:pt x="11684" y="1699"/>
                    <a:pt x="11578" y="121"/>
                    <a:pt x="9248" y="60"/>
                  </a:cubicBezTo>
                  <a:cubicBezTo>
                    <a:pt x="6917" y="0"/>
                    <a:pt x="7549" y="1654"/>
                    <a:pt x="6917" y="2045"/>
                  </a:cubicBezTo>
                  <a:cubicBezTo>
                    <a:pt x="6286" y="2436"/>
                    <a:pt x="6120" y="1820"/>
                    <a:pt x="5504" y="2211"/>
                  </a:cubicBezTo>
                  <a:cubicBezTo>
                    <a:pt x="4872" y="2617"/>
                    <a:pt x="5158" y="3399"/>
                    <a:pt x="4647" y="3519"/>
                  </a:cubicBezTo>
                  <a:cubicBezTo>
                    <a:pt x="4135" y="3624"/>
                    <a:pt x="3459" y="3008"/>
                    <a:pt x="2842" y="3399"/>
                  </a:cubicBezTo>
                  <a:cubicBezTo>
                    <a:pt x="2211" y="3805"/>
                    <a:pt x="2211" y="4135"/>
                    <a:pt x="1925" y="4135"/>
                  </a:cubicBezTo>
                  <a:cubicBezTo>
                    <a:pt x="1654" y="4135"/>
                    <a:pt x="1083" y="3910"/>
                    <a:pt x="737" y="4135"/>
                  </a:cubicBezTo>
                  <a:cubicBezTo>
                    <a:pt x="406" y="4376"/>
                    <a:pt x="0" y="4647"/>
                    <a:pt x="0" y="4647"/>
                  </a:cubicBezTo>
                  <a:lnTo>
                    <a:pt x="14345" y="4647"/>
                  </a:lnTo>
                  <a:cubicBezTo>
                    <a:pt x="14345" y="4647"/>
                    <a:pt x="14511" y="4135"/>
                    <a:pt x="13894" y="3805"/>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0" name="Google Shape;3930;p163"/>
            <p:cNvSpPr/>
            <p:nvPr/>
          </p:nvSpPr>
          <p:spPr>
            <a:xfrm flipH="1">
              <a:off x="405960" y="399116"/>
              <a:ext cx="991138" cy="317437"/>
            </a:xfrm>
            <a:custGeom>
              <a:rect b="b" l="l" r="r" t="t"/>
              <a:pathLst>
                <a:path extrusionOk="0" fill="none" h="4647" w="14511">
                  <a:moveTo>
                    <a:pt x="13894" y="3805"/>
                  </a:moveTo>
                  <a:cubicBezTo>
                    <a:pt x="13263" y="3459"/>
                    <a:pt x="12977" y="3744"/>
                    <a:pt x="12766" y="3459"/>
                  </a:cubicBezTo>
                  <a:cubicBezTo>
                    <a:pt x="12541" y="3173"/>
                    <a:pt x="13383" y="2436"/>
                    <a:pt x="11684" y="1699"/>
                  </a:cubicBezTo>
                  <a:cubicBezTo>
                    <a:pt x="11684" y="1699"/>
                    <a:pt x="11578" y="121"/>
                    <a:pt x="9248" y="60"/>
                  </a:cubicBezTo>
                  <a:cubicBezTo>
                    <a:pt x="6917" y="0"/>
                    <a:pt x="7549" y="1654"/>
                    <a:pt x="6917" y="2045"/>
                  </a:cubicBezTo>
                  <a:cubicBezTo>
                    <a:pt x="6286" y="2436"/>
                    <a:pt x="6120" y="1820"/>
                    <a:pt x="5504" y="2211"/>
                  </a:cubicBezTo>
                  <a:cubicBezTo>
                    <a:pt x="4872" y="2617"/>
                    <a:pt x="5158" y="3399"/>
                    <a:pt x="4647" y="3519"/>
                  </a:cubicBezTo>
                  <a:cubicBezTo>
                    <a:pt x="4135" y="3624"/>
                    <a:pt x="3459" y="3008"/>
                    <a:pt x="2842" y="3399"/>
                  </a:cubicBezTo>
                  <a:cubicBezTo>
                    <a:pt x="2211" y="3805"/>
                    <a:pt x="2211" y="4135"/>
                    <a:pt x="1925" y="4135"/>
                  </a:cubicBezTo>
                  <a:cubicBezTo>
                    <a:pt x="1654" y="4135"/>
                    <a:pt x="1083" y="3910"/>
                    <a:pt x="737" y="4135"/>
                  </a:cubicBezTo>
                  <a:cubicBezTo>
                    <a:pt x="406" y="4376"/>
                    <a:pt x="0" y="4647"/>
                    <a:pt x="0" y="4647"/>
                  </a:cubicBezTo>
                  <a:lnTo>
                    <a:pt x="14345" y="4647"/>
                  </a:lnTo>
                  <a:cubicBezTo>
                    <a:pt x="14345" y="4647"/>
                    <a:pt x="14511" y="4135"/>
                    <a:pt x="13894" y="3805"/>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1" name="Google Shape;3931;p163"/>
            <p:cNvSpPr/>
            <p:nvPr/>
          </p:nvSpPr>
          <p:spPr>
            <a:xfrm>
              <a:off x="3935325" y="338641"/>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32" name="Google Shape;3932;p163"/>
            <p:cNvGrpSpPr/>
            <p:nvPr/>
          </p:nvGrpSpPr>
          <p:grpSpPr>
            <a:xfrm>
              <a:off x="2179520" y="1113216"/>
              <a:ext cx="105457" cy="105457"/>
              <a:chOff x="7812545" y="194375"/>
              <a:chExt cx="105457" cy="105457"/>
            </a:xfrm>
          </p:grpSpPr>
          <p:sp>
            <p:nvSpPr>
              <p:cNvPr id="3933" name="Google Shape;3933;p163"/>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4" name="Google Shape;3934;p163"/>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5" name="Google Shape;3935;p163"/>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6" name="Google Shape;3936;p163"/>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37" name="Google Shape;3937;p163"/>
            <p:cNvGrpSpPr/>
            <p:nvPr/>
          </p:nvGrpSpPr>
          <p:grpSpPr>
            <a:xfrm>
              <a:off x="5288520" y="1007766"/>
              <a:ext cx="105457" cy="105457"/>
              <a:chOff x="7812545" y="194375"/>
              <a:chExt cx="105457" cy="105457"/>
            </a:xfrm>
          </p:grpSpPr>
          <p:sp>
            <p:nvSpPr>
              <p:cNvPr id="3938" name="Google Shape;3938;p163"/>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9" name="Google Shape;3939;p163"/>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0" name="Google Shape;3940;p163"/>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1" name="Google Shape;3941;p163"/>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42" name="Google Shape;3942;p163"/>
            <p:cNvSpPr/>
            <p:nvPr/>
          </p:nvSpPr>
          <p:spPr>
            <a:xfrm>
              <a:off x="8211200" y="1444625"/>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43" name="Google Shape;3943;p163"/>
            <p:cNvGrpSpPr/>
            <p:nvPr/>
          </p:nvGrpSpPr>
          <p:grpSpPr>
            <a:xfrm>
              <a:off x="7988195" y="154325"/>
              <a:ext cx="105457" cy="105457"/>
              <a:chOff x="7812545" y="194375"/>
              <a:chExt cx="105457" cy="105457"/>
            </a:xfrm>
          </p:grpSpPr>
          <p:sp>
            <p:nvSpPr>
              <p:cNvPr id="3944" name="Google Shape;3944;p163"/>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5" name="Google Shape;3945;p163"/>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6" name="Google Shape;3946;p163"/>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7" name="Google Shape;3947;p163"/>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48" name="Google Shape;3948;p163"/>
            <p:cNvSpPr/>
            <p:nvPr/>
          </p:nvSpPr>
          <p:spPr>
            <a:xfrm flipH="1">
              <a:off x="8624108" y="-304605"/>
              <a:ext cx="991119" cy="877511"/>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49" name="Google Shape;3949;p163"/>
          <p:cNvGrpSpPr/>
          <p:nvPr/>
        </p:nvGrpSpPr>
        <p:grpSpPr>
          <a:xfrm>
            <a:off x="-1391383" y="2943501"/>
            <a:ext cx="2967633" cy="3117497"/>
            <a:chOff x="-1391383" y="2943501"/>
            <a:chExt cx="2967633" cy="3117497"/>
          </a:xfrm>
        </p:grpSpPr>
        <p:sp>
          <p:nvSpPr>
            <p:cNvPr id="3950" name="Google Shape;3950;p163"/>
            <p:cNvSpPr/>
            <p:nvPr/>
          </p:nvSpPr>
          <p:spPr>
            <a:xfrm flipH="1">
              <a:off x="-1391383" y="2943501"/>
              <a:ext cx="2967633" cy="3117497"/>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1" name="Google Shape;3951;p163"/>
            <p:cNvSpPr/>
            <p:nvPr/>
          </p:nvSpPr>
          <p:spPr>
            <a:xfrm>
              <a:off x="-533479" y="4183785"/>
              <a:ext cx="1643608" cy="1455209"/>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52" name="Google Shape;3952;p163"/>
            <p:cNvGrpSpPr/>
            <p:nvPr/>
          </p:nvGrpSpPr>
          <p:grpSpPr>
            <a:xfrm>
              <a:off x="448432" y="3524550"/>
              <a:ext cx="105457" cy="105457"/>
              <a:chOff x="7812545" y="194375"/>
              <a:chExt cx="105457" cy="105457"/>
            </a:xfrm>
          </p:grpSpPr>
          <p:sp>
            <p:nvSpPr>
              <p:cNvPr id="3953" name="Google Shape;3953;p163"/>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4" name="Google Shape;3954;p163"/>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5" name="Google Shape;3955;p163"/>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6" name="Google Shape;3956;p163"/>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957" name="Google Shape;3957;p163"/>
          <p:cNvGrpSpPr/>
          <p:nvPr/>
        </p:nvGrpSpPr>
        <p:grpSpPr>
          <a:xfrm rot="10800000">
            <a:off x="8496297" y="4349552"/>
            <a:ext cx="470057" cy="586177"/>
            <a:chOff x="215745" y="152938"/>
            <a:chExt cx="470057" cy="586177"/>
          </a:xfrm>
        </p:grpSpPr>
        <p:sp>
          <p:nvSpPr>
            <p:cNvPr id="3958" name="Google Shape;3958;p163"/>
            <p:cNvSpPr/>
            <p:nvPr/>
          </p:nvSpPr>
          <p:spPr>
            <a:xfrm>
              <a:off x="215750" y="633725"/>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9" name="Google Shape;3959;p163"/>
            <p:cNvSpPr/>
            <p:nvPr/>
          </p:nvSpPr>
          <p:spPr>
            <a:xfrm>
              <a:off x="607851" y="22487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3960" name="Google Shape;3960;p163"/>
            <p:cNvGrpSpPr/>
            <p:nvPr/>
          </p:nvGrpSpPr>
          <p:grpSpPr>
            <a:xfrm>
              <a:off x="215745" y="152938"/>
              <a:ext cx="105457" cy="105457"/>
              <a:chOff x="7812545" y="194375"/>
              <a:chExt cx="105457" cy="105457"/>
            </a:xfrm>
          </p:grpSpPr>
          <p:sp>
            <p:nvSpPr>
              <p:cNvPr id="3961" name="Google Shape;3961;p163"/>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2" name="Google Shape;3962;p163"/>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3" name="Google Shape;3963;p163"/>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4" name="Google Shape;3964;p163"/>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965" name="Google Shape;3965;p163"/>
          <p:cNvGrpSpPr/>
          <p:nvPr/>
        </p:nvGrpSpPr>
        <p:grpSpPr>
          <a:xfrm>
            <a:off x="3186400" y="4032125"/>
            <a:ext cx="3326023" cy="808356"/>
            <a:chOff x="3186400" y="4032125"/>
            <a:chExt cx="3326023" cy="808356"/>
          </a:xfrm>
        </p:grpSpPr>
        <p:sp>
          <p:nvSpPr>
            <p:cNvPr id="3966" name="Google Shape;3966;p163"/>
            <p:cNvSpPr/>
            <p:nvPr/>
          </p:nvSpPr>
          <p:spPr>
            <a:xfrm>
              <a:off x="3186400" y="4234775"/>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67" name="Google Shape;3967;p163"/>
            <p:cNvGrpSpPr/>
            <p:nvPr/>
          </p:nvGrpSpPr>
          <p:grpSpPr>
            <a:xfrm>
              <a:off x="4750482" y="4735025"/>
              <a:ext cx="105457" cy="105457"/>
              <a:chOff x="7812545" y="194375"/>
              <a:chExt cx="105457" cy="105457"/>
            </a:xfrm>
          </p:grpSpPr>
          <p:sp>
            <p:nvSpPr>
              <p:cNvPr id="3968" name="Google Shape;3968;p163"/>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9" name="Google Shape;3969;p163"/>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0" name="Google Shape;3970;p163"/>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1" name="Google Shape;3971;p163"/>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72" name="Google Shape;3972;p163"/>
            <p:cNvSpPr/>
            <p:nvPr/>
          </p:nvSpPr>
          <p:spPr>
            <a:xfrm flipH="1">
              <a:off x="5521285" y="4032125"/>
              <a:ext cx="991138" cy="317437"/>
            </a:xfrm>
            <a:custGeom>
              <a:rect b="b" l="l" r="r" t="t"/>
              <a:pathLst>
                <a:path extrusionOk="0" fill="none" h="4647" w="14511">
                  <a:moveTo>
                    <a:pt x="13894" y="3805"/>
                  </a:moveTo>
                  <a:cubicBezTo>
                    <a:pt x="13263" y="3459"/>
                    <a:pt x="12977" y="3744"/>
                    <a:pt x="12766" y="3459"/>
                  </a:cubicBezTo>
                  <a:cubicBezTo>
                    <a:pt x="12541" y="3173"/>
                    <a:pt x="13383" y="2436"/>
                    <a:pt x="11684" y="1699"/>
                  </a:cubicBezTo>
                  <a:cubicBezTo>
                    <a:pt x="11684" y="1699"/>
                    <a:pt x="11578" y="121"/>
                    <a:pt x="9248" y="60"/>
                  </a:cubicBezTo>
                  <a:cubicBezTo>
                    <a:pt x="6917" y="0"/>
                    <a:pt x="7549" y="1654"/>
                    <a:pt x="6917" y="2045"/>
                  </a:cubicBezTo>
                  <a:cubicBezTo>
                    <a:pt x="6286" y="2436"/>
                    <a:pt x="6120" y="1820"/>
                    <a:pt x="5504" y="2211"/>
                  </a:cubicBezTo>
                  <a:cubicBezTo>
                    <a:pt x="4872" y="2617"/>
                    <a:pt x="5158" y="3399"/>
                    <a:pt x="4647" y="3519"/>
                  </a:cubicBezTo>
                  <a:cubicBezTo>
                    <a:pt x="4135" y="3624"/>
                    <a:pt x="3459" y="3008"/>
                    <a:pt x="2842" y="3399"/>
                  </a:cubicBezTo>
                  <a:cubicBezTo>
                    <a:pt x="2211" y="3805"/>
                    <a:pt x="2211" y="4135"/>
                    <a:pt x="1925" y="4135"/>
                  </a:cubicBezTo>
                  <a:cubicBezTo>
                    <a:pt x="1654" y="4135"/>
                    <a:pt x="1083" y="3910"/>
                    <a:pt x="737" y="4135"/>
                  </a:cubicBezTo>
                  <a:cubicBezTo>
                    <a:pt x="406" y="4376"/>
                    <a:pt x="0" y="4647"/>
                    <a:pt x="0" y="4647"/>
                  </a:cubicBezTo>
                  <a:lnTo>
                    <a:pt x="14345" y="4647"/>
                  </a:lnTo>
                  <a:cubicBezTo>
                    <a:pt x="14345" y="4647"/>
                    <a:pt x="14511" y="4135"/>
                    <a:pt x="13894" y="3805"/>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lt1"/>
        </a:solidFill>
      </p:bgPr>
    </p:bg>
    <p:spTree>
      <p:nvGrpSpPr>
        <p:cNvPr id="3973" name="Shape 3973"/>
        <p:cNvGrpSpPr/>
        <p:nvPr/>
      </p:nvGrpSpPr>
      <p:grpSpPr>
        <a:xfrm>
          <a:off x="0" y="0"/>
          <a:ext cx="0" cy="0"/>
          <a:chOff x="0" y="0"/>
          <a:chExt cx="0" cy="0"/>
        </a:xfrm>
      </p:grpSpPr>
      <p:sp>
        <p:nvSpPr>
          <p:cNvPr id="3974" name="Google Shape;3974;p16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1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BLANK_10">
    <p:spTree>
      <p:nvGrpSpPr>
        <p:cNvPr id="3975" name="Shape 3975"/>
        <p:cNvGrpSpPr/>
        <p:nvPr/>
      </p:nvGrpSpPr>
      <p:grpSpPr>
        <a:xfrm>
          <a:off x="0" y="0"/>
          <a:ext cx="0" cy="0"/>
          <a:chOff x="0" y="0"/>
          <a:chExt cx="0" cy="0"/>
        </a:xfrm>
      </p:grpSpPr>
      <p:sp>
        <p:nvSpPr>
          <p:cNvPr id="3976" name="Google Shape;3976;p16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3977" name="Google Shape;3977;p165"/>
          <p:cNvSpPr txBox="1"/>
          <p:nvPr>
            <p:ph type="title"/>
          </p:nvPr>
        </p:nvSpPr>
        <p:spPr>
          <a:xfrm>
            <a:off x="698777" y="2223325"/>
            <a:ext cx="4551600" cy="749100"/>
          </a:xfrm>
          <a:prstGeom prst="rect">
            <a:avLst/>
          </a:prstGeom>
        </p:spPr>
        <p:txBody>
          <a:bodyPr anchorCtr="0" anchor="ctr" bIns="91425" lIns="91425" spcFirstLastPara="1" rIns="91425" wrap="square" tIns="91425">
            <a:noAutofit/>
          </a:bodyPr>
          <a:lstStyle>
            <a:lvl1pPr lvl="0">
              <a:spcBef>
                <a:spcPts val="0"/>
              </a:spcBef>
              <a:spcAft>
                <a:spcPts val="0"/>
              </a:spcAft>
              <a:buSzPts val="3600"/>
              <a:buNone/>
              <a:defRPr sz="4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3978" name="Google Shape;3978;p165"/>
          <p:cNvSpPr txBox="1"/>
          <p:nvPr>
            <p:ph idx="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3979" name="Google Shape;3979;p165"/>
          <p:cNvSpPr txBox="1"/>
          <p:nvPr>
            <p:ph idx="1" type="subTitle"/>
          </p:nvPr>
        </p:nvSpPr>
        <p:spPr>
          <a:xfrm>
            <a:off x="685800" y="2905550"/>
            <a:ext cx="4551600" cy="383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800"/>
              <a:buNone/>
              <a:defRPr sz="18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3980" name="Google Shape;3980;p165"/>
          <p:cNvSpPr txBox="1"/>
          <p:nvPr>
            <p:ph hasCustomPrompt="1" idx="3" type="title"/>
          </p:nvPr>
        </p:nvSpPr>
        <p:spPr>
          <a:xfrm>
            <a:off x="685795" y="1278475"/>
            <a:ext cx="1595700" cy="898500"/>
          </a:xfrm>
          <a:prstGeom prst="rect">
            <a:avLst/>
          </a:prstGeom>
        </p:spPr>
        <p:txBody>
          <a:bodyPr anchorCtr="0" anchor="ctr" bIns="91425" lIns="91425" spcFirstLastPara="1" rIns="91425" wrap="square" tIns="91425">
            <a:noAutofit/>
          </a:bodyPr>
          <a:lstStyle>
            <a:lvl1pPr lvl="0">
              <a:spcBef>
                <a:spcPts val="0"/>
              </a:spcBef>
              <a:spcAft>
                <a:spcPts val="0"/>
              </a:spcAft>
              <a:buSzPts val="8000"/>
              <a:buNone/>
              <a:defRPr sz="8000">
                <a:solidFill>
                  <a:schemeClr val="accent2"/>
                </a:solidFill>
              </a:defRPr>
            </a:lvl1pPr>
            <a:lvl2pPr lvl="1" algn="ctr">
              <a:spcBef>
                <a:spcPts val="0"/>
              </a:spcBef>
              <a:spcAft>
                <a:spcPts val="0"/>
              </a:spcAft>
              <a:buSzPts val="8000"/>
              <a:buNone/>
              <a:defRPr sz="8000"/>
            </a:lvl2pPr>
            <a:lvl3pPr lvl="2" algn="ctr">
              <a:spcBef>
                <a:spcPts val="0"/>
              </a:spcBef>
              <a:spcAft>
                <a:spcPts val="0"/>
              </a:spcAft>
              <a:buSzPts val="8000"/>
              <a:buNone/>
              <a:defRPr sz="8000"/>
            </a:lvl3pPr>
            <a:lvl4pPr lvl="3" algn="ctr">
              <a:spcBef>
                <a:spcPts val="0"/>
              </a:spcBef>
              <a:spcAft>
                <a:spcPts val="0"/>
              </a:spcAft>
              <a:buSzPts val="8000"/>
              <a:buNone/>
              <a:defRPr sz="8000"/>
            </a:lvl4pPr>
            <a:lvl5pPr lvl="4" algn="ctr">
              <a:spcBef>
                <a:spcPts val="0"/>
              </a:spcBef>
              <a:spcAft>
                <a:spcPts val="0"/>
              </a:spcAft>
              <a:buSzPts val="8000"/>
              <a:buNone/>
              <a:defRPr sz="8000"/>
            </a:lvl5pPr>
            <a:lvl6pPr lvl="5" algn="ctr">
              <a:spcBef>
                <a:spcPts val="0"/>
              </a:spcBef>
              <a:spcAft>
                <a:spcPts val="0"/>
              </a:spcAft>
              <a:buSzPts val="8000"/>
              <a:buNone/>
              <a:defRPr sz="8000"/>
            </a:lvl6pPr>
            <a:lvl7pPr lvl="6" algn="ctr">
              <a:spcBef>
                <a:spcPts val="0"/>
              </a:spcBef>
              <a:spcAft>
                <a:spcPts val="0"/>
              </a:spcAft>
              <a:buSzPts val="8000"/>
              <a:buNone/>
              <a:defRPr sz="8000"/>
            </a:lvl7pPr>
            <a:lvl8pPr lvl="7" algn="ctr">
              <a:spcBef>
                <a:spcPts val="0"/>
              </a:spcBef>
              <a:spcAft>
                <a:spcPts val="0"/>
              </a:spcAft>
              <a:buSzPts val="8000"/>
              <a:buNone/>
              <a:defRPr sz="8000"/>
            </a:lvl8pPr>
            <a:lvl9pPr lvl="8" algn="ctr">
              <a:spcBef>
                <a:spcPts val="0"/>
              </a:spcBef>
              <a:spcAft>
                <a:spcPts val="0"/>
              </a:spcAft>
              <a:buSzPts val="8000"/>
              <a:buNone/>
              <a:defRPr sz="8000"/>
            </a:lvl9pPr>
          </a:lstStyle>
          <a:p>
            <a:r>
              <a:t>xx%</a:t>
            </a:r>
          </a:p>
        </p:txBody>
      </p:sp>
      <p:grpSp>
        <p:nvGrpSpPr>
          <p:cNvPr id="3981" name="Google Shape;3981;p165"/>
          <p:cNvGrpSpPr/>
          <p:nvPr/>
        </p:nvGrpSpPr>
        <p:grpSpPr>
          <a:xfrm>
            <a:off x="-354378" y="3834438"/>
            <a:ext cx="3893180" cy="1785854"/>
            <a:chOff x="-354378" y="3834438"/>
            <a:chExt cx="3893180" cy="1785854"/>
          </a:xfrm>
        </p:grpSpPr>
        <p:sp>
          <p:nvSpPr>
            <p:cNvPr id="3982" name="Google Shape;3982;p165"/>
            <p:cNvSpPr/>
            <p:nvPr/>
          </p:nvSpPr>
          <p:spPr>
            <a:xfrm>
              <a:off x="1835075" y="4676425"/>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3" name="Google Shape;3983;p165"/>
            <p:cNvSpPr/>
            <p:nvPr/>
          </p:nvSpPr>
          <p:spPr>
            <a:xfrm>
              <a:off x="2382226" y="394162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3984" name="Google Shape;3984;p165"/>
            <p:cNvGrpSpPr/>
            <p:nvPr/>
          </p:nvGrpSpPr>
          <p:grpSpPr>
            <a:xfrm>
              <a:off x="3433345" y="4523988"/>
              <a:ext cx="105457" cy="105457"/>
              <a:chOff x="7812545" y="194375"/>
              <a:chExt cx="105457" cy="105457"/>
            </a:xfrm>
          </p:grpSpPr>
          <p:sp>
            <p:nvSpPr>
              <p:cNvPr id="3985" name="Google Shape;3985;p165"/>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6" name="Google Shape;3986;p165"/>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7" name="Google Shape;3987;p165"/>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8" name="Google Shape;3988;p165"/>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89" name="Google Shape;3989;p165"/>
            <p:cNvGrpSpPr/>
            <p:nvPr/>
          </p:nvGrpSpPr>
          <p:grpSpPr>
            <a:xfrm>
              <a:off x="385570" y="3834438"/>
              <a:ext cx="105457" cy="105457"/>
              <a:chOff x="7812545" y="194375"/>
              <a:chExt cx="105457" cy="105457"/>
            </a:xfrm>
          </p:grpSpPr>
          <p:sp>
            <p:nvSpPr>
              <p:cNvPr id="3990" name="Google Shape;3990;p165"/>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1" name="Google Shape;3991;p165"/>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2" name="Google Shape;3992;p165"/>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3" name="Google Shape;3993;p165"/>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94" name="Google Shape;3994;p165"/>
            <p:cNvSpPr/>
            <p:nvPr/>
          </p:nvSpPr>
          <p:spPr>
            <a:xfrm rot="5400000">
              <a:off x="-437566" y="4303179"/>
              <a:ext cx="1400300" cy="1233925"/>
            </a:xfrm>
            <a:custGeom>
              <a:rect b="b" l="l" r="r" t="t"/>
              <a:pathLst>
                <a:path extrusionOk="0" h="49357" w="56012">
                  <a:moveTo>
                    <a:pt x="29954" y="0"/>
                  </a:moveTo>
                  <a:cubicBezTo>
                    <a:pt x="26409" y="0"/>
                    <a:pt x="22321" y="902"/>
                    <a:pt x="17654" y="3034"/>
                  </a:cubicBezTo>
                  <a:cubicBezTo>
                    <a:pt x="17654" y="3034"/>
                    <a:pt x="8827" y="7530"/>
                    <a:pt x="4406" y="14477"/>
                  </a:cubicBezTo>
                  <a:cubicBezTo>
                    <a:pt x="1" y="21424"/>
                    <a:pt x="347" y="30340"/>
                    <a:pt x="5715" y="36971"/>
                  </a:cubicBezTo>
                  <a:cubicBezTo>
                    <a:pt x="11068" y="43588"/>
                    <a:pt x="21308" y="42730"/>
                    <a:pt x="29878" y="46926"/>
                  </a:cubicBezTo>
                  <a:cubicBezTo>
                    <a:pt x="33082" y="48494"/>
                    <a:pt x="36410" y="49356"/>
                    <a:pt x="39533" y="49356"/>
                  </a:cubicBezTo>
                  <a:cubicBezTo>
                    <a:pt x="44766" y="49356"/>
                    <a:pt x="49425" y="46936"/>
                    <a:pt x="51967" y="41362"/>
                  </a:cubicBezTo>
                  <a:cubicBezTo>
                    <a:pt x="56012" y="32476"/>
                    <a:pt x="49907" y="29137"/>
                    <a:pt x="48854" y="18852"/>
                  </a:cubicBezTo>
                  <a:cubicBezTo>
                    <a:pt x="48037" y="10867"/>
                    <a:pt x="42263" y="0"/>
                    <a:pt x="29954"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
    <p:spTree>
      <p:nvGrpSpPr>
        <p:cNvPr id="3995" name="Shape 3995"/>
        <p:cNvGrpSpPr/>
        <p:nvPr/>
      </p:nvGrpSpPr>
      <p:grpSpPr>
        <a:xfrm>
          <a:off x="0" y="0"/>
          <a:ext cx="0" cy="0"/>
          <a:chOff x="0" y="0"/>
          <a:chExt cx="0" cy="0"/>
        </a:xfrm>
      </p:grpSpPr>
      <p:sp>
        <p:nvSpPr>
          <p:cNvPr id="3996" name="Google Shape;3996;p16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3997" name="Google Shape;3997;p166"/>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998" name="Google Shape;3998;p166"/>
          <p:cNvSpPr txBox="1"/>
          <p:nvPr>
            <p:ph idx="2" type="title"/>
          </p:nvPr>
        </p:nvSpPr>
        <p:spPr>
          <a:xfrm>
            <a:off x="1850175" y="2086662"/>
            <a:ext cx="2629200" cy="3936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sz="2000">
                <a:solidFill>
                  <a:schemeClr val="accent2"/>
                </a:solidFill>
              </a:defRPr>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sp>
        <p:nvSpPr>
          <p:cNvPr id="3999" name="Google Shape;3999;p166"/>
          <p:cNvSpPr txBox="1"/>
          <p:nvPr>
            <p:ph idx="1" type="subTitle"/>
          </p:nvPr>
        </p:nvSpPr>
        <p:spPr>
          <a:xfrm>
            <a:off x="1853175" y="2480262"/>
            <a:ext cx="2629200" cy="4680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000" name="Google Shape;4000;p166"/>
          <p:cNvSpPr txBox="1"/>
          <p:nvPr>
            <p:ph hasCustomPrompt="1" idx="3" type="title"/>
          </p:nvPr>
        </p:nvSpPr>
        <p:spPr>
          <a:xfrm>
            <a:off x="1776168" y="1586400"/>
            <a:ext cx="792600" cy="528300"/>
          </a:xfrm>
          <a:prstGeom prst="rect">
            <a:avLst/>
          </a:prstGeom>
        </p:spPr>
        <p:txBody>
          <a:bodyPr anchorCtr="0" anchor="ctr" bIns="91425" lIns="91425" spcFirstLastPara="1" rIns="91425" wrap="square" tIns="91425">
            <a:noAutofit/>
          </a:bodyPr>
          <a:lstStyle>
            <a:lvl1pPr lvl="0" algn="r">
              <a:spcBef>
                <a:spcPts val="0"/>
              </a:spcBef>
              <a:spcAft>
                <a:spcPts val="0"/>
              </a:spcAft>
              <a:buSzPts val="3000"/>
              <a:buNone/>
              <a:defRPr sz="3000"/>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grpSp>
        <p:nvGrpSpPr>
          <p:cNvPr id="4001" name="Google Shape;4001;p166"/>
          <p:cNvGrpSpPr/>
          <p:nvPr/>
        </p:nvGrpSpPr>
        <p:grpSpPr>
          <a:xfrm>
            <a:off x="-1260750" y="4247400"/>
            <a:ext cx="2224933" cy="1789104"/>
            <a:chOff x="-1260750" y="4247400"/>
            <a:chExt cx="2224933" cy="1789104"/>
          </a:xfrm>
        </p:grpSpPr>
        <p:sp>
          <p:nvSpPr>
            <p:cNvPr id="4002" name="Google Shape;4002;p166"/>
            <p:cNvSpPr/>
            <p:nvPr/>
          </p:nvSpPr>
          <p:spPr>
            <a:xfrm flipH="1">
              <a:off x="-1260750" y="4247400"/>
              <a:ext cx="2224933" cy="1789104"/>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3" name="Google Shape;4003;p166"/>
            <p:cNvSpPr/>
            <p:nvPr/>
          </p:nvSpPr>
          <p:spPr>
            <a:xfrm>
              <a:off x="-708950" y="4596438"/>
              <a:ext cx="1232275" cy="1091025"/>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04" name="Google Shape;4004;p166"/>
          <p:cNvSpPr/>
          <p:nvPr/>
        </p:nvSpPr>
        <p:spPr>
          <a:xfrm>
            <a:off x="-708950" y="-242512"/>
            <a:ext cx="1232275" cy="1091025"/>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5" name="Google Shape;4005;p166"/>
          <p:cNvSpPr txBox="1"/>
          <p:nvPr>
            <p:ph idx="4" type="title"/>
          </p:nvPr>
        </p:nvSpPr>
        <p:spPr>
          <a:xfrm>
            <a:off x="5162350" y="2086662"/>
            <a:ext cx="2629200" cy="3936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sz="2000">
                <a:solidFill>
                  <a:schemeClr val="accent2"/>
                </a:solidFill>
              </a:defRPr>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sp>
        <p:nvSpPr>
          <p:cNvPr id="4006" name="Google Shape;4006;p166"/>
          <p:cNvSpPr txBox="1"/>
          <p:nvPr>
            <p:ph idx="5" type="subTitle"/>
          </p:nvPr>
        </p:nvSpPr>
        <p:spPr>
          <a:xfrm>
            <a:off x="5165350" y="2480262"/>
            <a:ext cx="2629200" cy="4680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007" name="Google Shape;4007;p166"/>
          <p:cNvSpPr txBox="1"/>
          <p:nvPr>
            <p:ph hasCustomPrompt="1" idx="6" type="title"/>
          </p:nvPr>
        </p:nvSpPr>
        <p:spPr>
          <a:xfrm>
            <a:off x="5088343" y="1586400"/>
            <a:ext cx="792600" cy="528300"/>
          </a:xfrm>
          <a:prstGeom prst="rect">
            <a:avLst/>
          </a:prstGeom>
        </p:spPr>
        <p:txBody>
          <a:bodyPr anchorCtr="0" anchor="ctr" bIns="91425" lIns="91425" spcFirstLastPara="1" rIns="91425" wrap="square" tIns="91425">
            <a:noAutofit/>
          </a:bodyPr>
          <a:lstStyle>
            <a:lvl1pPr lvl="0" algn="r">
              <a:spcBef>
                <a:spcPts val="0"/>
              </a:spcBef>
              <a:spcAft>
                <a:spcPts val="0"/>
              </a:spcAft>
              <a:buSzPts val="3000"/>
              <a:buNone/>
              <a:defRPr sz="3000"/>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sp>
        <p:nvSpPr>
          <p:cNvPr id="4008" name="Google Shape;4008;p166"/>
          <p:cNvSpPr txBox="1"/>
          <p:nvPr>
            <p:ph idx="7" type="title"/>
          </p:nvPr>
        </p:nvSpPr>
        <p:spPr>
          <a:xfrm>
            <a:off x="1850175" y="3728737"/>
            <a:ext cx="2629200" cy="3936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sz="2000">
                <a:solidFill>
                  <a:schemeClr val="accent2"/>
                </a:solidFill>
              </a:defRPr>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sp>
        <p:nvSpPr>
          <p:cNvPr id="4009" name="Google Shape;4009;p166"/>
          <p:cNvSpPr txBox="1"/>
          <p:nvPr>
            <p:ph idx="8" type="subTitle"/>
          </p:nvPr>
        </p:nvSpPr>
        <p:spPr>
          <a:xfrm>
            <a:off x="1853175" y="4122337"/>
            <a:ext cx="2629200" cy="4680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010" name="Google Shape;4010;p166"/>
          <p:cNvSpPr txBox="1"/>
          <p:nvPr>
            <p:ph hasCustomPrompt="1" idx="9" type="title"/>
          </p:nvPr>
        </p:nvSpPr>
        <p:spPr>
          <a:xfrm>
            <a:off x="1776168" y="3228475"/>
            <a:ext cx="792600" cy="528300"/>
          </a:xfrm>
          <a:prstGeom prst="rect">
            <a:avLst/>
          </a:prstGeom>
        </p:spPr>
        <p:txBody>
          <a:bodyPr anchorCtr="0" anchor="ctr" bIns="91425" lIns="91425" spcFirstLastPara="1" rIns="91425" wrap="square" tIns="91425">
            <a:noAutofit/>
          </a:bodyPr>
          <a:lstStyle>
            <a:lvl1pPr lvl="0" algn="r">
              <a:spcBef>
                <a:spcPts val="0"/>
              </a:spcBef>
              <a:spcAft>
                <a:spcPts val="0"/>
              </a:spcAft>
              <a:buSzPts val="3000"/>
              <a:buNone/>
              <a:defRPr sz="3000"/>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sp>
        <p:nvSpPr>
          <p:cNvPr id="4011" name="Google Shape;4011;p166"/>
          <p:cNvSpPr txBox="1"/>
          <p:nvPr>
            <p:ph idx="13" type="title"/>
          </p:nvPr>
        </p:nvSpPr>
        <p:spPr>
          <a:xfrm>
            <a:off x="5162350" y="3728737"/>
            <a:ext cx="2629200" cy="3936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sz="2000">
                <a:solidFill>
                  <a:schemeClr val="accent2"/>
                </a:solidFill>
              </a:defRPr>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sp>
        <p:nvSpPr>
          <p:cNvPr id="4012" name="Google Shape;4012;p166"/>
          <p:cNvSpPr txBox="1"/>
          <p:nvPr>
            <p:ph idx="14" type="subTitle"/>
          </p:nvPr>
        </p:nvSpPr>
        <p:spPr>
          <a:xfrm>
            <a:off x="5165350" y="4122337"/>
            <a:ext cx="2629200" cy="4680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013" name="Google Shape;4013;p166"/>
          <p:cNvSpPr txBox="1"/>
          <p:nvPr>
            <p:ph hasCustomPrompt="1" idx="15" type="title"/>
          </p:nvPr>
        </p:nvSpPr>
        <p:spPr>
          <a:xfrm>
            <a:off x="5088343" y="3228475"/>
            <a:ext cx="792600" cy="528300"/>
          </a:xfrm>
          <a:prstGeom prst="rect">
            <a:avLst/>
          </a:prstGeom>
        </p:spPr>
        <p:txBody>
          <a:bodyPr anchorCtr="0" anchor="ctr" bIns="91425" lIns="91425" spcFirstLastPara="1" rIns="91425" wrap="square" tIns="91425">
            <a:noAutofit/>
          </a:bodyPr>
          <a:lstStyle>
            <a:lvl1pPr lvl="0" algn="r">
              <a:spcBef>
                <a:spcPts val="0"/>
              </a:spcBef>
              <a:spcAft>
                <a:spcPts val="0"/>
              </a:spcAft>
              <a:buSzPts val="3000"/>
              <a:buNone/>
              <a:defRPr sz="3000"/>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grpSp>
        <p:nvGrpSpPr>
          <p:cNvPr id="4014" name="Google Shape;4014;p166"/>
          <p:cNvGrpSpPr/>
          <p:nvPr/>
        </p:nvGrpSpPr>
        <p:grpSpPr>
          <a:xfrm>
            <a:off x="7034570" y="168075"/>
            <a:ext cx="1757682" cy="951244"/>
            <a:chOff x="7034570" y="168075"/>
            <a:chExt cx="1757682" cy="951244"/>
          </a:xfrm>
        </p:grpSpPr>
        <p:sp>
          <p:nvSpPr>
            <p:cNvPr id="4015" name="Google Shape;4015;p166"/>
            <p:cNvSpPr/>
            <p:nvPr/>
          </p:nvSpPr>
          <p:spPr>
            <a:xfrm flipH="1">
              <a:off x="7187129" y="453924"/>
              <a:ext cx="1232274" cy="394612"/>
            </a:xfrm>
            <a:custGeom>
              <a:rect b="b" l="l" r="r" t="t"/>
              <a:pathLst>
                <a:path extrusionOk="0" fill="none" h="4647" w="14511">
                  <a:moveTo>
                    <a:pt x="13894" y="3805"/>
                  </a:moveTo>
                  <a:cubicBezTo>
                    <a:pt x="13263" y="3459"/>
                    <a:pt x="12977" y="3744"/>
                    <a:pt x="12766" y="3459"/>
                  </a:cubicBezTo>
                  <a:cubicBezTo>
                    <a:pt x="12541" y="3173"/>
                    <a:pt x="13383" y="2436"/>
                    <a:pt x="11684" y="1699"/>
                  </a:cubicBezTo>
                  <a:cubicBezTo>
                    <a:pt x="11684" y="1699"/>
                    <a:pt x="11578" y="121"/>
                    <a:pt x="9248" y="60"/>
                  </a:cubicBezTo>
                  <a:cubicBezTo>
                    <a:pt x="6917" y="0"/>
                    <a:pt x="7549" y="1654"/>
                    <a:pt x="6917" y="2045"/>
                  </a:cubicBezTo>
                  <a:cubicBezTo>
                    <a:pt x="6286" y="2436"/>
                    <a:pt x="6120" y="1820"/>
                    <a:pt x="5504" y="2211"/>
                  </a:cubicBezTo>
                  <a:cubicBezTo>
                    <a:pt x="4872" y="2617"/>
                    <a:pt x="5158" y="3399"/>
                    <a:pt x="4647" y="3519"/>
                  </a:cubicBezTo>
                  <a:cubicBezTo>
                    <a:pt x="4135" y="3624"/>
                    <a:pt x="3459" y="3008"/>
                    <a:pt x="2842" y="3399"/>
                  </a:cubicBezTo>
                  <a:cubicBezTo>
                    <a:pt x="2211" y="3805"/>
                    <a:pt x="2211" y="4135"/>
                    <a:pt x="1925" y="4135"/>
                  </a:cubicBezTo>
                  <a:cubicBezTo>
                    <a:pt x="1654" y="4135"/>
                    <a:pt x="1083" y="3910"/>
                    <a:pt x="737" y="4135"/>
                  </a:cubicBezTo>
                  <a:cubicBezTo>
                    <a:pt x="406" y="4376"/>
                    <a:pt x="0" y="4647"/>
                    <a:pt x="0" y="4647"/>
                  </a:cubicBezTo>
                  <a:lnTo>
                    <a:pt x="14345" y="4647"/>
                  </a:lnTo>
                  <a:cubicBezTo>
                    <a:pt x="14345" y="4647"/>
                    <a:pt x="14511" y="4135"/>
                    <a:pt x="13894" y="3805"/>
                  </a:cubicBezTo>
                  <a:close/>
                </a:path>
              </a:pathLst>
            </a:custGeom>
            <a:solidFill>
              <a:schemeClr val="lt1"/>
            </a:solid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6" name="Google Shape;4016;p166"/>
            <p:cNvSpPr/>
            <p:nvPr/>
          </p:nvSpPr>
          <p:spPr>
            <a:xfrm>
              <a:off x="8655275" y="168075"/>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017" name="Google Shape;4017;p166"/>
            <p:cNvGrpSpPr/>
            <p:nvPr/>
          </p:nvGrpSpPr>
          <p:grpSpPr>
            <a:xfrm>
              <a:off x="8686795" y="1013863"/>
              <a:ext cx="105457" cy="105457"/>
              <a:chOff x="7812545" y="194375"/>
              <a:chExt cx="105457" cy="105457"/>
            </a:xfrm>
          </p:grpSpPr>
          <p:sp>
            <p:nvSpPr>
              <p:cNvPr id="4018" name="Google Shape;4018;p166"/>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9" name="Google Shape;4019;p166"/>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0" name="Google Shape;4020;p166"/>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1" name="Google Shape;4021;p166"/>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22" name="Google Shape;4022;p166"/>
            <p:cNvGrpSpPr/>
            <p:nvPr/>
          </p:nvGrpSpPr>
          <p:grpSpPr>
            <a:xfrm>
              <a:off x="7034570" y="192113"/>
              <a:ext cx="105457" cy="105457"/>
              <a:chOff x="7812545" y="194375"/>
              <a:chExt cx="105457" cy="105457"/>
            </a:xfrm>
          </p:grpSpPr>
          <p:sp>
            <p:nvSpPr>
              <p:cNvPr id="4023" name="Google Shape;4023;p166"/>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4" name="Google Shape;4024;p166"/>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5" name="Google Shape;4025;p166"/>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6" name="Google Shape;4026;p166"/>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027" name="Google Shape;4027;p166"/>
          <p:cNvGrpSpPr/>
          <p:nvPr/>
        </p:nvGrpSpPr>
        <p:grpSpPr>
          <a:xfrm>
            <a:off x="8587992" y="4703163"/>
            <a:ext cx="172728" cy="172727"/>
            <a:chOff x="7812545" y="194375"/>
            <a:chExt cx="105457" cy="105457"/>
          </a:xfrm>
        </p:grpSpPr>
        <p:sp>
          <p:nvSpPr>
            <p:cNvPr id="4028" name="Google Shape;4028;p166"/>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9" name="Google Shape;4029;p166"/>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0" name="Google Shape;4030;p166"/>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1" name="Google Shape;4031;p166"/>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2">
    <p:spTree>
      <p:nvGrpSpPr>
        <p:cNvPr id="4032" name="Shape 4032"/>
        <p:cNvGrpSpPr/>
        <p:nvPr/>
      </p:nvGrpSpPr>
      <p:grpSpPr>
        <a:xfrm>
          <a:off x="0" y="0"/>
          <a:ext cx="0" cy="0"/>
          <a:chOff x="0" y="0"/>
          <a:chExt cx="0" cy="0"/>
        </a:xfrm>
      </p:grpSpPr>
      <p:sp>
        <p:nvSpPr>
          <p:cNvPr id="4033" name="Google Shape;4033;p16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4034" name="Google Shape;4034;p167"/>
          <p:cNvSpPr txBox="1"/>
          <p:nvPr>
            <p:ph type="title"/>
          </p:nvPr>
        </p:nvSpPr>
        <p:spPr>
          <a:xfrm>
            <a:off x="685800" y="3668238"/>
            <a:ext cx="3936300" cy="3936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sz="2000"/>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sp>
        <p:nvSpPr>
          <p:cNvPr id="4035" name="Google Shape;4035;p167"/>
          <p:cNvSpPr txBox="1"/>
          <p:nvPr>
            <p:ph idx="1" type="subTitle"/>
          </p:nvPr>
        </p:nvSpPr>
        <p:spPr>
          <a:xfrm>
            <a:off x="685800" y="1386463"/>
            <a:ext cx="6442500" cy="21948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800"/>
              <a:buFont typeface="Barlow"/>
              <a:buNone/>
              <a:defRPr b="1" sz="3400">
                <a:solidFill>
                  <a:schemeClr val="accent2"/>
                </a:solidFill>
              </a:defRPr>
            </a:lvl1pPr>
            <a:lvl2pPr lvl="1" algn="ctr">
              <a:lnSpc>
                <a:spcPct val="100000"/>
              </a:lnSpc>
              <a:spcBef>
                <a:spcPts val="0"/>
              </a:spcBef>
              <a:spcAft>
                <a:spcPts val="0"/>
              </a:spcAft>
              <a:buSzPts val="2800"/>
              <a:buFont typeface="Barlow"/>
              <a:buNone/>
              <a:defRPr b="1" sz="2800">
                <a:latin typeface="Barlow"/>
                <a:ea typeface="Barlow"/>
                <a:cs typeface="Barlow"/>
                <a:sym typeface="Barlow"/>
              </a:defRPr>
            </a:lvl2pPr>
            <a:lvl3pPr lvl="2" algn="ctr">
              <a:lnSpc>
                <a:spcPct val="100000"/>
              </a:lnSpc>
              <a:spcBef>
                <a:spcPts val="0"/>
              </a:spcBef>
              <a:spcAft>
                <a:spcPts val="0"/>
              </a:spcAft>
              <a:buSzPts val="2800"/>
              <a:buFont typeface="Barlow"/>
              <a:buNone/>
              <a:defRPr b="1" sz="2800">
                <a:latin typeface="Barlow"/>
                <a:ea typeface="Barlow"/>
                <a:cs typeface="Barlow"/>
                <a:sym typeface="Barlow"/>
              </a:defRPr>
            </a:lvl3pPr>
            <a:lvl4pPr lvl="3" algn="ctr">
              <a:lnSpc>
                <a:spcPct val="100000"/>
              </a:lnSpc>
              <a:spcBef>
                <a:spcPts val="0"/>
              </a:spcBef>
              <a:spcAft>
                <a:spcPts val="0"/>
              </a:spcAft>
              <a:buSzPts val="2800"/>
              <a:buFont typeface="Barlow"/>
              <a:buNone/>
              <a:defRPr b="1" sz="2800">
                <a:latin typeface="Barlow"/>
                <a:ea typeface="Barlow"/>
                <a:cs typeface="Barlow"/>
                <a:sym typeface="Barlow"/>
              </a:defRPr>
            </a:lvl4pPr>
            <a:lvl5pPr lvl="4" algn="ctr">
              <a:lnSpc>
                <a:spcPct val="100000"/>
              </a:lnSpc>
              <a:spcBef>
                <a:spcPts val="0"/>
              </a:spcBef>
              <a:spcAft>
                <a:spcPts val="0"/>
              </a:spcAft>
              <a:buSzPts val="2800"/>
              <a:buFont typeface="Barlow"/>
              <a:buNone/>
              <a:defRPr b="1" sz="2800">
                <a:latin typeface="Barlow"/>
                <a:ea typeface="Barlow"/>
                <a:cs typeface="Barlow"/>
                <a:sym typeface="Barlow"/>
              </a:defRPr>
            </a:lvl5pPr>
            <a:lvl6pPr lvl="5" algn="ctr">
              <a:lnSpc>
                <a:spcPct val="100000"/>
              </a:lnSpc>
              <a:spcBef>
                <a:spcPts val="0"/>
              </a:spcBef>
              <a:spcAft>
                <a:spcPts val="0"/>
              </a:spcAft>
              <a:buSzPts val="2800"/>
              <a:buFont typeface="Barlow"/>
              <a:buNone/>
              <a:defRPr b="1" sz="2800">
                <a:latin typeface="Barlow"/>
                <a:ea typeface="Barlow"/>
                <a:cs typeface="Barlow"/>
                <a:sym typeface="Barlow"/>
              </a:defRPr>
            </a:lvl6pPr>
            <a:lvl7pPr lvl="6" algn="ctr">
              <a:lnSpc>
                <a:spcPct val="100000"/>
              </a:lnSpc>
              <a:spcBef>
                <a:spcPts val="0"/>
              </a:spcBef>
              <a:spcAft>
                <a:spcPts val="0"/>
              </a:spcAft>
              <a:buSzPts val="2800"/>
              <a:buFont typeface="Barlow"/>
              <a:buNone/>
              <a:defRPr b="1" sz="2800">
                <a:latin typeface="Barlow"/>
                <a:ea typeface="Barlow"/>
                <a:cs typeface="Barlow"/>
                <a:sym typeface="Barlow"/>
              </a:defRPr>
            </a:lvl7pPr>
            <a:lvl8pPr lvl="7" algn="ctr">
              <a:lnSpc>
                <a:spcPct val="100000"/>
              </a:lnSpc>
              <a:spcBef>
                <a:spcPts val="0"/>
              </a:spcBef>
              <a:spcAft>
                <a:spcPts val="0"/>
              </a:spcAft>
              <a:buSzPts val="2800"/>
              <a:buFont typeface="Barlow"/>
              <a:buNone/>
              <a:defRPr b="1" sz="2800">
                <a:latin typeface="Barlow"/>
                <a:ea typeface="Barlow"/>
                <a:cs typeface="Barlow"/>
                <a:sym typeface="Barlow"/>
              </a:defRPr>
            </a:lvl8pPr>
            <a:lvl9pPr lvl="8" algn="ctr">
              <a:lnSpc>
                <a:spcPct val="100000"/>
              </a:lnSpc>
              <a:spcBef>
                <a:spcPts val="0"/>
              </a:spcBef>
              <a:spcAft>
                <a:spcPts val="0"/>
              </a:spcAft>
              <a:buSzPts val="2800"/>
              <a:buFont typeface="Barlow"/>
              <a:buNone/>
              <a:defRPr b="1" sz="2800">
                <a:latin typeface="Barlow"/>
                <a:ea typeface="Barlow"/>
                <a:cs typeface="Barlow"/>
                <a:sym typeface="Barlow"/>
              </a:defRPr>
            </a:lvl9pPr>
          </a:lstStyle>
          <a:p/>
        </p:txBody>
      </p:sp>
      <p:grpSp>
        <p:nvGrpSpPr>
          <p:cNvPr id="4036" name="Google Shape;4036;p167"/>
          <p:cNvGrpSpPr/>
          <p:nvPr/>
        </p:nvGrpSpPr>
        <p:grpSpPr>
          <a:xfrm>
            <a:off x="-270492" y="4323675"/>
            <a:ext cx="2205369" cy="1645127"/>
            <a:chOff x="-270492" y="4323675"/>
            <a:chExt cx="2205369" cy="1645127"/>
          </a:xfrm>
        </p:grpSpPr>
        <p:sp>
          <p:nvSpPr>
            <p:cNvPr id="4037" name="Google Shape;4037;p167"/>
            <p:cNvSpPr/>
            <p:nvPr/>
          </p:nvSpPr>
          <p:spPr>
            <a:xfrm flipH="1">
              <a:off x="-270492" y="4323675"/>
              <a:ext cx="1406967" cy="1131364"/>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8" name="Google Shape;4038;p167"/>
            <p:cNvSpPr/>
            <p:nvPr/>
          </p:nvSpPr>
          <p:spPr>
            <a:xfrm rot="5828238">
              <a:off x="294226" y="4262605"/>
              <a:ext cx="1085117" cy="2077472"/>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39" name="Google Shape;4039;p167"/>
          <p:cNvGrpSpPr/>
          <p:nvPr/>
        </p:nvGrpSpPr>
        <p:grpSpPr>
          <a:xfrm>
            <a:off x="380257" y="228264"/>
            <a:ext cx="797231" cy="676888"/>
            <a:chOff x="380257" y="228264"/>
            <a:chExt cx="797231" cy="676888"/>
          </a:xfrm>
        </p:grpSpPr>
        <p:sp>
          <p:nvSpPr>
            <p:cNvPr id="4040" name="Google Shape;4040;p167"/>
            <p:cNvSpPr/>
            <p:nvPr/>
          </p:nvSpPr>
          <p:spPr>
            <a:xfrm>
              <a:off x="380263" y="799762"/>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041" name="Google Shape;4041;p167"/>
            <p:cNvGrpSpPr/>
            <p:nvPr/>
          </p:nvGrpSpPr>
          <p:grpSpPr>
            <a:xfrm>
              <a:off x="380257" y="294338"/>
              <a:ext cx="105457" cy="105457"/>
              <a:chOff x="7812545" y="194375"/>
              <a:chExt cx="105457" cy="105457"/>
            </a:xfrm>
          </p:grpSpPr>
          <p:sp>
            <p:nvSpPr>
              <p:cNvPr id="4042" name="Google Shape;4042;p167"/>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3" name="Google Shape;4043;p167"/>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4" name="Google Shape;4044;p167"/>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5" name="Google Shape;4045;p167"/>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46" name="Google Shape;4046;p167"/>
            <p:cNvSpPr/>
            <p:nvPr/>
          </p:nvSpPr>
          <p:spPr>
            <a:xfrm>
              <a:off x="1005861" y="228264"/>
              <a:ext cx="171626" cy="171542"/>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BLANK_7">
    <p:spTree>
      <p:nvGrpSpPr>
        <p:cNvPr id="4047" name="Shape 4047"/>
        <p:cNvGrpSpPr/>
        <p:nvPr/>
      </p:nvGrpSpPr>
      <p:grpSpPr>
        <a:xfrm>
          <a:off x="0" y="0"/>
          <a:ext cx="0" cy="0"/>
          <a:chOff x="0" y="0"/>
          <a:chExt cx="0" cy="0"/>
        </a:xfrm>
      </p:grpSpPr>
      <p:sp>
        <p:nvSpPr>
          <p:cNvPr id="4048" name="Google Shape;4048;p16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4049" name="Google Shape;4049;p168"/>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50" name="Google Shape;4050;p168"/>
          <p:cNvSpPr txBox="1"/>
          <p:nvPr>
            <p:ph idx="1" type="subTitle"/>
          </p:nvPr>
        </p:nvSpPr>
        <p:spPr>
          <a:xfrm>
            <a:off x="5284651" y="3218278"/>
            <a:ext cx="2538600" cy="38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800"/>
              <a:buNone/>
              <a:defRPr b="1" sz="2000">
                <a:solidFill>
                  <a:schemeClr val="accent2"/>
                </a:solidFill>
                <a:latin typeface="Barlow"/>
                <a:ea typeface="Barlow"/>
                <a:cs typeface="Barlow"/>
                <a:sym typeface="Barlow"/>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4051" name="Google Shape;4051;p168"/>
          <p:cNvSpPr txBox="1"/>
          <p:nvPr>
            <p:ph idx="2" type="subTitle"/>
          </p:nvPr>
        </p:nvSpPr>
        <p:spPr>
          <a:xfrm>
            <a:off x="5284651" y="3612350"/>
            <a:ext cx="2538600" cy="497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8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4052" name="Google Shape;4052;p168"/>
          <p:cNvSpPr txBox="1"/>
          <p:nvPr>
            <p:ph idx="3" type="subTitle"/>
          </p:nvPr>
        </p:nvSpPr>
        <p:spPr>
          <a:xfrm>
            <a:off x="5284651" y="1917775"/>
            <a:ext cx="2538600" cy="38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800"/>
              <a:buNone/>
              <a:defRPr b="1" sz="2000">
                <a:solidFill>
                  <a:schemeClr val="accent2"/>
                </a:solidFill>
                <a:latin typeface="Barlow"/>
                <a:ea typeface="Barlow"/>
                <a:cs typeface="Barlow"/>
                <a:sym typeface="Barlow"/>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4053" name="Google Shape;4053;p168"/>
          <p:cNvSpPr txBox="1"/>
          <p:nvPr>
            <p:ph idx="4" type="subTitle"/>
          </p:nvPr>
        </p:nvSpPr>
        <p:spPr>
          <a:xfrm>
            <a:off x="5284651" y="2311850"/>
            <a:ext cx="2538600" cy="497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8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4054" name="Google Shape;4054;p168"/>
          <p:cNvSpPr/>
          <p:nvPr/>
        </p:nvSpPr>
        <p:spPr>
          <a:xfrm rot="-1858022">
            <a:off x="-666282" y="4523640"/>
            <a:ext cx="1257303" cy="1273910"/>
          </a:xfrm>
          <a:custGeom>
            <a:rect b="b" l="l" r="r" t="t"/>
            <a:pathLst>
              <a:path extrusionOk="0" h="49357" w="56012">
                <a:moveTo>
                  <a:pt x="29954" y="0"/>
                </a:moveTo>
                <a:cubicBezTo>
                  <a:pt x="26409" y="0"/>
                  <a:pt x="22321" y="902"/>
                  <a:pt x="17654" y="3034"/>
                </a:cubicBezTo>
                <a:cubicBezTo>
                  <a:pt x="17654" y="3034"/>
                  <a:pt x="8827" y="7530"/>
                  <a:pt x="4406" y="14477"/>
                </a:cubicBezTo>
                <a:cubicBezTo>
                  <a:pt x="1" y="21424"/>
                  <a:pt x="347" y="30340"/>
                  <a:pt x="5715" y="36971"/>
                </a:cubicBezTo>
                <a:cubicBezTo>
                  <a:pt x="11068" y="43588"/>
                  <a:pt x="21308" y="42730"/>
                  <a:pt x="29878" y="46926"/>
                </a:cubicBezTo>
                <a:cubicBezTo>
                  <a:pt x="33082" y="48494"/>
                  <a:pt x="36410" y="49356"/>
                  <a:pt x="39533" y="49356"/>
                </a:cubicBezTo>
                <a:cubicBezTo>
                  <a:pt x="44766" y="49356"/>
                  <a:pt x="49425" y="46936"/>
                  <a:pt x="51967" y="41362"/>
                </a:cubicBezTo>
                <a:cubicBezTo>
                  <a:pt x="56012" y="32476"/>
                  <a:pt x="49907" y="29137"/>
                  <a:pt x="48854" y="18852"/>
                </a:cubicBezTo>
                <a:cubicBezTo>
                  <a:pt x="48037" y="10867"/>
                  <a:pt x="42263" y="0"/>
                  <a:pt x="29954"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055" name="Google Shape;4055;p168"/>
          <p:cNvGrpSpPr/>
          <p:nvPr/>
        </p:nvGrpSpPr>
        <p:grpSpPr>
          <a:xfrm>
            <a:off x="7421634" y="154775"/>
            <a:ext cx="1313073" cy="580503"/>
            <a:chOff x="7421634" y="154775"/>
            <a:chExt cx="1313073" cy="580503"/>
          </a:xfrm>
        </p:grpSpPr>
        <p:sp>
          <p:nvSpPr>
            <p:cNvPr id="4056" name="Google Shape;4056;p168"/>
            <p:cNvSpPr/>
            <p:nvPr/>
          </p:nvSpPr>
          <p:spPr>
            <a:xfrm>
              <a:off x="7421637" y="386405"/>
              <a:ext cx="1089450" cy="348874"/>
            </a:xfrm>
            <a:custGeom>
              <a:rect b="b" l="l" r="r" t="t"/>
              <a:pathLst>
                <a:path extrusionOk="0" fill="none" h="4647" w="14511">
                  <a:moveTo>
                    <a:pt x="13894" y="3805"/>
                  </a:moveTo>
                  <a:cubicBezTo>
                    <a:pt x="13263" y="3459"/>
                    <a:pt x="12977" y="3744"/>
                    <a:pt x="12766" y="3459"/>
                  </a:cubicBezTo>
                  <a:cubicBezTo>
                    <a:pt x="12541" y="3173"/>
                    <a:pt x="13383" y="2436"/>
                    <a:pt x="11684" y="1699"/>
                  </a:cubicBezTo>
                  <a:cubicBezTo>
                    <a:pt x="11684" y="1699"/>
                    <a:pt x="11578" y="121"/>
                    <a:pt x="9248" y="60"/>
                  </a:cubicBezTo>
                  <a:cubicBezTo>
                    <a:pt x="6917" y="0"/>
                    <a:pt x="7549" y="1654"/>
                    <a:pt x="6917" y="2045"/>
                  </a:cubicBezTo>
                  <a:cubicBezTo>
                    <a:pt x="6286" y="2436"/>
                    <a:pt x="6120" y="1820"/>
                    <a:pt x="5504" y="2211"/>
                  </a:cubicBezTo>
                  <a:cubicBezTo>
                    <a:pt x="4872" y="2617"/>
                    <a:pt x="5158" y="3399"/>
                    <a:pt x="4647" y="3519"/>
                  </a:cubicBezTo>
                  <a:cubicBezTo>
                    <a:pt x="4135" y="3624"/>
                    <a:pt x="3459" y="3008"/>
                    <a:pt x="2842" y="3399"/>
                  </a:cubicBezTo>
                  <a:cubicBezTo>
                    <a:pt x="2211" y="3805"/>
                    <a:pt x="2211" y="4135"/>
                    <a:pt x="1925" y="4135"/>
                  </a:cubicBezTo>
                  <a:cubicBezTo>
                    <a:pt x="1654" y="4135"/>
                    <a:pt x="1083" y="3910"/>
                    <a:pt x="737" y="4135"/>
                  </a:cubicBezTo>
                  <a:cubicBezTo>
                    <a:pt x="406" y="4376"/>
                    <a:pt x="0" y="4647"/>
                    <a:pt x="0" y="4647"/>
                  </a:cubicBezTo>
                  <a:lnTo>
                    <a:pt x="14345" y="4647"/>
                  </a:lnTo>
                  <a:cubicBezTo>
                    <a:pt x="14345" y="4647"/>
                    <a:pt x="14511" y="4135"/>
                    <a:pt x="13894" y="3805"/>
                  </a:cubicBezTo>
                  <a:close/>
                </a:path>
              </a:pathLst>
            </a:custGeom>
            <a:solidFill>
              <a:schemeClr val="lt1"/>
            </a:solid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057" name="Google Shape;4057;p168"/>
            <p:cNvGrpSpPr/>
            <p:nvPr/>
          </p:nvGrpSpPr>
          <p:grpSpPr>
            <a:xfrm flipH="1">
              <a:off x="7421634" y="154775"/>
              <a:ext cx="93234" cy="93234"/>
              <a:chOff x="7812545" y="194375"/>
              <a:chExt cx="105457" cy="105457"/>
            </a:xfrm>
          </p:grpSpPr>
          <p:sp>
            <p:nvSpPr>
              <p:cNvPr id="4058" name="Google Shape;4058;p168"/>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9" name="Google Shape;4059;p168"/>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0" name="Google Shape;4060;p168"/>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1" name="Google Shape;4061;p168"/>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62" name="Google Shape;4062;p168"/>
            <p:cNvSpPr/>
            <p:nvPr/>
          </p:nvSpPr>
          <p:spPr>
            <a:xfrm flipH="1">
              <a:off x="8641476" y="154795"/>
              <a:ext cx="93231" cy="93173"/>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63" name="Google Shape;4063;p168"/>
          <p:cNvGrpSpPr/>
          <p:nvPr/>
        </p:nvGrpSpPr>
        <p:grpSpPr>
          <a:xfrm>
            <a:off x="7319770" y="4322625"/>
            <a:ext cx="1421044" cy="650202"/>
            <a:chOff x="7319770" y="4322625"/>
            <a:chExt cx="1421044" cy="650202"/>
          </a:xfrm>
        </p:grpSpPr>
        <p:sp>
          <p:nvSpPr>
            <p:cNvPr id="4064" name="Google Shape;4064;p168"/>
            <p:cNvSpPr/>
            <p:nvPr/>
          </p:nvSpPr>
          <p:spPr>
            <a:xfrm>
              <a:off x="8205375" y="4867437"/>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5" name="Google Shape;4065;p168"/>
            <p:cNvSpPr/>
            <p:nvPr/>
          </p:nvSpPr>
          <p:spPr>
            <a:xfrm>
              <a:off x="7868626" y="432262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4066" name="Google Shape;4066;p168"/>
            <p:cNvGrpSpPr/>
            <p:nvPr/>
          </p:nvGrpSpPr>
          <p:grpSpPr>
            <a:xfrm>
              <a:off x="8635357" y="4441263"/>
              <a:ext cx="105457" cy="105457"/>
              <a:chOff x="7812545" y="194375"/>
              <a:chExt cx="105457" cy="105457"/>
            </a:xfrm>
          </p:grpSpPr>
          <p:sp>
            <p:nvSpPr>
              <p:cNvPr id="4067" name="Google Shape;4067;p168"/>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8" name="Google Shape;4068;p168"/>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9" name="Google Shape;4069;p168"/>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0" name="Google Shape;4070;p168"/>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71" name="Google Shape;4071;p168"/>
            <p:cNvGrpSpPr/>
            <p:nvPr/>
          </p:nvGrpSpPr>
          <p:grpSpPr>
            <a:xfrm>
              <a:off x="7319770" y="4672638"/>
              <a:ext cx="105457" cy="105457"/>
              <a:chOff x="7812545" y="194375"/>
              <a:chExt cx="105457" cy="105457"/>
            </a:xfrm>
          </p:grpSpPr>
          <p:sp>
            <p:nvSpPr>
              <p:cNvPr id="4072" name="Google Shape;4072;p168"/>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3" name="Google Shape;4073;p168"/>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4" name="Google Shape;4074;p168"/>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5" name="Google Shape;4075;p168"/>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076" name="Google Shape;4076;p168"/>
          <p:cNvGrpSpPr/>
          <p:nvPr/>
        </p:nvGrpSpPr>
        <p:grpSpPr>
          <a:xfrm>
            <a:off x="-761575" y="-488764"/>
            <a:ext cx="1578128" cy="1318359"/>
            <a:chOff x="-761575" y="-488764"/>
            <a:chExt cx="1578128" cy="1318359"/>
          </a:xfrm>
        </p:grpSpPr>
        <p:sp>
          <p:nvSpPr>
            <p:cNvPr id="4077" name="Google Shape;4077;p168"/>
            <p:cNvSpPr/>
            <p:nvPr/>
          </p:nvSpPr>
          <p:spPr>
            <a:xfrm>
              <a:off x="-761575" y="-455027"/>
              <a:ext cx="1578128" cy="1284622"/>
            </a:xfrm>
            <a:custGeom>
              <a:rect b="b" l="l" r="r" t="t"/>
              <a:pathLst>
                <a:path extrusionOk="0" h="48924" w="60102">
                  <a:moveTo>
                    <a:pt x="31550" y="1"/>
                  </a:moveTo>
                  <a:cubicBezTo>
                    <a:pt x="28688" y="1"/>
                    <a:pt x="25391" y="541"/>
                    <a:pt x="22089" y="2238"/>
                  </a:cubicBezTo>
                  <a:cubicBezTo>
                    <a:pt x="12977" y="6900"/>
                    <a:pt x="8196" y="17230"/>
                    <a:pt x="4091" y="25485"/>
                  </a:cubicBezTo>
                  <a:cubicBezTo>
                    <a:pt x="1" y="33725"/>
                    <a:pt x="2016" y="42612"/>
                    <a:pt x="8767" y="47123"/>
                  </a:cubicBezTo>
                  <a:cubicBezTo>
                    <a:pt x="10764" y="48461"/>
                    <a:pt x="12590" y="48924"/>
                    <a:pt x="14421" y="48924"/>
                  </a:cubicBezTo>
                  <a:cubicBezTo>
                    <a:pt x="18514" y="48924"/>
                    <a:pt x="22630" y="46611"/>
                    <a:pt x="28730" y="46611"/>
                  </a:cubicBezTo>
                  <a:cubicBezTo>
                    <a:pt x="29125" y="46611"/>
                    <a:pt x="29527" y="46621"/>
                    <a:pt x="29939" y="46641"/>
                  </a:cubicBezTo>
                  <a:cubicBezTo>
                    <a:pt x="34134" y="46851"/>
                    <a:pt x="36984" y="47278"/>
                    <a:pt x="39535" y="47278"/>
                  </a:cubicBezTo>
                  <a:cubicBezTo>
                    <a:pt x="42835" y="47278"/>
                    <a:pt x="45637" y="46563"/>
                    <a:pt x="50208" y="43739"/>
                  </a:cubicBezTo>
                  <a:cubicBezTo>
                    <a:pt x="58328" y="38732"/>
                    <a:pt x="60102" y="25500"/>
                    <a:pt x="54042" y="15140"/>
                  </a:cubicBezTo>
                  <a:cubicBezTo>
                    <a:pt x="47997" y="4779"/>
                    <a:pt x="40254" y="1667"/>
                    <a:pt x="40254" y="1667"/>
                  </a:cubicBezTo>
                  <a:cubicBezTo>
                    <a:pt x="40254" y="1667"/>
                    <a:pt x="36573" y="1"/>
                    <a:pt x="31550"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8" name="Google Shape;4078;p168"/>
            <p:cNvSpPr/>
            <p:nvPr/>
          </p:nvSpPr>
          <p:spPr>
            <a:xfrm rot="899878">
              <a:off x="-523899" y="-362625"/>
              <a:ext cx="1102774" cy="971749"/>
            </a:xfrm>
            <a:custGeom>
              <a:rect b="b" l="l" r="r" t="t"/>
              <a:pathLst>
                <a:path extrusionOk="0" h="49357" w="56012">
                  <a:moveTo>
                    <a:pt x="29954" y="0"/>
                  </a:moveTo>
                  <a:cubicBezTo>
                    <a:pt x="26409" y="0"/>
                    <a:pt x="22321" y="902"/>
                    <a:pt x="17654" y="3034"/>
                  </a:cubicBezTo>
                  <a:cubicBezTo>
                    <a:pt x="17654" y="3034"/>
                    <a:pt x="8827" y="7530"/>
                    <a:pt x="4406" y="14477"/>
                  </a:cubicBezTo>
                  <a:cubicBezTo>
                    <a:pt x="1" y="21424"/>
                    <a:pt x="347" y="30340"/>
                    <a:pt x="5715" y="36971"/>
                  </a:cubicBezTo>
                  <a:cubicBezTo>
                    <a:pt x="11068" y="43588"/>
                    <a:pt x="21308" y="42730"/>
                    <a:pt x="29878" y="46926"/>
                  </a:cubicBezTo>
                  <a:cubicBezTo>
                    <a:pt x="33082" y="48494"/>
                    <a:pt x="36410" y="49356"/>
                    <a:pt x="39533" y="49356"/>
                  </a:cubicBezTo>
                  <a:cubicBezTo>
                    <a:pt x="44766" y="49356"/>
                    <a:pt x="49425" y="46936"/>
                    <a:pt x="51967" y="41362"/>
                  </a:cubicBezTo>
                  <a:cubicBezTo>
                    <a:pt x="56012" y="32476"/>
                    <a:pt x="49907" y="29137"/>
                    <a:pt x="48854" y="18852"/>
                  </a:cubicBezTo>
                  <a:cubicBezTo>
                    <a:pt x="48037" y="10867"/>
                    <a:pt x="42263" y="0"/>
                    <a:pt x="29954"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BLANK_18">
    <p:spTree>
      <p:nvGrpSpPr>
        <p:cNvPr id="4079" name="Shape 4079"/>
        <p:cNvGrpSpPr/>
        <p:nvPr/>
      </p:nvGrpSpPr>
      <p:grpSpPr>
        <a:xfrm>
          <a:off x="0" y="0"/>
          <a:ext cx="0" cy="0"/>
          <a:chOff x="0" y="0"/>
          <a:chExt cx="0" cy="0"/>
        </a:xfrm>
      </p:grpSpPr>
      <p:sp>
        <p:nvSpPr>
          <p:cNvPr id="4080" name="Google Shape;4080;p16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4081" name="Google Shape;4081;p169"/>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82" name="Google Shape;4082;p169"/>
          <p:cNvSpPr txBox="1"/>
          <p:nvPr>
            <p:ph idx="1" type="subTitle"/>
          </p:nvPr>
        </p:nvSpPr>
        <p:spPr>
          <a:xfrm>
            <a:off x="4998625" y="1632940"/>
            <a:ext cx="3459600" cy="38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800"/>
              <a:buNone/>
              <a:defRPr b="1" sz="2000">
                <a:solidFill>
                  <a:schemeClr val="accent2"/>
                </a:solidFill>
                <a:latin typeface="Barlow"/>
                <a:ea typeface="Barlow"/>
                <a:cs typeface="Barlow"/>
                <a:sym typeface="Barlow"/>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4083" name="Google Shape;4083;p169"/>
          <p:cNvSpPr txBox="1"/>
          <p:nvPr>
            <p:ph idx="2" type="subTitle"/>
          </p:nvPr>
        </p:nvSpPr>
        <p:spPr>
          <a:xfrm>
            <a:off x="4998625" y="2118453"/>
            <a:ext cx="3459600" cy="20013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accent1"/>
              </a:buClr>
              <a:buSzPts val="1800"/>
              <a:buChar char="●"/>
              <a:defRPr/>
            </a:lvl1pPr>
            <a:lvl2pPr lvl="1" algn="ctr">
              <a:lnSpc>
                <a:spcPct val="100000"/>
              </a:lnSpc>
              <a:spcBef>
                <a:spcPts val="0"/>
              </a:spcBef>
              <a:spcAft>
                <a:spcPts val="0"/>
              </a:spcAft>
              <a:buSzPts val="1800"/>
              <a:buChar char="○"/>
              <a:defRPr sz="1800"/>
            </a:lvl2pPr>
            <a:lvl3pPr lvl="2" algn="ctr">
              <a:lnSpc>
                <a:spcPct val="100000"/>
              </a:lnSpc>
              <a:spcBef>
                <a:spcPts val="0"/>
              </a:spcBef>
              <a:spcAft>
                <a:spcPts val="0"/>
              </a:spcAft>
              <a:buSzPts val="1800"/>
              <a:buChar char="■"/>
              <a:defRPr sz="1800"/>
            </a:lvl3pPr>
            <a:lvl4pPr lvl="3" algn="ctr">
              <a:lnSpc>
                <a:spcPct val="100000"/>
              </a:lnSpc>
              <a:spcBef>
                <a:spcPts val="0"/>
              </a:spcBef>
              <a:spcAft>
                <a:spcPts val="0"/>
              </a:spcAft>
              <a:buSzPts val="1800"/>
              <a:buChar char="●"/>
              <a:defRPr sz="1800"/>
            </a:lvl4pPr>
            <a:lvl5pPr lvl="4" algn="ctr">
              <a:lnSpc>
                <a:spcPct val="100000"/>
              </a:lnSpc>
              <a:spcBef>
                <a:spcPts val="0"/>
              </a:spcBef>
              <a:spcAft>
                <a:spcPts val="0"/>
              </a:spcAft>
              <a:buSzPts val="1800"/>
              <a:buChar char="○"/>
              <a:defRPr sz="1800"/>
            </a:lvl5pPr>
            <a:lvl6pPr lvl="5" algn="ctr">
              <a:lnSpc>
                <a:spcPct val="100000"/>
              </a:lnSpc>
              <a:spcBef>
                <a:spcPts val="0"/>
              </a:spcBef>
              <a:spcAft>
                <a:spcPts val="0"/>
              </a:spcAft>
              <a:buSzPts val="1800"/>
              <a:buChar char="■"/>
              <a:defRPr sz="1800"/>
            </a:lvl6pPr>
            <a:lvl7pPr lvl="6" algn="ctr">
              <a:lnSpc>
                <a:spcPct val="100000"/>
              </a:lnSpc>
              <a:spcBef>
                <a:spcPts val="0"/>
              </a:spcBef>
              <a:spcAft>
                <a:spcPts val="0"/>
              </a:spcAft>
              <a:buSzPts val="1800"/>
              <a:buChar char="●"/>
              <a:defRPr sz="1800"/>
            </a:lvl7pPr>
            <a:lvl8pPr lvl="7" algn="ctr">
              <a:lnSpc>
                <a:spcPct val="100000"/>
              </a:lnSpc>
              <a:spcBef>
                <a:spcPts val="0"/>
              </a:spcBef>
              <a:spcAft>
                <a:spcPts val="0"/>
              </a:spcAft>
              <a:buSzPts val="1800"/>
              <a:buChar char="○"/>
              <a:defRPr sz="1800"/>
            </a:lvl8pPr>
            <a:lvl9pPr lvl="8" algn="ctr">
              <a:lnSpc>
                <a:spcPct val="100000"/>
              </a:lnSpc>
              <a:spcBef>
                <a:spcPts val="0"/>
              </a:spcBef>
              <a:spcAft>
                <a:spcPts val="0"/>
              </a:spcAft>
              <a:buSzPts val="1800"/>
              <a:buChar char="■"/>
              <a:defRPr sz="1800"/>
            </a:lvl9pPr>
          </a:lstStyle>
          <a:p/>
        </p:txBody>
      </p:sp>
      <p:sp>
        <p:nvSpPr>
          <p:cNvPr id="4084" name="Google Shape;4084;p169"/>
          <p:cNvSpPr txBox="1"/>
          <p:nvPr>
            <p:ph idx="3" type="subTitle"/>
          </p:nvPr>
        </p:nvSpPr>
        <p:spPr>
          <a:xfrm>
            <a:off x="685800" y="1632940"/>
            <a:ext cx="3459600" cy="38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800"/>
              <a:buNone/>
              <a:defRPr b="1" sz="2000">
                <a:solidFill>
                  <a:schemeClr val="accent2"/>
                </a:solidFill>
                <a:latin typeface="Barlow"/>
                <a:ea typeface="Barlow"/>
                <a:cs typeface="Barlow"/>
                <a:sym typeface="Barlow"/>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4085" name="Google Shape;4085;p169"/>
          <p:cNvSpPr txBox="1"/>
          <p:nvPr>
            <p:ph idx="4" type="subTitle"/>
          </p:nvPr>
        </p:nvSpPr>
        <p:spPr>
          <a:xfrm>
            <a:off x="685800" y="2118455"/>
            <a:ext cx="3459600" cy="20013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accent1"/>
              </a:buClr>
              <a:buSzPts val="1800"/>
              <a:buChar char="●"/>
              <a:defRPr/>
            </a:lvl1pPr>
            <a:lvl2pPr lvl="1" algn="ctr">
              <a:lnSpc>
                <a:spcPct val="100000"/>
              </a:lnSpc>
              <a:spcBef>
                <a:spcPts val="0"/>
              </a:spcBef>
              <a:spcAft>
                <a:spcPts val="0"/>
              </a:spcAft>
              <a:buSzPts val="1800"/>
              <a:buChar char="○"/>
              <a:defRPr sz="1800"/>
            </a:lvl2pPr>
            <a:lvl3pPr lvl="2" algn="ctr">
              <a:lnSpc>
                <a:spcPct val="100000"/>
              </a:lnSpc>
              <a:spcBef>
                <a:spcPts val="0"/>
              </a:spcBef>
              <a:spcAft>
                <a:spcPts val="0"/>
              </a:spcAft>
              <a:buSzPts val="1800"/>
              <a:buChar char="■"/>
              <a:defRPr sz="1800"/>
            </a:lvl3pPr>
            <a:lvl4pPr lvl="3" algn="ctr">
              <a:lnSpc>
                <a:spcPct val="100000"/>
              </a:lnSpc>
              <a:spcBef>
                <a:spcPts val="0"/>
              </a:spcBef>
              <a:spcAft>
                <a:spcPts val="0"/>
              </a:spcAft>
              <a:buSzPts val="1800"/>
              <a:buChar char="●"/>
              <a:defRPr sz="1800"/>
            </a:lvl4pPr>
            <a:lvl5pPr lvl="4" algn="ctr">
              <a:lnSpc>
                <a:spcPct val="100000"/>
              </a:lnSpc>
              <a:spcBef>
                <a:spcPts val="0"/>
              </a:spcBef>
              <a:spcAft>
                <a:spcPts val="0"/>
              </a:spcAft>
              <a:buSzPts val="1800"/>
              <a:buChar char="○"/>
              <a:defRPr sz="1800"/>
            </a:lvl5pPr>
            <a:lvl6pPr lvl="5" algn="ctr">
              <a:lnSpc>
                <a:spcPct val="100000"/>
              </a:lnSpc>
              <a:spcBef>
                <a:spcPts val="0"/>
              </a:spcBef>
              <a:spcAft>
                <a:spcPts val="0"/>
              </a:spcAft>
              <a:buSzPts val="1800"/>
              <a:buChar char="■"/>
              <a:defRPr sz="1800"/>
            </a:lvl6pPr>
            <a:lvl7pPr lvl="6" algn="ctr">
              <a:lnSpc>
                <a:spcPct val="100000"/>
              </a:lnSpc>
              <a:spcBef>
                <a:spcPts val="0"/>
              </a:spcBef>
              <a:spcAft>
                <a:spcPts val="0"/>
              </a:spcAft>
              <a:buSzPts val="1800"/>
              <a:buChar char="●"/>
              <a:defRPr sz="1800"/>
            </a:lvl7pPr>
            <a:lvl8pPr lvl="7" algn="ctr">
              <a:lnSpc>
                <a:spcPct val="100000"/>
              </a:lnSpc>
              <a:spcBef>
                <a:spcPts val="0"/>
              </a:spcBef>
              <a:spcAft>
                <a:spcPts val="0"/>
              </a:spcAft>
              <a:buSzPts val="1800"/>
              <a:buChar char="○"/>
              <a:defRPr sz="1800"/>
            </a:lvl8pPr>
            <a:lvl9pPr lvl="8" algn="ctr">
              <a:lnSpc>
                <a:spcPct val="100000"/>
              </a:lnSpc>
              <a:spcBef>
                <a:spcPts val="0"/>
              </a:spcBef>
              <a:spcAft>
                <a:spcPts val="0"/>
              </a:spcAft>
              <a:buSzPts val="1800"/>
              <a:buChar char="■"/>
              <a:defRPr sz="1800"/>
            </a:lvl9pPr>
          </a:lstStyle>
          <a:p/>
        </p:txBody>
      </p:sp>
      <p:grpSp>
        <p:nvGrpSpPr>
          <p:cNvPr id="4086" name="Google Shape;4086;p169"/>
          <p:cNvGrpSpPr/>
          <p:nvPr/>
        </p:nvGrpSpPr>
        <p:grpSpPr>
          <a:xfrm>
            <a:off x="8084850" y="4293850"/>
            <a:ext cx="1463600" cy="1388798"/>
            <a:chOff x="8084850" y="4293850"/>
            <a:chExt cx="1463600" cy="1388798"/>
          </a:xfrm>
        </p:grpSpPr>
        <p:sp>
          <p:nvSpPr>
            <p:cNvPr id="4087" name="Google Shape;4087;p169"/>
            <p:cNvSpPr/>
            <p:nvPr/>
          </p:nvSpPr>
          <p:spPr>
            <a:xfrm flipH="1">
              <a:off x="8084857" y="4293850"/>
              <a:ext cx="1463593" cy="1176898"/>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8" name="Google Shape;4088;p169"/>
            <p:cNvSpPr/>
            <p:nvPr/>
          </p:nvSpPr>
          <p:spPr>
            <a:xfrm>
              <a:off x="8084850" y="4432988"/>
              <a:ext cx="1411448" cy="1249660"/>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89" name="Google Shape;4089;p169"/>
          <p:cNvGrpSpPr/>
          <p:nvPr/>
        </p:nvGrpSpPr>
        <p:grpSpPr>
          <a:xfrm>
            <a:off x="-717350" y="3957135"/>
            <a:ext cx="1914569" cy="1586363"/>
            <a:chOff x="-717350" y="3957135"/>
            <a:chExt cx="1914569" cy="1586363"/>
          </a:xfrm>
        </p:grpSpPr>
        <p:sp>
          <p:nvSpPr>
            <p:cNvPr id="4090" name="Google Shape;4090;p169"/>
            <p:cNvSpPr/>
            <p:nvPr/>
          </p:nvSpPr>
          <p:spPr>
            <a:xfrm>
              <a:off x="1103988" y="4872095"/>
              <a:ext cx="93231" cy="93173"/>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091" name="Google Shape;4091;p169"/>
            <p:cNvGrpSpPr/>
            <p:nvPr/>
          </p:nvGrpSpPr>
          <p:grpSpPr>
            <a:xfrm>
              <a:off x="361171" y="3957135"/>
              <a:ext cx="93234" cy="93234"/>
              <a:chOff x="7812545" y="194375"/>
              <a:chExt cx="105457" cy="105457"/>
            </a:xfrm>
          </p:grpSpPr>
          <p:sp>
            <p:nvSpPr>
              <p:cNvPr id="4092" name="Google Shape;4092;p169"/>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3" name="Google Shape;4093;p169"/>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4" name="Google Shape;4094;p169"/>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5" name="Google Shape;4095;p169"/>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96" name="Google Shape;4096;p169"/>
            <p:cNvSpPr/>
            <p:nvPr/>
          </p:nvSpPr>
          <p:spPr>
            <a:xfrm>
              <a:off x="-717350" y="4293838"/>
              <a:ext cx="1411448" cy="1249660"/>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97" name="Google Shape;4097;p169"/>
          <p:cNvGrpSpPr/>
          <p:nvPr/>
        </p:nvGrpSpPr>
        <p:grpSpPr>
          <a:xfrm>
            <a:off x="221846" y="184375"/>
            <a:ext cx="644290" cy="401656"/>
            <a:chOff x="221846" y="184375"/>
            <a:chExt cx="644290" cy="401656"/>
          </a:xfrm>
        </p:grpSpPr>
        <p:grpSp>
          <p:nvGrpSpPr>
            <p:cNvPr id="4098" name="Google Shape;4098;p169"/>
            <p:cNvGrpSpPr/>
            <p:nvPr/>
          </p:nvGrpSpPr>
          <p:grpSpPr>
            <a:xfrm>
              <a:off x="772902" y="184375"/>
              <a:ext cx="93234" cy="93234"/>
              <a:chOff x="7812545" y="194375"/>
              <a:chExt cx="105457" cy="105457"/>
            </a:xfrm>
          </p:grpSpPr>
          <p:sp>
            <p:nvSpPr>
              <p:cNvPr id="4099" name="Google Shape;4099;p169"/>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0" name="Google Shape;4100;p169"/>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1" name="Google Shape;4101;p169"/>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2" name="Google Shape;4102;p169"/>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03" name="Google Shape;4103;p169"/>
            <p:cNvGrpSpPr/>
            <p:nvPr/>
          </p:nvGrpSpPr>
          <p:grpSpPr>
            <a:xfrm>
              <a:off x="221846" y="492797"/>
              <a:ext cx="93234" cy="93234"/>
              <a:chOff x="7812545" y="194375"/>
              <a:chExt cx="105457" cy="105457"/>
            </a:xfrm>
          </p:grpSpPr>
          <p:sp>
            <p:nvSpPr>
              <p:cNvPr id="4104" name="Google Shape;4104;p169"/>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5" name="Google Shape;4105;p169"/>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6" name="Google Shape;4106;p169"/>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7" name="Google Shape;4107;p169"/>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3">
  <p:cSld name="BLANK_22">
    <p:spTree>
      <p:nvGrpSpPr>
        <p:cNvPr id="4108" name="Shape 4108"/>
        <p:cNvGrpSpPr/>
        <p:nvPr/>
      </p:nvGrpSpPr>
      <p:grpSpPr>
        <a:xfrm>
          <a:off x="0" y="0"/>
          <a:ext cx="0" cy="0"/>
          <a:chOff x="0" y="0"/>
          <a:chExt cx="0" cy="0"/>
        </a:xfrm>
      </p:grpSpPr>
      <p:sp>
        <p:nvSpPr>
          <p:cNvPr id="4109" name="Google Shape;4109;p17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4110" name="Google Shape;4110;p170"/>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111" name="Google Shape;4111;p170"/>
          <p:cNvSpPr txBox="1"/>
          <p:nvPr>
            <p:ph idx="1" type="subTitle"/>
          </p:nvPr>
        </p:nvSpPr>
        <p:spPr>
          <a:xfrm>
            <a:off x="2286745" y="3114078"/>
            <a:ext cx="4265700" cy="38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800"/>
              <a:buNone/>
              <a:defRPr b="1" sz="2000">
                <a:solidFill>
                  <a:schemeClr val="accent2"/>
                </a:solidFill>
                <a:latin typeface="Barlow"/>
                <a:ea typeface="Barlow"/>
                <a:cs typeface="Barlow"/>
                <a:sym typeface="Barlow"/>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4112" name="Google Shape;4112;p170"/>
          <p:cNvSpPr txBox="1"/>
          <p:nvPr>
            <p:ph idx="2" type="subTitle"/>
          </p:nvPr>
        </p:nvSpPr>
        <p:spPr>
          <a:xfrm>
            <a:off x="2286745" y="3508150"/>
            <a:ext cx="4265700" cy="497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8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4113" name="Google Shape;4113;p170"/>
          <p:cNvSpPr txBox="1"/>
          <p:nvPr>
            <p:ph idx="3" type="subTitle"/>
          </p:nvPr>
        </p:nvSpPr>
        <p:spPr>
          <a:xfrm>
            <a:off x="2286745" y="1737375"/>
            <a:ext cx="4265700" cy="38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800"/>
              <a:buNone/>
              <a:defRPr b="1" sz="2000">
                <a:solidFill>
                  <a:schemeClr val="accent2"/>
                </a:solidFill>
                <a:latin typeface="Barlow"/>
                <a:ea typeface="Barlow"/>
                <a:cs typeface="Barlow"/>
                <a:sym typeface="Barlow"/>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4114" name="Google Shape;4114;p170"/>
          <p:cNvSpPr txBox="1"/>
          <p:nvPr>
            <p:ph idx="4" type="subTitle"/>
          </p:nvPr>
        </p:nvSpPr>
        <p:spPr>
          <a:xfrm>
            <a:off x="2286745" y="2131450"/>
            <a:ext cx="4265700" cy="497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8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4115" name="Google Shape;4115;p170"/>
          <p:cNvSpPr txBox="1"/>
          <p:nvPr>
            <p:ph hasCustomPrompt="1" idx="5" type="title"/>
          </p:nvPr>
        </p:nvSpPr>
        <p:spPr>
          <a:xfrm>
            <a:off x="7001304" y="2043438"/>
            <a:ext cx="1280700" cy="528300"/>
          </a:xfrm>
          <a:prstGeom prst="rect">
            <a:avLst/>
          </a:prstGeom>
        </p:spPr>
        <p:txBody>
          <a:bodyPr anchorCtr="0" anchor="ctr" bIns="91425" lIns="91425" spcFirstLastPara="1" rIns="91425" wrap="square" tIns="91425">
            <a:noAutofit/>
          </a:bodyPr>
          <a:lstStyle>
            <a:lvl1pPr lvl="0" algn="ctr">
              <a:spcBef>
                <a:spcPts val="0"/>
              </a:spcBef>
              <a:spcAft>
                <a:spcPts val="0"/>
              </a:spcAft>
              <a:buSzPts val="3000"/>
              <a:buNone/>
              <a:defRPr sz="3000">
                <a:solidFill>
                  <a:schemeClr val="accent2"/>
                </a:solidFill>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sp>
        <p:nvSpPr>
          <p:cNvPr id="4116" name="Google Shape;4116;p170"/>
          <p:cNvSpPr txBox="1"/>
          <p:nvPr>
            <p:ph hasCustomPrompt="1" idx="6" type="title"/>
          </p:nvPr>
        </p:nvSpPr>
        <p:spPr>
          <a:xfrm>
            <a:off x="7001304" y="3421613"/>
            <a:ext cx="1280700" cy="528300"/>
          </a:xfrm>
          <a:prstGeom prst="rect">
            <a:avLst/>
          </a:prstGeom>
        </p:spPr>
        <p:txBody>
          <a:bodyPr anchorCtr="0" anchor="ctr" bIns="91425" lIns="91425" spcFirstLastPara="1" rIns="91425" wrap="square" tIns="91425">
            <a:noAutofit/>
          </a:bodyPr>
          <a:lstStyle>
            <a:lvl1pPr lvl="0" algn="ctr">
              <a:spcBef>
                <a:spcPts val="0"/>
              </a:spcBef>
              <a:spcAft>
                <a:spcPts val="0"/>
              </a:spcAft>
              <a:buSzPts val="3000"/>
              <a:buNone/>
              <a:defRPr sz="3000">
                <a:solidFill>
                  <a:schemeClr val="accent2"/>
                </a:solidFill>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grpSp>
        <p:nvGrpSpPr>
          <p:cNvPr id="4117" name="Google Shape;4117;p170"/>
          <p:cNvGrpSpPr/>
          <p:nvPr/>
        </p:nvGrpSpPr>
        <p:grpSpPr>
          <a:xfrm>
            <a:off x="-427206" y="4089303"/>
            <a:ext cx="1802175" cy="1760346"/>
            <a:chOff x="-427206" y="4089303"/>
            <a:chExt cx="1802175" cy="1760346"/>
          </a:xfrm>
        </p:grpSpPr>
        <p:sp>
          <p:nvSpPr>
            <p:cNvPr id="4118" name="Google Shape;4118;p170"/>
            <p:cNvSpPr/>
            <p:nvPr/>
          </p:nvSpPr>
          <p:spPr>
            <a:xfrm flipH="1">
              <a:off x="-427206" y="4089303"/>
              <a:ext cx="1802175" cy="1449157"/>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9" name="Google Shape;4119;p170"/>
            <p:cNvSpPr/>
            <p:nvPr/>
          </p:nvSpPr>
          <p:spPr>
            <a:xfrm rot="5828238">
              <a:off x="-16738" y="4485381"/>
              <a:ext cx="1085117" cy="1469222"/>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20" name="Google Shape;4120;p170"/>
          <p:cNvGrpSpPr/>
          <p:nvPr/>
        </p:nvGrpSpPr>
        <p:grpSpPr>
          <a:xfrm>
            <a:off x="241711" y="191700"/>
            <a:ext cx="706103" cy="747169"/>
            <a:chOff x="241711" y="191700"/>
            <a:chExt cx="706103" cy="747169"/>
          </a:xfrm>
        </p:grpSpPr>
        <p:sp>
          <p:nvSpPr>
            <p:cNvPr id="4121" name="Google Shape;4121;p170"/>
            <p:cNvSpPr/>
            <p:nvPr/>
          </p:nvSpPr>
          <p:spPr>
            <a:xfrm>
              <a:off x="842363" y="191700"/>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122" name="Google Shape;4122;p170"/>
            <p:cNvGrpSpPr/>
            <p:nvPr/>
          </p:nvGrpSpPr>
          <p:grpSpPr>
            <a:xfrm>
              <a:off x="307895" y="833413"/>
              <a:ext cx="105457" cy="105457"/>
              <a:chOff x="7812545" y="194375"/>
              <a:chExt cx="105457" cy="105457"/>
            </a:xfrm>
          </p:grpSpPr>
          <p:sp>
            <p:nvSpPr>
              <p:cNvPr id="4123" name="Google Shape;4123;p170"/>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4" name="Google Shape;4124;p170"/>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5" name="Google Shape;4125;p170"/>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6" name="Google Shape;4126;p170"/>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127" name="Google Shape;4127;p170"/>
            <p:cNvSpPr/>
            <p:nvPr/>
          </p:nvSpPr>
          <p:spPr>
            <a:xfrm>
              <a:off x="241711" y="244839"/>
              <a:ext cx="171626" cy="171542"/>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128" name="Google Shape;4128;p170"/>
          <p:cNvSpPr/>
          <p:nvPr/>
        </p:nvSpPr>
        <p:spPr>
          <a:xfrm rot="2700000">
            <a:off x="8490124" y="4034762"/>
            <a:ext cx="1085154" cy="1469202"/>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4">
  <p:cSld name="BLANK_25">
    <p:spTree>
      <p:nvGrpSpPr>
        <p:cNvPr id="4129" name="Shape 4129"/>
        <p:cNvGrpSpPr/>
        <p:nvPr/>
      </p:nvGrpSpPr>
      <p:grpSpPr>
        <a:xfrm>
          <a:off x="0" y="0"/>
          <a:ext cx="0" cy="0"/>
          <a:chOff x="0" y="0"/>
          <a:chExt cx="0" cy="0"/>
        </a:xfrm>
      </p:grpSpPr>
      <p:sp>
        <p:nvSpPr>
          <p:cNvPr id="4130" name="Google Shape;4130;p17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4131" name="Google Shape;4131;p171"/>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132" name="Google Shape;4132;p171"/>
          <p:cNvSpPr txBox="1"/>
          <p:nvPr>
            <p:ph idx="1" type="subTitle"/>
          </p:nvPr>
        </p:nvSpPr>
        <p:spPr>
          <a:xfrm>
            <a:off x="4998625" y="1284148"/>
            <a:ext cx="3459600" cy="2938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accent1"/>
              </a:buClr>
              <a:buSzPts val="1400"/>
              <a:buChar char="●"/>
              <a:defRPr b="1"/>
            </a:lvl1pPr>
            <a:lvl2pPr lvl="1" algn="ctr">
              <a:lnSpc>
                <a:spcPct val="100000"/>
              </a:lnSpc>
              <a:spcBef>
                <a:spcPts val="0"/>
              </a:spcBef>
              <a:spcAft>
                <a:spcPts val="0"/>
              </a:spcAft>
              <a:buSzPts val="1400"/>
              <a:buChar char="○"/>
              <a:defRPr sz="1800"/>
            </a:lvl2pPr>
            <a:lvl3pPr lvl="2" algn="ctr">
              <a:lnSpc>
                <a:spcPct val="100000"/>
              </a:lnSpc>
              <a:spcBef>
                <a:spcPts val="0"/>
              </a:spcBef>
              <a:spcAft>
                <a:spcPts val="0"/>
              </a:spcAft>
              <a:buSzPts val="1400"/>
              <a:buChar char="■"/>
              <a:defRPr sz="1800"/>
            </a:lvl3pPr>
            <a:lvl4pPr lvl="3" algn="ctr">
              <a:lnSpc>
                <a:spcPct val="100000"/>
              </a:lnSpc>
              <a:spcBef>
                <a:spcPts val="0"/>
              </a:spcBef>
              <a:spcAft>
                <a:spcPts val="0"/>
              </a:spcAft>
              <a:buSzPts val="1400"/>
              <a:buChar char="●"/>
              <a:defRPr sz="1800"/>
            </a:lvl4pPr>
            <a:lvl5pPr lvl="4" algn="ctr">
              <a:lnSpc>
                <a:spcPct val="100000"/>
              </a:lnSpc>
              <a:spcBef>
                <a:spcPts val="0"/>
              </a:spcBef>
              <a:spcAft>
                <a:spcPts val="0"/>
              </a:spcAft>
              <a:buSzPts val="1400"/>
              <a:buChar char="○"/>
              <a:defRPr sz="1800"/>
            </a:lvl5pPr>
            <a:lvl6pPr lvl="5" algn="ctr">
              <a:lnSpc>
                <a:spcPct val="100000"/>
              </a:lnSpc>
              <a:spcBef>
                <a:spcPts val="0"/>
              </a:spcBef>
              <a:spcAft>
                <a:spcPts val="0"/>
              </a:spcAft>
              <a:buSzPts val="1400"/>
              <a:buChar char="■"/>
              <a:defRPr sz="1800"/>
            </a:lvl6pPr>
            <a:lvl7pPr lvl="6" algn="ctr">
              <a:lnSpc>
                <a:spcPct val="100000"/>
              </a:lnSpc>
              <a:spcBef>
                <a:spcPts val="0"/>
              </a:spcBef>
              <a:spcAft>
                <a:spcPts val="0"/>
              </a:spcAft>
              <a:buSzPts val="1400"/>
              <a:buChar char="●"/>
              <a:defRPr sz="1800"/>
            </a:lvl7pPr>
            <a:lvl8pPr lvl="7" algn="ctr">
              <a:lnSpc>
                <a:spcPct val="100000"/>
              </a:lnSpc>
              <a:spcBef>
                <a:spcPts val="0"/>
              </a:spcBef>
              <a:spcAft>
                <a:spcPts val="0"/>
              </a:spcAft>
              <a:buSzPts val="1400"/>
              <a:buChar char="○"/>
              <a:defRPr sz="1800"/>
            </a:lvl8pPr>
            <a:lvl9pPr lvl="8" algn="ctr">
              <a:lnSpc>
                <a:spcPct val="100000"/>
              </a:lnSpc>
              <a:spcBef>
                <a:spcPts val="0"/>
              </a:spcBef>
              <a:spcAft>
                <a:spcPts val="0"/>
              </a:spcAft>
              <a:buSzPts val="1400"/>
              <a:buChar char="■"/>
              <a:defRPr sz="1800"/>
            </a:lvl9pPr>
          </a:lstStyle>
          <a:p/>
        </p:txBody>
      </p:sp>
      <p:sp>
        <p:nvSpPr>
          <p:cNvPr id="4133" name="Google Shape;4133;p171"/>
          <p:cNvSpPr txBox="1"/>
          <p:nvPr>
            <p:ph idx="2" type="subTitle"/>
          </p:nvPr>
        </p:nvSpPr>
        <p:spPr>
          <a:xfrm>
            <a:off x="685800" y="1284151"/>
            <a:ext cx="3459600" cy="2938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400"/>
              <a:buChar char="●"/>
              <a:defRPr/>
            </a:lvl1pPr>
            <a:lvl2pPr lvl="1" algn="ctr">
              <a:lnSpc>
                <a:spcPct val="100000"/>
              </a:lnSpc>
              <a:spcBef>
                <a:spcPts val="0"/>
              </a:spcBef>
              <a:spcAft>
                <a:spcPts val="0"/>
              </a:spcAft>
              <a:buSzPts val="1400"/>
              <a:buChar char="○"/>
              <a:defRPr sz="1800"/>
            </a:lvl2pPr>
            <a:lvl3pPr lvl="2" algn="ctr">
              <a:lnSpc>
                <a:spcPct val="100000"/>
              </a:lnSpc>
              <a:spcBef>
                <a:spcPts val="0"/>
              </a:spcBef>
              <a:spcAft>
                <a:spcPts val="0"/>
              </a:spcAft>
              <a:buSzPts val="1400"/>
              <a:buChar char="■"/>
              <a:defRPr sz="1800"/>
            </a:lvl3pPr>
            <a:lvl4pPr lvl="3" algn="ctr">
              <a:lnSpc>
                <a:spcPct val="100000"/>
              </a:lnSpc>
              <a:spcBef>
                <a:spcPts val="0"/>
              </a:spcBef>
              <a:spcAft>
                <a:spcPts val="0"/>
              </a:spcAft>
              <a:buSzPts val="1400"/>
              <a:buChar char="●"/>
              <a:defRPr sz="1800"/>
            </a:lvl4pPr>
            <a:lvl5pPr lvl="4" algn="ctr">
              <a:lnSpc>
                <a:spcPct val="100000"/>
              </a:lnSpc>
              <a:spcBef>
                <a:spcPts val="0"/>
              </a:spcBef>
              <a:spcAft>
                <a:spcPts val="0"/>
              </a:spcAft>
              <a:buSzPts val="1400"/>
              <a:buChar char="○"/>
              <a:defRPr sz="1800"/>
            </a:lvl5pPr>
            <a:lvl6pPr lvl="5" algn="ctr">
              <a:lnSpc>
                <a:spcPct val="100000"/>
              </a:lnSpc>
              <a:spcBef>
                <a:spcPts val="0"/>
              </a:spcBef>
              <a:spcAft>
                <a:spcPts val="0"/>
              </a:spcAft>
              <a:buSzPts val="1400"/>
              <a:buChar char="■"/>
              <a:defRPr sz="1800"/>
            </a:lvl6pPr>
            <a:lvl7pPr lvl="6" algn="ctr">
              <a:lnSpc>
                <a:spcPct val="100000"/>
              </a:lnSpc>
              <a:spcBef>
                <a:spcPts val="0"/>
              </a:spcBef>
              <a:spcAft>
                <a:spcPts val="0"/>
              </a:spcAft>
              <a:buSzPts val="1400"/>
              <a:buChar char="●"/>
              <a:defRPr sz="1800"/>
            </a:lvl7pPr>
            <a:lvl8pPr lvl="7" algn="ctr">
              <a:lnSpc>
                <a:spcPct val="100000"/>
              </a:lnSpc>
              <a:spcBef>
                <a:spcPts val="0"/>
              </a:spcBef>
              <a:spcAft>
                <a:spcPts val="0"/>
              </a:spcAft>
              <a:buSzPts val="1400"/>
              <a:buChar char="○"/>
              <a:defRPr sz="1800"/>
            </a:lvl8pPr>
            <a:lvl9pPr lvl="8" algn="ctr">
              <a:lnSpc>
                <a:spcPct val="100000"/>
              </a:lnSpc>
              <a:spcBef>
                <a:spcPts val="0"/>
              </a:spcBef>
              <a:spcAft>
                <a:spcPts val="0"/>
              </a:spcAft>
              <a:buSzPts val="1400"/>
              <a:buChar char="■"/>
              <a:defRPr sz="1800"/>
            </a:lvl9pPr>
          </a:lstStyle>
          <a:p/>
        </p:txBody>
      </p:sp>
      <p:grpSp>
        <p:nvGrpSpPr>
          <p:cNvPr id="4134" name="Google Shape;4134;p171"/>
          <p:cNvGrpSpPr/>
          <p:nvPr/>
        </p:nvGrpSpPr>
        <p:grpSpPr>
          <a:xfrm>
            <a:off x="-741940" y="4176741"/>
            <a:ext cx="1671890" cy="1554246"/>
            <a:chOff x="-741940" y="4176741"/>
            <a:chExt cx="1671890" cy="1554246"/>
          </a:xfrm>
        </p:grpSpPr>
        <p:sp>
          <p:nvSpPr>
            <p:cNvPr id="4135" name="Google Shape;4135;p171"/>
            <p:cNvSpPr/>
            <p:nvPr/>
          </p:nvSpPr>
          <p:spPr>
            <a:xfrm>
              <a:off x="-702500" y="4176749"/>
              <a:ext cx="1593004" cy="1296731"/>
            </a:xfrm>
            <a:custGeom>
              <a:rect b="b" l="l" r="r" t="t"/>
              <a:pathLst>
                <a:path extrusionOk="0" h="48924" w="60102">
                  <a:moveTo>
                    <a:pt x="31550" y="1"/>
                  </a:moveTo>
                  <a:cubicBezTo>
                    <a:pt x="28688" y="1"/>
                    <a:pt x="25391" y="541"/>
                    <a:pt x="22089" y="2238"/>
                  </a:cubicBezTo>
                  <a:cubicBezTo>
                    <a:pt x="12977" y="6900"/>
                    <a:pt x="8196" y="17230"/>
                    <a:pt x="4091" y="25485"/>
                  </a:cubicBezTo>
                  <a:cubicBezTo>
                    <a:pt x="1" y="33725"/>
                    <a:pt x="2016" y="42612"/>
                    <a:pt x="8767" y="47123"/>
                  </a:cubicBezTo>
                  <a:cubicBezTo>
                    <a:pt x="10764" y="48461"/>
                    <a:pt x="12590" y="48924"/>
                    <a:pt x="14421" y="48924"/>
                  </a:cubicBezTo>
                  <a:cubicBezTo>
                    <a:pt x="18514" y="48924"/>
                    <a:pt x="22630" y="46611"/>
                    <a:pt x="28730" y="46611"/>
                  </a:cubicBezTo>
                  <a:cubicBezTo>
                    <a:pt x="29125" y="46611"/>
                    <a:pt x="29527" y="46621"/>
                    <a:pt x="29939" y="46641"/>
                  </a:cubicBezTo>
                  <a:cubicBezTo>
                    <a:pt x="34134" y="46851"/>
                    <a:pt x="36984" y="47278"/>
                    <a:pt x="39535" y="47278"/>
                  </a:cubicBezTo>
                  <a:cubicBezTo>
                    <a:pt x="42835" y="47278"/>
                    <a:pt x="45637" y="46563"/>
                    <a:pt x="50208" y="43739"/>
                  </a:cubicBezTo>
                  <a:cubicBezTo>
                    <a:pt x="58328" y="38732"/>
                    <a:pt x="60102" y="25500"/>
                    <a:pt x="54042" y="15140"/>
                  </a:cubicBezTo>
                  <a:cubicBezTo>
                    <a:pt x="47997" y="4779"/>
                    <a:pt x="40254" y="1667"/>
                    <a:pt x="40254" y="1667"/>
                  </a:cubicBezTo>
                  <a:cubicBezTo>
                    <a:pt x="40254" y="1667"/>
                    <a:pt x="36573" y="1"/>
                    <a:pt x="31550"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6" name="Google Shape;4136;p171"/>
            <p:cNvSpPr/>
            <p:nvPr/>
          </p:nvSpPr>
          <p:spPr>
            <a:xfrm rot="-899960">
              <a:off x="-606125" y="4336919"/>
              <a:ext cx="1400258" cy="1233888"/>
            </a:xfrm>
            <a:custGeom>
              <a:rect b="b" l="l" r="r" t="t"/>
              <a:pathLst>
                <a:path extrusionOk="0" h="49357" w="56012">
                  <a:moveTo>
                    <a:pt x="29954" y="0"/>
                  </a:moveTo>
                  <a:cubicBezTo>
                    <a:pt x="26409" y="0"/>
                    <a:pt x="22321" y="902"/>
                    <a:pt x="17654" y="3034"/>
                  </a:cubicBezTo>
                  <a:cubicBezTo>
                    <a:pt x="17654" y="3034"/>
                    <a:pt x="8827" y="7530"/>
                    <a:pt x="4406" y="14477"/>
                  </a:cubicBezTo>
                  <a:cubicBezTo>
                    <a:pt x="1" y="21424"/>
                    <a:pt x="347" y="30340"/>
                    <a:pt x="5715" y="36971"/>
                  </a:cubicBezTo>
                  <a:cubicBezTo>
                    <a:pt x="11068" y="43588"/>
                    <a:pt x="21308" y="42730"/>
                    <a:pt x="29878" y="46926"/>
                  </a:cubicBezTo>
                  <a:cubicBezTo>
                    <a:pt x="33082" y="48494"/>
                    <a:pt x="36410" y="49356"/>
                    <a:pt x="39533" y="49356"/>
                  </a:cubicBezTo>
                  <a:cubicBezTo>
                    <a:pt x="44766" y="49356"/>
                    <a:pt x="49425" y="46936"/>
                    <a:pt x="51967" y="41362"/>
                  </a:cubicBezTo>
                  <a:cubicBezTo>
                    <a:pt x="56012" y="32476"/>
                    <a:pt x="49907" y="29137"/>
                    <a:pt x="48854" y="18852"/>
                  </a:cubicBezTo>
                  <a:cubicBezTo>
                    <a:pt x="48037" y="10867"/>
                    <a:pt x="42263" y="0"/>
                    <a:pt x="29954"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37" name="Google Shape;4137;p171"/>
          <p:cNvGrpSpPr/>
          <p:nvPr/>
        </p:nvGrpSpPr>
        <p:grpSpPr>
          <a:xfrm>
            <a:off x="3317375" y="4356350"/>
            <a:ext cx="2768739" cy="650202"/>
            <a:chOff x="3317375" y="4356350"/>
            <a:chExt cx="2768739" cy="650202"/>
          </a:xfrm>
        </p:grpSpPr>
        <p:sp>
          <p:nvSpPr>
            <p:cNvPr id="4138" name="Google Shape;4138;p171"/>
            <p:cNvSpPr/>
            <p:nvPr/>
          </p:nvSpPr>
          <p:spPr>
            <a:xfrm>
              <a:off x="5449575" y="4811825"/>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9" name="Google Shape;4139;p171"/>
            <p:cNvSpPr/>
            <p:nvPr/>
          </p:nvSpPr>
          <p:spPr>
            <a:xfrm>
              <a:off x="4792551" y="4356350"/>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4140" name="Google Shape;4140;p171"/>
            <p:cNvGrpSpPr/>
            <p:nvPr/>
          </p:nvGrpSpPr>
          <p:grpSpPr>
            <a:xfrm>
              <a:off x="5980657" y="4474988"/>
              <a:ext cx="105457" cy="105457"/>
              <a:chOff x="7812545" y="194375"/>
              <a:chExt cx="105457" cy="105457"/>
            </a:xfrm>
          </p:grpSpPr>
          <p:sp>
            <p:nvSpPr>
              <p:cNvPr id="4141" name="Google Shape;4141;p171"/>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2" name="Google Shape;4142;p171"/>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3" name="Google Shape;4143;p171"/>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4" name="Google Shape;4144;p171"/>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45" name="Google Shape;4145;p171"/>
            <p:cNvGrpSpPr/>
            <p:nvPr/>
          </p:nvGrpSpPr>
          <p:grpSpPr>
            <a:xfrm>
              <a:off x="4243695" y="4706363"/>
              <a:ext cx="105457" cy="105457"/>
              <a:chOff x="7812545" y="194375"/>
              <a:chExt cx="105457" cy="105457"/>
            </a:xfrm>
          </p:grpSpPr>
          <p:sp>
            <p:nvSpPr>
              <p:cNvPr id="4146" name="Google Shape;4146;p171"/>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7" name="Google Shape;4147;p171"/>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8" name="Google Shape;4148;p171"/>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9" name="Google Shape;4149;p171"/>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150" name="Google Shape;4150;p171"/>
            <p:cNvSpPr/>
            <p:nvPr/>
          </p:nvSpPr>
          <p:spPr>
            <a:xfrm>
              <a:off x="3317375" y="4901162"/>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51" name="Google Shape;4151;p171"/>
          <p:cNvGrpSpPr/>
          <p:nvPr/>
        </p:nvGrpSpPr>
        <p:grpSpPr>
          <a:xfrm>
            <a:off x="7489059" y="249150"/>
            <a:ext cx="1447898" cy="1070793"/>
            <a:chOff x="7489059" y="249150"/>
            <a:chExt cx="1447898" cy="1070793"/>
          </a:xfrm>
        </p:grpSpPr>
        <p:sp>
          <p:nvSpPr>
            <p:cNvPr id="4152" name="Google Shape;4152;p171"/>
            <p:cNvSpPr/>
            <p:nvPr/>
          </p:nvSpPr>
          <p:spPr>
            <a:xfrm>
              <a:off x="7489062" y="480780"/>
              <a:ext cx="1089450" cy="348874"/>
            </a:xfrm>
            <a:custGeom>
              <a:rect b="b" l="l" r="r" t="t"/>
              <a:pathLst>
                <a:path extrusionOk="0" fill="none" h="4647" w="14511">
                  <a:moveTo>
                    <a:pt x="13894" y="3805"/>
                  </a:moveTo>
                  <a:cubicBezTo>
                    <a:pt x="13263" y="3459"/>
                    <a:pt x="12977" y="3744"/>
                    <a:pt x="12766" y="3459"/>
                  </a:cubicBezTo>
                  <a:cubicBezTo>
                    <a:pt x="12541" y="3173"/>
                    <a:pt x="13383" y="2436"/>
                    <a:pt x="11684" y="1699"/>
                  </a:cubicBezTo>
                  <a:cubicBezTo>
                    <a:pt x="11684" y="1699"/>
                    <a:pt x="11578" y="121"/>
                    <a:pt x="9248" y="60"/>
                  </a:cubicBezTo>
                  <a:cubicBezTo>
                    <a:pt x="6917" y="0"/>
                    <a:pt x="7549" y="1654"/>
                    <a:pt x="6917" y="2045"/>
                  </a:cubicBezTo>
                  <a:cubicBezTo>
                    <a:pt x="6286" y="2436"/>
                    <a:pt x="6120" y="1820"/>
                    <a:pt x="5504" y="2211"/>
                  </a:cubicBezTo>
                  <a:cubicBezTo>
                    <a:pt x="4872" y="2617"/>
                    <a:pt x="5158" y="3399"/>
                    <a:pt x="4647" y="3519"/>
                  </a:cubicBezTo>
                  <a:cubicBezTo>
                    <a:pt x="4135" y="3624"/>
                    <a:pt x="3459" y="3008"/>
                    <a:pt x="2842" y="3399"/>
                  </a:cubicBezTo>
                  <a:cubicBezTo>
                    <a:pt x="2211" y="3805"/>
                    <a:pt x="2211" y="4135"/>
                    <a:pt x="1925" y="4135"/>
                  </a:cubicBezTo>
                  <a:cubicBezTo>
                    <a:pt x="1654" y="4135"/>
                    <a:pt x="1083" y="3910"/>
                    <a:pt x="737" y="4135"/>
                  </a:cubicBezTo>
                  <a:cubicBezTo>
                    <a:pt x="406" y="4376"/>
                    <a:pt x="0" y="4647"/>
                    <a:pt x="0" y="4647"/>
                  </a:cubicBezTo>
                  <a:lnTo>
                    <a:pt x="14345" y="4647"/>
                  </a:lnTo>
                  <a:cubicBezTo>
                    <a:pt x="14345" y="4647"/>
                    <a:pt x="14511" y="4135"/>
                    <a:pt x="13894" y="3805"/>
                  </a:cubicBezTo>
                  <a:close/>
                </a:path>
              </a:pathLst>
            </a:custGeom>
            <a:solidFill>
              <a:schemeClr val="lt1"/>
            </a:solid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153" name="Google Shape;4153;p171"/>
            <p:cNvGrpSpPr/>
            <p:nvPr/>
          </p:nvGrpSpPr>
          <p:grpSpPr>
            <a:xfrm flipH="1">
              <a:off x="7489059" y="249150"/>
              <a:ext cx="93234" cy="93234"/>
              <a:chOff x="7812545" y="194375"/>
              <a:chExt cx="105457" cy="105457"/>
            </a:xfrm>
          </p:grpSpPr>
          <p:sp>
            <p:nvSpPr>
              <p:cNvPr id="4154" name="Google Shape;4154;p171"/>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5" name="Google Shape;4155;p171"/>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6" name="Google Shape;4156;p171"/>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7" name="Google Shape;4157;p171"/>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158" name="Google Shape;4158;p171"/>
            <p:cNvSpPr/>
            <p:nvPr/>
          </p:nvSpPr>
          <p:spPr>
            <a:xfrm flipH="1">
              <a:off x="8708901" y="249170"/>
              <a:ext cx="93231" cy="93173"/>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9" name="Google Shape;4159;p171"/>
            <p:cNvSpPr/>
            <p:nvPr/>
          </p:nvSpPr>
          <p:spPr>
            <a:xfrm flipH="1">
              <a:off x="8843726" y="1226770"/>
              <a:ext cx="93231" cy="93173"/>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160" name="Google Shape;4160;p171"/>
          <p:cNvSpPr/>
          <p:nvPr/>
        </p:nvSpPr>
        <p:spPr>
          <a:xfrm rot="5828238">
            <a:off x="8273326" y="4219055"/>
            <a:ext cx="1085117" cy="2077472"/>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BLANK_4">
    <p:spTree>
      <p:nvGrpSpPr>
        <p:cNvPr id="4161" name="Shape 4161"/>
        <p:cNvGrpSpPr/>
        <p:nvPr/>
      </p:nvGrpSpPr>
      <p:grpSpPr>
        <a:xfrm>
          <a:off x="0" y="0"/>
          <a:ext cx="0" cy="0"/>
          <a:chOff x="0" y="0"/>
          <a:chExt cx="0" cy="0"/>
        </a:xfrm>
      </p:grpSpPr>
      <p:sp>
        <p:nvSpPr>
          <p:cNvPr id="4162" name="Google Shape;4162;p17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4163" name="Google Shape;4163;p172"/>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164" name="Google Shape;4164;p172"/>
          <p:cNvSpPr txBox="1"/>
          <p:nvPr>
            <p:ph idx="1" type="subTitle"/>
          </p:nvPr>
        </p:nvSpPr>
        <p:spPr>
          <a:xfrm>
            <a:off x="685800" y="3395721"/>
            <a:ext cx="2353500" cy="6720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165" name="Google Shape;4165;p172"/>
          <p:cNvSpPr txBox="1"/>
          <p:nvPr>
            <p:ph idx="2" type="subTitle"/>
          </p:nvPr>
        </p:nvSpPr>
        <p:spPr>
          <a:xfrm>
            <a:off x="685800" y="3022400"/>
            <a:ext cx="2353500" cy="321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sp>
        <p:nvSpPr>
          <p:cNvPr id="4166" name="Google Shape;4166;p172"/>
          <p:cNvSpPr txBox="1"/>
          <p:nvPr>
            <p:ph idx="3" type="subTitle"/>
          </p:nvPr>
        </p:nvSpPr>
        <p:spPr>
          <a:xfrm>
            <a:off x="3395250" y="3395721"/>
            <a:ext cx="2353500" cy="6720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167" name="Google Shape;4167;p172"/>
          <p:cNvSpPr txBox="1"/>
          <p:nvPr>
            <p:ph idx="4" type="subTitle"/>
          </p:nvPr>
        </p:nvSpPr>
        <p:spPr>
          <a:xfrm>
            <a:off x="3395250" y="3022400"/>
            <a:ext cx="2353500" cy="321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sp>
        <p:nvSpPr>
          <p:cNvPr id="4168" name="Google Shape;4168;p172"/>
          <p:cNvSpPr txBox="1"/>
          <p:nvPr>
            <p:ph idx="5" type="subTitle"/>
          </p:nvPr>
        </p:nvSpPr>
        <p:spPr>
          <a:xfrm>
            <a:off x="6104700" y="3395721"/>
            <a:ext cx="2353500" cy="6720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169" name="Google Shape;4169;p172"/>
          <p:cNvSpPr txBox="1"/>
          <p:nvPr>
            <p:ph idx="6" type="subTitle"/>
          </p:nvPr>
        </p:nvSpPr>
        <p:spPr>
          <a:xfrm>
            <a:off x="6104700" y="3022400"/>
            <a:ext cx="2353500" cy="321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sp>
        <p:nvSpPr>
          <p:cNvPr id="4170" name="Google Shape;4170;p172"/>
          <p:cNvSpPr/>
          <p:nvPr/>
        </p:nvSpPr>
        <p:spPr>
          <a:xfrm>
            <a:off x="-486246" y="4538820"/>
            <a:ext cx="991119" cy="877511"/>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1" name="Google Shape;4171;p172"/>
          <p:cNvSpPr/>
          <p:nvPr/>
        </p:nvSpPr>
        <p:spPr>
          <a:xfrm>
            <a:off x="-708950" y="-242512"/>
            <a:ext cx="1232275" cy="1091025"/>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172" name="Google Shape;4172;p172"/>
          <p:cNvGrpSpPr/>
          <p:nvPr/>
        </p:nvGrpSpPr>
        <p:grpSpPr>
          <a:xfrm>
            <a:off x="6725000" y="4484900"/>
            <a:ext cx="1916852" cy="488594"/>
            <a:chOff x="6725000" y="4484900"/>
            <a:chExt cx="1916852" cy="488594"/>
          </a:xfrm>
        </p:grpSpPr>
        <p:sp>
          <p:nvSpPr>
            <p:cNvPr id="4173" name="Google Shape;4173;p172"/>
            <p:cNvSpPr/>
            <p:nvPr/>
          </p:nvSpPr>
          <p:spPr>
            <a:xfrm>
              <a:off x="8536400" y="4484900"/>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174" name="Google Shape;4174;p172"/>
            <p:cNvGrpSpPr/>
            <p:nvPr/>
          </p:nvGrpSpPr>
          <p:grpSpPr>
            <a:xfrm>
              <a:off x="7801920" y="4868038"/>
              <a:ext cx="105457" cy="105457"/>
              <a:chOff x="7812545" y="194375"/>
              <a:chExt cx="105457" cy="105457"/>
            </a:xfrm>
          </p:grpSpPr>
          <p:sp>
            <p:nvSpPr>
              <p:cNvPr id="4175" name="Google Shape;4175;p172"/>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6" name="Google Shape;4176;p172"/>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7" name="Google Shape;4177;p172"/>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8" name="Google Shape;4178;p172"/>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179" name="Google Shape;4179;p172"/>
            <p:cNvSpPr/>
            <p:nvPr/>
          </p:nvSpPr>
          <p:spPr>
            <a:xfrm>
              <a:off x="6725000" y="4762662"/>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BLANK_17">
    <p:spTree>
      <p:nvGrpSpPr>
        <p:cNvPr id="4180" name="Shape 4180"/>
        <p:cNvGrpSpPr/>
        <p:nvPr/>
      </p:nvGrpSpPr>
      <p:grpSpPr>
        <a:xfrm>
          <a:off x="0" y="0"/>
          <a:ext cx="0" cy="0"/>
          <a:chOff x="0" y="0"/>
          <a:chExt cx="0" cy="0"/>
        </a:xfrm>
      </p:grpSpPr>
      <p:sp>
        <p:nvSpPr>
          <p:cNvPr id="4181" name="Google Shape;4181;p17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4182" name="Google Shape;4182;p173"/>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183" name="Google Shape;4183;p173"/>
          <p:cNvSpPr txBox="1"/>
          <p:nvPr>
            <p:ph idx="2" type="title"/>
          </p:nvPr>
        </p:nvSpPr>
        <p:spPr>
          <a:xfrm>
            <a:off x="1850175" y="1419750"/>
            <a:ext cx="3249300" cy="3936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sz="2000">
                <a:solidFill>
                  <a:schemeClr val="accent2"/>
                </a:solidFill>
              </a:defRPr>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sp>
        <p:nvSpPr>
          <p:cNvPr id="4184" name="Google Shape;4184;p173"/>
          <p:cNvSpPr txBox="1"/>
          <p:nvPr>
            <p:ph idx="1" type="subTitle"/>
          </p:nvPr>
        </p:nvSpPr>
        <p:spPr>
          <a:xfrm>
            <a:off x="1853883" y="1813350"/>
            <a:ext cx="3249300" cy="4680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185" name="Google Shape;4185;p173"/>
          <p:cNvSpPr txBox="1"/>
          <p:nvPr>
            <p:ph hasCustomPrompt="1" idx="3" type="title"/>
          </p:nvPr>
        </p:nvSpPr>
        <p:spPr>
          <a:xfrm>
            <a:off x="851618" y="1586400"/>
            <a:ext cx="792600" cy="528300"/>
          </a:xfrm>
          <a:prstGeom prst="rect">
            <a:avLst/>
          </a:prstGeom>
        </p:spPr>
        <p:txBody>
          <a:bodyPr anchorCtr="0" anchor="ctr" bIns="91425" lIns="91425" spcFirstLastPara="1" rIns="91425" wrap="square" tIns="91425">
            <a:noAutofit/>
          </a:bodyPr>
          <a:lstStyle>
            <a:lvl1pPr lvl="0" algn="r">
              <a:spcBef>
                <a:spcPts val="0"/>
              </a:spcBef>
              <a:spcAft>
                <a:spcPts val="0"/>
              </a:spcAft>
              <a:buSzPts val="3000"/>
              <a:buNone/>
              <a:defRPr sz="3000">
                <a:solidFill>
                  <a:schemeClr val="accent2"/>
                </a:solidFill>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sp>
        <p:nvSpPr>
          <p:cNvPr id="4186" name="Google Shape;4186;p173"/>
          <p:cNvSpPr txBox="1"/>
          <p:nvPr>
            <p:ph idx="4" type="title"/>
          </p:nvPr>
        </p:nvSpPr>
        <p:spPr>
          <a:xfrm>
            <a:off x="1850175" y="2503025"/>
            <a:ext cx="3249300" cy="3936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sz="2000">
                <a:solidFill>
                  <a:schemeClr val="accent2"/>
                </a:solidFill>
              </a:defRPr>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sp>
        <p:nvSpPr>
          <p:cNvPr id="4187" name="Google Shape;4187;p173"/>
          <p:cNvSpPr txBox="1"/>
          <p:nvPr>
            <p:ph idx="5" type="subTitle"/>
          </p:nvPr>
        </p:nvSpPr>
        <p:spPr>
          <a:xfrm>
            <a:off x="1853883" y="2896625"/>
            <a:ext cx="3249300" cy="4680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188" name="Google Shape;4188;p173"/>
          <p:cNvSpPr txBox="1"/>
          <p:nvPr>
            <p:ph hasCustomPrompt="1" idx="6" type="title"/>
          </p:nvPr>
        </p:nvSpPr>
        <p:spPr>
          <a:xfrm>
            <a:off x="851618" y="2669675"/>
            <a:ext cx="792600" cy="528300"/>
          </a:xfrm>
          <a:prstGeom prst="rect">
            <a:avLst/>
          </a:prstGeom>
        </p:spPr>
        <p:txBody>
          <a:bodyPr anchorCtr="0" anchor="ctr" bIns="91425" lIns="91425" spcFirstLastPara="1" rIns="91425" wrap="square" tIns="91425">
            <a:noAutofit/>
          </a:bodyPr>
          <a:lstStyle>
            <a:lvl1pPr lvl="0" algn="r">
              <a:spcBef>
                <a:spcPts val="0"/>
              </a:spcBef>
              <a:spcAft>
                <a:spcPts val="0"/>
              </a:spcAft>
              <a:buSzPts val="3000"/>
              <a:buNone/>
              <a:defRPr sz="3000">
                <a:solidFill>
                  <a:schemeClr val="accent2"/>
                </a:solidFill>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sp>
        <p:nvSpPr>
          <p:cNvPr id="4189" name="Google Shape;4189;p173"/>
          <p:cNvSpPr txBox="1"/>
          <p:nvPr>
            <p:ph idx="7" type="title"/>
          </p:nvPr>
        </p:nvSpPr>
        <p:spPr>
          <a:xfrm>
            <a:off x="1850175" y="3586300"/>
            <a:ext cx="3249300" cy="3936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sz="2000">
                <a:solidFill>
                  <a:schemeClr val="accent2"/>
                </a:solidFill>
              </a:defRPr>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sp>
        <p:nvSpPr>
          <p:cNvPr id="4190" name="Google Shape;4190;p173"/>
          <p:cNvSpPr txBox="1"/>
          <p:nvPr>
            <p:ph idx="8" type="subTitle"/>
          </p:nvPr>
        </p:nvSpPr>
        <p:spPr>
          <a:xfrm>
            <a:off x="1853883" y="3979900"/>
            <a:ext cx="3249300" cy="4680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191" name="Google Shape;4191;p173"/>
          <p:cNvSpPr txBox="1"/>
          <p:nvPr>
            <p:ph hasCustomPrompt="1" idx="9" type="title"/>
          </p:nvPr>
        </p:nvSpPr>
        <p:spPr>
          <a:xfrm>
            <a:off x="851618" y="3752950"/>
            <a:ext cx="792600" cy="528300"/>
          </a:xfrm>
          <a:prstGeom prst="rect">
            <a:avLst/>
          </a:prstGeom>
        </p:spPr>
        <p:txBody>
          <a:bodyPr anchorCtr="0" anchor="ctr" bIns="91425" lIns="91425" spcFirstLastPara="1" rIns="91425" wrap="square" tIns="91425">
            <a:noAutofit/>
          </a:bodyPr>
          <a:lstStyle>
            <a:lvl1pPr lvl="0" algn="r">
              <a:spcBef>
                <a:spcPts val="0"/>
              </a:spcBef>
              <a:spcAft>
                <a:spcPts val="0"/>
              </a:spcAft>
              <a:buSzPts val="3000"/>
              <a:buNone/>
              <a:defRPr sz="3000">
                <a:solidFill>
                  <a:schemeClr val="accent2"/>
                </a:solidFill>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grpSp>
        <p:nvGrpSpPr>
          <p:cNvPr id="4192" name="Google Shape;4192;p173"/>
          <p:cNvGrpSpPr/>
          <p:nvPr/>
        </p:nvGrpSpPr>
        <p:grpSpPr>
          <a:xfrm>
            <a:off x="8195401" y="151622"/>
            <a:ext cx="609155" cy="610375"/>
            <a:chOff x="8195401" y="151622"/>
            <a:chExt cx="609155" cy="610375"/>
          </a:xfrm>
        </p:grpSpPr>
        <p:sp>
          <p:nvSpPr>
            <p:cNvPr id="4193" name="Google Shape;4193;p173"/>
            <p:cNvSpPr/>
            <p:nvPr/>
          </p:nvSpPr>
          <p:spPr>
            <a:xfrm>
              <a:off x="8195401" y="192608"/>
              <a:ext cx="93231" cy="93173"/>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194" name="Google Shape;4194;p173"/>
            <p:cNvGrpSpPr/>
            <p:nvPr/>
          </p:nvGrpSpPr>
          <p:grpSpPr>
            <a:xfrm>
              <a:off x="8711321" y="151622"/>
              <a:ext cx="93234" cy="93234"/>
              <a:chOff x="7812545" y="194375"/>
              <a:chExt cx="105457" cy="105457"/>
            </a:xfrm>
          </p:grpSpPr>
          <p:sp>
            <p:nvSpPr>
              <p:cNvPr id="4195" name="Google Shape;4195;p173"/>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6" name="Google Shape;4196;p173"/>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7" name="Google Shape;4197;p173"/>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8" name="Google Shape;4198;p173"/>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199" name="Google Shape;4199;p173"/>
            <p:cNvSpPr/>
            <p:nvPr/>
          </p:nvSpPr>
          <p:spPr>
            <a:xfrm>
              <a:off x="8670497" y="628022"/>
              <a:ext cx="134050" cy="133976"/>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00" name="Google Shape;4200;p173"/>
          <p:cNvGrpSpPr/>
          <p:nvPr/>
        </p:nvGrpSpPr>
        <p:grpSpPr>
          <a:xfrm>
            <a:off x="172645" y="4524332"/>
            <a:ext cx="552132" cy="431244"/>
            <a:chOff x="172645" y="4524332"/>
            <a:chExt cx="552132" cy="431244"/>
          </a:xfrm>
        </p:grpSpPr>
        <p:sp>
          <p:nvSpPr>
            <p:cNvPr id="4201" name="Google Shape;4201;p173"/>
            <p:cNvSpPr/>
            <p:nvPr/>
          </p:nvSpPr>
          <p:spPr>
            <a:xfrm flipH="1" rot="10800000">
              <a:off x="646826" y="487762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4202" name="Google Shape;4202;p173"/>
            <p:cNvGrpSpPr/>
            <p:nvPr/>
          </p:nvGrpSpPr>
          <p:grpSpPr>
            <a:xfrm flipH="1" rot="10800000">
              <a:off x="172645" y="4524332"/>
              <a:ext cx="105457" cy="105457"/>
              <a:chOff x="7812545" y="194375"/>
              <a:chExt cx="105457" cy="105457"/>
            </a:xfrm>
          </p:grpSpPr>
          <p:sp>
            <p:nvSpPr>
              <p:cNvPr id="4203" name="Google Shape;4203;p173"/>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4" name="Google Shape;4204;p173"/>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5" name="Google Shape;4205;p173"/>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6" name="Google Shape;4206;p173"/>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207" name="Google Shape;4207;p173"/>
          <p:cNvGrpSpPr/>
          <p:nvPr/>
        </p:nvGrpSpPr>
        <p:grpSpPr>
          <a:xfrm>
            <a:off x="198551" y="248100"/>
            <a:ext cx="340151" cy="550476"/>
            <a:chOff x="198551" y="248100"/>
            <a:chExt cx="340151" cy="550476"/>
          </a:xfrm>
        </p:grpSpPr>
        <p:sp>
          <p:nvSpPr>
            <p:cNvPr id="4208" name="Google Shape;4208;p173"/>
            <p:cNvSpPr/>
            <p:nvPr/>
          </p:nvSpPr>
          <p:spPr>
            <a:xfrm>
              <a:off x="198551" y="72062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4209" name="Google Shape;4209;p173"/>
            <p:cNvGrpSpPr/>
            <p:nvPr/>
          </p:nvGrpSpPr>
          <p:grpSpPr>
            <a:xfrm>
              <a:off x="433245" y="248100"/>
              <a:ext cx="105457" cy="105457"/>
              <a:chOff x="7812545" y="194375"/>
              <a:chExt cx="105457" cy="105457"/>
            </a:xfrm>
          </p:grpSpPr>
          <p:sp>
            <p:nvSpPr>
              <p:cNvPr id="4210" name="Google Shape;4210;p173"/>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1" name="Google Shape;4211;p173"/>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2" name="Google Shape;4212;p173"/>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3" name="Google Shape;4213;p173"/>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4214" name="Google Shape;4214;p173"/>
          <p:cNvSpPr/>
          <p:nvPr/>
        </p:nvSpPr>
        <p:spPr>
          <a:xfrm rot="-2505920">
            <a:off x="8402181" y="4360827"/>
            <a:ext cx="1232310" cy="1091056"/>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2">
  <p:cSld name="BLANK_24">
    <p:spTree>
      <p:nvGrpSpPr>
        <p:cNvPr id="4215" name="Shape 4215"/>
        <p:cNvGrpSpPr/>
        <p:nvPr/>
      </p:nvGrpSpPr>
      <p:grpSpPr>
        <a:xfrm>
          <a:off x="0" y="0"/>
          <a:ext cx="0" cy="0"/>
          <a:chOff x="0" y="0"/>
          <a:chExt cx="0" cy="0"/>
        </a:xfrm>
      </p:grpSpPr>
      <p:sp>
        <p:nvSpPr>
          <p:cNvPr id="4216" name="Google Shape;4216;p17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4217" name="Google Shape;4217;p174"/>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218" name="Google Shape;4218;p174"/>
          <p:cNvSpPr txBox="1"/>
          <p:nvPr>
            <p:ph idx="2" type="title"/>
          </p:nvPr>
        </p:nvSpPr>
        <p:spPr>
          <a:xfrm>
            <a:off x="4641675" y="1480725"/>
            <a:ext cx="3812100" cy="3936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sz="2000">
                <a:solidFill>
                  <a:schemeClr val="accent2"/>
                </a:solidFill>
              </a:defRPr>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sp>
        <p:nvSpPr>
          <p:cNvPr id="4219" name="Google Shape;4219;p174"/>
          <p:cNvSpPr txBox="1"/>
          <p:nvPr>
            <p:ph idx="1" type="subTitle"/>
          </p:nvPr>
        </p:nvSpPr>
        <p:spPr>
          <a:xfrm>
            <a:off x="4646025" y="1874325"/>
            <a:ext cx="3812100" cy="4680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220" name="Google Shape;4220;p174"/>
          <p:cNvSpPr txBox="1"/>
          <p:nvPr>
            <p:ph idx="3" type="title"/>
          </p:nvPr>
        </p:nvSpPr>
        <p:spPr>
          <a:xfrm>
            <a:off x="4641675" y="2564000"/>
            <a:ext cx="3812100" cy="3936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sz="2000">
                <a:solidFill>
                  <a:schemeClr val="accent2"/>
                </a:solidFill>
              </a:defRPr>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sp>
        <p:nvSpPr>
          <p:cNvPr id="4221" name="Google Shape;4221;p174"/>
          <p:cNvSpPr txBox="1"/>
          <p:nvPr>
            <p:ph idx="4" type="subTitle"/>
          </p:nvPr>
        </p:nvSpPr>
        <p:spPr>
          <a:xfrm>
            <a:off x="4646025" y="2957600"/>
            <a:ext cx="3812100" cy="4680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222" name="Google Shape;4222;p174"/>
          <p:cNvSpPr txBox="1"/>
          <p:nvPr>
            <p:ph idx="5" type="title"/>
          </p:nvPr>
        </p:nvSpPr>
        <p:spPr>
          <a:xfrm>
            <a:off x="4641675" y="3647275"/>
            <a:ext cx="3812100" cy="3936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sz="2000">
                <a:solidFill>
                  <a:schemeClr val="accent2"/>
                </a:solidFill>
              </a:defRPr>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sp>
        <p:nvSpPr>
          <p:cNvPr id="4223" name="Google Shape;4223;p174"/>
          <p:cNvSpPr txBox="1"/>
          <p:nvPr>
            <p:ph idx="6" type="subTitle"/>
          </p:nvPr>
        </p:nvSpPr>
        <p:spPr>
          <a:xfrm>
            <a:off x="4646025" y="4040875"/>
            <a:ext cx="3812100" cy="4680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224" name="Google Shape;4224;p174"/>
          <p:cNvSpPr/>
          <p:nvPr/>
        </p:nvSpPr>
        <p:spPr>
          <a:xfrm>
            <a:off x="-615151" y="1413475"/>
            <a:ext cx="4960669" cy="4038065"/>
          </a:xfrm>
          <a:custGeom>
            <a:rect b="b" l="l" r="r" t="t"/>
            <a:pathLst>
              <a:path extrusionOk="0" h="48924" w="60102">
                <a:moveTo>
                  <a:pt x="31550" y="1"/>
                </a:moveTo>
                <a:cubicBezTo>
                  <a:pt x="28688" y="1"/>
                  <a:pt x="25391" y="541"/>
                  <a:pt x="22089" y="2238"/>
                </a:cubicBezTo>
                <a:cubicBezTo>
                  <a:pt x="12977" y="6900"/>
                  <a:pt x="8196" y="17230"/>
                  <a:pt x="4091" y="25485"/>
                </a:cubicBezTo>
                <a:cubicBezTo>
                  <a:pt x="1" y="33725"/>
                  <a:pt x="2016" y="42612"/>
                  <a:pt x="8767" y="47123"/>
                </a:cubicBezTo>
                <a:cubicBezTo>
                  <a:pt x="10764" y="48461"/>
                  <a:pt x="12590" y="48924"/>
                  <a:pt x="14421" y="48924"/>
                </a:cubicBezTo>
                <a:cubicBezTo>
                  <a:pt x="18514" y="48924"/>
                  <a:pt x="22630" y="46611"/>
                  <a:pt x="28730" y="46611"/>
                </a:cubicBezTo>
                <a:cubicBezTo>
                  <a:pt x="29125" y="46611"/>
                  <a:pt x="29527" y="46621"/>
                  <a:pt x="29939" y="46641"/>
                </a:cubicBezTo>
                <a:cubicBezTo>
                  <a:pt x="34134" y="46851"/>
                  <a:pt x="36984" y="47278"/>
                  <a:pt x="39535" y="47278"/>
                </a:cubicBezTo>
                <a:cubicBezTo>
                  <a:pt x="42835" y="47278"/>
                  <a:pt x="45637" y="46563"/>
                  <a:pt x="50208" y="43739"/>
                </a:cubicBezTo>
                <a:cubicBezTo>
                  <a:pt x="58328" y="38732"/>
                  <a:pt x="60102" y="25500"/>
                  <a:pt x="54042" y="15140"/>
                </a:cubicBezTo>
                <a:cubicBezTo>
                  <a:pt x="47997" y="4779"/>
                  <a:pt x="40254" y="1667"/>
                  <a:pt x="40254" y="1667"/>
                </a:cubicBezTo>
                <a:cubicBezTo>
                  <a:pt x="40254" y="1667"/>
                  <a:pt x="36573" y="1"/>
                  <a:pt x="31550"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25" name="Google Shape;4225;p174"/>
          <p:cNvGrpSpPr/>
          <p:nvPr/>
        </p:nvGrpSpPr>
        <p:grpSpPr>
          <a:xfrm rot="5400000">
            <a:off x="8326001" y="4395047"/>
            <a:ext cx="609155" cy="610375"/>
            <a:chOff x="8195401" y="151622"/>
            <a:chExt cx="609155" cy="610375"/>
          </a:xfrm>
        </p:grpSpPr>
        <p:sp>
          <p:nvSpPr>
            <p:cNvPr id="4226" name="Google Shape;4226;p174"/>
            <p:cNvSpPr/>
            <p:nvPr/>
          </p:nvSpPr>
          <p:spPr>
            <a:xfrm>
              <a:off x="8195401" y="192608"/>
              <a:ext cx="93231" cy="93173"/>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27" name="Google Shape;4227;p174"/>
            <p:cNvGrpSpPr/>
            <p:nvPr/>
          </p:nvGrpSpPr>
          <p:grpSpPr>
            <a:xfrm>
              <a:off x="8711321" y="151622"/>
              <a:ext cx="93234" cy="93234"/>
              <a:chOff x="7812545" y="194375"/>
              <a:chExt cx="105457" cy="105457"/>
            </a:xfrm>
          </p:grpSpPr>
          <p:sp>
            <p:nvSpPr>
              <p:cNvPr id="4228" name="Google Shape;4228;p174"/>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9" name="Google Shape;4229;p174"/>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0" name="Google Shape;4230;p174"/>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1" name="Google Shape;4231;p174"/>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232" name="Google Shape;4232;p174"/>
            <p:cNvSpPr/>
            <p:nvPr/>
          </p:nvSpPr>
          <p:spPr>
            <a:xfrm>
              <a:off x="8670497" y="628022"/>
              <a:ext cx="134050" cy="133976"/>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33" name="Google Shape;4233;p174"/>
          <p:cNvGrpSpPr/>
          <p:nvPr/>
        </p:nvGrpSpPr>
        <p:grpSpPr>
          <a:xfrm>
            <a:off x="242101" y="187150"/>
            <a:ext cx="340151" cy="550476"/>
            <a:chOff x="198551" y="248100"/>
            <a:chExt cx="340151" cy="550476"/>
          </a:xfrm>
        </p:grpSpPr>
        <p:sp>
          <p:nvSpPr>
            <p:cNvPr id="4234" name="Google Shape;4234;p174"/>
            <p:cNvSpPr/>
            <p:nvPr/>
          </p:nvSpPr>
          <p:spPr>
            <a:xfrm>
              <a:off x="198551" y="72062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4235" name="Google Shape;4235;p174"/>
            <p:cNvGrpSpPr/>
            <p:nvPr/>
          </p:nvGrpSpPr>
          <p:grpSpPr>
            <a:xfrm>
              <a:off x="433245" y="248100"/>
              <a:ext cx="105457" cy="105457"/>
              <a:chOff x="7812545" y="194375"/>
              <a:chExt cx="105457" cy="105457"/>
            </a:xfrm>
          </p:grpSpPr>
          <p:sp>
            <p:nvSpPr>
              <p:cNvPr id="4236" name="Google Shape;4236;p174"/>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7" name="Google Shape;4237;p174"/>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8" name="Google Shape;4238;p174"/>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9" name="Google Shape;4239;p174"/>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240" name="Google Shape;4240;p174"/>
          <p:cNvGrpSpPr/>
          <p:nvPr/>
        </p:nvGrpSpPr>
        <p:grpSpPr>
          <a:xfrm>
            <a:off x="-842823" y="3927658"/>
            <a:ext cx="2382475" cy="2041993"/>
            <a:chOff x="-842823" y="3927658"/>
            <a:chExt cx="2382475" cy="2041993"/>
          </a:xfrm>
        </p:grpSpPr>
        <p:sp>
          <p:nvSpPr>
            <p:cNvPr id="4241" name="Google Shape;4241;p174"/>
            <p:cNvSpPr/>
            <p:nvPr/>
          </p:nvSpPr>
          <p:spPr>
            <a:xfrm rot="-2505897">
              <a:off x="-584499" y="4267169"/>
              <a:ext cx="1539427" cy="1362970"/>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2" name="Google Shape;4242;p174"/>
            <p:cNvSpPr/>
            <p:nvPr/>
          </p:nvSpPr>
          <p:spPr>
            <a:xfrm>
              <a:off x="1461701" y="4822437"/>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4243" name="Google Shape;4243;p174"/>
            <p:cNvGrpSpPr/>
            <p:nvPr/>
          </p:nvGrpSpPr>
          <p:grpSpPr>
            <a:xfrm>
              <a:off x="1029945" y="4290188"/>
              <a:ext cx="105457" cy="105457"/>
              <a:chOff x="7812545" y="194375"/>
              <a:chExt cx="105457" cy="105457"/>
            </a:xfrm>
          </p:grpSpPr>
          <p:sp>
            <p:nvSpPr>
              <p:cNvPr id="4244" name="Google Shape;4244;p174"/>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5" name="Google Shape;4245;p174"/>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6" name="Google Shape;4246;p174"/>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7" name="Google Shape;4247;p174"/>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248" name="Google Shape;4248;p174"/>
          <p:cNvGrpSpPr/>
          <p:nvPr/>
        </p:nvGrpSpPr>
        <p:grpSpPr>
          <a:xfrm>
            <a:off x="7208520" y="-639702"/>
            <a:ext cx="2388459" cy="1634614"/>
            <a:chOff x="7208520" y="-639702"/>
            <a:chExt cx="2388459" cy="1634614"/>
          </a:xfrm>
        </p:grpSpPr>
        <p:sp>
          <p:nvSpPr>
            <p:cNvPr id="4249" name="Google Shape;4249;p174"/>
            <p:cNvSpPr/>
            <p:nvPr/>
          </p:nvSpPr>
          <p:spPr>
            <a:xfrm rot="-2505920">
              <a:off x="8157881" y="-367923"/>
              <a:ext cx="1232310" cy="1091056"/>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0" name="Google Shape;4250;p174"/>
            <p:cNvSpPr/>
            <p:nvPr/>
          </p:nvSpPr>
          <p:spPr>
            <a:xfrm>
              <a:off x="8175601" y="78677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4251" name="Google Shape;4251;p174"/>
            <p:cNvGrpSpPr/>
            <p:nvPr/>
          </p:nvGrpSpPr>
          <p:grpSpPr>
            <a:xfrm>
              <a:off x="7208520" y="178550"/>
              <a:ext cx="105457" cy="105457"/>
              <a:chOff x="7812545" y="194375"/>
              <a:chExt cx="105457" cy="105457"/>
            </a:xfrm>
          </p:grpSpPr>
          <p:sp>
            <p:nvSpPr>
              <p:cNvPr id="4252" name="Google Shape;4252;p174"/>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3" name="Google Shape;4253;p174"/>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4" name="Google Shape;4254;p174"/>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5" name="Google Shape;4255;p174"/>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5">
    <p:spTree>
      <p:nvGrpSpPr>
        <p:cNvPr id="4256" name="Shape 4256"/>
        <p:cNvGrpSpPr/>
        <p:nvPr/>
      </p:nvGrpSpPr>
      <p:grpSpPr>
        <a:xfrm>
          <a:off x="0" y="0"/>
          <a:ext cx="0" cy="0"/>
          <a:chOff x="0" y="0"/>
          <a:chExt cx="0" cy="0"/>
        </a:xfrm>
      </p:grpSpPr>
      <p:sp>
        <p:nvSpPr>
          <p:cNvPr id="4257" name="Google Shape;4257;p17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4258" name="Google Shape;4258;p175"/>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259" name="Google Shape;4259;p175"/>
          <p:cNvSpPr txBox="1"/>
          <p:nvPr>
            <p:ph idx="1" type="subTitle"/>
          </p:nvPr>
        </p:nvSpPr>
        <p:spPr>
          <a:xfrm>
            <a:off x="694600" y="2141050"/>
            <a:ext cx="1987800" cy="6741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4260" name="Google Shape;4260;p175"/>
          <p:cNvSpPr txBox="1"/>
          <p:nvPr>
            <p:ph idx="2" type="subTitle"/>
          </p:nvPr>
        </p:nvSpPr>
        <p:spPr>
          <a:xfrm>
            <a:off x="694600" y="1677500"/>
            <a:ext cx="1987800" cy="393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sp>
        <p:nvSpPr>
          <p:cNvPr id="4261" name="Google Shape;4261;p175"/>
          <p:cNvSpPr txBox="1"/>
          <p:nvPr>
            <p:ph idx="3" type="subTitle"/>
          </p:nvPr>
        </p:nvSpPr>
        <p:spPr>
          <a:xfrm>
            <a:off x="694600" y="3635925"/>
            <a:ext cx="1987800" cy="6741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4262" name="Google Shape;4262;p175"/>
          <p:cNvSpPr txBox="1"/>
          <p:nvPr>
            <p:ph idx="4" type="subTitle"/>
          </p:nvPr>
        </p:nvSpPr>
        <p:spPr>
          <a:xfrm>
            <a:off x="694600" y="3172375"/>
            <a:ext cx="1987800" cy="393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sp>
        <p:nvSpPr>
          <p:cNvPr id="4263" name="Google Shape;4263;p175"/>
          <p:cNvSpPr txBox="1"/>
          <p:nvPr>
            <p:ph idx="5" type="subTitle"/>
          </p:nvPr>
        </p:nvSpPr>
        <p:spPr>
          <a:xfrm>
            <a:off x="3022700" y="2141050"/>
            <a:ext cx="1987800" cy="6741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4264" name="Google Shape;4264;p175"/>
          <p:cNvSpPr txBox="1"/>
          <p:nvPr>
            <p:ph idx="6" type="subTitle"/>
          </p:nvPr>
        </p:nvSpPr>
        <p:spPr>
          <a:xfrm>
            <a:off x="3022700" y="1677500"/>
            <a:ext cx="1987800" cy="393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sp>
        <p:nvSpPr>
          <p:cNvPr id="4265" name="Google Shape;4265;p175"/>
          <p:cNvSpPr txBox="1"/>
          <p:nvPr>
            <p:ph idx="7" type="subTitle"/>
          </p:nvPr>
        </p:nvSpPr>
        <p:spPr>
          <a:xfrm>
            <a:off x="3022700" y="3635925"/>
            <a:ext cx="1987800" cy="6741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4266" name="Google Shape;4266;p175"/>
          <p:cNvSpPr txBox="1"/>
          <p:nvPr>
            <p:ph idx="8" type="subTitle"/>
          </p:nvPr>
        </p:nvSpPr>
        <p:spPr>
          <a:xfrm>
            <a:off x="3022700" y="3172375"/>
            <a:ext cx="1987800" cy="393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grpSp>
        <p:nvGrpSpPr>
          <p:cNvPr id="4267" name="Google Shape;4267;p175"/>
          <p:cNvGrpSpPr/>
          <p:nvPr/>
        </p:nvGrpSpPr>
        <p:grpSpPr>
          <a:xfrm>
            <a:off x="-1260750" y="4247400"/>
            <a:ext cx="2224933" cy="1789104"/>
            <a:chOff x="-1260750" y="4247400"/>
            <a:chExt cx="2224933" cy="1789104"/>
          </a:xfrm>
        </p:grpSpPr>
        <p:sp>
          <p:nvSpPr>
            <p:cNvPr id="4268" name="Google Shape;4268;p175"/>
            <p:cNvSpPr/>
            <p:nvPr/>
          </p:nvSpPr>
          <p:spPr>
            <a:xfrm flipH="1">
              <a:off x="-1260750" y="4247400"/>
              <a:ext cx="2224933" cy="1789104"/>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9" name="Google Shape;4269;p175"/>
            <p:cNvSpPr/>
            <p:nvPr/>
          </p:nvSpPr>
          <p:spPr>
            <a:xfrm>
              <a:off x="-708950" y="4596438"/>
              <a:ext cx="1232275" cy="1091025"/>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70" name="Google Shape;4270;p175"/>
          <p:cNvGrpSpPr/>
          <p:nvPr/>
        </p:nvGrpSpPr>
        <p:grpSpPr>
          <a:xfrm>
            <a:off x="274663" y="183250"/>
            <a:ext cx="463864" cy="572939"/>
            <a:chOff x="274663" y="183250"/>
            <a:chExt cx="463864" cy="572939"/>
          </a:xfrm>
        </p:grpSpPr>
        <p:grpSp>
          <p:nvGrpSpPr>
            <p:cNvPr id="4271" name="Google Shape;4271;p175"/>
            <p:cNvGrpSpPr/>
            <p:nvPr/>
          </p:nvGrpSpPr>
          <p:grpSpPr>
            <a:xfrm>
              <a:off x="633070" y="183250"/>
              <a:ext cx="105457" cy="105457"/>
              <a:chOff x="7812545" y="194375"/>
              <a:chExt cx="105457" cy="105457"/>
            </a:xfrm>
          </p:grpSpPr>
          <p:sp>
            <p:nvSpPr>
              <p:cNvPr id="4272" name="Google Shape;4272;p175"/>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3" name="Google Shape;4273;p175"/>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4" name="Google Shape;4274;p175"/>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5" name="Google Shape;4275;p175"/>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276" name="Google Shape;4276;p175"/>
            <p:cNvSpPr/>
            <p:nvPr/>
          </p:nvSpPr>
          <p:spPr>
            <a:xfrm>
              <a:off x="274663" y="650800"/>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77" name="Google Shape;4277;p175"/>
          <p:cNvGrpSpPr/>
          <p:nvPr/>
        </p:nvGrpSpPr>
        <p:grpSpPr>
          <a:xfrm>
            <a:off x="8458201" y="174775"/>
            <a:ext cx="450001" cy="729257"/>
            <a:chOff x="8458201" y="174775"/>
            <a:chExt cx="450001" cy="729257"/>
          </a:xfrm>
        </p:grpSpPr>
        <p:sp>
          <p:nvSpPr>
            <p:cNvPr id="4278" name="Google Shape;4278;p175"/>
            <p:cNvSpPr/>
            <p:nvPr/>
          </p:nvSpPr>
          <p:spPr>
            <a:xfrm>
              <a:off x="8458201" y="17477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4279" name="Google Shape;4279;p175"/>
            <p:cNvGrpSpPr/>
            <p:nvPr/>
          </p:nvGrpSpPr>
          <p:grpSpPr>
            <a:xfrm>
              <a:off x="8802745" y="798575"/>
              <a:ext cx="105457" cy="105457"/>
              <a:chOff x="7812545" y="194375"/>
              <a:chExt cx="105457" cy="105457"/>
            </a:xfrm>
          </p:grpSpPr>
          <p:sp>
            <p:nvSpPr>
              <p:cNvPr id="4280" name="Google Shape;4280;p175"/>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1" name="Google Shape;4281;p175"/>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2" name="Google Shape;4282;p175"/>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3" name="Google Shape;4283;p175"/>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284" name="Google Shape;4284;p175"/>
          <p:cNvGrpSpPr/>
          <p:nvPr/>
        </p:nvGrpSpPr>
        <p:grpSpPr>
          <a:xfrm>
            <a:off x="4674326" y="4643998"/>
            <a:ext cx="1462601" cy="285801"/>
            <a:chOff x="4826726" y="4646175"/>
            <a:chExt cx="1462601" cy="285801"/>
          </a:xfrm>
        </p:grpSpPr>
        <p:sp>
          <p:nvSpPr>
            <p:cNvPr id="4285" name="Google Shape;4285;p175"/>
            <p:cNvSpPr/>
            <p:nvPr/>
          </p:nvSpPr>
          <p:spPr>
            <a:xfrm>
              <a:off x="4826726" y="485402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4286" name="Google Shape;4286;p175"/>
            <p:cNvGrpSpPr/>
            <p:nvPr/>
          </p:nvGrpSpPr>
          <p:grpSpPr>
            <a:xfrm>
              <a:off x="5519620" y="4646175"/>
              <a:ext cx="105457" cy="105457"/>
              <a:chOff x="7812545" y="194375"/>
              <a:chExt cx="105457" cy="105457"/>
            </a:xfrm>
          </p:grpSpPr>
          <p:sp>
            <p:nvSpPr>
              <p:cNvPr id="4287" name="Google Shape;4287;p175"/>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8" name="Google Shape;4288;p175"/>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9" name="Google Shape;4289;p175"/>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0" name="Google Shape;4290;p175"/>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291" name="Google Shape;4291;p175"/>
            <p:cNvSpPr/>
            <p:nvPr/>
          </p:nvSpPr>
          <p:spPr>
            <a:xfrm>
              <a:off x="6211376" y="485402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spTree>
  </p:cSld>
  <p:clrMapOvr>
    <a:masterClrMapping/>
  </p:clrMapOvr>
</p:sldLayout>
</file>

<file path=ppt/slideLayouts/slideLayout1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1">
  <p:cSld name="BLANK_16">
    <p:spTree>
      <p:nvGrpSpPr>
        <p:cNvPr id="4292" name="Shape 4292"/>
        <p:cNvGrpSpPr/>
        <p:nvPr/>
      </p:nvGrpSpPr>
      <p:grpSpPr>
        <a:xfrm>
          <a:off x="0" y="0"/>
          <a:ext cx="0" cy="0"/>
          <a:chOff x="0" y="0"/>
          <a:chExt cx="0" cy="0"/>
        </a:xfrm>
      </p:grpSpPr>
      <p:sp>
        <p:nvSpPr>
          <p:cNvPr id="4293" name="Google Shape;4293;p17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4294" name="Google Shape;4294;p176"/>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295" name="Google Shape;4295;p176"/>
          <p:cNvSpPr txBox="1"/>
          <p:nvPr>
            <p:ph idx="1" type="subTitle"/>
          </p:nvPr>
        </p:nvSpPr>
        <p:spPr>
          <a:xfrm>
            <a:off x="685800" y="2234667"/>
            <a:ext cx="2249100" cy="481500"/>
          </a:xfrm>
          <a:prstGeom prst="rect">
            <a:avLst/>
          </a:prstGeom>
        </p:spPr>
        <p:txBody>
          <a:bodyPr anchorCtr="0" anchor="ctr" bIns="91425" lIns="91425" spcFirstLastPara="1" rIns="91425" wrap="square" tIns="91425">
            <a:noAutofit/>
          </a:bodyPr>
          <a:lstStyle>
            <a:lvl1pPr lvl="0" algn="r">
              <a:lnSpc>
                <a:spcPct val="100000"/>
              </a:lnSpc>
              <a:spcBef>
                <a:spcPts val="0"/>
              </a:spcBef>
              <a:spcAft>
                <a:spcPts val="0"/>
              </a:spcAft>
              <a:buSzPts val="1400"/>
              <a:buNone/>
              <a:defRPr/>
            </a:lvl1pPr>
            <a:lvl2pPr lvl="1" algn="r">
              <a:lnSpc>
                <a:spcPct val="100000"/>
              </a:lnSpc>
              <a:spcBef>
                <a:spcPts val="0"/>
              </a:spcBef>
              <a:spcAft>
                <a:spcPts val="0"/>
              </a:spcAft>
              <a:buSzPts val="1400"/>
              <a:buNone/>
              <a:defRPr/>
            </a:lvl2pPr>
            <a:lvl3pPr lvl="2" algn="r">
              <a:lnSpc>
                <a:spcPct val="100000"/>
              </a:lnSpc>
              <a:spcBef>
                <a:spcPts val="0"/>
              </a:spcBef>
              <a:spcAft>
                <a:spcPts val="0"/>
              </a:spcAft>
              <a:buSzPts val="1400"/>
              <a:buNone/>
              <a:defRPr/>
            </a:lvl3pPr>
            <a:lvl4pPr lvl="3" algn="r">
              <a:lnSpc>
                <a:spcPct val="100000"/>
              </a:lnSpc>
              <a:spcBef>
                <a:spcPts val="0"/>
              </a:spcBef>
              <a:spcAft>
                <a:spcPts val="0"/>
              </a:spcAft>
              <a:buSzPts val="1400"/>
              <a:buNone/>
              <a:defRPr/>
            </a:lvl4pPr>
            <a:lvl5pPr lvl="4" algn="r">
              <a:lnSpc>
                <a:spcPct val="100000"/>
              </a:lnSpc>
              <a:spcBef>
                <a:spcPts val="0"/>
              </a:spcBef>
              <a:spcAft>
                <a:spcPts val="0"/>
              </a:spcAft>
              <a:buSzPts val="1400"/>
              <a:buNone/>
              <a:defRPr/>
            </a:lvl5pPr>
            <a:lvl6pPr lvl="5" algn="r">
              <a:lnSpc>
                <a:spcPct val="100000"/>
              </a:lnSpc>
              <a:spcBef>
                <a:spcPts val="0"/>
              </a:spcBef>
              <a:spcAft>
                <a:spcPts val="0"/>
              </a:spcAft>
              <a:buSzPts val="1400"/>
              <a:buNone/>
              <a:defRPr/>
            </a:lvl6pPr>
            <a:lvl7pPr lvl="6" algn="r">
              <a:lnSpc>
                <a:spcPct val="100000"/>
              </a:lnSpc>
              <a:spcBef>
                <a:spcPts val="0"/>
              </a:spcBef>
              <a:spcAft>
                <a:spcPts val="0"/>
              </a:spcAft>
              <a:buSzPts val="1400"/>
              <a:buNone/>
              <a:defRPr/>
            </a:lvl7pPr>
            <a:lvl8pPr lvl="7" algn="r">
              <a:lnSpc>
                <a:spcPct val="100000"/>
              </a:lnSpc>
              <a:spcBef>
                <a:spcPts val="0"/>
              </a:spcBef>
              <a:spcAft>
                <a:spcPts val="0"/>
              </a:spcAft>
              <a:buSzPts val="1400"/>
              <a:buNone/>
              <a:defRPr/>
            </a:lvl8pPr>
            <a:lvl9pPr lvl="8" algn="r">
              <a:lnSpc>
                <a:spcPct val="100000"/>
              </a:lnSpc>
              <a:spcBef>
                <a:spcPts val="0"/>
              </a:spcBef>
              <a:spcAft>
                <a:spcPts val="0"/>
              </a:spcAft>
              <a:buSzPts val="1400"/>
              <a:buNone/>
              <a:defRPr/>
            </a:lvl9pPr>
          </a:lstStyle>
          <a:p/>
        </p:txBody>
      </p:sp>
      <p:sp>
        <p:nvSpPr>
          <p:cNvPr id="4296" name="Google Shape;4296;p176"/>
          <p:cNvSpPr txBox="1"/>
          <p:nvPr>
            <p:ph idx="2" type="subTitle"/>
          </p:nvPr>
        </p:nvSpPr>
        <p:spPr>
          <a:xfrm>
            <a:off x="685800" y="1771117"/>
            <a:ext cx="2249100" cy="393600"/>
          </a:xfrm>
          <a:prstGeom prst="rect">
            <a:avLst/>
          </a:prstGeom>
        </p:spPr>
        <p:txBody>
          <a:bodyPr anchorCtr="0" anchor="ctr" bIns="91425" lIns="91425" spcFirstLastPara="1" rIns="91425" wrap="square" tIns="91425">
            <a:noAutofit/>
          </a:bodyPr>
          <a:lstStyle>
            <a:lvl1pPr lvl="0" algn="r">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sp>
        <p:nvSpPr>
          <p:cNvPr id="4297" name="Google Shape;4297;p176"/>
          <p:cNvSpPr txBox="1"/>
          <p:nvPr>
            <p:ph idx="3" type="subTitle"/>
          </p:nvPr>
        </p:nvSpPr>
        <p:spPr>
          <a:xfrm>
            <a:off x="685800" y="3577142"/>
            <a:ext cx="2249100" cy="481500"/>
          </a:xfrm>
          <a:prstGeom prst="rect">
            <a:avLst/>
          </a:prstGeom>
        </p:spPr>
        <p:txBody>
          <a:bodyPr anchorCtr="0" anchor="ctr" bIns="91425" lIns="91425" spcFirstLastPara="1" rIns="91425" wrap="square" tIns="91425">
            <a:noAutofit/>
          </a:bodyPr>
          <a:lstStyle>
            <a:lvl1pPr lvl="0" algn="r">
              <a:lnSpc>
                <a:spcPct val="100000"/>
              </a:lnSpc>
              <a:spcBef>
                <a:spcPts val="0"/>
              </a:spcBef>
              <a:spcAft>
                <a:spcPts val="0"/>
              </a:spcAft>
              <a:buSzPts val="1400"/>
              <a:buNone/>
              <a:defRPr/>
            </a:lvl1pPr>
            <a:lvl2pPr lvl="1" algn="r">
              <a:lnSpc>
                <a:spcPct val="100000"/>
              </a:lnSpc>
              <a:spcBef>
                <a:spcPts val="0"/>
              </a:spcBef>
              <a:spcAft>
                <a:spcPts val="0"/>
              </a:spcAft>
              <a:buSzPts val="1400"/>
              <a:buNone/>
              <a:defRPr/>
            </a:lvl2pPr>
            <a:lvl3pPr lvl="2" algn="r">
              <a:lnSpc>
                <a:spcPct val="100000"/>
              </a:lnSpc>
              <a:spcBef>
                <a:spcPts val="0"/>
              </a:spcBef>
              <a:spcAft>
                <a:spcPts val="0"/>
              </a:spcAft>
              <a:buSzPts val="1400"/>
              <a:buNone/>
              <a:defRPr/>
            </a:lvl3pPr>
            <a:lvl4pPr lvl="3" algn="r">
              <a:lnSpc>
                <a:spcPct val="100000"/>
              </a:lnSpc>
              <a:spcBef>
                <a:spcPts val="0"/>
              </a:spcBef>
              <a:spcAft>
                <a:spcPts val="0"/>
              </a:spcAft>
              <a:buSzPts val="1400"/>
              <a:buNone/>
              <a:defRPr/>
            </a:lvl4pPr>
            <a:lvl5pPr lvl="4" algn="r">
              <a:lnSpc>
                <a:spcPct val="100000"/>
              </a:lnSpc>
              <a:spcBef>
                <a:spcPts val="0"/>
              </a:spcBef>
              <a:spcAft>
                <a:spcPts val="0"/>
              </a:spcAft>
              <a:buSzPts val="1400"/>
              <a:buNone/>
              <a:defRPr/>
            </a:lvl5pPr>
            <a:lvl6pPr lvl="5" algn="r">
              <a:lnSpc>
                <a:spcPct val="100000"/>
              </a:lnSpc>
              <a:spcBef>
                <a:spcPts val="0"/>
              </a:spcBef>
              <a:spcAft>
                <a:spcPts val="0"/>
              </a:spcAft>
              <a:buSzPts val="1400"/>
              <a:buNone/>
              <a:defRPr/>
            </a:lvl6pPr>
            <a:lvl7pPr lvl="6" algn="r">
              <a:lnSpc>
                <a:spcPct val="100000"/>
              </a:lnSpc>
              <a:spcBef>
                <a:spcPts val="0"/>
              </a:spcBef>
              <a:spcAft>
                <a:spcPts val="0"/>
              </a:spcAft>
              <a:buSzPts val="1400"/>
              <a:buNone/>
              <a:defRPr/>
            </a:lvl7pPr>
            <a:lvl8pPr lvl="7" algn="r">
              <a:lnSpc>
                <a:spcPct val="100000"/>
              </a:lnSpc>
              <a:spcBef>
                <a:spcPts val="0"/>
              </a:spcBef>
              <a:spcAft>
                <a:spcPts val="0"/>
              </a:spcAft>
              <a:buSzPts val="1400"/>
              <a:buNone/>
              <a:defRPr/>
            </a:lvl8pPr>
            <a:lvl9pPr lvl="8" algn="r">
              <a:lnSpc>
                <a:spcPct val="100000"/>
              </a:lnSpc>
              <a:spcBef>
                <a:spcPts val="0"/>
              </a:spcBef>
              <a:spcAft>
                <a:spcPts val="0"/>
              </a:spcAft>
              <a:buSzPts val="1400"/>
              <a:buNone/>
              <a:defRPr/>
            </a:lvl9pPr>
          </a:lstStyle>
          <a:p/>
        </p:txBody>
      </p:sp>
      <p:sp>
        <p:nvSpPr>
          <p:cNvPr id="4298" name="Google Shape;4298;p176"/>
          <p:cNvSpPr txBox="1"/>
          <p:nvPr>
            <p:ph idx="4" type="subTitle"/>
          </p:nvPr>
        </p:nvSpPr>
        <p:spPr>
          <a:xfrm>
            <a:off x="685800" y="3113592"/>
            <a:ext cx="2249100" cy="393600"/>
          </a:xfrm>
          <a:prstGeom prst="rect">
            <a:avLst/>
          </a:prstGeom>
        </p:spPr>
        <p:txBody>
          <a:bodyPr anchorCtr="0" anchor="ctr" bIns="91425" lIns="91425" spcFirstLastPara="1" rIns="91425" wrap="square" tIns="91425">
            <a:noAutofit/>
          </a:bodyPr>
          <a:lstStyle>
            <a:lvl1pPr lvl="0" algn="r">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sp>
        <p:nvSpPr>
          <p:cNvPr id="4299" name="Google Shape;4299;p176"/>
          <p:cNvSpPr txBox="1"/>
          <p:nvPr>
            <p:ph idx="5" type="subTitle"/>
          </p:nvPr>
        </p:nvSpPr>
        <p:spPr>
          <a:xfrm>
            <a:off x="6209200" y="2234667"/>
            <a:ext cx="2249100" cy="4815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4300" name="Google Shape;4300;p176"/>
          <p:cNvSpPr txBox="1"/>
          <p:nvPr>
            <p:ph idx="6" type="subTitle"/>
          </p:nvPr>
        </p:nvSpPr>
        <p:spPr>
          <a:xfrm>
            <a:off x="6209200" y="1771117"/>
            <a:ext cx="2249100" cy="393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sp>
        <p:nvSpPr>
          <p:cNvPr id="4301" name="Google Shape;4301;p176"/>
          <p:cNvSpPr txBox="1"/>
          <p:nvPr>
            <p:ph idx="7" type="subTitle"/>
          </p:nvPr>
        </p:nvSpPr>
        <p:spPr>
          <a:xfrm>
            <a:off x="6209200" y="3577142"/>
            <a:ext cx="2249100" cy="4815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4302" name="Google Shape;4302;p176"/>
          <p:cNvSpPr txBox="1"/>
          <p:nvPr>
            <p:ph idx="8" type="subTitle"/>
          </p:nvPr>
        </p:nvSpPr>
        <p:spPr>
          <a:xfrm>
            <a:off x="6209200" y="3113592"/>
            <a:ext cx="2249100" cy="393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grpSp>
        <p:nvGrpSpPr>
          <p:cNvPr id="4303" name="Google Shape;4303;p176"/>
          <p:cNvGrpSpPr/>
          <p:nvPr/>
        </p:nvGrpSpPr>
        <p:grpSpPr>
          <a:xfrm flipH="1">
            <a:off x="450425" y="4456075"/>
            <a:ext cx="1916852" cy="488594"/>
            <a:chOff x="6725000" y="4484900"/>
            <a:chExt cx="1916852" cy="488594"/>
          </a:xfrm>
        </p:grpSpPr>
        <p:sp>
          <p:nvSpPr>
            <p:cNvPr id="4304" name="Google Shape;4304;p176"/>
            <p:cNvSpPr/>
            <p:nvPr/>
          </p:nvSpPr>
          <p:spPr>
            <a:xfrm>
              <a:off x="8536400" y="4484900"/>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305" name="Google Shape;4305;p176"/>
            <p:cNvGrpSpPr/>
            <p:nvPr/>
          </p:nvGrpSpPr>
          <p:grpSpPr>
            <a:xfrm>
              <a:off x="7801920" y="4868038"/>
              <a:ext cx="105457" cy="105457"/>
              <a:chOff x="7812545" y="194375"/>
              <a:chExt cx="105457" cy="105457"/>
            </a:xfrm>
          </p:grpSpPr>
          <p:sp>
            <p:nvSpPr>
              <p:cNvPr id="4306" name="Google Shape;4306;p176"/>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7" name="Google Shape;4307;p176"/>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8" name="Google Shape;4308;p176"/>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9" name="Google Shape;4309;p176"/>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310" name="Google Shape;4310;p176"/>
            <p:cNvSpPr/>
            <p:nvPr/>
          </p:nvSpPr>
          <p:spPr>
            <a:xfrm>
              <a:off x="6725000" y="4762662"/>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11" name="Google Shape;4311;p176"/>
          <p:cNvGrpSpPr/>
          <p:nvPr/>
        </p:nvGrpSpPr>
        <p:grpSpPr>
          <a:xfrm>
            <a:off x="8072151" y="199650"/>
            <a:ext cx="727201" cy="912457"/>
            <a:chOff x="8072151" y="199650"/>
            <a:chExt cx="727201" cy="912457"/>
          </a:xfrm>
        </p:grpSpPr>
        <p:sp>
          <p:nvSpPr>
            <p:cNvPr id="4312" name="Google Shape;4312;p176"/>
            <p:cNvSpPr/>
            <p:nvPr/>
          </p:nvSpPr>
          <p:spPr>
            <a:xfrm>
              <a:off x="8072151" y="199650"/>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4313" name="Google Shape;4313;p176"/>
            <p:cNvGrpSpPr/>
            <p:nvPr/>
          </p:nvGrpSpPr>
          <p:grpSpPr>
            <a:xfrm>
              <a:off x="8645970" y="1006650"/>
              <a:ext cx="105457" cy="105457"/>
              <a:chOff x="7812545" y="194375"/>
              <a:chExt cx="105457" cy="105457"/>
            </a:xfrm>
          </p:grpSpPr>
          <p:sp>
            <p:nvSpPr>
              <p:cNvPr id="4314" name="Google Shape;4314;p176"/>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5" name="Google Shape;4315;p176"/>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6" name="Google Shape;4316;p176"/>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7" name="Google Shape;4317;p176"/>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18" name="Google Shape;4318;p176"/>
            <p:cNvGrpSpPr/>
            <p:nvPr/>
          </p:nvGrpSpPr>
          <p:grpSpPr>
            <a:xfrm>
              <a:off x="8693895" y="342525"/>
              <a:ext cx="105457" cy="105457"/>
              <a:chOff x="7812545" y="194375"/>
              <a:chExt cx="105457" cy="105457"/>
            </a:xfrm>
          </p:grpSpPr>
          <p:sp>
            <p:nvSpPr>
              <p:cNvPr id="4319" name="Google Shape;4319;p176"/>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0" name="Google Shape;4320;p176"/>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1" name="Google Shape;4321;p176"/>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2" name="Google Shape;4322;p176"/>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323" name="Google Shape;4323;p176"/>
          <p:cNvGrpSpPr/>
          <p:nvPr/>
        </p:nvGrpSpPr>
        <p:grpSpPr>
          <a:xfrm>
            <a:off x="7924782" y="4282875"/>
            <a:ext cx="1763256" cy="1268320"/>
            <a:chOff x="7924782" y="4282875"/>
            <a:chExt cx="1763256" cy="1268320"/>
          </a:xfrm>
        </p:grpSpPr>
        <p:sp>
          <p:nvSpPr>
            <p:cNvPr id="4324" name="Google Shape;4324;p176"/>
            <p:cNvSpPr/>
            <p:nvPr/>
          </p:nvSpPr>
          <p:spPr>
            <a:xfrm flipH="1">
              <a:off x="7924782" y="4282875"/>
              <a:ext cx="1463593" cy="1176898"/>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rgbClr val="F0F0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5" name="Google Shape;4325;p176"/>
            <p:cNvSpPr/>
            <p:nvPr/>
          </p:nvSpPr>
          <p:spPr>
            <a:xfrm>
              <a:off x="8471361" y="4438924"/>
              <a:ext cx="1216677" cy="1112271"/>
            </a:xfrm>
            <a:custGeom>
              <a:rect b="b" l="l" r="r" t="t"/>
              <a:pathLst>
                <a:path extrusionOk="0" h="49900" w="54584">
                  <a:moveTo>
                    <a:pt x="39803" y="0"/>
                  </a:moveTo>
                  <a:cubicBezTo>
                    <a:pt x="38029" y="0"/>
                    <a:pt x="36248" y="409"/>
                    <a:pt x="34570" y="1238"/>
                  </a:cubicBezTo>
                  <a:cubicBezTo>
                    <a:pt x="31367" y="2802"/>
                    <a:pt x="28886" y="5448"/>
                    <a:pt x="25683" y="7012"/>
                  </a:cubicBezTo>
                  <a:cubicBezTo>
                    <a:pt x="21308" y="9163"/>
                    <a:pt x="16511" y="10320"/>
                    <a:pt x="12090" y="12380"/>
                  </a:cubicBezTo>
                  <a:cubicBezTo>
                    <a:pt x="7684" y="14425"/>
                    <a:pt x="3444" y="17628"/>
                    <a:pt x="1865" y="22244"/>
                  </a:cubicBezTo>
                  <a:cubicBezTo>
                    <a:pt x="1" y="27673"/>
                    <a:pt x="647" y="34078"/>
                    <a:pt x="3504" y="39040"/>
                  </a:cubicBezTo>
                  <a:cubicBezTo>
                    <a:pt x="8069" y="46988"/>
                    <a:pt x="17031" y="49899"/>
                    <a:pt x="25743" y="49899"/>
                  </a:cubicBezTo>
                  <a:cubicBezTo>
                    <a:pt x="25898" y="49899"/>
                    <a:pt x="26054" y="49898"/>
                    <a:pt x="26209" y="49897"/>
                  </a:cubicBezTo>
                  <a:cubicBezTo>
                    <a:pt x="44945" y="49671"/>
                    <a:pt x="54583" y="26996"/>
                    <a:pt x="51531" y="10696"/>
                  </a:cubicBezTo>
                  <a:cubicBezTo>
                    <a:pt x="50869" y="7163"/>
                    <a:pt x="49230" y="3779"/>
                    <a:pt x="46118" y="1840"/>
                  </a:cubicBezTo>
                  <a:cubicBezTo>
                    <a:pt x="44160" y="620"/>
                    <a:pt x="41987" y="0"/>
                    <a:pt x="398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2">
  <p:cSld name="BLANK_21">
    <p:spTree>
      <p:nvGrpSpPr>
        <p:cNvPr id="4326" name="Shape 4326"/>
        <p:cNvGrpSpPr/>
        <p:nvPr/>
      </p:nvGrpSpPr>
      <p:grpSpPr>
        <a:xfrm>
          <a:off x="0" y="0"/>
          <a:ext cx="0" cy="0"/>
          <a:chOff x="0" y="0"/>
          <a:chExt cx="0" cy="0"/>
        </a:xfrm>
      </p:grpSpPr>
      <p:sp>
        <p:nvSpPr>
          <p:cNvPr id="4327" name="Google Shape;4327;p17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4328" name="Google Shape;4328;p177"/>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329" name="Google Shape;4329;p177"/>
          <p:cNvSpPr txBox="1"/>
          <p:nvPr>
            <p:ph idx="2" type="title"/>
          </p:nvPr>
        </p:nvSpPr>
        <p:spPr>
          <a:xfrm>
            <a:off x="685800" y="2239050"/>
            <a:ext cx="2227800" cy="3936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sz="2000">
                <a:solidFill>
                  <a:schemeClr val="accent2"/>
                </a:solidFill>
              </a:defRPr>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sp>
        <p:nvSpPr>
          <p:cNvPr id="4330" name="Google Shape;4330;p177"/>
          <p:cNvSpPr txBox="1"/>
          <p:nvPr>
            <p:ph idx="1" type="subTitle"/>
          </p:nvPr>
        </p:nvSpPr>
        <p:spPr>
          <a:xfrm>
            <a:off x="688342" y="2632650"/>
            <a:ext cx="2227800" cy="4680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331" name="Google Shape;4331;p177"/>
          <p:cNvSpPr txBox="1"/>
          <p:nvPr>
            <p:ph hasCustomPrompt="1" idx="3" type="title"/>
          </p:nvPr>
        </p:nvSpPr>
        <p:spPr>
          <a:xfrm>
            <a:off x="685793" y="1773634"/>
            <a:ext cx="792600" cy="5283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solidFill>
                  <a:schemeClr val="accent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4332" name="Google Shape;4332;p177"/>
          <p:cNvSpPr txBox="1"/>
          <p:nvPr>
            <p:ph idx="4" type="title"/>
          </p:nvPr>
        </p:nvSpPr>
        <p:spPr>
          <a:xfrm>
            <a:off x="6230350" y="2239050"/>
            <a:ext cx="2225400" cy="393600"/>
          </a:xfrm>
          <a:prstGeom prst="rect">
            <a:avLst/>
          </a:prstGeom>
        </p:spPr>
        <p:txBody>
          <a:bodyPr anchorCtr="0" anchor="ctr" bIns="91425" lIns="91425" spcFirstLastPara="1" rIns="91425" wrap="square" tIns="91425">
            <a:noAutofit/>
          </a:bodyPr>
          <a:lstStyle>
            <a:lvl1pPr lvl="0" algn="r">
              <a:spcBef>
                <a:spcPts val="0"/>
              </a:spcBef>
              <a:spcAft>
                <a:spcPts val="0"/>
              </a:spcAft>
              <a:buSzPts val="2000"/>
              <a:buNone/>
              <a:defRPr sz="2000">
                <a:solidFill>
                  <a:schemeClr val="accent2"/>
                </a:solidFill>
              </a:defRPr>
            </a:lvl1pPr>
            <a:lvl2pPr lvl="1" algn="r">
              <a:spcBef>
                <a:spcPts val="0"/>
              </a:spcBef>
              <a:spcAft>
                <a:spcPts val="0"/>
              </a:spcAft>
              <a:buSzPts val="2000"/>
              <a:buNone/>
              <a:defRPr sz="2000"/>
            </a:lvl2pPr>
            <a:lvl3pPr lvl="2" algn="r">
              <a:spcBef>
                <a:spcPts val="0"/>
              </a:spcBef>
              <a:spcAft>
                <a:spcPts val="0"/>
              </a:spcAft>
              <a:buSzPts val="2000"/>
              <a:buNone/>
              <a:defRPr sz="2000"/>
            </a:lvl3pPr>
            <a:lvl4pPr lvl="3" algn="r">
              <a:spcBef>
                <a:spcPts val="0"/>
              </a:spcBef>
              <a:spcAft>
                <a:spcPts val="0"/>
              </a:spcAft>
              <a:buSzPts val="2000"/>
              <a:buNone/>
              <a:defRPr sz="2000"/>
            </a:lvl4pPr>
            <a:lvl5pPr lvl="4" algn="r">
              <a:spcBef>
                <a:spcPts val="0"/>
              </a:spcBef>
              <a:spcAft>
                <a:spcPts val="0"/>
              </a:spcAft>
              <a:buSzPts val="2000"/>
              <a:buNone/>
              <a:defRPr sz="2000"/>
            </a:lvl5pPr>
            <a:lvl6pPr lvl="5" algn="r">
              <a:spcBef>
                <a:spcPts val="0"/>
              </a:spcBef>
              <a:spcAft>
                <a:spcPts val="0"/>
              </a:spcAft>
              <a:buSzPts val="2000"/>
              <a:buNone/>
              <a:defRPr sz="2000"/>
            </a:lvl6pPr>
            <a:lvl7pPr lvl="6" algn="r">
              <a:spcBef>
                <a:spcPts val="0"/>
              </a:spcBef>
              <a:spcAft>
                <a:spcPts val="0"/>
              </a:spcAft>
              <a:buSzPts val="2000"/>
              <a:buNone/>
              <a:defRPr sz="2000"/>
            </a:lvl7pPr>
            <a:lvl8pPr lvl="7" algn="r">
              <a:spcBef>
                <a:spcPts val="0"/>
              </a:spcBef>
              <a:spcAft>
                <a:spcPts val="0"/>
              </a:spcAft>
              <a:buSzPts val="2000"/>
              <a:buNone/>
              <a:defRPr sz="2000"/>
            </a:lvl8pPr>
            <a:lvl9pPr lvl="8" algn="r">
              <a:spcBef>
                <a:spcPts val="0"/>
              </a:spcBef>
              <a:spcAft>
                <a:spcPts val="0"/>
              </a:spcAft>
              <a:buSzPts val="2000"/>
              <a:buNone/>
              <a:defRPr sz="2000"/>
            </a:lvl9pPr>
          </a:lstStyle>
          <a:p/>
        </p:txBody>
      </p:sp>
      <p:sp>
        <p:nvSpPr>
          <p:cNvPr id="4333" name="Google Shape;4333;p177"/>
          <p:cNvSpPr txBox="1"/>
          <p:nvPr>
            <p:ph idx="5" type="subTitle"/>
          </p:nvPr>
        </p:nvSpPr>
        <p:spPr>
          <a:xfrm>
            <a:off x="6232889" y="2632650"/>
            <a:ext cx="2225400" cy="468000"/>
          </a:xfrm>
          <a:prstGeom prst="rect">
            <a:avLst/>
          </a:prstGeom>
        </p:spPr>
        <p:txBody>
          <a:bodyPr anchorCtr="0" anchor="ctr" bIns="91425" lIns="91425" spcFirstLastPara="1" rIns="91425" wrap="square" tIns="91425">
            <a:noAutofit/>
          </a:bodyPr>
          <a:lstStyle>
            <a:lvl1pPr lvl="0" algn="r">
              <a:lnSpc>
                <a:spcPct val="100000"/>
              </a:lnSpc>
              <a:spcBef>
                <a:spcPts val="0"/>
              </a:spcBef>
              <a:spcAft>
                <a:spcPts val="0"/>
              </a:spcAft>
              <a:buSzPts val="1400"/>
              <a:buNone/>
              <a:defRPr/>
            </a:lvl1pPr>
            <a:lvl2pPr lvl="1" algn="r">
              <a:lnSpc>
                <a:spcPct val="100000"/>
              </a:lnSpc>
              <a:spcBef>
                <a:spcPts val="0"/>
              </a:spcBef>
              <a:spcAft>
                <a:spcPts val="0"/>
              </a:spcAft>
              <a:buSzPts val="1400"/>
              <a:buNone/>
              <a:defRPr/>
            </a:lvl2pPr>
            <a:lvl3pPr lvl="2" algn="r">
              <a:lnSpc>
                <a:spcPct val="100000"/>
              </a:lnSpc>
              <a:spcBef>
                <a:spcPts val="0"/>
              </a:spcBef>
              <a:spcAft>
                <a:spcPts val="0"/>
              </a:spcAft>
              <a:buSzPts val="1400"/>
              <a:buNone/>
              <a:defRPr/>
            </a:lvl3pPr>
            <a:lvl4pPr lvl="3" algn="r">
              <a:lnSpc>
                <a:spcPct val="100000"/>
              </a:lnSpc>
              <a:spcBef>
                <a:spcPts val="0"/>
              </a:spcBef>
              <a:spcAft>
                <a:spcPts val="0"/>
              </a:spcAft>
              <a:buSzPts val="1400"/>
              <a:buNone/>
              <a:defRPr/>
            </a:lvl4pPr>
            <a:lvl5pPr lvl="4" algn="r">
              <a:lnSpc>
                <a:spcPct val="100000"/>
              </a:lnSpc>
              <a:spcBef>
                <a:spcPts val="0"/>
              </a:spcBef>
              <a:spcAft>
                <a:spcPts val="0"/>
              </a:spcAft>
              <a:buSzPts val="1400"/>
              <a:buNone/>
              <a:defRPr/>
            </a:lvl5pPr>
            <a:lvl6pPr lvl="5" algn="r">
              <a:lnSpc>
                <a:spcPct val="100000"/>
              </a:lnSpc>
              <a:spcBef>
                <a:spcPts val="0"/>
              </a:spcBef>
              <a:spcAft>
                <a:spcPts val="0"/>
              </a:spcAft>
              <a:buSzPts val="1400"/>
              <a:buNone/>
              <a:defRPr/>
            </a:lvl6pPr>
            <a:lvl7pPr lvl="6" algn="r">
              <a:lnSpc>
                <a:spcPct val="100000"/>
              </a:lnSpc>
              <a:spcBef>
                <a:spcPts val="0"/>
              </a:spcBef>
              <a:spcAft>
                <a:spcPts val="0"/>
              </a:spcAft>
              <a:buSzPts val="1400"/>
              <a:buNone/>
              <a:defRPr/>
            </a:lvl7pPr>
            <a:lvl8pPr lvl="7" algn="r">
              <a:lnSpc>
                <a:spcPct val="100000"/>
              </a:lnSpc>
              <a:spcBef>
                <a:spcPts val="0"/>
              </a:spcBef>
              <a:spcAft>
                <a:spcPts val="0"/>
              </a:spcAft>
              <a:buSzPts val="1400"/>
              <a:buNone/>
              <a:defRPr/>
            </a:lvl8pPr>
            <a:lvl9pPr lvl="8" algn="r">
              <a:lnSpc>
                <a:spcPct val="100000"/>
              </a:lnSpc>
              <a:spcBef>
                <a:spcPts val="0"/>
              </a:spcBef>
              <a:spcAft>
                <a:spcPts val="0"/>
              </a:spcAft>
              <a:buSzPts val="1400"/>
              <a:buNone/>
              <a:defRPr/>
            </a:lvl9pPr>
          </a:lstStyle>
          <a:p/>
        </p:txBody>
      </p:sp>
      <p:sp>
        <p:nvSpPr>
          <p:cNvPr id="4334" name="Google Shape;4334;p177"/>
          <p:cNvSpPr txBox="1"/>
          <p:nvPr>
            <p:ph hasCustomPrompt="1" idx="6" type="title"/>
          </p:nvPr>
        </p:nvSpPr>
        <p:spPr>
          <a:xfrm>
            <a:off x="7662593" y="1773634"/>
            <a:ext cx="792600" cy="528300"/>
          </a:xfrm>
          <a:prstGeom prst="rect">
            <a:avLst/>
          </a:prstGeom>
        </p:spPr>
        <p:txBody>
          <a:bodyPr anchorCtr="0" anchor="ctr" bIns="91425" lIns="91425" spcFirstLastPara="1" rIns="91425" wrap="square" tIns="91425">
            <a:noAutofit/>
          </a:bodyPr>
          <a:lstStyle>
            <a:lvl1pPr lvl="0" algn="r">
              <a:spcBef>
                <a:spcPts val="0"/>
              </a:spcBef>
              <a:spcAft>
                <a:spcPts val="0"/>
              </a:spcAft>
              <a:buSzPts val="3000"/>
              <a:buNone/>
              <a:defRPr sz="3000">
                <a:solidFill>
                  <a:schemeClr val="accent2"/>
                </a:solidFill>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sp>
        <p:nvSpPr>
          <p:cNvPr id="4335" name="Google Shape;4335;p177"/>
          <p:cNvSpPr txBox="1"/>
          <p:nvPr>
            <p:ph idx="7" type="title"/>
          </p:nvPr>
        </p:nvSpPr>
        <p:spPr>
          <a:xfrm>
            <a:off x="687071" y="3702599"/>
            <a:ext cx="2227800" cy="3936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sz="2000">
                <a:solidFill>
                  <a:schemeClr val="accent2"/>
                </a:solidFill>
              </a:defRPr>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sp>
        <p:nvSpPr>
          <p:cNvPr id="4336" name="Google Shape;4336;p177"/>
          <p:cNvSpPr txBox="1"/>
          <p:nvPr>
            <p:ph idx="8" type="subTitle"/>
          </p:nvPr>
        </p:nvSpPr>
        <p:spPr>
          <a:xfrm>
            <a:off x="689613" y="4096199"/>
            <a:ext cx="2227800" cy="4680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337" name="Google Shape;4337;p177"/>
          <p:cNvSpPr txBox="1"/>
          <p:nvPr>
            <p:ph hasCustomPrompt="1" idx="9" type="title"/>
          </p:nvPr>
        </p:nvSpPr>
        <p:spPr>
          <a:xfrm>
            <a:off x="685793" y="3237184"/>
            <a:ext cx="792600" cy="5283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solidFill>
                  <a:schemeClr val="accent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4338" name="Google Shape;4338;p177"/>
          <p:cNvSpPr txBox="1"/>
          <p:nvPr>
            <p:ph idx="13" type="title"/>
          </p:nvPr>
        </p:nvSpPr>
        <p:spPr>
          <a:xfrm>
            <a:off x="6230350" y="3702599"/>
            <a:ext cx="2225400" cy="393600"/>
          </a:xfrm>
          <a:prstGeom prst="rect">
            <a:avLst/>
          </a:prstGeom>
        </p:spPr>
        <p:txBody>
          <a:bodyPr anchorCtr="0" anchor="ctr" bIns="91425" lIns="91425" spcFirstLastPara="1" rIns="91425" wrap="square" tIns="91425">
            <a:noAutofit/>
          </a:bodyPr>
          <a:lstStyle>
            <a:lvl1pPr lvl="0" algn="r">
              <a:spcBef>
                <a:spcPts val="0"/>
              </a:spcBef>
              <a:spcAft>
                <a:spcPts val="0"/>
              </a:spcAft>
              <a:buSzPts val="2000"/>
              <a:buNone/>
              <a:defRPr sz="2000">
                <a:solidFill>
                  <a:schemeClr val="accent2"/>
                </a:solidFill>
              </a:defRPr>
            </a:lvl1pPr>
            <a:lvl2pPr lvl="1" algn="r">
              <a:spcBef>
                <a:spcPts val="0"/>
              </a:spcBef>
              <a:spcAft>
                <a:spcPts val="0"/>
              </a:spcAft>
              <a:buSzPts val="2000"/>
              <a:buNone/>
              <a:defRPr sz="2000"/>
            </a:lvl2pPr>
            <a:lvl3pPr lvl="2" algn="r">
              <a:spcBef>
                <a:spcPts val="0"/>
              </a:spcBef>
              <a:spcAft>
                <a:spcPts val="0"/>
              </a:spcAft>
              <a:buSzPts val="2000"/>
              <a:buNone/>
              <a:defRPr sz="2000"/>
            </a:lvl3pPr>
            <a:lvl4pPr lvl="3" algn="r">
              <a:spcBef>
                <a:spcPts val="0"/>
              </a:spcBef>
              <a:spcAft>
                <a:spcPts val="0"/>
              </a:spcAft>
              <a:buSzPts val="2000"/>
              <a:buNone/>
              <a:defRPr sz="2000"/>
            </a:lvl4pPr>
            <a:lvl5pPr lvl="4" algn="r">
              <a:spcBef>
                <a:spcPts val="0"/>
              </a:spcBef>
              <a:spcAft>
                <a:spcPts val="0"/>
              </a:spcAft>
              <a:buSzPts val="2000"/>
              <a:buNone/>
              <a:defRPr sz="2000"/>
            </a:lvl5pPr>
            <a:lvl6pPr lvl="5" algn="r">
              <a:spcBef>
                <a:spcPts val="0"/>
              </a:spcBef>
              <a:spcAft>
                <a:spcPts val="0"/>
              </a:spcAft>
              <a:buSzPts val="2000"/>
              <a:buNone/>
              <a:defRPr sz="2000"/>
            </a:lvl6pPr>
            <a:lvl7pPr lvl="6" algn="r">
              <a:spcBef>
                <a:spcPts val="0"/>
              </a:spcBef>
              <a:spcAft>
                <a:spcPts val="0"/>
              </a:spcAft>
              <a:buSzPts val="2000"/>
              <a:buNone/>
              <a:defRPr sz="2000"/>
            </a:lvl7pPr>
            <a:lvl8pPr lvl="7" algn="r">
              <a:spcBef>
                <a:spcPts val="0"/>
              </a:spcBef>
              <a:spcAft>
                <a:spcPts val="0"/>
              </a:spcAft>
              <a:buSzPts val="2000"/>
              <a:buNone/>
              <a:defRPr sz="2000"/>
            </a:lvl8pPr>
            <a:lvl9pPr lvl="8" algn="r">
              <a:spcBef>
                <a:spcPts val="0"/>
              </a:spcBef>
              <a:spcAft>
                <a:spcPts val="0"/>
              </a:spcAft>
              <a:buSzPts val="2000"/>
              <a:buNone/>
              <a:defRPr sz="2000"/>
            </a:lvl9pPr>
          </a:lstStyle>
          <a:p/>
        </p:txBody>
      </p:sp>
      <p:sp>
        <p:nvSpPr>
          <p:cNvPr id="4339" name="Google Shape;4339;p177"/>
          <p:cNvSpPr txBox="1"/>
          <p:nvPr>
            <p:ph idx="14" type="subTitle"/>
          </p:nvPr>
        </p:nvSpPr>
        <p:spPr>
          <a:xfrm>
            <a:off x="6232889" y="4096199"/>
            <a:ext cx="2225400" cy="468000"/>
          </a:xfrm>
          <a:prstGeom prst="rect">
            <a:avLst/>
          </a:prstGeom>
        </p:spPr>
        <p:txBody>
          <a:bodyPr anchorCtr="0" anchor="ctr" bIns="91425" lIns="91425" spcFirstLastPara="1" rIns="91425" wrap="square" tIns="91425">
            <a:noAutofit/>
          </a:bodyPr>
          <a:lstStyle>
            <a:lvl1pPr lvl="0" algn="r">
              <a:lnSpc>
                <a:spcPct val="100000"/>
              </a:lnSpc>
              <a:spcBef>
                <a:spcPts val="0"/>
              </a:spcBef>
              <a:spcAft>
                <a:spcPts val="0"/>
              </a:spcAft>
              <a:buSzPts val="1400"/>
              <a:buNone/>
              <a:defRPr/>
            </a:lvl1pPr>
            <a:lvl2pPr lvl="1" algn="r">
              <a:lnSpc>
                <a:spcPct val="100000"/>
              </a:lnSpc>
              <a:spcBef>
                <a:spcPts val="0"/>
              </a:spcBef>
              <a:spcAft>
                <a:spcPts val="0"/>
              </a:spcAft>
              <a:buSzPts val="1400"/>
              <a:buNone/>
              <a:defRPr/>
            </a:lvl2pPr>
            <a:lvl3pPr lvl="2" algn="r">
              <a:lnSpc>
                <a:spcPct val="100000"/>
              </a:lnSpc>
              <a:spcBef>
                <a:spcPts val="0"/>
              </a:spcBef>
              <a:spcAft>
                <a:spcPts val="0"/>
              </a:spcAft>
              <a:buSzPts val="1400"/>
              <a:buNone/>
              <a:defRPr/>
            </a:lvl3pPr>
            <a:lvl4pPr lvl="3" algn="r">
              <a:lnSpc>
                <a:spcPct val="100000"/>
              </a:lnSpc>
              <a:spcBef>
                <a:spcPts val="0"/>
              </a:spcBef>
              <a:spcAft>
                <a:spcPts val="0"/>
              </a:spcAft>
              <a:buSzPts val="1400"/>
              <a:buNone/>
              <a:defRPr/>
            </a:lvl4pPr>
            <a:lvl5pPr lvl="4" algn="r">
              <a:lnSpc>
                <a:spcPct val="100000"/>
              </a:lnSpc>
              <a:spcBef>
                <a:spcPts val="0"/>
              </a:spcBef>
              <a:spcAft>
                <a:spcPts val="0"/>
              </a:spcAft>
              <a:buSzPts val="1400"/>
              <a:buNone/>
              <a:defRPr/>
            </a:lvl5pPr>
            <a:lvl6pPr lvl="5" algn="r">
              <a:lnSpc>
                <a:spcPct val="100000"/>
              </a:lnSpc>
              <a:spcBef>
                <a:spcPts val="0"/>
              </a:spcBef>
              <a:spcAft>
                <a:spcPts val="0"/>
              </a:spcAft>
              <a:buSzPts val="1400"/>
              <a:buNone/>
              <a:defRPr/>
            </a:lvl6pPr>
            <a:lvl7pPr lvl="6" algn="r">
              <a:lnSpc>
                <a:spcPct val="100000"/>
              </a:lnSpc>
              <a:spcBef>
                <a:spcPts val="0"/>
              </a:spcBef>
              <a:spcAft>
                <a:spcPts val="0"/>
              </a:spcAft>
              <a:buSzPts val="1400"/>
              <a:buNone/>
              <a:defRPr/>
            </a:lvl7pPr>
            <a:lvl8pPr lvl="7" algn="r">
              <a:lnSpc>
                <a:spcPct val="100000"/>
              </a:lnSpc>
              <a:spcBef>
                <a:spcPts val="0"/>
              </a:spcBef>
              <a:spcAft>
                <a:spcPts val="0"/>
              </a:spcAft>
              <a:buSzPts val="1400"/>
              <a:buNone/>
              <a:defRPr/>
            </a:lvl8pPr>
            <a:lvl9pPr lvl="8" algn="r">
              <a:lnSpc>
                <a:spcPct val="100000"/>
              </a:lnSpc>
              <a:spcBef>
                <a:spcPts val="0"/>
              </a:spcBef>
              <a:spcAft>
                <a:spcPts val="0"/>
              </a:spcAft>
              <a:buSzPts val="1400"/>
              <a:buNone/>
              <a:defRPr/>
            </a:lvl9pPr>
          </a:lstStyle>
          <a:p/>
        </p:txBody>
      </p:sp>
      <p:sp>
        <p:nvSpPr>
          <p:cNvPr id="4340" name="Google Shape;4340;p177"/>
          <p:cNvSpPr txBox="1"/>
          <p:nvPr>
            <p:ph hasCustomPrompt="1" idx="15" type="title"/>
          </p:nvPr>
        </p:nvSpPr>
        <p:spPr>
          <a:xfrm>
            <a:off x="7662593" y="3237184"/>
            <a:ext cx="792600" cy="528300"/>
          </a:xfrm>
          <a:prstGeom prst="rect">
            <a:avLst/>
          </a:prstGeom>
        </p:spPr>
        <p:txBody>
          <a:bodyPr anchorCtr="0" anchor="ctr" bIns="91425" lIns="91425" spcFirstLastPara="1" rIns="91425" wrap="square" tIns="91425">
            <a:noAutofit/>
          </a:bodyPr>
          <a:lstStyle>
            <a:lvl1pPr lvl="0" algn="r">
              <a:spcBef>
                <a:spcPts val="0"/>
              </a:spcBef>
              <a:spcAft>
                <a:spcPts val="0"/>
              </a:spcAft>
              <a:buSzPts val="3000"/>
              <a:buNone/>
              <a:defRPr sz="3000">
                <a:solidFill>
                  <a:schemeClr val="accent2"/>
                </a:solidFill>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grpSp>
        <p:nvGrpSpPr>
          <p:cNvPr id="4341" name="Google Shape;4341;p177"/>
          <p:cNvGrpSpPr/>
          <p:nvPr/>
        </p:nvGrpSpPr>
        <p:grpSpPr>
          <a:xfrm>
            <a:off x="-1069154" y="4407897"/>
            <a:ext cx="1878379" cy="1510434"/>
            <a:chOff x="-1069154" y="4407897"/>
            <a:chExt cx="1878379" cy="1510434"/>
          </a:xfrm>
        </p:grpSpPr>
        <p:sp>
          <p:nvSpPr>
            <p:cNvPr id="4342" name="Google Shape;4342;p177"/>
            <p:cNvSpPr/>
            <p:nvPr/>
          </p:nvSpPr>
          <p:spPr>
            <a:xfrm flipH="1">
              <a:off x="-1069154" y="4407897"/>
              <a:ext cx="1878379" cy="1510434"/>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3" name="Google Shape;4343;p177"/>
            <p:cNvSpPr/>
            <p:nvPr/>
          </p:nvSpPr>
          <p:spPr>
            <a:xfrm>
              <a:off x="-603318" y="4702573"/>
              <a:ext cx="1040410" cy="921152"/>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44" name="Google Shape;4344;p177"/>
          <p:cNvGrpSpPr/>
          <p:nvPr/>
        </p:nvGrpSpPr>
        <p:grpSpPr>
          <a:xfrm flipH="1" rot="10800000">
            <a:off x="8455188" y="183250"/>
            <a:ext cx="463864" cy="572939"/>
            <a:chOff x="274663" y="183250"/>
            <a:chExt cx="463864" cy="572939"/>
          </a:xfrm>
        </p:grpSpPr>
        <p:grpSp>
          <p:nvGrpSpPr>
            <p:cNvPr id="4345" name="Google Shape;4345;p177"/>
            <p:cNvGrpSpPr/>
            <p:nvPr/>
          </p:nvGrpSpPr>
          <p:grpSpPr>
            <a:xfrm>
              <a:off x="633070" y="183250"/>
              <a:ext cx="105457" cy="105457"/>
              <a:chOff x="7812545" y="194375"/>
              <a:chExt cx="105457" cy="105457"/>
            </a:xfrm>
          </p:grpSpPr>
          <p:sp>
            <p:nvSpPr>
              <p:cNvPr id="4346" name="Google Shape;4346;p177"/>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7" name="Google Shape;4347;p177"/>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8" name="Google Shape;4348;p177"/>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9" name="Google Shape;4349;p177"/>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350" name="Google Shape;4350;p177"/>
            <p:cNvSpPr/>
            <p:nvPr/>
          </p:nvSpPr>
          <p:spPr>
            <a:xfrm>
              <a:off x="274663" y="650800"/>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351" name="Google Shape;4351;p177"/>
          <p:cNvSpPr/>
          <p:nvPr/>
        </p:nvSpPr>
        <p:spPr>
          <a:xfrm rot="10800000">
            <a:off x="8055478" y="4564201"/>
            <a:ext cx="1683999" cy="1354130"/>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352" name="Google Shape;4352;p177"/>
          <p:cNvGrpSpPr/>
          <p:nvPr/>
        </p:nvGrpSpPr>
        <p:grpSpPr>
          <a:xfrm>
            <a:off x="167651" y="174775"/>
            <a:ext cx="719526" cy="729257"/>
            <a:chOff x="167651" y="174775"/>
            <a:chExt cx="719526" cy="729257"/>
          </a:xfrm>
        </p:grpSpPr>
        <p:sp>
          <p:nvSpPr>
            <p:cNvPr id="4353" name="Google Shape;4353;p177"/>
            <p:cNvSpPr/>
            <p:nvPr/>
          </p:nvSpPr>
          <p:spPr>
            <a:xfrm flipH="1" rot="10800000">
              <a:off x="167651" y="826080"/>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4354" name="Google Shape;4354;p177"/>
            <p:cNvGrpSpPr/>
            <p:nvPr/>
          </p:nvGrpSpPr>
          <p:grpSpPr>
            <a:xfrm flipH="1" rot="10800000">
              <a:off x="512195" y="174775"/>
              <a:ext cx="105457" cy="105457"/>
              <a:chOff x="7812545" y="194375"/>
              <a:chExt cx="105457" cy="105457"/>
            </a:xfrm>
          </p:grpSpPr>
          <p:sp>
            <p:nvSpPr>
              <p:cNvPr id="4355" name="Google Shape;4355;p177"/>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6" name="Google Shape;4356;p177"/>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7" name="Google Shape;4357;p177"/>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8" name="Google Shape;4358;p177"/>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359" name="Google Shape;4359;p177"/>
            <p:cNvSpPr/>
            <p:nvPr/>
          </p:nvSpPr>
          <p:spPr>
            <a:xfrm flipH="1" rot="10800000">
              <a:off x="809226" y="58245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spTree>
  </p:cSld>
  <p:clrMapOvr>
    <a:masterClrMapping/>
  </p:clrMapOvr>
</p:sldLayout>
</file>

<file path=ppt/slideLayouts/slideLayout1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BLANK_8">
    <p:spTree>
      <p:nvGrpSpPr>
        <p:cNvPr id="4360" name="Shape 4360"/>
        <p:cNvGrpSpPr/>
        <p:nvPr/>
      </p:nvGrpSpPr>
      <p:grpSpPr>
        <a:xfrm>
          <a:off x="0" y="0"/>
          <a:ext cx="0" cy="0"/>
          <a:chOff x="0" y="0"/>
          <a:chExt cx="0" cy="0"/>
        </a:xfrm>
      </p:grpSpPr>
      <p:sp>
        <p:nvSpPr>
          <p:cNvPr id="4361" name="Google Shape;4361;p17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4362" name="Google Shape;4362;p178"/>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363" name="Google Shape;4363;p178"/>
          <p:cNvSpPr txBox="1"/>
          <p:nvPr>
            <p:ph idx="1" type="subTitle"/>
          </p:nvPr>
        </p:nvSpPr>
        <p:spPr>
          <a:xfrm>
            <a:off x="3601100" y="1757449"/>
            <a:ext cx="2063100" cy="4815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4364" name="Google Shape;4364;p178"/>
          <p:cNvSpPr txBox="1"/>
          <p:nvPr>
            <p:ph idx="2" type="subTitle"/>
          </p:nvPr>
        </p:nvSpPr>
        <p:spPr>
          <a:xfrm>
            <a:off x="3601100" y="1346150"/>
            <a:ext cx="2063100" cy="393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sp>
        <p:nvSpPr>
          <p:cNvPr id="4365" name="Google Shape;4365;p178"/>
          <p:cNvSpPr txBox="1"/>
          <p:nvPr>
            <p:ph idx="3" type="subTitle"/>
          </p:nvPr>
        </p:nvSpPr>
        <p:spPr>
          <a:xfrm>
            <a:off x="3601100" y="2860349"/>
            <a:ext cx="2063100" cy="4815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4366" name="Google Shape;4366;p178"/>
          <p:cNvSpPr txBox="1"/>
          <p:nvPr>
            <p:ph idx="4" type="subTitle"/>
          </p:nvPr>
        </p:nvSpPr>
        <p:spPr>
          <a:xfrm>
            <a:off x="3601100" y="2449051"/>
            <a:ext cx="2063100" cy="393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sp>
        <p:nvSpPr>
          <p:cNvPr id="4367" name="Google Shape;4367;p178"/>
          <p:cNvSpPr txBox="1"/>
          <p:nvPr>
            <p:ph idx="5" type="subTitle"/>
          </p:nvPr>
        </p:nvSpPr>
        <p:spPr>
          <a:xfrm>
            <a:off x="3601100" y="3963250"/>
            <a:ext cx="2063100" cy="4815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4368" name="Google Shape;4368;p178"/>
          <p:cNvSpPr txBox="1"/>
          <p:nvPr>
            <p:ph idx="6" type="subTitle"/>
          </p:nvPr>
        </p:nvSpPr>
        <p:spPr>
          <a:xfrm>
            <a:off x="3601100" y="3551951"/>
            <a:ext cx="2063100" cy="393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sp>
        <p:nvSpPr>
          <p:cNvPr id="4369" name="Google Shape;4369;p178"/>
          <p:cNvSpPr txBox="1"/>
          <p:nvPr>
            <p:ph idx="7" type="subTitle"/>
          </p:nvPr>
        </p:nvSpPr>
        <p:spPr>
          <a:xfrm>
            <a:off x="6395100" y="1757449"/>
            <a:ext cx="2063100" cy="4815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4370" name="Google Shape;4370;p178"/>
          <p:cNvSpPr txBox="1"/>
          <p:nvPr>
            <p:ph idx="8" type="subTitle"/>
          </p:nvPr>
        </p:nvSpPr>
        <p:spPr>
          <a:xfrm>
            <a:off x="6395100" y="1346150"/>
            <a:ext cx="2063100" cy="393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sp>
        <p:nvSpPr>
          <p:cNvPr id="4371" name="Google Shape;4371;p178"/>
          <p:cNvSpPr txBox="1"/>
          <p:nvPr>
            <p:ph idx="9" type="subTitle"/>
          </p:nvPr>
        </p:nvSpPr>
        <p:spPr>
          <a:xfrm>
            <a:off x="6395100" y="2860349"/>
            <a:ext cx="2063100" cy="4815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4372" name="Google Shape;4372;p178"/>
          <p:cNvSpPr txBox="1"/>
          <p:nvPr>
            <p:ph idx="13" type="subTitle"/>
          </p:nvPr>
        </p:nvSpPr>
        <p:spPr>
          <a:xfrm>
            <a:off x="6395100" y="2449051"/>
            <a:ext cx="2063100" cy="393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sp>
        <p:nvSpPr>
          <p:cNvPr id="4373" name="Google Shape;4373;p178"/>
          <p:cNvSpPr txBox="1"/>
          <p:nvPr>
            <p:ph idx="14" type="subTitle"/>
          </p:nvPr>
        </p:nvSpPr>
        <p:spPr>
          <a:xfrm>
            <a:off x="6395100" y="3963250"/>
            <a:ext cx="2063100" cy="4815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4374" name="Google Shape;4374;p178"/>
          <p:cNvSpPr txBox="1"/>
          <p:nvPr>
            <p:ph idx="15" type="subTitle"/>
          </p:nvPr>
        </p:nvSpPr>
        <p:spPr>
          <a:xfrm>
            <a:off x="6395100" y="3551951"/>
            <a:ext cx="2063100" cy="393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grpSp>
        <p:nvGrpSpPr>
          <p:cNvPr id="4375" name="Google Shape;4375;p178"/>
          <p:cNvGrpSpPr/>
          <p:nvPr/>
        </p:nvGrpSpPr>
        <p:grpSpPr>
          <a:xfrm>
            <a:off x="8140895" y="199900"/>
            <a:ext cx="767307" cy="704132"/>
            <a:chOff x="8140895" y="199900"/>
            <a:chExt cx="767307" cy="704132"/>
          </a:xfrm>
        </p:grpSpPr>
        <p:sp>
          <p:nvSpPr>
            <p:cNvPr id="4376" name="Google Shape;4376;p178"/>
            <p:cNvSpPr/>
            <p:nvPr/>
          </p:nvSpPr>
          <p:spPr>
            <a:xfrm>
              <a:off x="8724801" y="261850"/>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4377" name="Google Shape;4377;p178"/>
            <p:cNvGrpSpPr/>
            <p:nvPr/>
          </p:nvGrpSpPr>
          <p:grpSpPr>
            <a:xfrm>
              <a:off x="8802745" y="798575"/>
              <a:ext cx="105457" cy="105457"/>
              <a:chOff x="7812545" y="194375"/>
              <a:chExt cx="105457" cy="105457"/>
            </a:xfrm>
          </p:grpSpPr>
          <p:sp>
            <p:nvSpPr>
              <p:cNvPr id="4378" name="Google Shape;4378;p178"/>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9" name="Google Shape;4379;p178"/>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0" name="Google Shape;4380;p178"/>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1" name="Google Shape;4381;p178"/>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82" name="Google Shape;4382;p178"/>
            <p:cNvGrpSpPr/>
            <p:nvPr/>
          </p:nvGrpSpPr>
          <p:grpSpPr>
            <a:xfrm>
              <a:off x="8140895" y="199900"/>
              <a:ext cx="105457" cy="105457"/>
              <a:chOff x="7812545" y="194375"/>
              <a:chExt cx="105457" cy="105457"/>
            </a:xfrm>
          </p:grpSpPr>
          <p:sp>
            <p:nvSpPr>
              <p:cNvPr id="4383" name="Google Shape;4383;p178"/>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4" name="Google Shape;4384;p178"/>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5" name="Google Shape;4385;p178"/>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6" name="Google Shape;4386;p178"/>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387" name="Google Shape;4387;p178"/>
          <p:cNvGrpSpPr/>
          <p:nvPr/>
        </p:nvGrpSpPr>
        <p:grpSpPr>
          <a:xfrm>
            <a:off x="198551" y="248100"/>
            <a:ext cx="340151" cy="550476"/>
            <a:chOff x="198551" y="248100"/>
            <a:chExt cx="340151" cy="550476"/>
          </a:xfrm>
        </p:grpSpPr>
        <p:sp>
          <p:nvSpPr>
            <p:cNvPr id="4388" name="Google Shape;4388;p178"/>
            <p:cNvSpPr/>
            <p:nvPr/>
          </p:nvSpPr>
          <p:spPr>
            <a:xfrm>
              <a:off x="198551" y="72062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4389" name="Google Shape;4389;p178"/>
            <p:cNvGrpSpPr/>
            <p:nvPr/>
          </p:nvGrpSpPr>
          <p:grpSpPr>
            <a:xfrm>
              <a:off x="433245" y="248100"/>
              <a:ext cx="105457" cy="105457"/>
              <a:chOff x="7812545" y="194375"/>
              <a:chExt cx="105457" cy="105457"/>
            </a:xfrm>
          </p:grpSpPr>
          <p:sp>
            <p:nvSpPr>
              <p:cNvPr id="4390" name="Google Shape;4390;p178"/>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1" name="Google Shape;4391;p178"/>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2" name="Google Shape;4392;p178"/>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3" name="Google Shape;4393;p178"/>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4394" name="Google Shape;4394;p178"/>
          <p:cNvSpPr/>
          <p:nvPr/>
        </p:nvSpPr>
        <p:spPr>
          <a:xfrm flipH="1">
            <a:off x="8724788" y="4527038"/>
            <a:ext cx="1232275" cy="1091025"/>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395" name="Google Shape;4395;p178"/>
          <p:cNvGrpSpPr/>
          <p:nvPr/>
        </p:nvGrpSpPr>
        <p:grpSpPr>
          <a:xfrm>
            <a:off x="2880351" y="4654848"/>
            <a:ext cx="2357201" cy="285801"/>
            <a:chOff x="2880351" y="4654848"/>
            <a:chExt cx="2357201" cy="285801"/>
          </a:xfrm>
        </p:grpSpPr>
        <p:sp>
          <p:nvSpPr>
            <p:cNvPr id="4396" name="Google Shape;4396;p178"/>
            <p:cNvSpPr/>
            <p:nvPr/>
          </p:nvSpPr>
          <p:spPr>
            <a:xfrm>
              <a:off x="2880351" y="4862698"/>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4397" name="Google Shape;4397;p178"/>
            <p:cNvGrpSpPr/>
            <p:nvPr/>
          </p:nvGrpSpPr>
          <p:grpSpPr>
            <a:xfrm>
              <a:off x="3601095" y="4654848"/>
              <a:ext cx="105457" cy="105457"/>
              <a:chOff x="7812545" y="194375"/>
              <a:chExt cx="105457" cy="105457"/>
            </a:xfrm>
          </p:grpSpPr>
          <p:sp>
            <p:nvSpPr>
              <p:cNvPr id="4398" name="Google Shape;4398;p178"/>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9" name="Google Shape;4399;p178"/>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0" name="Google Shape;4400;p178"/>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1" name="Google Shape;4401;p178"/>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402" name="Google Shape;4402;p178"/>
            <p:cNvSpPr/>
            <p:nvPr/>
          </p:nvSpPr>
          <p:spPr>
            <a:xfrm>
              <a:off x="4343376" y="4862698"/>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4403" name="Google Shape;4403;p178"/>
            <p:cNvGrpSpPr/>
            <p:nvPr/>
          </p:nvGrpSpPr>
          <p:grpSpPr>
            <a:xfrm>
              <a:off x="5132095" y="4654848"/>
              <a:ext cx="105457" cy="105457"/>
              <a:chOff x="7812545" y="194375"/>
              <a:chExt cx="105457" cy="105457"/>
            </a:xfrm>
          </p:grpSpPr>
          <p:sp>
            <p:nvSpPr>
              <p:cNvPr id="4404" name="Google Shape;4404;p178"/>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5" name="Google Shape;4405;p178"/>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6" name="Google Shape;4406;p178"/>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7" name="Google Shape;4407;p178"/>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BLANK_9">
    <p:spTree>
      <p:nvGrpSpPr>
        <p:cNvPr id="4408" name="Shape 4408"/>
        <p:cNvGrpSpPr/>
        <p:nvPr/>
      </p:nvGrpSpPr>
      <p:grpSpPr>
        <a:xfrm>
          <a:off x="0" y="0"/>
          <a:ext cx="0" cy="0"/>
          <a:chOff x="0" y="0"/>
          <a:chExt cx="0" cy="0"/>
        </a:xfrm>
      </p:grpSpPr>
      <p:sp>
        <p:nvSpPr>
          <p:cNvPr id="4409" name="Google Shape;4409;p17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4410" name="Google Shape;4410;p179"/>
          <p:cNvSpPr txBox="1"/>
          <p:nvPr>
            <p:ph type="title"/>
          </p:nvPr>
        </p:nvSpPr>
        <p:spPr>
          <a:xfrm>
            <a:off x="685800" y="1976850"/>
            <a:ext cx="3598800" cy="5355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411" name="Google Shape;4411;p179"/>
          <p:cNvSpPr txBox="1"/>
          <p:nvPr>
            <p:ph idx="1" type="subTitle"/>
          </p:nvPr>
        </p:nvSpPr>
        <p:spPr>
          <a:xfrm>
            <a:off x="685800" y="2627175"/>
            <a:ext cx="3598800" cy="7518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nSpc>
                <a:spcPct val="100000"/>
              </a:lnSpc>
              <a:spcBef>
                <a:spcPts val="0"/>
              </a:spcBef>
              <a:spcAft>
                <a:spcPts val="0"/>
              </a:spcAft>
              <a:buSzPts val="2100"/>
              <a:buNone/>
              <a:defRPr sz="2100"/>
            </a:lvl2pPr>
            <a:lvl3pPr lvl="2">
              <a:lnSpc>
                <a:spcPct val="100000"/>
              </a:lnSpc>
              <a:spcBef>
                <a:spcPts val="0"/>
              </a:spcBef>
              <a:spcAft>
                <a:spcPts val="0"/>
              </a:spcAft>
              <a:buSzPts val="2100"/>
              <a:buNone/>
              <a:defRPr sz="2100"/>
            </a:lvl3pPr>
            <a:lvl4pPr lvl="3">
              <a:lnSpc>
                <a:spcPct val="100000"/>
              </a:lnSpc>
              <a:spcBef>
                <a:spcPts val="0"/>
              </a:spcBef>
              <a:spcAft>
                <a:spcPts val="0"/>
              </a:spcAft>
              <a:buSzPts val="2100"/>
              <a:buNone/>
              <a:defRPr sz="2100"/>
            </a:lvl4pPr>
            <a:lvl5pPr lvl="4">
              <a:lnSpc>
                <a:spcPct val="100000"/>
              </a:lnSpc>
              <a:spcBef>
                <a:spcPts val="0"/>
              </a:spcBef>
              <a:spcAft>
                <a:spcPts val="0"/>
              </a:spcAft>
              <a:buSzPts val="2100"/>
              <a:buNone/>
              <a:defRPr sz="2100"/>
            </a:lvl5pPr>
            <a:lvl6pPr lvl="5">
              <a:lnSpc>
                <a:spcPct val="100000"/>
              </a:lnSpc>
              <a:spcBef>
                <a:spcPts val="0"/>
              </a:spcBef>
              <a:spcAft>
                <a:spcPts val="0"/>
              </a:spcAft>
              <a:buSzPts val="2100"/>
              <a:buNone/>
              <a:defRPr sz="2100"/>
            </a:lvl6pPr>
            <a:lvl7pPr lvl="6">
              <a:lnSpc>
                <a:spcPct val="100000"/>
              </a:lnSpc>
              <a:spcBef>
                <a:spcPts val="0"/>
              </a:spcBef>
              <a:spcAft>
                <a:spcPts val="0"/>
              </a:spcAft>
              <a:buSzPts val="2100"/>
              <a:buNone/>
              <a:defRPr sz="2100"/>
            </a:lvl7pPr>
            <a:lvl8pPr lvl="7">
              <a:lnSpc>
                <a:spcPct val="100000"/>
              </a:lnSpc>
              <a:spcBef>
                <a:spcPts val="0"/>
              </a:spcBef>
              <a:spcAft>
                <a:spcPts val="0"/>
              </a:spcAft>
              <a:buSzPts val="2100"/>
              <a:buNone/>
              <a:defRPr sz="2100"/>
            </a:lvl8pPr>
            <a:lvl9pPr lvl="8">
              <a:lnSpc>
                <a:spcPct val="100000"/>
              </a:lnSpc>
              <a:spcBef>
                <a:spcPts val="0"/>
              </a:spcBef>
              <a:spcAft>
                <a:spcPts val="0"/>
              </a:spcAft>
              <a:buSzPts val="2100"/>
              <a:buNone/>
              <a:defRPr sz="2100"/>
            </a:lvl9pPr>
          </a:lstStyle>
          <a:p/>
        </p:txBody>
      </p:sp>
      <p:grpSp>
        <p:nvGrpSpPr>
          <p:cNvPr id="4412" name="Google Shape;4412;p179"/>
          <p:cNvGrpSpPr/>
          <p:nvPr/>
        </p:nvGrpSpPr>
        <p:grpSpPr>
          <a:xfrm>
            <a:off x="203282" y="217187"/>
            <a:ext cx="801319" cy="855707"/>
            <a:chOff x="203282" y="217187"/>
            <a:chExt cx="801319" cy="855707"/>
          </a:xfrm>
        </p:grpSpPr>
        <p:sp>
          <p:nvSpPr>
            <p:cNvPr id="4413" name="Google Shape;4413;p179"/>
            <p:cNvSpPr/>
            <p:nvPr/>
          </p:nvSpPr>
          <p:spPr>
            <a:xfrm>
              <a:off x="899150" y="217187"/>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414" name="Google Shape;4414;p179"/>
            <p:cNvGrpSpPr/>
            <p:nvPr/>
          </p:nvGrpSpPr>
          <p:grpSpPr>
            <a:xfrm>
              <a:off x="203282" y="967438"/>
              <a:ext cx="105457" cy="105457"/>
              <a:chOff x="7812545" y="194375"/>
              <a:chExt cx="105457" cy="105457"/>
            </a:xfrm>
          </p:grpSpPr>
          <p:sp>
            <p:nvSpPr>
              <p:cNvPr id="4415" name="Google Shape;4415;p179"/>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6" name="Google Shape;4416;p179"/>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7" name="Google Shape;4417;p179"/>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8" name="Google Shape;4418;p179"/>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419" name="Google Shape;4419;p179"/>
          <p:cNvGrpSpPr/>
          <p:nvPr/>
        </p:nvGrpSpPr>
        <p:grpSpPr>
          <a:xfrm>
            <a:off x="-486246" y="4538820"/>
            <a:ext cx="1490848" cy="877511"/>
            <a:chOff x="-486246" y="4538820"/>
            <a:chExt cx="1490848" cy="877511"/>
          </a:xfrm>
        </p:grpSpPr>
        <p:sp>
          <p:nvSpPr>
            <p:cNvPr id="4420" name="Google Shape;4420;p179"/>
            <p:cNvSpPr/>
            <p:nvPr/>
          </p:nvSpPr>
          <p:spPr>
            <a:xfrm>
              <a:off x="-486246" y="4538820"/>
              <a:ext cx="991119" cy="877511"/>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1" name="Google Shape;4421;p179"/>
            <p:cNvSpPr/>
            <p:nvPr/>
          </p:nvSpPr>
          <p:spPr>
            <a:xfrm>
              <a:off x="899150" y="4850137"/>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BLANK_11">
    <p:spTree>
      <p:nvGrpSpPr>
        <p:cNvPr id="4422" name="Shape 4422"/>
        <p:cNvGrpSpPr/>
        <p:nvPr/>
      </p:nvGrpSpPr>
      <p:grpSpPr>
        <a:xfrm>
          <a:off x="0" y="0"/>
          <a:ext cx="0" cy="0"/>
          <a:chOff x="0" y="0"/>
          <a:chExt cx="0" cy="0"/>
        </a:xfrm>
      </p:grpSpPr>
      <p:sp>
        <p:nvSpPr>
          <p:cNvPr id="4423" name="Google Shape;4423;p18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4424" name="Google Shape;4424;p180"/>
          <p:cNvSpPr txBox="1"/>
          <p:nvPr>
            <p:ph type="title"/>
          </p:nvPr>
        </p:nvSpPr>
        <p:spPr>
          <a:xfrm>
            <a:off x="4859400" y="1976850"/>
            <a:ext cx="3598800" cy="5355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425" name="Google Shape;4425;p180"/>
          <p:cNvSpPr txBox="1"/>
          <p:nvPr>
            <p:ph idx="1" type="subTitle"/>
          </p:nvPr>
        </p:nvSpPr>
        <p:spPr>
          <a:xfrm>
            <a:off x="4859400" y="2627175"/>
            <a:ext cx="3598800" cy="7518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nSpc>
                <a:spcPct val="100000"/>
              </a:lnSpc>
              <a:spcBef>
                <a:spcPts val="0"/>
              </a:spcBef>
              <a:spcAft>
                <a:spcPts val="0"/>
              </a:spcAft>
              <a:buSzPts val="2100"/>
              <a:buNone/>
              <a:defRPr sz="2100"/>
            </a:lvl2pPr>
            <a:lvl3pPr lvl="2">
              <a:lnSpc>
                <a:spcPct val="100000"/>
              </a:lnSpc>
              <a:spcBef>
                <a:spcPts val="0"/>
              </a:spcBef>
              <a:spcAft>
                <a:spcPts val="0"/>
              </a:spcAft>
              <a:buSzPts val="2100"/>
              <a:buNone/>
              <a:defRPr sz="2100"/>
            </a:lvl3pPr>
            <a:lvl4pPr lvl="3">
              <a:lnSpc>
                <a:spcPct val="100000"/>
              </a:lnSpc>
              <a:spcBef>
                <a:spcPts val="0"/>
              </a:spcBef>
              <a:spcAft>
                <a:spcPts val="0"/>
              </a:spcAft>
              <a:buSzPts val="2100"/>
              <a:buNone/>
              <a:defRPr sz="2100"/>
            </a:lvl4pPr>
            <a:lvl5pPr lvl="4">
              <a:lnSpc>
                <a:spcPct val="100000"/>
              </a:lnSpc>
              <a:spcBef>
                <a:spcPts val="0"/>
              </a:spcBef>
              <a:spcAft>
                <a:spcPts val="0"/>
              </a:spcAft>
              <a:buSzPts val="2100"/>
              <a:buNone/>
              <a:defRPr sz="2100"/>
            </a:lvl5pPr>
            <a:lvl6pPr lvl="5">
              <a:lnSpc>
                <a:spcPct val="100000"/>
              </a:lnSpc>
              <a:spcBef>
                <a:spcPts val="0"/>
              </a:spcBef>
              <a:spcAft>
                <a:spcPts val="0"/>
              </a:spcAft>
              <a:buSzPts val="2100"/>
              <a:buNone/>
              <a:defRPr sz="2100"/>
            </a:lvl6pPr>
            <a:lvl7pPr lvl="6">
              <a:lnSpc>
                <a:spcPct val="100000"/>
              </a:lnSpc>
              <a:spcBef>
                <a:spcPts val="0"/>
              </a:spcBef>
              <a:spcAft>
                <a:spcPts val="0"/>
              </a:spcAft>
              <a:buSzPts val="2100"/>
              <a:buNone/>
              <a:defRPr sz="2100"/>
            </a:lvl7pPr>
            <a:lvl8pPr lvl="7">
              <a:lnSpc>
                <a:spcPct val="100000"/>
              </a:lnSpc>
              <a:spcBef>
                <a:spcPts val="0"/>
              </a:spcBef>
              <a:spcAft>
                <a:spcPts val="0"/>
              </a:spcAft>
              <a:buSzPts val="2100"/>
              <a:buNone/>
              <a:defRPr sz="2100"/>
            </a:lvl8pPr>
            <a:lvl9pPr lvl="8">
              <a:lnSpc>
                <a:spcPct val="100000"/>
              </a:lnSpc>
              <a:spcBef>
                <a:spcPts val="0"/>
              </a:spcBef>
              <a:spcAft>
                <a:spcPts val="0"/>
              </a:spcAft>
              <a:buSzPts val="2100"/>
              <a:buNone/>
              <a:defRPr sz="2100"/>
            </a:lvl9pPr>
          </a:lstStyle>
          <a:p/>
        </p:txBody>
      </p:sp>
      <p:grpSp>
        <p:nvGrpSpPr>
          <p:cNvPr id="4426" name="Google Shape;4426;p180"/>
          <p:cNvGrpSpPr/>
          <p:nvPr/>
        </p:nvGrpSpPr>
        <p:grpSpPr>
          <a:xfrm>
            <a:off x="4267201" y="4281023"/>
            <a:ext cx="2862276" cy="557407"/>
            <a:chOff x="4267201" y="4281023"/>
            <a:chExt cx="2862276" cy="557407"/>
          </a:xfrm>
        </p:grpSpPr>
        <p:sp>
          <p:nvSpPr>
            <p:cNvPr id="4427" name="Google Shape;4427;p180"/>
            <p:cNvSpPr/>
            <p:nvPr/>
          </p:nvSpPr>
          <p:spPr>
            <a:xfrm>
              <a:off x="4267201" y="4746723"/>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4428" name="Google Shape;4428;p180"/>
            <p:cNvGrpSpPr/>
            <p:nvPr/>
          </p:nvGrpSpPr>
          <p:grpSpPr>
            <a:xfrm>
              <a:off x="5127270" y="4281023"/>
              <a:ext cx="105457" cy="105457"/>
              <a:chOff x="7812545" y="194375"/>
              <a:chExt cx="105457" cy="105457"/>
            </a:xfrm>
          </p:grpSpPr>
          <p:sp>
            <p:nvSpPr>
              <p:cNvPr id="4429" name="Google Shape;4429;p180"/>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0" name="Google Shape;4430;p180"/>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1" name="Google Shape;4431;p180"/>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2" name="Google Shape;4432;p180"/>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433" name="Google Shape;4433;p180"/>
            <p:cNvSpPr/>
            <p:nvPr/>
          </p:nvSpPr>
          <p:spPr>
            <a:xfrm>
              <a:off x="6165650" y="4487449"/>
              <a:ext cx="171626" cy="171626"/>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4434" name="Google Shape;4434;p180"/>
            <p:cNvGrpSpPr/>
            <p:nvPr/>
          </p:nvGrpSpPr>
          <p:grpSpPr>
            <a:xfrm>
              <a:off x="7024020" y="4732973"/>
              <a:ext cx="105457" cy="105457"/>
              <a:chOff x="7812545" y="194375"/>
              <a:chExt cx="105457" cy="105457"/>
            </a:xfrm>
          </p:grpSpPr>
          <p:sp>
            <p:nvSpPr>
              <p:cNvPr id="4435" name="Google Shape;4435;p180"/>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6" name="Google Shape;4436;p180"/>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7" name="Google Shape;4437;p180"/>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8" name="Google Shape;4438;p180"/>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4439" name="Google Shape;4439;p180"/>
          <p:cNvSpPr/>
          <p:nvPr/>
        </p:nvSpPr>
        <p:spPr>
          <a:xfrm rot="5828238">
            <a:off x="712226" y="4219055"/>
            <a:ext cx="1085117" cy="2077472"/>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0" name="Google Shape;4440;p180"/>
          <p:cNvSpPr/>
          <p:nvPr/>
        </p:nvSpPr>
        <p:spPr>
          <a:xfrm flipH="1">
            <a:off x="8516050" y="4487450"/>
            <a:ext cx="1172375" cy="942725"/>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441" name="Google Shape;4441;p180"/>
          <p:cNvGrpSpPr/>
          <p:nvPr/>
        </p:nvGrpSpPr>
        <p:grpSpPr>
          <a:xfrm>
            <a:off x="8176604" y="-179030"/>
            <a:ext cx="1421198" cy="1325909"/>
            <a:chOff x="8176604" y="-179030"/>
            <a:chExt cx="1421198" cy="1325909"/>
          </a:xfrm>
        </p:grpSpPr>
        <p:sp>
          <p:nvSpPr>
            <p:cNvPr id="4442" name="Google Shape;4442;p180"/>
            <p:cNvSpPr/>
            <p:nvPr/>
          </p:nvSpPr>
          <p:spPr>
            <a:xfrm flipH="1">
              <a:off x="8606683" y="-179030"/>
              <a:ext cx="991119" cy="877511"/>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3" name="Google Shape;4443;p180"/>
            <p:cNvSpPr/>
            <p:nvPr/>
          </p:nvSpPr>
          <p:spPr>
            <a:xfrm flipH="1">
              <a:off x="8176604" y="349987"/>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444" name="Google Shape;4444;p180"/>
            <p:cNvGrpSpPr/>
            <p:nvPr/>
          </p:nvGrpSpPr>
          <p:grpSpPr>
            <a:xfrm>
              <a:off x="8732620" y="1041423"/>
              <a:ext cx="105457" cy="105457"/>
              <a:chOff x="7812545" y="194375"/>
              <a:chExt cx="105457" cy="105457"/>
            </a:xfrm>
          </p:grpSpPr>
          <p:sp>
            <p:nvSpPr>
              <p:cNvPr id="4445" name="Google Shape;4445;p180"/>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6" name="Google Shape;4446;p180"/>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7" name="Google Shape;4447;p180"/>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8" name="Google Shape;4448;p180"/>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4449" name="Google Shape;4449;p180"/>
          <p:cNvSpPr/>
          <p:nvPr/>
        </p:nvSpPr>
        <p:spPr>
          <a:xfrm>
            <a:off x="-1881050" y="-618725"/>
            <a:ext cx="6399210" cy="5209061"/>
          </a:xfrm>
          <a:custGeom>
            <a:rect b="b" l="l" r="r" t="t"/>
            <a:pathLst>
              <a:path extrusionOk="0" h="48924" w="60102">
                <a:moveTo>
                  <a:pt x="31550" y="1"/>
                </a:moveTo>
                <a:cubicBezTo>
                  <a:pt x="28688" y="1"/>
                  <a:pt x="25391" y="541"/>
                  <a:pt x="22089" y="2238"/>
                </a:cubicBezTo>
                <a:cubicBezTo>
                  <a:pt x="12977" y="6900"/>
                  <a:pt x="8196" y="17230"/>
                  <a:pt x="4091" y="25485"/>
                </a:cubicBezTo>
                <a:cubicBezTo>
                  <a:pt x="1" y="33725"/>
                  <a:pt x="2016" y="42612"/>
                  <a:pt x="8767" y="47123"/>
                </a:cubicBezTo>
                <a:cubicBezTo>
                  <a:pt x="10764" y="48461"/>
                  <a:pt x="12590" y="48924"/>
                  <a:pt x="14421" y="48924"/>
                </a:cubicBezTo>
                <a:cubicBezTo>
                  <a:pt x="18514" y="48924"/>
                  <a:pt x="22630" y="46611"/>
                  <a:pt x="28730" y="46611"/>
                </a:cubicBezTo>
                <a:cubicBezTo>
                  <a:pt x="29125" y="46611"/>
                  <a:pt x="29527" y="46621"/>
                  <a:pt x="29939" y="46641"/>
                </a:cubicBezTo>
                <a:cubicBezTo>
                  <a:pt x="34134" y="46851"/>
                  <a:pt x="36984" y="47278"/>
                  <a:pt x="39535" y="47278"/>
                </a:cubicBezTo>
                <a:cubicBezTo>
                  <a:pt x="42835" y="47278"/>
                  <a:pt x="45637" y="46563"/>
                  <a:pt x="50208" y="43739"/>
                </a:cubicBezTo>
                <a:cubicBezTo>
                  <a:pt x="58328" y="38732"/>
                  <a:pt x="60102" y="25500"/>
                  <a:pt x="54042" y="15140"/>
                </a:cubicBezTo>
                <a:cubicBezTo>
                  <a:pt x="47997" y="4779"/>
                  <a:pt x="40254" y="1667"/>
                  <a:pt x="40254" y="1667"/>
                </a:cubicBezTo>
                <a:cubicBezTo>
                  <a:pt x="40254" y="1667"/>
                  <a:pt x="36573" y="1"/>
                  <a:pt x="31550"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BLANK_13">
    <p:spTree>
      <p:nvGrpSpPr>
        <p:cNvPr id="4450" name="Shape 4450"/>
        <p:cNvGrpSpPr/>
        <p:nvPr/>
      </p:nvGrpSpPr>
      <p:grpSpPr>
        <a:xfrm>
          <a:off x="0" y="0"/>
          <a:ext cx="0" cy="0"/>
          <a:chOff x="0" y="0"/>
          <a:chExt cx="0" cy="0"/>
        </a:xfrm>
      </p:grpSpPr>
      <p:sp>
        <p:nvSpPr>
          <p:cNvPr id="4451" name="Google Shape;4451;p181"/>
          <p:cNvSpPr/>
          <p:nvPr/>
        </p:nvSpPr>
        <p:spPr>
          <a:xfrm flipH="1" rot="10800000">
            <a:off x="708675" y="219590"/>
            <a:ext cx="7726638" cy="4704323"/>
          </a:xfrm>
          <a:custGeom>
            <a:rect b="b" l="l" r="r" t="t"/>
            <a:pathLst>
              <a:path extrusionOk="0" h="49900" w="54584">
                <a:moveTo>
                  <a:pt x="39803" y="0"/>
                </a:moveTo>
                <a:cubicBezTo>
                  <a:pt x="38029" y="0"/>
                  <a:pt x="36248" y="409"/>
                  <a:pt x="34570" y="1238"/>
                </a:cubicBezTo>
                <a:cubicBezTo>
                  <a:pt x="31367" y="2802"/>
                  <a:pt x="28886" y="5448"/>
                  <a:pt x="25683" y="7012"/>
                </a:cubicBezTo>
                <a:cubicBezTo>
                  <a:pt x="21308" y="9163"/>
                  <a:pt x="16511" y="10320"/>
                  <a:pt x="12090" y="12380"/>
                </a:cubicBezTo>
                <a:cubicBezTo>
                  <a:pt x="7684" y="14425"/>
                  <a:pt x="3444" y="17628"/>
                  <a:pt x="1865" y="22244"/>
                </a:cubicBezTo>
                <a:cubicBezTo>
                  <a:pt x="1" y="27673"/>
                  <a:pt x="647" y="34078"/>
                  <a:pt x="3504" y="39040"/>
                </a:cubicBezTo>
                <a:cubicBezTo>
                  <a:pt x="8069" y="46988"/>
                  <a:pt x="17031" y="49899"/>
                  <a:pt x="25743" y="49899"/>
                </a:cubicBezTo>
                <a:cubicBezTo>
                  <a:pt x="25898" y="49899"/>
                  <a:pt x="26054" y="49898"/>
                  <a:pt x="26209" y="49897"/>
                </a:cubicBezTo>
                <a:cubicBezTo>
                  <a:pt x="44945" y="49671"/>
                  <a:pt x="54583" y="26996"/>
                  <a:pt x="51531" y="10696"/>
                </a:cubicBezTo>
                <a:cubicBezTo>
                  <a:pt x="50869" y="7163"/>
                  <a:pt x="49230" y="3779"/>
                  <a:pt x="46118" y="1840"/>
                </a:cubicBezTo>
                <a:cubicBezTo>
                  <a:pt x="44160" y="620"/>
                  <a:pt x="41987" y="0"/>
                  <a:pt x="3980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2" name="Google Shape;4452;p18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4453" name="Google Shape;4453;p181"/>
          <p:cNvSpPr txBox="1"/>
          <p:nvPr>
            <p:ph type="title"/>
          </p:nvPr>
        </p:nvSpPr>
        <p:spPr>
          <a:xfrm>
            <a:off x="1342950" y="1382675"/>
            <a:ext cx="6458100" cy="12486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accent2"/>
              </a:buClr>
              <a:buSzPts val="10000"/>
              <a:buNone/>
              <a:defRPr sz="10000">
                <a:solidFill>
                  <a:schemeClr val="accent2"/>
                </a:solidFill>
              </a:defRPr>
            </a:lvl1pPr>
            <a:lvl2pPr lvl="1">
              <a:spcBef>
                <a:spcPts val="0"/>
              </a:spcBef>
              <a:spcAft>
                <a:spcPts val="0"/>
              </a:spcAft>
              <a:buClr>
                <a:schemeClr val="accent2"/>
              </a:buClr>
              <a:buSzPts val="10000"/>
              <a:buNone/>
              <a:defRPr sz="10000">
                <a:solidFill>
                  <a:schemeClr val="accent2"/>
                </a:solidFill>
              </a:defRPr>
            </a:lvl2pPr>
            <a:lvl3pPr lvl="2">
              <a:spcBef>
                <a:spcPts val="0"/>
              </a:spcBef>
              <a:spcAft>
                <a:spcPts val="0"/>
              </a:spcAft>
              <a:buClr>
                <a:schemeClr val="accent2"/>
              </a:buClr>
              <a:buSzPts val="10000"/>
              <a:buNone/>
              <a:defRPr sz="10000">
                <a:solidFill>
                  <a:schemeClr val="accent2"/>
                </a:solidFill>
              </a:defRPr>
            </a:lvl3pPr>
            <a:lvl4pPr lvl="3">
              <a:spcBef>
                <a:spcPts val="0"/>
              </a:spcBef>
              <a:spcAft>
                <a:spcPts val="0"/>
              </a:spcAft>
              <a:buClr>
                <a:schemeClr val="accent2"/>
              </a:buClr>
              <a:buSzPts val="10000"/>
              <a:buNone/>
              <a:defRPr sz="10000">
                <a:solidFill>
                  <a:schemeClr val="accent2"/>
                </a:solidFill>
              </a:defRPr>
            </a:lvl4pPr>
            <a:lvl5pPr lvl="4">
              <a:spcBef>
                <a:spcPts val="0"/>
              </a:spcBef>
              <a:spcAft>
                <a:spcPts val="0"/>
              </a:spcAft>
              <a:buClr>
                <a:schemeClr val="accent2"/>
              </a:buClr>
              <a:buSzPts val="10000"/>
              <a:buNone/>
              <a:defRPr sz="10000">
                <a:solidFill>
                  <a:schemeClr val="accent2"/>
                </a:solidFill>
              </a:defRPr>
            </a:lvl5pPr>
            <a:lvl6pPr lvl="5">
              <a:spcBef>
                <a:spcPts val="0"/>
              </a:spcBef>
              <a:spcAft>
                <a:spcPts val="0"/>
              </a:spcAft>
              <a:buClr>
                <a:schemeClr val="accent2"/>
              </a:buClr>
              <a:buSzPts val="10000"/>
              <a:buNone/>
              <a:defRPr sz="10000">
                <a:solidFill>
                  <a:schemeClr val="accent2"/>
                </a:solidFill>
              </a:defRPr>
            </a:lvl6pPr>
            <a:lvl7pPr lvl="6">
              <a:spcBef>
                <a:spcPts val="0"/>
              </a:spcBef>
              <a:spcAft>
                <a:spcPts val="0"/>
              </a:spcAft>
              <a:buClr>
                <a:schemeClr val="accent2"/>
              </a:buClr>
              <a:buSzPts val="10000"/>
              <a:buNone/>
              <a:defRPr sz="10000">
                <a:solidFill>
                  <a:schemeClr val="accent2"/>
                </a:solidFill>
              </a:defRPr>
            </a:lvl7pPr>
            <a:lvl8pPr lvl="7">
              <a:spcBef>
                <a:spcPts val="0"/>
              </a:spcBef>
              <a:spcAft>
                <a:spcPts val="0"/>
              </a:spcAft>
              <a:buClr>
                <a:schemeClr val="accent2"/>
              </a:buClr>
              <a:buSzPts val="10000"/>
              <a:buNone/>
              <a:defRPr sz="10000">
                <a:solidFill>
                  <a:schemeClr val="accent2"/>
                </a:solidFill>
              </a:defRPr>
            </a:lvl8pPr>
            <a:lvl9pPr lvl="8">
              <a:spcBef>
                <a:spcPts val="0"/>
              </a:spcBef>
              <a:spcAft>
                <a:spcPts val="0"/>
              </a:spcAft>
              <a:buClr>
                <a:schemeClr val="accent2"/>
              </a:buClr>
              <a:buSzPts val="10000"/>
              <a:buNone/>
              <a:defRPr sz="10000">
                <a:solidFill>
                  <a:schemeClr val="accent2"/>
                </a:solidFill>
              </a:defRPr>
            </a:lvl9pPr>
          </a:lstStyle>
          <a:p/>
        </p:txBody>
      </p:sp>
      <p:sp>
        <p:nvSpPr>
          <p:cNvPr id="4454" name="Google Shape;4454;p181"/>
          <p:cNvSpPr txBox="1"/>
          <p:nvPr>
            <p:ph idx="1" type="subTitle"/>
          </p:nvPr>
        </p:nvSpPr>
        <p:spPr>
          <a:xfrm>
            <a:off x="2011650" y="2844800"/>
            <a:ext cx="5120700" cy="4470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8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4455" name="Google Shape;4455;p181"/>
          <p:cNvGrpSpPr/>
          <p:nvPr/>
        </p:nvGrpSpPr>
        <p:grpSpPr>
          <a:xfrm>
            <a:off x="-491969" y="3889601"/>
            <a:ext cx="2426346" cy="1766101"/>
            <a:chOff x="-491969" y="3889601"/>
            <a:chExt cx="2426346" cy="1766101"/>
          </a:xfrm>
        </p:grpSpPr>
        <p:sp>
          <p:nvSpPr>
            <p:cNvPr id="4456" name="Google Shape;4456;p181"/>
            <p:cNvSpPr/>
            <p:nvPr/>
          </p:nvSpPr>
          <p:spPr>
            <a:xfrm>
              <a:off x="-261950" y="3889601"/>
              <a:ext cx="2196327" cy="1766101"/>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7" name="Google Shape;4457;p181"/>
            <p:cNvSpPr/>
            <p:nvPr/>
          </p:nvSpPr>
          <p:spPr>
            <a:xfrm flipH="1">
              <a:off x="-491969" y="4265416"/>
              <a:ext cx="1463670" cy="1338068"/>
            </a:xfrm>
            <a:custGeom>
              <a:rect b="b" l="l" r="r" t="t"/>
              <a:pathLst>
                <a:path extrusionOk="0" h="49900" w="54584">
                  <a:moveTo>
                    <a:pt x="39803" y="0"/>
                  </a:moveTo>
                  <a:cubicBezTo>
                    <a:pt x="38029" y="0"/>
                    <a:pt x="36248" y="409"/>
                    <a:pt x="34570" y="1238"/>
                  </a:cubicBezTo>
                  <a:cubicBezTo>
                    <a:pt x="31367" y="2802"/>
                    <a:pt x="28886" y="5448"/>
                    <a:pt x="25683" y="7012"/>
                  </a:cubicBezTo>
                  <a:cubicBezTo>
                    <a:pt x="21308" y="9163"/>
                    <a:pt x="16511" y="10320"/>
                    <a:pt x="12090" y="12380"/>
                  </a:cubicBezTo>
                  <a:cubicBezTo>
                    <a:pt x="7684" y="14425"/>
                    <a:pt x="3444" y="17628"/>
                    <a:pt x="1865" y="22244"/>
                  </a:cubicBezTo>
                  <a:cubicBezTo>
                    <a:pt x="1" y="27673"/>
                    <a:pt x="647" y="34078"/>
                    <a:pt x="3504" y="39040"/>
                  </a:cubicBezTo>
                  <a:cubicBezTo>
                    <a:pt x="8069" y="46988"/>
                    <a:pt x="17031" y="49899"/>
                    <a:pt x="25743" y="49899"/>
                  </a:cubicBezTo>
                  <a:cubicBezTo>
                    <a:pt x="25898" y="49899"/>
                    <a:pt x="26054" y="49898"/>
                    <a:pt x="26209" y="49897"/>
                  </a:cubicBezTo>
                  <a:cubicBezTo>
                    <a:pt x="44945" y="49671"/>
                    <a:pt x="54583" y="26996"/>
                    <a:pt x="51531" y="10696"/>
                  </a:cubicBezTo>
                  <a:cubicBezTo>
                    <a:pt x="50869" y="7163"/>
                    <a:pt x="49230" y="3779"/>
                    <a:pt x="46118" y="1840"/>
                  </a:cubicBezTo>
                  <a:cubicBezTo>
                    <a:pt x="44160" y="620"/>
                    <a:pt x="41987" y="0"/>
                    <a:pt x="398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58" name="Google Shape;4458;p181"/>
          <p:cNvGrpSpPr/>
          <p:nvPr/>
        </p:nvGrpSpPr>
        <p:grpSpPr>
          <a:xfrm>
            <a:off x="8112408" y="-304605"/>
            <a:ext cx="1502819" cy="1131369"/>
            <a:chOff x="8112408" y="-304605"/>
            <a:chExt cx="1502819" cy="1131369"/>
          </a:xfrm>
        </p:grpSpPr>
        <p:sp>
          <p:nvSpPr>
            <p:cNvPr id="4459" name="Google Shape;4459;p181"/>
            <p:cNvSpPr/>
            <p:nvPr/>
          </p:nvSpPr>
          <p:spPr>
            <a:xfrm flipH="1">
              <a:off x="8112408" y="-304600"/>
              <a:ext cx="1406967" cy="1131364"/>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0" name="Google Shape;4460;p181"/>
            <p:cNvSpPr/>
            <p:nvPr/>
          </p:nvSpPr>
          <p:spPr>
            <a:xfrm flipH="1">
              <a:off x="8624108" y="-304605"/>
              <a:ext cx="991119" cy="877511"/>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61" name="Google Shape;4461;p181"/>
          <p:cNvGrpSpPr/>
          <p:nvPr/>
        </p:nvGrpSpPr>
        <p:grpSpPr>
          <a:xfrm>
            <a:off x="356395" y="307050"/>
            <a:ext cx="1124357" cy="1900014"/>
            <a:chOff x="356395" y="307050"/>
            <a:chExt cx="1124357" cy="1900014"/>
          </a:xfrm>
        </p:grpSpPr>
        <p:grpSp>
          <p:nvGrpSpPr>
            <p:cNvPr id="4462" name="Google Shape;4462;p181"/>
            <p:cNvGrpSpPr/>
            <p:nvPr/>
          </p:nvGrpSpPr>
          <p:grpSpPr>
            <a:xfrm>
              <a:off x="356395" y="1077175"/>
              <a:ext cx="105457" cy="105457"/>
              <a:chOff x="7812545" y="194375"/>
              <a:chExt cx="105457" cy="105457"/>
            </a:xfrm>
          </p:grpSpPr>
          <p:sp>
            <p:nvSpPr>
              <p:cNvPr id="4463" name="Google Shape;4463;p181"/>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4" name="Google Shape;4464;p181"/>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5" name="Google Shape;4465;p181"/>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6" name="Google Shape;4466;p181"/>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467" name="Google Shape;4467;p181"/>
            <p:cNvSpPr/>
            <p:nvPr/>
          </p:nvSpPr>
          <p:spPr>
            <a:xfrm>
              <a:off x="525263" y="2101675"/>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8" name="Google Shape;4468;p181"/>
            <p:cNvSpPr/>
            <p:nvPr/>
          </p:nvSpPr>
          <p:spPr>
            <a:xfrm>
              <a:off x="886526" y="307050"/>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4469" name="Google Shape;4469;p181"/>
            <p:cNvGrpSpPr/>
            <p:nvPr/>
          </p:nvGrpSpPr>
          <p:grpSpPr>
            <a:xfrm>
              <a:off x="1375295" y="1834350"/>
              <a:ext cx="105457" cy="105457"/>
              <a:chOff x="7812545" y="194375"/>
              <a:chExt cx="105457" cy="105457"/>
            </a:xfrm>
          </p:grpSpPr>
          <p:sp>
            <p:nvSpPr>
              <p:cNvPr id="4470" name="Google Shape;4470;p181"/>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1" name="Google Shape;4471;p181"/>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2" name="Google Shape;4472;p181"/>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3" name="Google Shape;4473;p181"/>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474" name="Google Shape;4474;p181"/>
          <p:cNvGrpSpPr/>
          <p:nvPr/>
        </p:nvGrpSpPr>
        <p:grpSpPr>
          <a:xfrm>
            <a:off x="7287120" y="3141625"/>
            <a:ext cx="1552557" cy="1766094"/>
            <a:chOff x="7400320" y="248200"/>
            <a:chExt cx="1552557" cy="1766094"/>
          </a:xfrm>
        </p:grpSpPr>
        <p:sp>
          <p:nvSpPr>
            <p:cNvPr id="4475" name="Google Shape;4475;p181"/>
            <p:cNvSpPr/>
            <p:nvPr/>
          </p:nvSpPr>
          <p:spPr>
            <a:xfrm>
              <a:off x="8405475" y="1190225"/>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6" name="Google Shape;4476;p181"/>
            <p:cNvSpPr/>
            <p:nvPr/>
          </p:nvSpPr>
          <p:spPr>
            <a:xfrm>
              <a:off x="8861176" y="248200"/>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4477" name="Google Shape;4477;p181"/>
            <p:cNvGrpSpPr/>
            <p:nvPr/>
          </p:nvGrpSpPr>
          <p:grpSpPr>
            <a:xfrm>
              <a:off x="8847420" y="1908838"/>
              <a:ext cx="105457" cy="105457"/>
              <a:chOff x="7812545" y="194375"/>
              <a:chExt cx="105457" cy="105457"/>
            </a:xfrm>
          </p:grpSpPr>
          <p:sp>
            <p:nvSpPr>
              <p:cNvPr id="4478" name="Google Shape;4478;p181"/>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9" name="Google Shape;4479;p181"/>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0" name="Google Shape;4480;p181"/>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1" name="Google Shape;4481;p181"/>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82" name="Google Shape;4482;p181"/>
            <p:cNvGrpSpPr/>
            <p:nvPr/>
          </p:nvGrpSpPr>
          <p:grpSpPr>
            <a:xfrm>
              <a:off x="7400320" y="473138"/>
              <a:ext cx="105457" cy="105457"/>
              <a:chOff x="7812545" y="194375"/>
              <a:chExt cx="105457" cy="105457"/>
            </a:xfrm>
          </p:grpSpPr>
          <p:sp>
            <p:nvSpPr>
              <p:cNvPr id="4483" name="Google Shape;4483;p181"/>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4" name="Google Shape;4484;p181"/>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5" name="Google Shape;4485;p181"/>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6" name="Google Shape;4486;p181"/>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487" name="Google Shape;4487;p181"/>
          <p:cNvGrpSpPr/>
          <p:nvPr/>
        </p:nvGrpSpPr>
        <p:grpSpPr>
          <a:xfrm>
            <a:off x="6039884" y="307038"/>
            <a:ext cx="1761155" cy="1002727"/>
            <a:chOff x="6039884" y="307038"/>
            <a:chExt cx="1761155" cy="1002727"/>
          </a:xfrm>
        </p:grpSpPr>
        <p:sp>
          <p:nvSpPr>
            <p:cNvPr id="4488" name="Google Shape;4488;p181"/>
            <p:cNvSpPr/>
            <p:nvPr/>
          </p:nvSpPr>
          <p:spPr>
            <a:xfrm flipH="1">
              <a:off x="6039884" y="455902"/>
              <a:ext cx="1463616" cy="468662"/>
            </a:xfrm>
            <a:custGeom>
              <a:rect b="b" l="l" r="r" t="t"/>
              <a:pathLst>
                <a:path extrusionOk="0" fill="none" h="4647" w="14511">
                  <a:moveTo>
                    <a:pt x="13894" y="3805"/>
                  </a:moveTo>
                  <a:cubicBezTo>
                    <a:pt x="13263" y="3459"/>
                    <a:pt x="12977" y="3744"/>
                    <a:pt x="12766" y="3459"/>
                  </a:cubicBezTo>
                  <a:cubicBezTo>
                    <a:pt x="12541" y="3173"/>
                    <a:pt x="13383" y="2436"/>
                    <a:pt x="11684" y="1699"/>
                  </a:cubicBezTo>
                  <a:cubicBezTo>
                    <a:pt x="11684" y="1699"/>
                    <a:pt x="11578" y="121"/>
                    <a:pt x="9248" y="60"/>
                  </a:cubicBezTo>
                  <a:cubicBezTo>
                    <a:pt x="6917" y="0"/>
                    <a:pt x="7549" y="1654"/>
                    <a:pt x="6917" y="2045"/>
                  </a:cubicBezTo>
                  <a:cubicBezTo>
                    <a:pt x="6286" y="2436"/>
                    <a:pt x="6120" y="1820"/>
                    <a:pt x="5504" y="2211"/>
                  </a:cubicBezTo>
                  <a:cubicBezTo>
                    <a:pt x="4872" y="2617"/>
                    <a:pt x="5158" y="3399"/>
                    <a:pt x="4647" y="3519"/>
                  </a:cubicBezTo>
                  <a:cubicBezTo>
                    <a:pt x="4135" y="3624"/>
                    <a:pt x="3459" y="3008"/>
                    <a:pt x="2842" y="3399"/>
                  </a:cubicBezTo>
                  <a:cubicBezTo>
                    <a:pt x="2211" y="3805"/>
                    <a:pt x="2211" y="4135"/>
                    <a:pt x="1925" y="4135"/>
                  </a:cubicBezTo>
                  <a:cubicBezTo>
                    <a:pt x="1654" y="4135"/>
                    <a:pt x="1083" y="3910"/>
                    <a:pt x="737" y="4135"/>
                  </a:cubicBezTo>
                  <a:cubicBezTo>
                    <a:pt x="406" y="4376"/>
                    <a:pt x="0" y="4647"/>
                    <a:pt x="0" y="4647"/>
                  </a:cubicBezTo>
                  <a:lnTo>
                    <a:pt x="14345" y="4647"/>
                  </a:lnTo>
                  <a:cubicBezTo>
                    <a:pt x="14345" y="4647"/>
                    <a:pt x="14511" y="4135"/>
                    <a:pt x="13894" y="3805"/>
                  </a:cubicBezTo>
                  <a:close/>
                </a:path>
              </a:pathLst>
            </a:custGeom>
            <a:solidFill>
              <a:schemeClr val="lt1"/>
            </a:solid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9" name="Google Shape;4489;p181"/>
            <p:cNvSpPr/>
            <p:nvPr/>
          </p:nvSpPr>
          <p:spPr>
            <a:xfrm>
              <a:off x="7695588" y="1204375"/>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490" name="Google Shape;4490;p181"/>
            <p:cNvGrpSpPr/>
            <p:nvPr/>
          </p:nvGrpSpPr>
          <p:grpSpPr>
            <a:xfrm>
              <a:off x="7398045" y="307038"/>
              <a:ext cx="105457" cy="105457"/>
              <a:chOff x="7812545" y="194375"/>
              <a:chExt cx="105457" cy="105457"/>
            </a:xfrm>
          </p:grpSpPr>
          <p:sp>
            <p:nvSpPr>
              <p:cNvPr id="4491" name="Google Shape;4491;p181"/>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2" name="Google Shape;4492;p181"/>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3" name="Google Shape;4493;p181"/>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4" name="Google Shape;4494;p181"/>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BLANK_14">
    <p:spTree>
      <p:nvGrpSpPr>
        <p:cNvPr id="4495" name="Shape 4495"/>
        <p:cNvGrpSpPr/>
        <p:nvPr/>
      </p:nvGrpSpPr>
      <p:grpSpPr>
        <a:xfrm>
          <a:off x="0" y="0"/>
          <a:ext cx="0" cy="0"/>
          <a:chOff x="0" y="0"/>
          <a:chExt cx="0" cy="0"/>
        </a:xfrm>
      </p:grpSpPr>
      <p:sp>
        <p:nvSpPr>
          <p:cNvPr id="4496" name="Google Shape;4496;p18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4497" name="Google Shape;4497;p182"/>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lgn="ctr">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498" name="Google Shape;4498;p182"/>
          <p:cNvSpPr txBox="1"/>
          <p:nvPr>
            <p:ph idx="1" type="subTitle"/>
          </p:nvPr>
        </p:nvSpPr>
        <p:spPr>
          <a:xfrm>
            <a:off x="685800" y="3831709"/>
            <a:ext cx="3651000" cy="393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499" name="Google Shape;4499;p182"/>
          <p:cNvSpPr txBox="1"/>
          <p:nvPr>
            <p:ph idx="2" type="subTitle"/>
          </p:nvPr>
        </p:nvSpPr>
        <p:spPr>
          <a:xfrm>
            <a:off x="2129250" y="2403350"/>
            <a:ext cx="4885500" cy="393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500" name="Google Shape;4500;p182"/>
          <p:cNvSpPr txBox="1"/>
          <p:nvPr>
            <p:ph idx="3" type="subTitle"/>
          </p:nvPr>
        </p:nvSpPr>
        <p:spPr>
          <a:xfrm>
            <a:off x="4807243" y="3831709"/>
            <a:ext cx="3651000" cy="393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501" name="Google Shape;4501;p182"/>
          <p:cNvSpPr txBox="1"/>
          <p:nvPr>
            <p:ph hasCustomPrompt="1" idx="4" type="title"/>
          </p:nvPr>
        </p:nvSpPr>
        <p:spPr>
          <a:xfrm>
            <a:off x="685800" y="3117675"/>
            <a:ext cx="3651000" cy="635700"/>
          </a:xfrm>
          <a:prstGeom prst="rect">
            <a:avLst/>
          </a:prstGeom>
        </p:spPr>
        <p:txBody>
          <a:bodyPr anchorCtr="0" anchor="ctr" bIns="91425" lIns="91425" spcFirstLastPara="1" rIns="91425" wrap="square" tIns="91425">
            <a:noAutofit/>
          </a:bodyPr>
          <a:lstStyle>
            <a:lvl1pPr lvl="0" algn="ctr">
              <a:spcBef>
                <a:spcPts val="0"/>
              </a:spcBef>
              <a:spcAft>
                <a:spcPts val="0"/>
              </a:spcAft>
              <a:buSzPts val="5000"/>
              <a:buNone/>
              <a:defRPr sz="6000">
                <a:solidFill>
                  <a:schemeClr val="accent2"/>
                </a:solidFill>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sp>
        <p:nvSpPr>
          <p:cNvPr id="4502" name="Google Shape;4502;p182"/>
          <p:cNvSpPr txBox="1"/>
          <p:nvPr>
            <p:ph hasCustomPrompt="1" idx="5" type="title"/>
          </p:nvPr>
        </p:nvSpPr>
        <p:spPr>
          <a:xfrm>
            <a:off x="2129250" y="1691873"/>
            <a:ext cx="4885500" cy="635700"/>
          </a:xfrm>
          <a:prstGeom prst="rect">
            <a:avLst/>
          </a:prstGeom>
        </p:spPr>
        <p:txBody>
          <a:bodyPr anchorCtr="0" anchor="ctr" bIns="91425" lIns="91425" spcFirstLastPara="1" rIns="91425" wrap="square" tIns="91425">
            <a:noAutofit/>
          </a:bodyPr>
          <a:lstStyle>
            <a:lvl1pPr lvl="0" algn="ctr">
              <a:spcBef>
                <a:spcPts val="0"/>
              </a:spcBef>
              <a:spcAft>
                <a:spcPts val="0"/>
              </a:spcAft>
              <a:buSzPts val="5000"/>
              <a:buNone/>
              <a:defRPr sz="6000">
                <a:solidFill>
                  <a:schemeClr val="accent2"/>
                </a:solidFill>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sp>
        <p:nvSpPr>
          <p:cNvPr id="4503" name="Google Shape;4503;p182"/>
          <p:cNvSpPr txBox="1"/>
          <p:nvPr>
            <p:ph hasCustomPrompt="1" idx="6" type="title"/>
          </p:nvPr>
        </p:nvSpPr>
        <p:spPr>
          <a:xfrm>
            <a:off x="4807125" y="3117675"/>
            <a:ext cx="3651000" cy="635700"/>
          </a:xfrm>
          <a:prstGeom prst="rect">
            <a:avLst/>
          </a:prstGeom>
        </p:spPr>
        <p:txBody>
          <a:bodyPr anchorCtr="0" anchor="ctr" bIns="91425" lIns="91425" spcFirstLastPara="1" rIns="91425" wrap="square" tIns="91425">
            <a:noAutofit/>
          </a:bodyPr>
          <a:lstStyle>
            <a:lvl1pPr lvl="0" algn="ctr">
              <a:spcBef>
                <a:spcPts val="0"/>
              </a:spcBef>
              <a:spcAft>
                <a:spcPts val="0"/>
              </a:spcAft>
              <a:buSzPts val="5000"/>
              <a:buNone/>
              <a:defRPr sz="6000">
                <a:solidFill>
                  <a:schemeClr val="accent2"/>
                </a:solidFill>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sp>
        <p:nvSpPr>
          <p:cNvPr id="4504" name="Google Shape;4504;p182"/>
          <p:cNvSpPr/>
          <p:nvPr/>
        </p:nvSpPr>
        <p:spPr>
          <a:xfrm flipH="1">
            <a:off x="-379375" y="-260675"/>
            <a:ext cx="1172375" cy="942725"/>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5" name="Google Shape;4505;p182"/>
          <p:cNvSpPr/>
          <p:nvPr/>
        </p:nvSpPr>
        <p:spPr>
          <a:xfrm>
            <a:off x="8191050" y="4377350"/>
            <a:ext cx="1232275" cy="1091025"/>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BLANK_6">
    <p:spTree>
      <p:nvGrpSpPr>
        <p:cNvPr id="4506" name="Shape 4506"/>
        <p:cNvGrpSpPr/>
        <p:nvPr/>
      </p:nvGrpSpPr>
      <p:grpSpPr>
        <a:xfrm>
          <a:off x="0" y="0"/>
          <a:ext cx="0" cy="0"/>
          <a:chOff x="0" y="0"/>
          <a:chExt cx="0" cy="0"/>
        </a:xfrm>
      </p:grpSpPr>
      <p:sp>
        <p:nvSpPr>
          <p:cNvPr id="4507" name="Google Shape;4507;p18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4508" name="Google Shape;4508;p183"/>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grpSp>
        <p:nvGrpSpPr>
          <p:cNvPr id="4509" name="Google Shape;4509;p183"/>
          <p:cNvGrpSpPr/>
          <p:nvPr/>
        </p:nvGrpSpPr>
        <p:grpSpPr>
          <a:xfrm>
            <a:off x="286211" y="261301"/>
            <a:ext cx="678453" cy="565475"/>
            <a:chOff x="286211" y="261301"/>
            <a:chExt cx="678453" cy="565475"/>
          </a:xfrm>
        </p:grpSpPr>
        <p:sp>
          <p:nvSpPr>
            <p:cNvPr id="4510" name="Google Shape;4510;p183"/>
            <p:cNvSpPr/>
            <p:nvPr/>
          </p:nvSpPr>
          <p:spPr>
            <a:xfrm>
              <a:off x="319288" y="721387"/>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511" name="Google Shape;4511;p183"/>
            <p:cNvGrpSpPr/>
            <p:nvPr/>
          </p:nvGrpSpPr>
          <p:grpSpPr>
            <a:xfrm>
              <a:off x="859207" y="294338"/>
              <a:ext cx="105457" cy="105457"/>
              <a:chOff x="7812545" y="194375"/>
              <a:chExt cx="105457" cy="105457"/>
            </a:xfrm>
          </p:grpSpPr>
          <p:sp>
            <p:nvSpPr>
              <p:cNvPr id="4512" name="Google Shape;4512;p183"/>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3" name="Google Shape;4513;p183"/>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4" name="Google Shape;4514;p183"/>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5" name="Google Shape;4515;p183"/>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16" name="Google Shape;4516;p183"/>
            <p:cNvSpPr/>
            <p:nvPr/>
          </p:nvSpPr>
          <p:spPr>
            <a:xfrm>
              <a:off x="286211" y="261301"/>
              <a:ext cx="171626" cy="171542"/>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17" name="Google Shape;4517;p183"/>
          <p:cNvSpPr/>
          <p:nvPr/>
        </p:nvSpPr>
        <p:spPr>
          <a:xfrm rot="5828238">
            <a:off x="8273326" y="4219055"/>
            <a:ext cx="1085117" cy="2077472"/>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518" name="Google Shape;4518;p183"/>
          <p:cNvGrpSpPr/>
          <p:nvPr/>
        </p:nvGrpSpPr>
        <p:grpSpPr>
          <a:xfrm>
            <a:off x="319295" y="4308988"/>
            <a:ext cx="750832" cy="656232"/>
            <a:chOff x="319295" y="4308988"/>
            <a:chExt cx="750832" cy="656232"/>
          </a:xfrm>
        </p:grpSpPr>
        <p:grpSp>
          <p:nvGrpSpPr>
            <p:cNvPr id="4519" name="Google Shape;4519;p183"/>
            <p:cNvGrpSpPr/>
            <p:nvPr/>
          </p:nvGrpSpPr>
          <p:grpSpPr>
            <a:xfrm>
              <a:off x="964670" y="4859763"/>
              <a:ext cx="105457" cy="105457"/>
              <a:chOff x="7812545" y="194375"/>
              <a:chExt cx="105457" cy="105457"/>
            </a:xfrm>
          </p:grpSpPr>
          <p:sp>
            <p:nvSpPr>
              <p:cNvPr id="4520" name="Google Shape;4520;p183"/>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1" name="Google Shape;4521;p183"/>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2" name="Google Shape;4522;p183"/>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3" name="Google Shape;4523;p183"/>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24" name="Google Shape;4524;p183"/>
            <p:cNvSpPr/>
            <p:nvPr/>
          </p:nvSpPr>
          <p:spPr>
            <a:xfrm>
              <a:off x="424749" y="4721876"/>
              <a:ext cx="171626" cy="171542"/>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525" name="Google Shape;4525;p183"/>
            <p:cNvGrpSpPr/>
            <p:nvPr/>
          </p:nvGrpSpPr>
          <p:grpSpPr>
            <a:xfrm>
              <a:off x="319295" y="4308988"/>
              <a:ext cx="105457" cy="105457"/>
              <a:chOff x="7812545" y="194375"/>
              <a:chExt cx="105457" cy="105457"/>
            </a:xfrm>
          </p:grpSpPr>
          <p:sp>
            <p:nvSpPr>
              <p:cNvPr id="4526" name="Google Shape;4526;p183"/>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7" name="Google Shape;4527;p183"/>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8" name="Google Shape;4528;p183"/>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9" name="Google Shape;4529;p183"/>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530" name="Google Shape;4530;p183"/>
          <p:cNvGrpSpPr/>
          <p:nvPr/>
        </p:nvGrpSpPr>
        <p:grpSpPr>
          <a:xfrm>
            <a:off x="8112408" y="-304605"/>
            <a:ext cx="1502819" cy="1131369"/>
            <a:chOff x="8112408" y="-304605"/>
            <a:chExt cx="1502819" cy="1131369"/>
          </a:xfrm>
        </p:grpSpPr>
        <p:sp>
          <p:nvSpPr>
            <p:cNvPr id="4531" name="Google Shape;4531;p183"/>
            <p:cNvSpPr/>
            <p:nvPr/>
          </p:nvSpPr>
          <p:spPr>
            <a:xfrm flipH="1">
              <a:off x="8112408" y="-304600"/>
              <a:ext cx="1406967" cy="1131364"/>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2" name="Google Shape;4532;p183"/>
            <p:cNvSpPr/>
            <p:nvPr/>
          </p:nvSpPr>
          <p:spPr>
            <a:xfrm flipH="1">
              <a:off x="8624108" y="-304605"/>
              <a:ext cx="991119" cy="877511"/>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BLANK_15">
    <p:spTree>
      <p:nvGrpSpPr>
        <p:cNvPr id="4533" name="Shape 4533"/>
        <p:cNvGrpSpPr/>
        <p:nvPr/>
      </p:nvGrpSpPr>
      <p:grpSpPr>
        <a:xfrm>
          <a:off x="0" y="0"/>
          <a:ext cx="0" cy="0"/>
          <a:chOff x="0" y="0"/>
          <a:chExt cx="0" cy="0"/>
        </a:xfrm>
      </p:grpSpPr>
      <p:sp>
        <p:nvSpPr>
          <p:cNvPr id="4534" name="Google Shape;4534;p18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4535" name="Google Shape;4535;p184"/>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536" name="Google Shape;4536;p184"/>
          <p:cNvSpPr/>
          <p:nvPr/>
        </p:nvSpPr>
        <p:spPr>
          <a:xfrm flipH="1" rot="10800000">
            <a:off x="5573502" y="2080275"/>
            <a:ext cx="5049319" cy="4110228"/>
          </a:xfrm>
          <a:custGeom>
            <a:rect b="b" l="l" r="r" t="t"/>
            <a:pathLst>
              <a:path extrusionOk="0" h="48924" w="60102">
                <a:moveTo>
                  <a:pt x="31550" y="1"/>
                </a:moveTo>
                <a:cubicBezTo>
                  <a:pt x="28688" y="1"/>
                  <a:pt x="25391" y="541"/>
                  <a:pt x="22089" y="2238"/>
                </a:cubicBezTo>
                <a:cubicBezTo>
                  <a:pt x="12977" y="6900"/>
                  <a:pt x="8196" y="17230"/>
                  <a:pt x="4091" y="25485"/>
                </a:cubicBezTo>
                <a:cubicBezTo>
                  <a:pt x="1" y="33725"/>
                  <a:pt x="2016" y="42612"/>
                  <a:pt x="8767" y="47123"/>
                </a:cubicBezTo>
                <a:cubicBezTo>
                  <a:pt x="10764" y="48461"/>
                  <a:pt x="12590" y="48924"/>
                  <a:pt x="14421" y="48924"/>
                </a:cubicBezTo>
                <a:cubicBezTo>
                  <a:pt x="18514" y="48924"/>
                  <a:pt x="22630" y="46611"/>
                  <a:pt x="28730" y="46611"/>
                </a:cubicBezTo>
                <a:cubicBezTo>
                  <a:pt x="29125" y="46611"/>
                  <a:pt x="29527" y="46621"/>
                  <a:pt x="29939" y="46641"/>
                </a:cubicBezTo>
                <a:cubicBezTo>
                  <a:pt x="34134" y="46851"/>
                  <a:pt x="36984" y="47278"/>
                  <a:pt x="39535" y="47278"/>
                </a:cubicBezTo>
                <a:cubicBezTo>
                  <a:pt x="42835" y="47278"/>
                  <a:pt x="45637" y="46563"/>
                  <a:pt x="50208" y="43739"/>
                </a:cubicBezTo>
                <a:cubicBezTo>
                  <a:pt x="58328" y="38732"/>
                  <a:pt x="60102" y="25500"/>
                  <a:pt x="54042" y="15140"/>
                </a:cubicBezTo>
                <a:cubicBezTo>
                  <a:pt x="47997" y="4779"/>
                  <a:pt x="40254" y="1667"/>
                  <a:pt x="40254" y="1667"/>
                </a:cubicBezTo>
                <a:cubicBezTo>
                  <a:pt x="40254" y="1667"/>
                  <a:pt x="36573" y="1"/>
                  <a:pt x="31550"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7" name="Google Shape;4537;p184"/>
          <p:cNvSpPr/>
          <p:nvPr/>
        </p:nvSpPr>
        <p:spPr>
          <a:xfrm rot="5828238">
            <a:off x="8273326" y="4219055"/>
            <a:ext cx="1085117" cy="2077472"/>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538" name="Google Shape;4538;p184"/>
          <p:cNvGrpSpPr/>
          <p:nvPr/>
        </p:nvGrpSpPr>
        <p:grpSpPr>
          <a:xfrm>
            <a:off x="319295" y="4308988"/>
            <a:ext cx="750832" cy="656232"/>
            <a:chOff x="319295" y="4308988"/>
            <a:chExt cx="750832" cy="656232"/>
          </a:xfrm>
        </p:grpSpPr>
        <p:grpSp>
          <p:nvGrpSpPr>
            <p:cNvPr id="4539" name="Google Shape;4539;p184"/>
            <p:cNvGrpSpPr/>
            <p:nvPr/>
          </p:nvGrpSpPr>
          <p:grpSpPr>
            <a:xfrm>
              <a:off x="964670" y="4859763"/>
              <a:ext cx="105457" cy="105457"/>
              <a:chOff x="7812545" y="194375"/>
              <a:chExt cx="105457" cy="105457"/>
            </a:xfrm>
          </p:grpSpPr>
          <p:sp>
            <p:nvSpPr>
              <p:cNvPr id="4540" name="Google Shape;4540;p184"/>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1" name="Google Shape;4541;p184"/>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2" name="Google Shape;4542;p184"/>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3" name="Google Shape;4543;p184"/>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44" name="Google Shape;4544;p184"/>
            <p:cNvSpPr/>
            <p:nvPr/>
          </p:nvSpPr>
          <p:spPr>
            <a:xfrm>
              <a:off x="424749" y="4721876"/>
              <a:ext cx="171626" cy="171542"/>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545" name="Google Shape;4545;p184"/>
            <p:cNvGrpSpPr/>
            <p:nvPr/>
          </p:nvGrpSpPr>
          <p:grpSpPr>
            <a:xfrm>
              <a:off x="319295" y="4308988"/>
              <a:ext cx="105457" cy="105457"/>
              <a:chOff x="7812545" y="194375"/>
              <a:chExt cx="105457" cy="105457"/>
            </a:xfrm>
          </p:grpSpPr>
          <p:sp>
            <p:nvSpPr>
              <p:cNvPr id="4546" name="Google Shape;4546;p184"/>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7" name="Google Shape;4547;p184"/>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8" name="Google Shape;4548;p184"/>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9" name="Google Shape;4549;p184"/>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550" name="Google Shape;4550;p184"/>
          <p:cNvGrpSpPr/>
          <p:nvPr/>
        </p:nvGrpSpPr>
        <p:grpSpPr>
          <a:xfrm>
            <a:off x="319295" y="181363"/>
            <a:ext cx="698582" cy="835057"/>
            <a:chOff x="319295" y="181363"/>
            <a:chExt cx="698582" cy="835057"/>
          </a:xfrm>
        </p:grpSpPr>
        <p:grpSp>
          <p:nvGrpSpPr>
            <p:cNvPr id="4551" name="Google Shape;4551;p184"/>
            <p:cNvGrpSpPr/>
            <p:nvPr/>
          </p:nvGrpSpPr>
          <p:grpSpPr>
            <a:xfrm>
              <a:off x="912420" y="181363"/>
              <a:ext cx="105457" cy="105457"/>
              <a:chOff x="7812545" y="194375"/>
              <a:chExt cx="105457" cy="105457"/>
            </a:xfrm>
          </p:grpSpPr>
          <p:sp>
            <p:nvSpPr>
              <p:cNvPr id="4552" name="Google Shape;4552;p184"/>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3" name="Google Shape;4553;p184"/>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4" name="Google Shape;4554;p184"/>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5" name="Google Shape;4555;p184"/>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56" name="Google Shape;4556;p184"/>
            <p:cNvSpPr/>
            <p:nvPr/>
          </p:nvSpPr>
          <p:spPr>
            <a:xfrm>
              <a:off x="319299" y="331076"/>
              <a:ext cx="171626" cy="171542"/>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557" name="Google Shape;4557;p184"/>
            <p:cNvGrpSpPr/>
            <p:nvPr/>
          </p:nvGrpSpPr>
          <p:grpSpPr>
            <a:xfrm>
              <a:off x="319295" y="910963"/>
              <a:ext cx="105457" cy="105457"/>
              <a:chOff x="7812545" y="194375"/>
              <a:chExt cx="105457" cy="105457"/>
            </a:xfrm>
          </p:grpSpPr>
          <p:sp>
            <p:nvSpPr>
              <p:cNvPr id="4558" name="Google Shape;4558;p184"/>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9" name="Google Shape;4559;p184"/>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0" name="Google Shape;4560;p184"/>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1" name="Google Shape;4561;p184"/>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BLANK_3">
    <p:spTree>
      <p:nvGrpSpPr>
        <p:cNvPr id="4562" name="Shape 4562"/>
        <p:cNvGrpSpPr/>
        <p:nvPr/>
      </p:nvGrpSpPr>
      <p:grpSpPr>
        <a:xfrm>
          <a:off x="0" y="0"/>
          <a:ext cx="0" cy="0"/>
          <a:chOff x="0" y="0"/>
          <a:chExt cx="0" cy="0"/>
        </a:xfrm>
      </p:grpSpPr>
      <p:sp>
        <p:nvSpPr>
          <p:cNvPr id="4563" name="Google Shape;4563;p185"/>
          <p:cNvSpPr/>
          <p:nvPr/>
        </p:nvSpPr>
        <p:spPr>
          <a:xfrm flipH="1">
            <a:off x="437224" y="87075"/>
            <a:ext cx="8269551" cy="4798437"/>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4" name="Google Shape;4564;p18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4565" name="Google Shape;4565;p185"/>
          <p:cNvSpPr txBox="1"/>
          <p:nvPr>
            <p:ph type="title"/>
          </p:nvPr>
        </p:nvSpPr>
        <p:spPr>
          <a:xfrm>
            <a:off x="1505550" y="920400"/>
            <a:ext cx="6132900" cy="871500"/>
          </a:xfrm>
          <a:prstGeom prst="rect">
            <a:avLst/>
          </a:prstGeom>
        </p:spPr>
        <p:txBody>
          <a:bodyPr anchorCtr="0" anchor="ctr" bIns="91425" lIns="91425" spcFirstLastPara="1" rIns="91425" wrap="square" tIns="91425">
            <a:noAutofit/>
          </a:bodyPr>
          <a:lstStyle>
            <a:lvl1pPr lvl="0" algn="ctr">
              <a:spcBef>
                <a:spcPts val="0"/>
              </a:spcBef>
              <a:spcAft>
                <a:spcPts val="0"/>
              </a:spcAft>
              <a:buSzPts val="2800"/>
              <a:buNone/>
              <a:defRPr sz="6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566" name="Google Shape;4566;p185"/>
          <p:cNvSpPr txBox="1"/>
          <p:nvPr>
            <p:ph idx="1" type="subTitle"/>
          </p:nvPr>
        </p:nvSpPr>
        <p:spPr>
          <a:xfrm>
            <a:off x="2549400" y="1842175"/>
            <a:ext cx="4045200" cy="10122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567" name="Google Shape;4567;p185"/>
          <p:cNvSpPr txBox="1"/>
          <p:nvPr/>
        </p:nvSpPr>
        <p:spPr>
          <a:xfrm>
            <a:off x="2549400" y="3439165"/>
            <a:ext cx="4045200" cy="670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CA" sz="1200">
                <a:solidFill>
                  <a:schemeClr val="dk1"/>
                </a:solidFill>
                <a:latin typeface="Lato"/>
                <a:ea typeface="Lato"/>
                <a:cs typeface="Lato"/>
                <a:sym typeface="Lato"/>
              </a:rPr>
              <a:t>CREDITS:</a:t>
            </a:r>
            <a:r>
              <a:rPr lang="en-CA" sz="1200">
                <a:solidFill>
                  <a:schemeClr val="dk1"/>
                </a:solidFill>
                <a:latin typeface="Lato"/>
                <a:ea typeface="Lato"/>
                <a:cs typeface="Lato"/>
                <a:sym typeface="Lato"/>
              </a:rPr>
              <a:t> This presentation template was created by </a:t>
            </a:r>
            <a:r>
              <a:rPr b="1" lang="en-CA" sz="1200">
                <a:solidFill>
                  <a:schemeClr val="dk1"/>
                </a:solidFill>
                <a:uFill>
                  <a:noFill/>
                </a:uFill>
                <a:latin typeface="Lato"/>
                <a:ea typeface="Lato"/>
                <a:cs typeface="Lato"/>
                <a:sym typeface="Lato"/>
                <a:hlinkClick r:id="rId2">
                  <a:extLst>
                    <a:ext uri="{A12FA001-AC4F-418D-AE19-62706E023703}">
                      <ahyp:hlinkClr val="tx"/>
                    </a:ext>
                  </a:extLst>
                </a:hlinkClick>
              </a:rPr>
              <a:t>Slidesgo</a:t>
            </a:r>
            <a:r>
              <a:rPr b="1" lang="en-CA" sz="1200">
                <a:solidFill>
                  <a:schemeClr val="dk1"/>
                </a:solidFill>
                <a:latin typeface="Lato"/>
                <a:ea typeface="Lato"/>
                <a:cs typeface="Lato"/>
                <a:sym typeface="Lato"/>
              </a:rPr>
              <a:t>,</a:t>
            </a:r>
            <a:r>
              <a:rPr lang="en-CA" sz="1200">
                <a:solidFill>
                  <a:schemeClr val="dk1"/>
                </a:solidFill>
                <a:latin typeface="Lato"/>
                <a:ea typeface="Lato"/>
                <a:cs typeface="Lato"/>
                <a:sym typeface="Lato"/>
              </a:rPr>
              <a:t> including icons by </a:t>
            </a:r>
            <a:r>
              <a:rPr b="1" lang="en-CA" sz="1200">
                <a:solidFill>
                  <a:schemeClr val="dk1"/>
                </a:solidFill>
                <a:uFill>
                  <a:noFill/>
                </a:uFill>
                <a:latin typeface="Lato"/>
                <a:ea typeface="Lato"/>
                <a:cs typeface="Lato"/>
                <a:sym typeface="Lato"/>
                <a:hlinkClick r:id="rId3">
                  <a:extLst>
                    <a:ext uri="{A12FA001-AC4F-418D-AE19-62706E023703}">
                      <ahyp:hlinkClr val="tx"/>
                    </a:ext>
                  </a:extLst>
                </a:hlinkClick>
              </a:rPr>
              <a:t>Flaticon</a:t>
            </a:r>
            <a:r>
              <a:rPr lang="en-CA" sz="1200">
                <a:solidFill>
                  <a:schemeClr val="dk1"/>
                </a:solidFill>
                <a:latin typeface="Lato"/>
                <a:ea typeface="Lato"/>
                <a:cs typeface="Lato"/>
                <a:sym typeface="Lato"/>
              </a:rPr>
              <a:t>, infographics &amp; images by </a:t>
            </a:r>
            <a:r>
              <a:rPr b="1" lang="en-CA" sz="1200">
                <a:solidFill>
                  <a:schemeClr val="dk1"/>
                </a:solidFill>
                <a:uFill>
                  <a:noFill/>
                </a:uFill>
                <a:latin typeface="Lato"/>
                <a:ea typeface="Lato"/>
                <a:cs typeface="Lato"/>
                <a:sym typeface="Lato"/>
                <a:hlinkClick r:id="rId4">
                  <a:extLst>
                    <a:ext uri="{A12FA001-AC4F-418D-AE19-62706E023703}">
                      <ahyp:hlinkClr val="tx"/>
                    </a:ext>
                  </a:extLst>
                </a:hlinkClick>
              </a:rPr>
              <a:t>Freepik</a:t>
            </a:r>
            <a:r>
              <a:rPr lang="en-CA" sz="1200">
                <a:solidFill>
                  <a:schemeClr val="dk1"/>
                </a:solidFill>
                <a:latin typeface="Lato"/>
                <a:ea typeface="Lato"/>
                <a:cs typeface="Lato"/>
                <a:sym typeface="Lato"/>
              </a:rPr>
              <a:t> and illustrations by </a:t>
            </a:r>
            <a:r>
              <a:rPr b="1" lang="en-CA" sz="1200">
                <a:solidFill>
                  <a:schemeClr val="dk1"/>
                </a:solidFill>
                <a:uFill>
                  <a:noFill/>
                </a:uFill>
                <a:latin typeface="Lato"/>
                <a:ea typeface="Lato"/>
                <a:cs typeface="Lato"/>
                <a:sym typeface="Lato"/>
                <a:hlinkClick r:id="rId5">
                  <a:extLst>
                    <a:ext uri="{A12FA001-AC4F-418D-AE19-62706E023703}">
                      <ahyp:hlinkClr val="tx"/>
                    </a:ext>
                  </a:extLst>
                </a:hlinkClick>
              </a:rPr>
              <a:t>Storyset</a:t>
            </a:r>
            <a:r>
              <a:rPr lang="en-CA" sz="1200">
                <a:solidFill>
                  <a:schemeClr val="dk1"/>
                </a:solidFill>
                <a:latin typeface="Lato"/>
                <a:ea typeface="Lato"/>
                <a:cs typeface="Lato"/>
                <a:sym typeface="Lato"/>
              </a:rPr>
              <a:t>.</a:t>
            </a:r>
            <a:endParaRPr>
              <a:solidFill>
                <a:schemeClr val="dk1"/>
              </a:solidFill>
              <a:latin typeface="Lato"/>
              <a:ea typeface="Lato"/>
              <a:cs typeface="Lato"/>
              <a:sym typeface="Lato"/>
            </a:endParaRPr>
          </a:p>
        </p:txBody>
      </p:sp>
      <p:grpSp>
        <p:nvGrpSpPr>
          <p:cNvPr id="4568" name="Google Shape;4568;p185"/>
          <p:cNvGrpSpPr/>
          <p:nvPr/>
        </p:nvGrpSpPr>
        <p:grpSpPr>
          <a:xfrm>
            <a:off x="-324289" y="3240517"/>
            <a:ext cx="2492715" cy="2684735"/>
            <a:chOff x="-324289" y="3240517"/>
            <a:chExt cx="2492715" cy="2684735"/>
          </a:xfrm>
        </p:grpSpPr>
        <p:sp>
          <p:nvSpPr>
            <p:cNvPr id="4569" name="Google Shape;4569;p185"/>
            <p:cNvSpPr/>
            <p:nvPr/>
          </p:nvSpPr>
          <p:spPr>
            <a:xfrm rot="10800000">
              <a:off x="-324289" y="3240517"/>
              <a:ext cx="2492715" cy="2278933"/>
            </a:xfrm>
            <a:custGeom>
              <a:rect b="b" l="l" r="r" t="t"/>
              <a:pathLst>
                <a:path extrusionOk="0" h="49900" w="54584">
                  <a:moveTo>
                    <a:pt x="39803" y="0"/>
                  </a:moveTo>
                  <a:cubicBezTo>
                    <a:pt x="38029" y="0"/>
                    <a:pt x="36248" y="409"/>
                    <a:pt x="34570" y="1238"/>
                  </a:cubicBezTo>
                  <a:cubicBezTo>
                    <a:pt x="31367" y="2802"/>
                    <a:pt x="28886" y="5448"/>
                    <a:pt x="25683" y="7012"/>
                  </a:cubicBezTo>
                  <a:cubicBezTo>
                    <a:pt x="21308" y="9163"/>
                    <a:pt x="16511" y="10320"/>
                    <a:pt x="12090" y="12380"/>
                  </a:cubicBezTo>
                  <a:cubicBezTo>
                    <a:pt x="7684" y="14425"/>
                    <a:pt x="3444" y="17628"/>
                    <a:pt x="1865" y="22244"/>
                  </a:cubicBezTo>
                  <a:cubicBezTo>
                    <a:pt x="1" y="27673"/>
                    <a:pt x="647" y="34078"/>
                    <a:pt x="3504" y="39040"/>
                  </a:cubicBezTo>
                  <a:cubicBezTo>
                    <a:pt x="8069" y="46988"/>
                    <a:pt x="17031" y="49899"/>
                    <a:pt x="25743" y="49899"/>
                  </a:cubicBezTo>
                  <a:cubicBezTo>
                    <a:pt x="25898" y="49899"/>
                    <a:pt x="26054" y="49898"/>
                    <a:pt x="26209" y="49897"/>
                  </a:cubicBezTo>
                  <a:cubicBezTo>
                    <a:pt x="44945" y="49671"/>
                    <a:pt x="54583" y="26996"/>
                    <a:pt x="51531" y="10696"/>
                  </a:cubicBezTo>
                  <a:cubicBezTo>
                    <a:pt x="50869" y="7163"/>
                    <a:pt x="49230" y="3779"/>
                    <a:pt x="46118" y="1840"/>
                  </a:cubicBezTo>
                  <a:cubicBezTo>
                    <a:pt x="44160" y="620"/>
                    <a:pt x="41987" y="0"/>
                    <a:pt x="39803"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0" name="Google Shape;4570;p185"/>
            <p:cNvSpPr/>
            <p:nvPr/>
          </p:nvSpPr>
          <p:spPr>
            <a:xfrm rot="5828238">
              <a:off x="251851" y="4219055"/>
              <a:ext cx="1085117" cy="2077472"/>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71" name="Google Shape;4571;p185"/>
          <p:cNvSpPr/>
          <p:nvPr/>
        </p:nvSpPr>
        <p:spPr>
          <a:xfrm rot="899878">
            <a:off x="-523899" y="-362625"/>
            <a:ext cx="1102774" cy="971749"/>
          </a:xfrm>
          <a:custGeom>
            <a:rect b="b" l="l" r="r" t="t"/>
            <a:pathLst>
              <a:path extrusionOk="0" h="49357" w="56012">
                <a:moveTo>
                  <a:pt x="29954" y="0"/>
                </a:moveTo>
                <a:cubicBezTo>
                  <a:pt x="26409" y="0"/>
                  <a:pt x="22321" y="902"/>
                  <a:pt x="17654" y="3034"/>
                </a:cubicBezTo>
                <a:cubicBezTo>
                  <a:pt x="17654" y="3034"/>
                  <a:pt x="8827" y="7530"/>
                  <a:pt x="4406" y="14477"/>
                </a:cubicBezTo>
                <a:cubicBezTo>
                  <a:pt x="1" y="21424"/>
                  <a:pt x="347" y="30340"/>
                  <a:pt x="5715" y="36971"/>
                </a:cubicBezTo>
                <a:cubicBezTo>
                  <a:pt x="11068" y="43588"/>
                  <a:pt x="21308" y="42730"/>
                  <a:pt x="29878" y="46926"/>
                </a:cubicBezTo>
                <a:cubicBezTo>
                  <a:pt x="33082" y="48494"/>
                  <a:pt x="36410" y="49356"/>
                  <a:pt x="39533" y="49356"/>
                </a:cubicBezTo>
                <a:cubicBezTo>
                  <a:pt x="44766" y="49356"/>
                  <a:pt x="49425" y="46936"/>
                  <a:pt x="51967" y="41362"/>
                </a:cubicBezTo>
                <a:cubicBezTo>
                  <a:pt x="56012" y="32476"/>
                  <a:pt x="49907" y="29137"/>
                  <a:pt x="48854" y="18852"/>
                </a:cubicBezTo>
                <a:cubicBezTo>
                  <a:pt x="48037" y="10867"/>
                  <a:pt x="42263" y="0"/>
                  <a:pt x="29954"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572" name="Google Shape;4572;p185"/>
          <p:cNvGrpSpPr/>
          <p:nvPr/>
        </p:nvGrpSpPr>
        <p:grpSpPr>
          <a:xfrm>
            <a:off x="298009" y="1164970"/>
            <a:ext cx="1121498" cy="1129498"/>
            <a:chOff x="298009" y="1164970"/>
            <a:chExt cx="1121498" cy="1129498"/>
          </a:xfrm>
        </p:grpSpPr>
        <p:grpSp>
          <p:nvGrpSpPr>
            <p:cNvPr id="4573" name="Google Shape;4573;p185"/>
            <p:cNvGrpSpPr/>
            <p:nvPr/>
          </p:nvGrpSpPr>
          <p:grpSpPr>
            <a:xfrm flipH="1">
              <a:off x="298009" y="1309538"/>
              <a:ext cx="93234" cy="93234"/>
              <a:chOff x="7812545" y="194375"/>
              <a:chExt cx="105457" cy="105457"/>
            </a:xfrm>
          </p:grpSpPr>
          <p:sp>
            <p:nvSpPr>
              <p:cNvPr id="4574" name="Google Shape;4574;p185"/>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5" name="Google Shape;4575;p185"/>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6" name="Google Shape;4576;p185"/>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7" name="Google Shape;4577;p185"/>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78" name="Google Shape;4578;p185"/>
            <p:cNvSpPr/>
            <p:nvPr/>
          </p:nvSpPr>
          <p:spPr>
            <a:xfrm flipH="1">
              <a:off x="1326276" y="1164970"/>
              <a:ext cx="93231" cy="93173"/>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9" name="Google Shape;4579;p185"/>
            <p:cNvSpPr/>
            <p:nvPr/>
          </p:nvSpPr>
          <p:spPr>
            <a:xfrm flipH="1">
              <a:off x="685826" y="2201295"/>
              <a:ext cx="93231" cy="93173"/>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80" name="Google Shape;4580;p185"/>
          <p:cNvGrpSpPr/>
          <p:nvPr/>
        </p:nvGrpSpPr>
        <p:grpSpPr>
          <a:xfrm>
            <a:off x="7297176" y="3655625"/>
            <a:ext cx="2210428" cy="1863813"/>
            <a:chOff x="7297176" y="3655625"/>
            <a:chExt cx="2210428" cy="1863813"/>
          </a:xfrm>
        </p:grpSpPr>
        <p:sp>
          <p:nvSpPr>
            <p:cNvPr id="4581" name="Google Shape;4581;p185"/>
            <p:cNvSpPr/>
            <p:nvPr/>
          </p:nvSpPr>
          <p:spPr>
            <a:xfrm rot="899878">
              <a:off x="8297876" y="4421550"/>
              <a:ext cx="1102774" cy="971749"/>
            </a:xfrm>
            <a:custGeom>
              <a:rect b="b" l="l" r="r" t="t"/>
              <a:pathLst>
                <a:path extrusionOk="0" h="49357" w="56012">
                  <a:moveTo>
                    <a:pt x="29954" y="0"/>
                  </a:moveTo>
                  <a:cubicBezTo>
                    <a:pt x="26409" y="0"/>
                    <a:pt x="22321" y="902"/>
                    <a:pt x="17654" y="3034"/>
                  </a:cubicBezTo>
                  <a:cubicBezTo>
                    <a:pt x="17654" y="3034"/>
                    <a:pt x="8827" y="7530"/>
                    <a:pt x="4406" y="14477"/>
                  </a:cubicBezTo>
                  <a:cubicBezTo>
                    <a:pt x="1" y="21424"/>
                    <a:pt x="347" y="30340"/>
                    <a:pt x="5715" y="36971"/>
                  </a:cubicBezTo>
                  <a:cubicBezTo>
                    <a:pt x="11068" y="43588"/>
                    <a:pt x="21308" y="42730"/>
                    <a:pt x="29878" y="46926"/>
                  </a:cubicBezTo>
                  <a:cubicBezTo>
                    <a:pt x="33082" y="48494"/>
                    <a:pt x="36410" y="49356"/>
                    <a:pt x="39533" y="49356"/>
                  </a:cubicBezTo>
                  <a:cubicBezTo>
                    <a:pt x="44766" y="49356"/>
                    <a:pt x="49425" y="46936"/>
                    <a:pt x="51967" y="41362"/>
                  </a:cubicBezTo>
                  <a:cubicBezTo>
                    <a:pt x="56012" y="32476"/>
                    <a:pt x="49907" y="29137"/>
                    <a:pt x="48854" y="18852"/>
                  </a:cubicBezTo>
                  <a:cubicBezTo>
                    <a:pt x="48037" y="10867"/>
                    <a:pt x="42263" y="0"/>
                    <a:pt x="29954"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582" name="Google Shape;4582;p185"/>
            <p:cNvGrpSpPr/>
            <p:nvPr/>
          </p:nvGrpSpPr>
          <p:grpSpPr>
            <a:xfrm>
              <a:off x="7297176" y="3655625"/>
              <a:ext cx="1024368" cy="981280"/>
              <a:chOff x="7297176" y="3655625"/>
              <a:chExt cx="1024368" cy="981280"/>
            </a:xfrm>
          </p:grpSpPr>
          <p:grpSp>
            <p:nvGrpSpPr>
              <p:cNvPr id="4583" name="Google Shape;4583;p185"/>
              <p:cNvGrpSpPr/>
              <p:nvPr/>
            </p:nvGrpSpPr>
            <p:grpSpPr>
              <a:xfrm flipH="1">
                <a:off x="8228309" y="3655625"/>
                <a:ext cx="93234" cy="93234"/>
                <a:chOff x="7812545" y="194375"/>
                <a:chExt cx="105457" cy="105457"/>
              </a:xfrm>
            </p:grpSpPr>
            <p:sp>
              <p:nvSpPr>
                <p:cNvPr id="4584" name="Google Shape;4584;p185"/>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5" name="Google Shape;4585;p185"/>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6" name="Google Shape;4586;p185"/>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7" name="Google Shape;4587;p185"/>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88" name="Google Shape;4588;p185"/>
              <p:cNvSpPr/>
              <p:nvPr/>
            </p:nvSpPr>
            <p:spPr>
              <a:xfrm flipH="1">
                <a:off x="7297176" y="4543733"/>
                <a:ext cx="93231" cy="93173"/>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20">
    <p:spTree>
      <p:nvGrpSpPr>
        <p:cNvPr id="4589" name="Shape 4589"/>
        <p:cNvGrpSpPr/>
        <p:nvPr/>
      </p:nvGrpSpPr>
      <p:grpSpPr>
        <a:xfrm>
          <a:off x="0" y="0"/>
          <a:ext cx="0" cy="0"/>
          <a:chOff x="0" y="0"/>
          <a:chExt cx="0" cy="0"/>
        </a:xfrm>
      </p:grpSpPr>
      <p:sp>
        <p:nvSpPr>
          <p:cNvPr id="4590" name="Google Shape;4590;p18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grpSp>
        <p:nvGrpSpPr>
          <p:cNvPr id="4591" name="Google Shape;4591;p186"/>
          <p:cNvGrpSpPr/>
          <p:nvPr/>
        </p:nvGrpSpPr>
        <p:grpSpPr>
          <a:xfrm>
            <a:off x="319295" y="4308988"/>
            <a:ext cx="750832" cy="656232"/>
            <a:chOff x="319295" y="4308988"/>
            <a:chExt cx="750832" cy="656232"/>
          </a:xfrm>
        </p:grpSpPr>
        <p:grpSp>
          <p:nvGrpSpPr>
            <p:cNvPr id="4592" name="Google Shape;4592;p186"/>
            <p:cNvGrpSpPr/>
            <p:nvPr/>
          </p:nvGrpSpPr>
          <p:grpSpPr>
            <a:xfrm>
              <a:off x="964670" y="4859763"/>
              <a:ext cx="105457" cy="105457"/>
              <a:chOff x="7812545" y="194375"/>
              <a:chExt cx="105457" cy="105457"/>
            </a:xfrm>
          </p:grpSpPr>
          <p:sp>
            <p:nvSpPr>
              <p:cNvPr id="4593" name="Google Shape;4593;p186"/>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4" name="Google Shape;4594;p186"/>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5" name="Google Shape;4595;p186"/>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6" name="Google Shape;4596;p186"/>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97" name="Google Shape;4597;p186"/>
            <p:cNvSpPr/>
            <p:nvPr/>
          </p:nvSpPr>
          <p:spPr>
            <a:xfrm>
              <a:off x="424749" y="4721876"/>
              <a:ext cx="171626" cy="171542"/>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598" name="Google Shape;4598;p186"/>
            <p:cNvGrpSpPr/>
            <p:nvPr/>
          </p:nvGrpSpPr>
          <p:grpSpPr>
            <a:xfrm>
              <a:off x="319295" y="4308988"/>
              <a:ext cx="105457" cy="105457"/>
              <a:chOff x="7812545" y="194375"/>
              <a:chExt cx="105457" cy="105457"/>
            </a:xfrm>
          </p:grpSpPr>
          <p:sp>
            <p:nvSpPr>
              <p:cNvPr id="4599" name="Google Shape;4599;p186"/>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0" name="Google Shape;4600;p186"/>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1" name="Google Shape;4601;p186"/>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2" name="Google Shape;4602;p186"/>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603" name="Google Shape;4603;p186"/>
          <p:cNvGrpSpPr/>
          <p:nvPr/>
        </p:nvGrpSpPr>
        <p:grpSpPr>
          <a:xfrm>
            <a:off x="8176604" y="-179030"/>
            <a:ext cx="1421198" cy="1325909"/>
            <a:chOff x="8176604" y="-179030"/>
            <a:chExt cx="1421198" cy="1325909"/>
          </a:xfrm>
        </p:grpSpPr>
        <p:sp>
          <p:nvSpPr>
            <p:cNvPr id="4604" name="Google Shape;4604;p186"/>
            <p:cNvSpPr/>
            <p:nvPr/>
          </p:nvSpPr>
          <p:spPr>
            <a:xfrm flipH="1">
              <a:off x="8606683" y="-179030"/>
              <a:ext cx="991119" cy="877511"/>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5" name="Google Shape;4605;p186"/>
            <p:cNvSpPr/>
            <p:nvPr/>
          </p:nvSpPr>
          <p:spPr>
            <a:xfrm flipH="1">
              <a:off x="8176604" y="349987"/>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606" name="Google Shape;4606;p186"/>
            <p:cNvGrpSpPr/>
            <p:nvPr/>
          </p:nvGrpSpPr>
          <p:grpSpPr>
            <a:xfrm>
              <a:off x="8732620" y="1041423"/>
              <a:ext cx="105457" cy="105457"/>
              <a:chOff x="7812545" y="194375"/>
              <a:chExt cx="105457" cy="105457"/>
            </a:xfrm>
          </p:grpSpPr>
          <p:sp>
            <p:nvSpPr>
              <p:cNvPr id="4607" name="Google Shape;4607;p186"/>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8" name="Google Shape;4608;p186"/>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9" name="Google Shape;4609;p186"/>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0" name="Google Shape;4610;p186"/>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19">
    <p:spTree>
      <p:nvGrpSpPr>
        <p:cNvPr id="4611" name="Shape 4611"/>
        <p:cNvGrpSpPr/>
        <p:nvPr/>
      </p:nvGrpSpPr>
      <p:grpSpPr>
        <a:xfrm>
          <a:off x="0" y="0"/>
          <a:ext cx="0" cy="0"/>
          <a:chOff x="0" y="0"/>
          <a:chExt cx="0" cy="0"/>
        </a:xfrm>
      </p:grpSpPr>
      <p:sp>
        <p:nvSpPr>
          <p:cNvPr id="4612" name="Google Shape;4612;p18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4613" name="Google Shape;4613;p187"/>
          <p:cNvSpPr/>
          <p:nvPr/>
        </p:nvSpPr>
        <p:spPr>
          <a:xfrm rot="5828238">
            <a:off x="712226" y="4219055"/>
            <a:ext cx="1085117" cy="2077472"/>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4" name="Google Shape;4614;p187"/>
          <p:cNvSpPr/>
          <p:nvPr/>
        </p:nvSpPr>
        <p:spPr>
          <a:xfrm flipH="1">
            <a:off x="8516050" y="4487450"/>
            <a:ext cx="1172375" cy="942725"/>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615" name="Google Shape;4615;p187"/>
          <p:cNvGrpSpPr/>
          <p:nvPr/>
        </p:nvGrpSpPr>
        <p:grpSpPr>
          <a:xfrm>
            <a:off x="-1252300" y="-775500"/>
            <a:ext cx="2224933" cy="1789104"/>
            <a:chOff x="-1260750" y="4247400"/>
            <a:chExt cx="2224933" cy="1789104"/>
          </a:xfrm>
        </p:grpSpPr>
        <p:sp>
          <p:nvSpPr>
            <p:cNvPr id="4616" name="Google Shape;4616;p187"/>
            <p:cNvSpPr/>
            <p:nvPr/>
          </p:nvSpPr>
          <p:spPr>
            <a:xfrm flipH="1">
              <a:off x="-1260750" y="4247400"/>
              <a:ext cx="2224933" cy="1789104"/>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7" name="Google Shape;4617;p187"/>
            <p:cNvSpPr/>
            <p:nvPr/>
          </p:nvSpPr>
          <p:spPr>
            <a:xfrm>
              <a:off x="-708950" y="4596438"/>
              <a:ext cx="1232275" cy="1091025"/>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18" name="Google Shape;4618;p187"/>
          <p:cNvGrpSpPr/>
          <p:nvPr/>
        </p:nvGrpSpPr>
        <p:grpSpPr>
          <a:xfrm flipH="1" rot="10800000">
            <a:off x="8455188" y="183250"/>
            <a:ext cx="463864" cy="572939"/>
            <a:chOff x="274663" y="183250"/>
            <a:chExt cx="463864" cy="572939"/>
          </a:xfrm>
        </p:grpSpPr>
        <p:grpSp>
          <p:nvGrpSpPr>
            <p:cNvPr id="4619" name="Google Shape;4619;p187"/>
            <p:cNvGrpSpPr/>
            <p:nvPr/>
          </p:nvGrpSpPr>
          <p:grpSpPr>
            <a:xfrm>
              <a:off x="633070" y="183250"/>
              <a:ext cx="105457" cy="105457"/>
              <a:chOff x="7812545" y="194375"/>
              <a:chExt cx="105457" cy="105457"/>
            </a:xfrm>
          </p:grpSpPr>
          <p:sp>
            <p:nvSpPr>
              <p:cNvPr id="4620" name="Google Shape;4620;p187"/>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1" name="Google Shape;4621;p187"/>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2" name="Google Shape;4622;p187"/>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3" name="Google Shape;4623;p187"/>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24" name="Google Shape;4624;p187"/>
            <p:cNvSpPr/>
            <p:nvPr/>
          </p:nvSpPr>
          <p:spPr>
            <a:xfrm>
              <a:off x="274663" y="650800"/>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4629" name="Shape 4629"/>
        <p:cNvGrpSpPr/>
        <p:nvPr/>
      </p:nvGrpSpPr>
      <p:grpSpPr>
        <a:xfrm>
          <a:off x="0" y="0"/>
          <a:ext cx="0" cy="0"/>
          <a:chOff x="0" y="0"/>
          <a:chExt cx="0" cy="0"/>
        </a:xfrm>
      </p:grpSpPr>
      <p:sp>
        <p:nvSpPr>
          <p:cNvPr id="4630" name="Google Shape;4630;p189"/>
          <p:cNvSpPr/>
          <p:nvPr/>
        </p:nvSpPr>
        <p:spPr>
          <a:xfrm>
            <a:off x="-298976" y="-442224"/>
            <a:ext cx="6067158" cy="4878696"/>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1" name="Google Shape;4631;p189"/>
          <p:cNvSpPr/>
          <p:nvPr/>
        </p:nvSpPr>
        <p:spPr>
          <a:xfrm>
            <a:off x="-418150" y="-442225"/>
            <a:ext cx="1232275" cy="1091025"/>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2" name="Google Shape;4632;p189"/>
          <p:cNvSpPr txBox="1"/>
          <p:nvPr>
            <p:ph type="ctrTitle"/>
          </p:nvPr>
        </p:nvSpPr>
        <p:spPr>
          <a:xfrm>
            <a:off x="1041050" y="995375"/>
            <a:ext cx="4159800" cy="2145600"/>
          </a:xfrm>
          <a:prstGeom prst="rect">
            <a:avLst/>
          </a:prstGeom>
        </p:spPr>
        <p:txBody>
          <a:bodyPr anchorCtr="0" anchor="ctr" bIns="91425" lIns="91425" spcFirstLastPara="1" rIns="91425" wrap="square" tIns="91425">
            <a:noAutofit/>
          </a:bodyPr>
          <a:lstStyle>
            <a:lvl1pPr lvl="0">
              <a:lnSpc>
                <a:spcPct val="90000"/>
              </a:lnSpc>
              <a:spcBef>
                <a:spcPts val="0"/>
              </a:spcBef>
              <a:spcAft>
                <a:spcPts val="0"/>
              </a:spcAft>
              <a:buSzPts val="5200"/>
              <a:buNone/>
              <a:defRPr sz="5200"/>
            </a:lvl1pPr>
            <a:lvl2pPr lvl="1">
              <a:spcBef>
                <a:spcPts val="0"/>
              </a:spcBef>
              <a:spcAft>
                <a:spcPts val="0"/>
              </a:spcAft>
              <a:buSzPts val="5200"/>
              <a:buNone/>
              <a:defRPr sz="5200"/>
            </a:lvl2pPr>
            <a:lvl3pPr lvl="2">
              <a:spcBef>
                <a:spcPts val="0"/>
              </a:spcBef>
              <a:spcAft>
                <a:spcPts val="0"/>
              </a:spcAft>
              <a:buSzPts val="5200"/>
              <a:buNone/>
              <a:defRPr sz="5200"/>
            </a:lvl3pPr>
            <a:lvl4pPr lvl="3">
              <a:spcBef>
                <a:spcPts val="0"/>
              </a:spcBef>
              <a:spcAft>
                <a:spcPts val="0"/>
              </a:spcAft>
              <a:buSzPts val="5200"/>
              <a:buNone/>
              <a:defRPr sz="5200"/>
            </a:lvl4pPr>
            <a:lvl5pPr lvl="4">
              <a:spcBef>
                <a:spcPts val="0"/>
              </a:spcBef>
              <a:spcAft>
                <a:spcPts val="0"/>
              </a:spcAft>
              <a:buSzPts val="5200"/>
              <a:buNone/>
              <a:defRPr sz="5200"/>
            </a:lvl5pPr>
            <a:lvl6pPr lvl="5">
              <a:spcBef>
                <a:spcPts val="0"/>
              </a:spcBef>
              <a:spcAft>
                <a:spcPts val="0"/>
              </a:spcAft>
              <a:buSzPts val="5200"/>
              <a:buNone/>
              <a:defRPr sz="5200"/>
            </a:lvl6pPr>
            <a:lvl7pPr lvl="6">
              <a:spcBef>
                <a:spcPts val="0"/>
              </a:spcBef>
              <a:spcAft>
                <a:spcPts val="0"/>
              </a:spcAft>
              <a:buSzPts val="5200"/>
              <a:buNone/>
              <a:defRPr sz="5200"/>
            </a:lvl7pPr>
            <a:lvl8pPr lvl="7">
              <a:spcBef>
                <a:spcPts val="0"/>
              </a:spcBef>
              <a:spcAft>
                <a:spcPts val="0"/>
              </a:spcAft>
              <a:buSzPts val="5200"/>
              <a:buNone/>
              <a:defRPr sz="5200"/>
            </a:lvl8pPr>
            <a:lvl9pPr lvl="8">
              <a:spcBef>
                <a:spcPts val="0"/>
              </a:spcBef>
              <a:spcAft>
                <a:spcPts val="0"/>
              </a:spcAft>
              <a:buSzPts val="5200"/>
              <a:buNone/>
              <a:defRPr sz="5200"/>
            </a:lvl9pPr>
          </a:lstStyle>
          <a:p/>
        </p:txBody>
      </p:sp>
      <p:sp>
        <p:nvSpPr>
          <p:cNvPr id="4633" name="Google Shape;4633;p189"/>
          <p:cNvSpPr txBox="1"/>
          <p:nvPr>
            <p:ph idx="1" type="subTitle"/>
          </p:nvPr>
        </p:nvSpPr>
        <p:spPr>
          <a:xfrm>
            <a:off x="1041050" y="3140985"/>
            <a:ext cx="5488500" cy="336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800"/>
              <a:buNone/>
              <a:defRPr sz="18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4634" name="Google Shape;4634;p18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grpSp>
        <p:nvGrpSpPr>
          <p:cNvPr id="4635" name="Google Shape;4635;p189"/>
          <p:cNvGrpSpPr/>
          <p:nvPr/>
        </p:nvGrpSpPr>
        <p:grpSpPr>
          <a:xfrm>
            <a:off x="-1113715" y="3104082"/>
            <a:ext cx="3240940" cy="3045231"/>
            <a:chOff x="-1113715" y="3104082"/>
            <a:chExt cx="3240940" cy="3045231"/>
          </a:xfrm>
        </p:grpSpPr>
        <p:sp>
          <p:nvSpPr>
            <p:cNvPr id="4636" name="Google Shape;4636;p189"/>
            <p:cNvSpPr/>
            <p:nvPr/>
          </p:nvSpPr>
          <p:spPr>
            <a:xfrm rot="-6150387">
              <a:off x="-934264" y="3408221"/>
              <a:ext cx="2578600" cy="2436953"/>
            </a:xfrm>
            <a:custGeom>
              <a:rect b="b" l="l" r="r" t="t"/>
              <a:pathLst>
                <a:path extrusionOk="0" h="49900" w="54584">
                  <a:moveTo>
                    <a:pt x="39803" y="0"/>
                  </a:moveTo>
                  <a:cubicBezTo>
                    <a:pt x="38029" y="0"/>
                    <a:pt x="36248" y="409"/>
                    <a:pt x="34570" y="1238"/>
                  </a:cubicBezTo>
                  <a:cubicBezTo>
                    <a:pt x="31367" y="2802"/>
                    <a:pt x="28886" y="5448"/>
                    <a:pt x="25683" y="7012"/>
                  </a:cubicBezTo>
                  <a:cubicBezTo>
                    <a:pt x="21308" y="9163"/>
                    <a:pt x="16511" y="10320"/>
                    <a:pt x="12090" y="12380"/>
                  </a:cubicBezTo>
                  <a:cubicBezTo>
                    <a:pt x="7684" y="14425"/>
                    <a:pt x="3444" y="17628"/>
                    <a:pt x="1865" y="22244"/>
                  </a:cubicBezTo>
                  <a:cubicBezTo>
                    <a:pt x="1" y="27673"/>
                    <a:pt x="647" y="34078"/>
                    <a:pt x="3504" y="39040"/>
                  </a:cubicBezTo>
                  <a:cubicBezTo>
                    <a:pt x="8069" y="46988"/>
                    <a:pt x="17031" y="49899"/>
                    <a:pt x="25743" y="49899"/>
                  </a:cubicBezTo>
                  <a:cubicBezTo>
                    <a:pt x="25898" y="49899"/>
                    <a:pt x="26054" y="49898"/>
                    <a:pt x="26209" y="49897"/>
                  </a:cubicBezTo>
                  <a:cubicBezTo>
                    <a:pt x="44945" y="49671"/>
                    <a:pt x="54583" y="26996"/>
                    <a:pt x="51531" y="10696"/>
                  </a:cubicBezTo>
                  <a:cubicBezTo>
                    <a:pt x="50869" y="7163"/>
                    <a:pt x="49230" y="3779"/>
                    <a:pt x="46118" y="1840"/>
                  </a:cubicBezTo>
                  <a:cubicBezTo>
                    <a:pt x="44160" y="620"/>
                    <a:pt x="41987" y="0"/>
                    <a:pt x="39803"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7" name="Google Shape;4637;p189"/>
            <p:cNvSpPr/>
            <p:nvPr/>
          </p:nvSpPr>
          <p:spPr>
            <a:xfrm rot="5828283">
              <a:off x="677849" y="4406018"/>
              <a:ext cx="958577" cy="1835297"/>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638" name="Shape 4638"/>
        <p:cNvGrpSpPr/>
        <p:nvPr/>
      </p:nvGrpSpPr>
      <p:grpSpPr>
        <a:xfrm>
          <a:off x="0" y="0"/>
          <a:ext cx="0" cy="0"/>
          <a:chOff x="0" y="0"/>
          <a:chExt cx="0" cy="0"/>
        </a:xfrm>
      </p:grpSpPr>
      <p:sp>
        <p:nvSpPr>
          <p:cNvPr id="4639" name="Google Shape;4639;p190"/>
          <p:cNvSpPr txBox="1"/>
          <p:nvPr>
            <p:ph type="title"/>
          </p:nvPr>
        </p:nvSpPr>
        <p:spPr>
          <a:xfrm>
            <a:off x="3920952" y="2223325"/>
            <a:ext cx="4551600" cy="749100"/>
          </a:xfrm>
          <a:prstGeom prst="rect">
            <a:avLst/>
          </a:prstGeom>
        </p:spPr>
        <p:txBody>
          <a:bodyPr anchorCtr="0" anchor="ctr" bIns="91425" lIns="91425" spcFirstLastPara="1" rIns="91425" wrap="square" tIns="91425">
            <a:noAutofit/>
          </a:bodyPr>
          <a:lstStyle>
            <a:lvl1pPr lvl="0">
              <a:spcBef>
                <a:spcPts val="0"/>
              </a:spcBef>
              <a:spcAft>
                <a:spcPts val="0"/>
              </a:spcAft>
              <a:buSzPts val="3600"/>
              <a:buNone/>
              <a:defRPr sz="4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4640" name="Google Shape;4640;p19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4641" name="Google Shape;4641;p190"/>
          <p:cNvSpPr txBox="1"/>
          <p:nvPr>
            <p:ph idx="1" type="subTitle"/>
          </p:nvPr>
        </p:nvSpPr>
        <p:spPr>
          <a:xfrm>
            <a:off x="3907975" y="2905550"/>
            <a:ext cx="4551600" cy="383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800"/>
              <a:buNone/>
              <a:defRPr sz="18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4642" name="Google Shape;4642;p190"/>
          <p:cNvSpPr txBox="1"/>
          <p:nvPr>
            <p:ph hasCustomPrompt="1" idx="2" type="title"/>
          </p:nvPr>
        </p:nvSpPr>
        <p:spPr>
          <a:xfrm>
            <a:off x="3907970" y="1278475"/>
            <a:ext cx="1595700" cy="898500"/>
          </a:xfrm>
          <a:prstGeom prst="rect">
            <a:avLst/>
          </a:prstGeom>
        </p:spPr>
        <p:txBody>
          <a:bodyPr anchorCtr="0" anchor="ctr" bIns="91425" lIns="91425" spcFirstLastPara="1" rIns="91425" wrap="square" tIns="91425">
            <a:noAutofit/>
          </a:bodyPr>
          <a:lstStyle>
            <a:lvl1pPr lvl="0">
              <a:spcBef>
                <a:spcPts val="0"/>
              </a:spcBef>
              <a:spcAft>
                <a:spcPts val="0"/>
              </a:spcAft>
              <a:buSzPts val="8000"/>
              <a:buNone/>
              <a:defRPr sz="8000">
                <a:solidFill>
                  <a:schemeClr val="accent2"/>
                </a:solidFill>
              </a:defRPr>
            </a:lvl1pPr>
            <a:lvl2pPr lvl="1" algn="ctr">
              <a:spcBef>
                <a:spcPts val="0"/>
              </a:spcBef>
              <a:spcAft>
                <a:spcPts val="0"/>
              </a:spcAft>
              <a:buSzPts val="8000"/>
              <a:buNone/>
              <a:defRPr sz="8000"/>
            </a:lvl2pPr>
            <a:lvl3pPr lvl="2" algn="ctr">
              <a:spcBef>
                <a:spcPts val="0"/>
              </a:spcBef>
              <a:spcAft>
                <a:spcPts val="0"/>
              </a:spcAft>
              <a:buSzPts val="8000"/>
              <a:buNone/>
              <a:defRPr sz="8000"/>
            </a:lvl3pPr>
            <a:lvl4pPr lvl="3" algn="ctr">
              <a:spcBef>
                <a:spcPts val="0"/>
              </a:spcBef>
              <a:spcAft>
                <a:spcPts val="0"/>
              </a:spcAft>
              <a:buSzPts val="8000"/>
              <a:buNone/>
              <a:defRPr sz="8000"/>
            </a:lvl4pPr>
            <a:lvl5pPr lvl="4" algn="ctr">
              <a:spcBef>
                <a:spcPts val="0"/>
              </a:spcBef>
              <a:spcAft>
                <a:spcPts val="0"/>
              </a:spcAft>
              <a:buSzPts val="8000"/>
              <a:buNone/>
              <a:defRPr sz="8000"/>
            </a:lvl5pPr>
            <a:lvl6pPr lvl="5" algn="ctr">
              <a:spcBef>
                <a:spcPts val="0"/>
              </a:spcBef>
              <a:spcAft>
                <a:spcPts val="0"/>
              </a:spcAft>
              <a:buSzPts val="8000"/>
              <a:buNone/>
              <a:defRPr sz="8000"/>
            </a:lvl6pPr>
            <a:lvl7pPr lvl="6" algn="ctr">
              <a:spcBef>
                <a:spcPts val="0"/>
              </a:spcBef>
              <a:spcAft>
                <a:spcPts val="0"/>
              </a:spcAft>
              <a:buSzPts val="8000"/>
              <a:buNone/>
              <a:defRPr sz="8000"/>
            </a:lvl7pPr>
            <a:lvl8pPr lvl="7" algn="ctr">
              <a:spcBef>
                <a:spcPts val="0"/>
              </a:spcBef>
              <a:spcAft>
                <a:spcPts val="0"/>
              </a:spcAft>
              <a:buSzPts val="8000"/>
              <a:buNone/>
              <a:defRPr sz="8000"/>
            </a:lvl8pPr>
            <a:lvl9pPr lvl="8" algn="ctr">
              <a:spcBef>
                <a:spcPts val="0"/>
              </a:spcBef>
              <a:spcAft>
                <a:spcPts val="0"/>
              </a:spcAft>
              <a:buSzPts val="8000"/>
              <a:buNone/>
              <a:defRPr sz="8000"/>
            </a:lvl9pPr>
          </a:lstStyle>
          <a:p>
            <a:r>
              <a:t>xx%</a:t>
            </a:r>
          </a:p>
        </p:txBody>
      </p:sp>
      <p:grpSp>
        <p:nvGrpSpPr>
          <p:cNvPr id="4643" name="Google Shape;4643;p190"/>
          <p:cNvGrpSpPr/>
          <p:nvPr/>
        </p:nvGrpSpPr>
        <p:grpSpPr>
          <a:xfrm>
            <a:off x="8269426" y="4107105"/>
            <a:ext cx="1691968" cy="1546775"/>
            <a:chOff x="8269426" y="4107105"/>
            <a:chExt cx="1691968" cy="1546775"/>
          </a:xfrm>
        </p:grpSpPr>
        <p:sp>
          <p:nvSpPr>
            <p:cNvPr id="4644" name="Google Shape;4644;p190"/>
            <p:cNvSpPr/>
            <p:nvPr/>
          </p:nvSpPr>
          <p:spPr>
            <a:xfrm>
              <a:off x="8269426" y="4107105"/>
              <a:ext cx="1691968" cy="1546775"/>
            </a:xfrm>
            <a:custGeom>
              <a:rect b="b" l="l" r="r" t="t"/>
              <a:pathLst>
                <a:path extrusionOk="0" h="49900" w="54584">
                  <a:moveTo>
                    <a:pt x="39803" y="0"/>
                  </a:moveTo>
                  <a:cubicBezTo>
                    <a:pt x="38029" y="0"/>
                    <a:pt x="36248" y="409"/>
                    <a:pt x="34570" y="1238"/>
                  </a:cubicBezTo>
                  <a:cubicBezTo>
                    <a:pt x="31367" y="2802"/>
                    <a:pt x="28886" y="5448"/>
                    <a:pt x="25683" y="7012"/>
                  </a:cubicBezTo>
                  <a:cubicBezTo>
                    <a:pt x="21308" y="9163"/>
                    <a:pt x="16511" y="10320"/>
                    <a:pt x="12090" y="12380"/>
                  </a:cubicBezTo>
                  <a:cubicBezTo>
                    <a:pt x="7684" y="14425"/>
                    <a:pt x="3444" y="17628"/>
                    <a:pt x="1865" y="22244"/>
                  </a:cubicBezTo>
                  <a:cubicBezTo>
                    <a:pt x="1" y="27673"/>
                    <a:pt x="647" y="34078"/>
                    <a:pt x="3504" y="39040"/>
                  </a:cubicBezTo>
                  <a:cubicBezTo>
                    <a:pt x="8069" y="46988"/>
                    <a:pt x="17031" y="49899"/>
                    <a:pt x="25743" y="49899"/>
                  </a:cubicBezTo>
                  <a:cubicBezTo>
                    <a:pt x="25898" y="49899"/>
                    <a:pt x="26054" y="49898"/>
                    <a:pt x="26209" y="49897"/>
                  </a:cubicBezTo>
                  <a:cubicBezTo>
                    <a:pt x="44945" y="49671"/>
                    <a:pt x="54583" y="26996"/>
                    <a:pt x="51531" y="10696"/>
                  </a:cubicBezTo>
                  <a:cubicBezTo>
                    <a:pt x="50869" y="7163"/>
                    <a:pt x="49230" y="3779"/>
                    <a:pt x="46118" y="1840"/>
                  </a:cubicBezTo>
                  <a:cubicBezTo>
                    <a:pt x="44160" y="620"/>
                    <a:pt x="41987" y="0"/>
                    <a:pt x="39803" y="0"/>
                  </a:cubicBezTo>
                  <a:close/>
                </a:path>
              </a:pathLst>
            </a:custGeom>
            <a:solidFill>
              <a:srgbClr val="F0F0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5" name="Google Shape;4645;p190"/>
            <p:cNvSpPr/>
            <p:nvPr/>
          </p:nvSpPr>
          <p:spPr>
            <a:xfrm>
              <a:off x="8602429" y="4538820"/>
              <a:ext cx="991119" cy="877511"/>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46" name="Google Shape;4646;p190"/>
          <p:cNvGrpSpPr/>
          <p:nvPr/>
        </p:nvGrpSpPr>
        <p:grpSpPr>
          <a:xfrm>
            <a:off x="6194195" y="289400"/>
            <a:ext cx="2508782" cy="1009939"/>
            <a:chOff x="6194195" y="289400"/>
            <a:chExt cx="2508782" cy="1009939"/>
          </a:xfrm>
        </p:grpSpPr>
        <p:sp>
          <p:nvSpPr>
            <p:cNvPr id="4647" name="Google Shape;4647;p190"/>
            <p:cNvSpPr/>
            <p:nvPr/>
          </p:nvSpPr>
          <p:spPr>
            <a:xfrm>
              <a:off x="7081200" y="1193950"/>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8" name="Google Shape;4648;p190"/>
            <p:cNvSpPr/>
            <p:nvPr/>
          </p:nvSpPr>
          <p:spPr>
            <a:xfrm>
              <a:off x="7997076" y="289400"/>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4649" name="Google Shape;4649;p190"/>
            <p:cNvGrpSpPr/>
            <p:nvPr/>
          </p:nvGrpSpPr>
          <p:grpSpPr>
            <a:xfrm>
              <a:off x="8597520" y="1140738"/>
              <a:ext cx="105457" cy="105457"/>
              <a:chOff x="7812545" y="194375"/>
              <a:chExt cx="105457" cy="105457"/>
            </a:xfrm>
          </p:grpSpPr>
          <p:sp>
            <p:nvSpPr>
              <p:cNvPr id="4650" name="Google Shape;4650;p190"/>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1" name="Google Shape;4651;p190"/>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2" name="Google Shape;4652;p190"/>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3" name="Google Shape;4653;p190"/>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54" name="Google Shape;4654;p190"/>
            <p:cNvGrpSpPr/>
            <p:nvPr/>
          </p:nvGrpSpPr>
          <p:grpSpPr>
            <a:xfrm>
              <a:off x="6194195" y="551338"/>
              <a:ext cx="105457" cy="105457"/>
              <a:chOff x="7812545" y="194375"/>
              <a:chExt cx="105457" cy="105457"/>
            </a:xfrm>
          </p:grpSpPr>
          <p:sp>
            <p:nvSpPr>
              <p:cNvPr id="4655" name="Google Shape;4655;p190"/>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6" name="Google Shape;4656;p190"/>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7" name="Google Shape;4657;p190"/>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8" name="Google Shape;4658;p190"/>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659" name="Google Shape;4659;p190"/>
          <p:cNvGrpSpPr/>
          <p:nvPr/>
        </p:nvGrpSpPr>
        <p:grpSpPr>
          <a:xfrm>
            <a:off x="5001120" y="3928038"/>
            <a:ext cx="1828507" cy="817002"/>
            <a:chOff x="5001120" y="3928038"/>
            <a:chExt cx="1828507" cy="817002"/>
          </a:xfrm>
        </p:grpSpPr>
        <p:sp>
          <p:nvSpPr>
            <p:cNvPr id="4660" name="Google Shape;4660;p190"/>
            <p:cNvSpPr/>
            <p:nvPr/>
          </p:nvSpPr>
          <p:spPr>
            <a:xfrm>
              <a:off x="6724175" y="4639650"/>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661" name="Google Shape;4661;p190"/>
            <p:cNvGrpSpPr/>
            <p:nvPr/>
          </p:nvGrpSpPr>
          <p:grpSpPr>
            <a:xfrm>
              <a:off x="5001120" y="3928038"/>
              <a:ext cx="105457" cy="105457"/>
              <a:chOff x="7812545" y="194375"/>
              <a:chExt cx="105457" cy="105457"/>
            </a:xfrm>
          </p:grpSpPr>
          <p:sp>
            <p:nvSpPr>
              <p:cNvPr id="4662" name="Google Shape;4662;p190"/>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3" name="Google Shape;4663;p190"/>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4" name="Google Shape;4664;p190"/>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5" name="Google Shape;4665;p190"/>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666" name="Shape 4666"/>
        <p:cNvGrpSpPr/>
        <p:nvPr/>
      </p:nvGrpSpPr>
      <p:grpSpPr>
        <a:xfrm>
          <a:off x="0" y="0"/>
          <a:ext cx="0" cy="0"/>
          <a:chOff x="0" y="0"/>
          <a:chExt cx="0" cy="0"/>
        </a:xfrm>
      </p:grpSpPr>
      <p:sp>
        <p:nvSpPr>
          <p:cNvPr id="4667" name="Google Shape;4667;p191"/>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668" name="Google Shape;4668;p191"/>
          <p:cNvSpPr txBox="1"/>
          <p:nvPr>
            <p:ph idx="1" type="body"/>
          </p:nvPr>
        </p:nvSpPr>
        <p:spPr>
          <a:xfrm>
            <a:off x="685800" y="1152475"/>
            <a:ext cx="7786800" cy="3416400"/>
          </a:xfrm>
          <a:prstGeom prst="rect">
            <a:avLst/>
          </a:prstGeom>
        </p:spPr>
        <p:txBody>
          <a:bodyPr anchorCtr="0" anchor="t" bIns="91425" lIns="91425" spcFirstLastPara="1" rIns="91425" wrap="square" tIns="91425">
            <a:noAutofit/>
          </a:bodyPr>
          <a:lstStyle>
            <a:lvl1pPr indent="-304800" lvl="0" marL="457200">
              <a:lnSpc>
                <a:spcPct val="100000"/>
              </a:lnSpc>
              <a:spcBef>
                <a:spcPts val="0"/>
              </a:spcBef>
              <a:spcAft>
                <a:spcPts val="0"/>
              </a:spcAft>
              <a:buSzPts val="1200"/>
              <a:buChar char="●"/>
              <a:defRPr sz="1200"/>
            </a:lvl1pPr>
            <a:lvl2pPr indent="-304800" lvl="1" marL="914400">
              <a:lnSpc>
                <a:spcPct val="100000"/>
              </a:lnSpc>
              <a:spcBef>
                <a:spcPts val="0"/>
              </a:spcBef>
              <a:spcAft>
                <a:spcPts val="0"/>
              </a:spcAft>
              <a:buSzPts val="1200"/>
              <a:buChar char="○"/>
              <a:defRPr sz="1200"/>
            </a:lvl2pPr>
            <a:lvl3pPr indent="-304800" lvl="2" marL="1371600">
              <a:lnSpc>
                <a:spcPct val="100000"/>
              </a:lnSpc>
              <a:spcBef>
                <a:spcPts val="0"/>
              </a:spcBef>
              <a:spcAft>
                <a:spcPts val="0"/>
              </a:spcAft>
              <a:buSzPts val="1200"/>
              <a:buChar char="■"/>
              <a:defRPr sz="1200"/>
            </a:lvl3pPr>
            <a:lvl4pPr indent="-304800" lvl="3" marL="1828800">
              <a:lnSpc>
                <a:spcPct val="100000"/>
              </a:lnSpc>
              <a:spcBef>
                <a:spcPts val="0"/>
              </a:spcBef>
              <a:spcAft>
                <a:spcPts val="0"/>
              </a:spcAft>
              <a:buSzPts val="1200"/>
              <a:buChar char="●"/>
              <a:defRPr sz="1200"/>
            </a:lvl4pPr>
            <a:lvl5pPr indent="-304800" lvl="4" marL="2286000">
              <a:lnSpc>
                <a:spcPct val="100000"/>
              </a:lnSpc>
              <a:spcBef>
                <a:spcPts val="0"/>
              </a:spcBef>
              <a:spcAft>
                <a:spcPts val="0"/>
              </a:spcAft>
              <a:buSzPts val="1200"/>
              <a:buChar char="○"/>
              <a:defRPr sz="1200"/>
            </a:lvl5pPr>
            <a:lvl6pPr indent="-304800" lvl="5" marL="2743200">
              <a:lnSpc>
                <a:spcPct val="100000"/>
              </a:lnSpc>
              <a:spcBef>
                <a:spcPts val="0"/>
              </a:spcBef>
              <a:spcAft>
                <a:spcPts val="0"/>
              </a:spcAft>
              <a:buSzPts val="1200"/>
              <a:buChar char="■"/>
              <a:defRPr sz="1200"/>
            </a:lvl6pPr>
            <a:lvl7pPr indent="-304800" lvl="6" marL="3200400">
              <a:lnSpc>
                <a:spcPct val="100000"/>
              </a:lnSpc>
              <a:spcBef>
                <a:spcPts val="0"/>
              </a:spcBef>
              <a:spcAft>
                <a:spcPts val="0"/>
              </a:spcAft>
              <a:buSzPts val="1200"/>
              <a:buChar char="●"/>
              <a:defRPr sz="1200"/>
            </a:lvl7pPr>
            <a:lvl8pPr indent="-304800" lvl="7" marL="3657600">
              <a:lnSpc>
                <a:spcPct val="100000"/>
              </a:lnSpc>
              <a:spcBef>
                <a:spcPts val="0"/>
              </a:spcBef>
              <a:spcAft>
                <a:spcPts val="0"/>
              </a:spcAft>
              <a:buSzPts val="1200"/>
              <a:buChar char="○"/>
              <a:defRPr sz="1200"/>
            </a:lvl8pPr>
            <a:lvl9pPr indent="-304800" lvl="8" marL="4114800">
              <a:lnSpc>
                <a:spcPct val="100000"/>
              </a:lnSpc>
              <a:spcBef>
                <a:spcPts val="0"/>
              </a:spcBef>
              <a:spcAft>
                <a:spcPts val="0"/>
              </a:spcAft>
              <a:buSzPts val="1200"/>
              <a:buChar char="■"/>
              <a:defRPr sz="1200"/>
            </a:lvl9pPr>
          </a:lstStyle>
          <a:p/>
        </p:txBody>
      </p:sp>
      <p:sp>
        <p:nvSpPr>
          <p:cNvPr id="4669" name="Google Shape;4669;p19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grpSp>
        <p:nvGrpSpPr>
          <p:cNvPr id="4670" name="Google Shape;4670;p191"/>
          <p:cNvGrpSpPr/>
          <p:nvPr/>
        </p:nvGrpSpPr>
        <p:grpSpPr>
          <a:xfrm>
            <a:off x="215745" y="152937"/>
            <a:ext cx="470057" cy="586177"/>
            <a:chOff x="215745" y="152938"/>
            <a:chExt cx="470057" cy="586177"/>
          </a:xfrm>
        </p:grpSpPr>
        <p:sp>
          <p:nvSpPr>
            <p:cNvPr id="4671" name="Google Shape;4671;p191"/>
            <p:cNvSpPr/>
            <p:nvPr/>
          </p:nvSpPr>
          <p:spPr>
            <a:xfrm>
              <a:off x="215750" y="633725"/>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2" name="Google Shape;4672;p191"/>
            <p:cNvSpPr/>
            <p:nvPr/>
          </p:nvSpPr>
          <p:spPr>
            <a:xfrm>
              <a:off x="607851" y="22487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4673" name="Google Shape;4673;p191"/>
            <p:cNvGrpSpPr/>
            <p:nvPr/>
          </p:nvGrpSpPr>
          <p:grpSpPr>
            <a:xfrm>
              <a:off x="215745" y="152938"/>
              <a:ext cx="105457" cy="105457"/>
              <a:chOff x="7812545" y="194375"/>
              <a:chExt cx="105457" cy="105457"/>
            </a:xfrm>
          </p:grpSpPr>
          <p:sp>
            <p:nvSpPr>
              <p:cNvPr id="4674" name="Google Shape;4674;p191"/>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5" name="Google Shape;4675;p191"/>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6" name="Google Shape;4676;p191"/>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7" name="Google Shape;4677;p191"/>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678" name="Google Shape;4678;p191"/>
          <p:cNvGrpSpPr/>
          <p:nvPr/>
        </p:nvGrpSpPr>
        <p:grpSpPr>
          <a:xfrm rot="10800000">
            <a:off x="8496297" y="4349552"/>
            <a:ext cx="470057" cy="586177"/>
            <a:chOff x="215745" y="152938"/>
            <a:chExt cx="470057" cy="586177"/>
          </a:xfrm>
        </p:grpSpPr>
        <p:sp>
          <p:nvSpPr>
            <p:cNvPr id="4679" name="Google Shape;4679;p191"/>
            <p:cNvSpPr/>
            <p:nvPr/>
          </p:nvSpPr>
          <p:spPr>
            <a:xfrm>
              <a:off x="215750" y="633725"/>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0" name="Google Shape;4680;p191"/>
            <p:cNvSpPr/>
            <p:nvPr/>
          </p:nvSpPr>
          <p:spPr>
            <a:xfrm>
              <a:off x="607851" y="22487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4681" name="Google Shape;4681;p191"/>
            <p:cNvGrpSpPr/>
            <p:nvPr/>
          </p:nvGrpSpPr>
          <p:grpSpPr>
            <a:xfrm>
              <a:off x="215745" y="152938"/>
              <a:ext cx="105457" cy="105457"/>
              <a:chOff x="7812545" y="194375"/>
              <a:chExt cx="105457" cy="105457"/>
            </a:xfrm>
          </p:grpSpPr>
          <p:sp>
            <p:nvSpPr>
              <p:cNvPr id="4682" name="Google Shape;4682;p191"/>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3" name="Google Shape;4683;p191"/>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4" name="Google Shape;4684;p191"/>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5" name="Google Shape;4685;p191"/>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686" name="Google Shape;4686;p191"/>
          <p:cNvGrpSpPr/>
          <p:nvPr/>
        </p:nvGrpSpPr>
        <p:grpSpPr>
          <a:xfrm>
            <a:off x="7610270" y="-737025"/>
            <a:ext cx="2476138" cy="1789104"/>
            <a:chOff x="7610270" y="-737025"/>
            <a:chExt cx="2476138" cy="1789104"/>
          </a:xfrm>
        </p:grpSpPr>
        <p:sp>
          <p:nvSpPr>
            <p:cNvPr id="4687" name="Google Shape;4687;p191"/>
            <p:cNvSpPr/>
            <p:nvPr/>
          </p:nvSpPr>
          <p:spPr>
            <a:xfrm flipH="1">
              <a:off x="7861475" y="-737025"/>
              <a:ext cx="2224933" cy="1789104"/>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8" name="Google Shape;4688;p191"/>
            <p:cNvSpPr/>
            <p:nvPr/>
          </p:nvSpPr>
          <p:spPr>
            <a:xfrm flipH="1">
              <a:off x="8506983" y="-551625"/>
              <a:ext cx="1232275" cy="1091025"/>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689" name="Google Shape;4689;p191"/>
            <p:cNvGrpSpPr/>
            <p:nvPr/>
          </p:nvGrpSpPr>
          <p:grpSpPr>
            <a:xfrm>
              <a:off x="7610270" y="211113"/>
              <a:ext cx="105457" cy="105457"/>
              <a:chOff x="7812545" y="194375"/>
              <a:chExt cx="105457" cy="105457"/>
            </a:xfrm>
          </p:grpSpPr>
          <p:sp>
            <p:nvSpPr>
              <p:cNvPr id="4690" name="Google Shape;4690;p191"/>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1" name="Google Shape;4691;p191"/>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2" name="Google Shape;4692;p191"/>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3" name="Google Shape;4693;p191"/>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4694" name="Google Shape;4694;p191"/>
          <p:cNvSpPr/>
          <p:nvPr/>
        </p:nvSpPr>
        <p:spPr>
          <a:xfrm rot="-6150494">
            <a:off x="-869858" y="4348040"/>
            <a:ext cx="1855548" cy="1753582"/>
          </a:xfrm>
          <a:custGeom>
            <a:rect b="b" l="l" r="r" t="t"/>
            <a:pathLst>
              <a:path extrusionOk="0" h="49900" w="54584">
                <a:moveTo>
                  <a:pt x="39803" y="0"/>
                </a:moveTo>
                <a:cubicBezTo>
                  <a:pt x="38029" y="0"/>
                  <a:pt x="36248" y="409"/>
                  <a:pt x="34570" y="1238"/>
                </a:cubicBezTo>
                <a:cubicBezTo>
                  <a:pt x="31367" y="2802"/>
                  <a:pt x="28886" y="5448"/>
                  <a:pt x="25683" y="7012"/>
                </a:cubicBezTo>
                <a:cubicBezTo>
                  <a:pt x="21308" y="9163"/>
                  <a:pt x="16511" y="10320"/>
                  <a:pt x="12090" y="12380"/>
                </a:cubicBezTo>
                <a:cubicBezTo>
                  <a:pt x="7684" y="14425"/>
                  <a:pt x="3444" y="17628"/>
                  <a:pt x="1865" y="22244"/>
                </a:cubicBezTo>
                <a:cubicBezTo>
                  <a:pt x="1" y="27673"/>
                  <a:pt x="647" y="34078"/>
                  <a:pt x="3504" y="39040"/>
                </a:cubicBezTo>
                <a:cubicBezTo>
                  <a:pt x="8069" y="46988"/>
                  <a:pt x="17031" y="49899"/>
                  <a:pt x="25743" y="49899"/>
                </a:cubicBezTo>
                <a:cubicBezTo>
                  <a:pt x="25898" y="49899"/>
                  <a:pt x="26054" y="49898"/>
                  <a:pt x="26209" y="49897"/>
                </a:cubicBezTo>
                <a:cubicBezTo>
                  <a:pt x="44945" y="49671"/>
                  <a:pt x="54583" y="26996"/>
                  <a:pt x="51531" y="10696"/>
                </a:cubicBezTo>
                <a:cubicBezTo>
                  <a:pt x="50869" y="7163"/>
                  <a:pt x="49230" y="3779"/>
                  <a:pt x="46118" y="1840"/>
                </a:cubicBezTo>
                <a:cubicBezTo>
                  <a:pt x="44160" y="620"/>
                  <a:pt x="41987" y="0"/>
                  <a:pt x="39803" y="0"/>
                </a:cubicBezTo>
                <a:close/>
              </a:path>
            </a:pathLst>
          </a:custGeom>
          <a:solidFill>
            <a:srgbClr val="DED0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695" name="Shape 4695"/>
        <p:cNvGrpSpPr/>
        <p:nvPr/>
      </p:nvGrpSpPr>
      <p:grpSpPr>
        <a:xfrm>
          <a:off x="0" y="0"/>
          <a:ext cx="0" cy="0"/>
          <a:chOff x="0" y="0"/>
          <a:chExt cx="0" cy="0"/>
        </a:xfrm>
      </p:grpSpPr>
      <p:sp>
        <p:nvSpPr>
          <p:cNvPr id="4696" name="Google Shape;4696;p192"/>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697" name="Google Shape;4697;p19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4698" name="Google Shape;4698;p192"/>
          <p:cNvSpPr txBox="1"/>
          <p:nvPr>
            <p:ph idx="1" type="subTitle"/>
          </p:nvPr>
        </p:nvSpPr>
        <p:spPr>
          <a:xfrm>
            <a:off x="1516375" y="2804150"/>
            <a:ext cx="2554500" cy="387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800"/>
              <a:buNone/>
              <a:defRPr b="1" sz="2000">
                <a:solidFill>
                  <a:schemeClr val="accent2"/>
                </a:solidFill>
                <a:latin typeface="Barlow"/>
                <a:ea typeface="Barlow"/>
                <a:cs typeface="Barlow"/>
                <a:sym typeface="Barlow"/>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4699" name="Google Shape;4699;p192"/>
          <p:cNvSpPr txBox="1"/>
          <p:nvPr>
            <p:ph idx="2" type="subTitle"/>
          </p:nvPr>
        </p:nvSpPr>
        <p:spPr>
          <a:xfrm>
            <a:off x="5073125" y="2804150"/>
            <a:ext cx="2554500" cy="387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800"/>
              <a:buNone/>
              <a:defRPr b="1" sz="2000">
                <a:solidFill>
                  <a:schemeClr val="accent2"/>
                </a:solidFill>
                <a:latin typeface="Barlow"/>
                <a:ea typeface="Barlow"/>
                <a:cs typeface="Barlow"/>
                <a:sym typeface="Barlow"/>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4700" name="Google Shape;4700;p192"/>
          <p:cNvSpPr txBox="1"/>
          <p:nvPr>
            <p:ph idx="3" type="subTitle"/>
          </p:nvPr>
        </p:nvSpPr>
        <p:spPr>
          <a:xfrm>
            <a:off x="1516375" y="3198215"/>
            <a:ext cx="2554500" cy="9405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8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4701" name="Google Shape;4701;p192"/>
          <p:cNvSpPr txBox="1"/>
          <p:nvPr>
            <p:ph idx="4" type="subTitle"/>
          </p:nvPr>
        </p:nvSpPr>
        <p:spPr>
          <a:xfrm>
            <a:off x="5073125" y="3198215"/>
            <a:ext cx="2554500" cy="9405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8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4702" name="Google Shape;4702;p192"/>
          <p:cNvGrpSpPr/>
          <p:nvPr/>
        </p:nvGrpSpPr>
        <p:grpSpPr>
          <a:xfrm>
            <a:off x="-1307617" y="3655381"/>
            <a:ext cx="2984172" cy="2871184"/>
            <a:chOff x="-1307617" y="3655381"/>
            <a:chExt cx="2984172" cy="2871184"/>
          </a:xfrm>
        </p:grpSpPr>
        <p:sp>
          <p:nvSpPr>
            <p:cNvPr id="4703" name="Google Shape;4703;p192"/>
            <p:cNvSpPr/>
            <p:nvPr/>
          </p:nvSpPr>
          <p:spPr>
            <a:xfrm flipH="1" rot="638420">
              <a:off x="-1104798" y="3872484"/>
              <a:ext cx="2578535" cy="2436978"/>
            </a:xfrm>
            <a:custGeom>
              <a:rect b="b" l="l" r="r" t="t"/>
              <a:pathLst>
                <a:path extrusionOk="0" h="49900" w="54584">
                  <a:moveTo>
                    <a:pt x="39803" y="0"/>
                  </a:moveTo>
                  <a:cubicBezTo>
                    <a:pt x="38029" y="0"/>
                    <a:pt x="36248" y="409"/>
                    <a:pt x="34570" y="1238"/>
                  </a:cubicBezTo>
                  <a:cubicBezTo>
                    <a:pt x="31367" y="2802"/>
                    <a:pt x="28886" y="5448"/>
                    <a:pt x="25683" y="7012"/>
                  </a:cubicBezTo>
                  <a:cubicBezTo>
                    <a:pt x="21308" y="9163"/>
                    <a:pt x="16511" y="10320"/>
                    <a:pt x="12090" y="12380"/>
                  </a:cubicBezTo>
                  <a:cubicBezTo>
                    <a:pt x="7684" y="14425"/>
                    <a:pt x="3444" y="17628"/>
                    <a:pt x="1865" y="22244"/>
                  </a:cubicBezTo>
                  <a:cubicBezTo>
                    <a:pt x="1" y="27673"/>
                    <a:pt x="647" y="34078"/>
                    <a:pt x="3504" y="39040"/>
                  </a:cubicBezTo>
                  <a:cubicBezTo>
                    <a:pt x="8069" y="46988"/>
                    <a:pt x="17031" y="49899"/>
                    <a:pt x="25743" y="49899"/>
                  </a:cubicBezTo>
                  <a:cubicBezTo>
                    <a:pt x="25898" y="49899"/>
                    <a:pt x="26054" y="49898"/>
                    <a:pt x="26209" y="49897"/>
                  </a:cubicBezTo>
                  <a:cubicBezTo>
                    <a:pt x="44945" y="49671"/>
                    <a:pt x="54583" y="26996"/>
                    <a:pt x="51531" y="10696"/>
                  </a:cubicBezTo>
                  <a:cubicBezTo>
                    <a:pt x="50869" y="7163"/>
                    <a:pt x="49230" y="3779"/>
                    <a:pt x="46118" y="1840"/>
                  </a:cubicBezTo>
                  <a:cubicBezTo>
                    <a:pt x="44160" y="620"/>
                    <a:pt x="41987" y="0"/>
                    <a:pt x="3980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4" name="Google Shape;4704;p192"/>
            <p:cNvSpPr/>
            <p:nvPr/>
          </p:nvSpPr>
          <p:spPr>
            <a:xfrm rot="7710264">
              <a:off x="-15001" y="4173334"/>
              <a:ext cx="958502" cy="1835274"/>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705" name="Google Shape;4705;p192"/>
          <p:cNvGrpSpPr/>
          <p:nvPr/>
        </p:nvGrpSpPr>
        <p:grpSpPr>
          <a:xfrm>
            <a:off x="8526097" y="4420947"/>
            <a:ext cx="396476" cy="526844"/>
            <a:chOff x="8526097" y="4420947"/>
            <a:chExt cx="396476" cy="526844"/>
          </a:xfrm>
        </p:grpSpPr>
        <p:sp>
          <p:nvSpPr>
            <p:cNvPr id="4706" name="Google Shape;4706;p192"/>
            <p:cNvSpPr/>
            <p:nvPr/>
          </p:nvSpPr>
          <p:spPr>
            <a:xfrm rot="10800000">
              <a:off x="8526097" y="4842402"/>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7" name="Google Shape;4707;p192"/>
            <p:cNvSpPr/>
            <p:nvPr/>
          </p:nvSpPr>
          <p:spPr>
            <a:xfrm rot="10800000">
              <a:off x="8844622" y="462626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4708" name="Google Shape;4708;p192"/>
            <p:cNvGrpSpPr/>
            <p:nvPr/>
          </p:nvGrpSpPr>
          <p:grpSpPr>
            <a:xfrm rot="10800000">
              <a:off x="8526097" y="4420947"/>
              <a:ext cx="105457" cy="105457"/>
              <a:chOff x="7812545" y="194375"/>
              <a:chExt cx="105457" cy="105457"/>
            </a:xfrm>
          </p:grpSpPr>
          <p:sp>
            <p:nvSpPr>
              <p:cNvPr id="4709" name="Google Shape;4709;p192"/>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0" name="Google Shape;4710;p192"/>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1" name="Google Shape;4711;p192"/>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2" name="Google Shape;4712;p192"/>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713" name="Google Shape;4713;p192"/>
          <p:cNvGrpSpPr/>
          <p:nvPr/>
        </p:nvGrpSpPr>
        <p:grpSpPr>
          <a:xfrm>
            <a:off x="7917051" y="-242512"/>
            <a:ext cx="1773412" cy="1460069"/>
            <a:chOff x="7917051" y="-242512"/>
            <a:chExt cx="1773412" cy="1460069"/>
          </a:xfrm>
        </p:grpSpPr>
        <p:sp>
          <p:nvSpPr>
            <p:cNvPr id="4714" name="Google Shape;4714;p192"/>
            <p:cNvSpPr/>
            <p:nvPr/>
          </p:nvSpPr>
          <p:spPr>
            <a:xfrm flipH="1">
              <a:off x="8458188" y="-242512"/>
              <a:ext cx="1232275" cy="1091025"/>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5" name="Google Shape;4715;p192"/>
            <p:cNvSpPr/>
            <p:nvPr/>
          </p:nvSpPr>
          <p:spPr>
            <a:xfrm>
              <a:off x="7917051" y="19137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4716" name="Google Shape;4716;p192"/>
            <p:cNvGrpSpPr/>
            <p:nvPr/>
          </p:nvGrpSpPr>
          <p:grpSpPr>
            <a:xfrm>
              <a:off x="8723170" y="1112100"/>
              <a:ext cx="105457" cy="105457"/>
              <a:chOff x="7812545" y="194375"/>
              <a:chExt cx="105457" cy="105457"/>
            </a:xfrm>
          </p:grpSpPr>
          <p:sp>
            <p:nvSpPr>
              <p:cNvPr id="4717" name="Google Shape;4717;p192"/>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8" name="Google Shape;4718;p192"/>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9" name="Google Shape;4719;p192"/>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0" name="Google Shape;4720;p192"/>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721" name="Shape 4721"/>
        <p:cNvGrpSpPr/>
        <p:nvPr/>
      </p:nvGrpSpPr>
      <p:grpSpPr>
        <a:xfrm>
          <a:off x="0" y="0"/>
          <a:ext cx="0" cy="0"/>
          <a:chOff x="0" y="0"/>
          <a:chExt cx="0" cy="0"/>
        </a:xfrm>
      </p:grpSpPr>
      <p:sp>
        <p:nvSpPr>
          <p:cNvPr id="4722" name="Google Shape;4722;p193"/>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723" name="Google Shape;4723;p19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grpSp>
        <p:nvGrpSpPr>
          <p:cNvPr id="4724" name="Google Shape;4724;p193"/>
          <p:cNvGrpSpPr/>
          <p:nvPr/>
        </p:nvGrpSpPr>
        <p:grpSpPr>
          <a:xfrm>
            <a:off x="7254626" y="137295"/>
            <a:ext cx="1638498" cy="1140836"/>
            <a:chOff x="7254626" y="137295"/>
            <a:chExt cx="1638498" cy="1140836"/>
          </a:xfrm>
        </p:grpSpPr>
        <p:sp>
          <p:nvSpPr>
            <p:cNvPr id="4725" name="Google Shape;4725;p193"/>
            <p:cNvSpPr/>
            <p:nvPr/>
          </p:nvSpPr>
          <p:spPr>
            <a:xfrm>
              <a:off x="7602574" y="286875"/>
              <a:ext cx="1254440" cy="401698"/>
            </a:xfrm>
            <a:custGeom>
              <a:rect b="b" l="l" r="r" t="t"/>
              <a:pathLst>
                <a:path extrusionOk="0" fill="none" h="4647" w="14511">
                  <a:moveTo>
                    <a:pt x="13894" y="3805"/>
                  </a:moveTo>
                  <a:cubicBezTo>
                    <a:pt x="13263" y="3459"/>
                    <a:pt x="12977" y="3744"/>
                    <a:pt x="12766" y="3459"/>
                  </a:cubicBezTo>
                  <a:cubicBezTo>
                    <a:pt x="12541" y="3173"/>
                    <a:pt x="13383" y="2436"/>
                    <a:pt x="11684" y="1699"/>
                  </a:cubicBezTo>
                  <a:cubicBezTo>
                    <a:pt x="11684" y="1699"/>
                    <a:pt x="11578" y="121"/>
                    <a:pt x="9248" y="60"/>
                  </a:cubicBezTo>
                  <a:cubicBezTo>
                    <a:pt x="6917" y="0"/>
                    <a:pt x="7549" y="1654"/>
                    <a:pt x="6917" y="2045"/>
                  </a:cubicBezTo>
                  <a:cubicBezTo>
                    <a:pt x="6286" y="2436"/>
                    <a:pt x="6120" y="1820"/>
                    <a:pt x="5504" y="2211"/>
                  </a:cubicBezTo>
                  <a:cubicBezTo>
                    <a:pt x="4872" y="2617"/>
                    <a:pt x="5158" y="3399"/>
                    <a:pt x="4647" y="3519"/>
                  </a:cubicBezTo>
                  <a:cubicBezTo>
                    <a:pt x="4135" y="3624"/>
                    <a:pt x="3459" y="3008"/>
                    <a:pt x="2842" y="3399"/>
                  </a:cubicBezTo>
                  <a:cubicBezTo>
                    <a:pt x="2211" y="3805"/>
                    <a:pt x="2211" y="4135"/>
                    <a:pt x="1925" y="4135"/>
                  </a:cubicBezTo>
                  <a:cubicBezTo>
                    <a:pt x="1654" y="4135"/>
                    <a:pt x="1083" y="3910"/>
                    <a:pt x="737" y="4135"/>
                  </a:cubicBezTo>
                  <a:cubicBezTo>
                    <a:pt x="406" y="4376"/>
                    <a:pt x="0" y="4647"/>
                    <a:pt x="0" y="4647"/>
                  </a:cubicBezTo>
                  <a:lnTo>
                    <a:pt x="14345" y="4647"/>
                  </a:lnTo>
                  <a:cubicBezTo>
                    <a:pt x="14345" y="4647"/>
                    <a:pt x="14511" y="4135"/>
                    <a:pt x="13894" y="3805"/>
                  </a:cubicBezTo>
                  <a:close/>
                </a:path>
              </a:pathLst>
            </a:custGeom>
            <a:solidFill>
              <a:schemeClr val="lt1"/>
            </a:solid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726" name="Google Shape;4726;p193"/>
            <p:cNvGrpSpPr/>
            <p:nvPr/>
          </p:nvGrpSpPr>
          <p:grpSpPr>
            <a:xfrm flipH="1">
              <a:off x="8799889" y="1184897"/>
              <a:ext cx="93234" cy="93234"/>
              <a:chOff x="7812545" y="194375"/>
              <a:chExt cx="105457" cy="105457"/>
            </a:xfrm>
          </p:grpSpPr>
          <p:sp>
            <p:nvSpPr>
              <p:cNvPr id="4727" name="Google Shape;4727;p193"/>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8" name="Google Shape;4728;p193"/>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9" name="Google Shape;4729;p193"/>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0" name="Google Shape;4730;p193"/>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31" name="Google Shape;4731;p193"/>
            <p:cNvSpPr/>
            <p:nvPr/>
          </p:nvSpPr>
          <p:spPr>
            <a:xfrm flipH="1">
              <a:off x="7254626" y="137295"/>
              <a:ext cx="93231" cy="93173"/>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732" name="Google Shape;4732;p193"/>
          <p:cNvGrpSpPr/>
          <p:nvPr/>
        </p:nvGrpSpPr>
        <p:grpSpPr>
          <a:xfrm>
            <a:off x="-390446" y="-390230"/>
            <a:ext cx="991119" cy="1268681"/>
            <a:chOff x="-390446" y="-390230"/>
            <a:chExt cx="991119" cy="1268681"/>
          </a:xfrm>
        </p:grpSpPr>
        <p:sp>
          <p:nvSpPr>
            <p:cNvPr id="4733" name="Google Shape;4733;p193"/>
            <p:cNvSpPr/>
            <p:nvPr/>
          </p:nvSpPr>
          <p:spPr>
            <a:xfrm flipH="1">
              <a:off x="-390446" y="-390230"/>
              <a:ext cx="991119" cy="877511"/>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4" name="Google Shape;4734;p193"/>
            <p:cNvSpPr/>
            <p:nvPr/>
          </p:nvSpPr>
          <p:spPr>
            <a:xfrm>
              <a:off x="289550" y="773062"/>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735" name="Google Shape;4735;p193"/>
          <p:cNvGrpSpPr/>
          <p:nvPr/>
        </p:nvGrpSpPr>
        <p:grpSpPr>
          <a:xfrm>
            <a:off x="289550" y="4060749"/>
            <a:ext cx="1207951" cy="872639"/>
            <a:chOff x="289550" y="4060749"/>
            <a:chExt cx="1207951" cy="872639"/>
          </a:xfrm>
        </p:grpSpPr>
        <p:sp>
          <p:nvSpPr>
            <p:cNvPr id="4736" name="Google Shape;4736;p193"/>
            <p:cNvSpPr/>
            <p:nvPr/>
          </p:nvSpPr>
          <p:spPr>
            <a:xfrm>
              <a:off x="289550" y="4060749"/>
              <a:ext cx="171626" cy="171626"/>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4737" name="Google Shape;4737;p193"/>
            <p:cNvGrpSpPr/>
            <p:nvPr/>
          </p:nvGrpSpPr>
          <p:grpSpPr>
            <a:xfrm>
              <a:off x="322632" y="4794848"/>
              <a:ext cx="105457" cy="105457"/>
              <a:chOff x="7812545" y="194375"/>
              <a:chExt cx="105457" cy="105457"/>
            </a:xfrm>
          </p:grpSpPr>
          <p:sp>
            <p:nvSpPr>
              <p:cNvPr id="4738" name="Google Shape;4738;p193"/>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9" name="Google Shape;4739;p193"/>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0" name="Google Shape;4740;p193"/>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1" name="Google Shape;4741;p193"/>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42" name="Google Shape;4742;p193"/>
            <p:cNvSpPr/>
            <p:nvPr/>
          </p:nvSpPr>
          <p:spPr>
            <a:xfrm>
              <a:off x="1325875" y="4761762"/>
              <a:ext cx="171626" cy="171626"/>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grpSp>
        <p:nvGrpSpPr>
          <p:cNvPr id="4743" name="Google Shape;4743;p193"/>
          <p:cNvGrpSpPr/>
          <p:nvPr/>
        </p:nvGrpSpPr>
        <p:grpSpPr>
          <a:xfrm>
            <a:off x="8567767" y="4635659"/>
            <a:ext cx="1140940" cy="858935"/>
            <a:chOff x="8112408" y="-304605"/>
            <a:chExt cx="1502819" cy="1131369"/>
          </a:xfrm>
        </p:grpSpPr>
        <p:sp>
          <p:nvSpPr>
            <p:cNvPr id="4744" name="Google Shape;4744;p193"/>
            <p:cNvSpPr/>
            <p:nvPr/>
          </p:nvSpPr>
          <p:spPr>
            <a:xfrm flipH="1">
              <a:off x="8112408" y="-304600"/>
              <a:ext cx="1406967" cy="1131364"/>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5" name="Google Shape;4745;p193"/>
            <p:cNvSpPr/>
            <p:nvPr/>
          </p:nvSpPr>
          <p:spPr>
            <a:xfrm flipH="1">
              <a:off x="8624108" y="-304605"/>
              <a:ext cx="991119" cy="877511"/>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46" name="Shape 4746"/>
        <p:cNvGrpSpPr/>
        <p:nvPr/>
      </p:nvGrpSpPr>
      <p:grpSpPr>
        <a:xfrm>
          <a:off x="0" y="0"/>
          <a:ext cx="0" cy="0"/>
          <a:chOff x="0" y="0"/>
          <a:chExt cx="0" cy="0"/>
        </a:xfrm>
      </p:grpSpPr>
      <p:sp>
        <p:nvSpPr>
          <p:cNvPr id="4747" name="Google Shape;4747;p19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4748" name="Google Shape;4748;p194"/>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749" name="Google Shape;4749;p194"/>
          <p:cNvSpPr txBox="1"/>
          <p:nvPr>
            <p:ph idx="1" type="subTitle"/>
          </p:nvPr>
        </p:nvSpPr>
        <p:spPr>
          <a:xfrm>
            <a:off x="685800" y="1760150"/>
            <a:ext cx="4574100" cy="22353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accent1"/>
              </a:buClr>
              <a:buSzPts val="1400"/>
              <a:buChar char="●"/>
              <a:defRPr/>
            </a:lvl1pPr>
            <a:lvl2pPr lvl="1" algn="ctr">
              <a:lnSpc>
                <a:spcPct val="100000"/>
              </a:lnSpc>
              <a:spcBef>
                <a:spcPts val="0"/>
              </a:spcBef>
              <a:spcAft>
                <a:spcPts val="0"/>
              </a:spcAft>
              <a:buSzPts val="2100"/>
              <a:buChar char="○"/>
              <a:defRPr sz="2100"/>
            </a:lvl2pPr>
            <a:lvl3pPr lvl="2" algn="ctr">
              <a:lnSpc>
                <a:spcPct val="100000"/>
              </a:lnSpc>
              <a:spcBef>
                <a:spcPts val="0"/>
              </a:spcBef>
              <a:spcAft>
                <a:spcPts val="0"/>
              </a:spcAft>
              <a:buSzPts val="2100"/>
              <a:buChar char="■"/>
              <a:defRPr sz="2100"/>
            </a:lvl3pPr>
            <a:lvl4pPr lvl="3" algn="ctr">
              <a:lnSpc>
                <a:spcPct val="100000"/>
              </a:lnSpc>
              <a:spcBef>
                <a:spcPts val="0"/>
              </a:spcBef>
              <a:spcAft>
                <a:spcPts val="0"/>
              </a:spcAft>
              <a:buSzPts val="2100"/>
              <a:buChar char="●"/>
              <a:defRPr sz="2100"/>
            </a:lvl4pPr>
            <a:lvl5pPr lvl="4" algn="ctr">
              <a:lnSpc>
                <a:spcPct val="100000"/>
              </a:lnSpc>
              <a:spcBef>
                <a:spcPts val="0"/>
              </a:spcBef>
              <a:spcAft>
                <a:spcPts val="0"/>
              </a:spcAft>
              <a:buSzPts val="2100"/>
              <a:buChar char="○"/>
              <a:defRPr sz="2100"/>
            </a:lvl5pPr>
            <a:lvl6pPr lvl="5" algn="ctr">
              <a:lnSpc>
                <a:spcPct val="100000"/>
              </a:lnSpc>
              <a:spcBef>
                <a:spcPts val="0"/>
              </a:spcBef>
              <a:spcAft>
                <a:spcPts val="0"/>
              </a:spcAft>
              <a:buSzPts val="2100"/>
              <a:buChar char="■"/>
              <a:defRPr sz="2100"/>
            </a:lvl6pPr>
            <a:lvl7pPr lvl="6" algn="ctr">
              <a:lnSpc>
                <a:spcPct val="100000"/>
              </a:lnSpc>
              <a:spcBef>
                <a:spcPts val="0"/>
              </a:spcBef>
              <a:spcAft>
                <a:spcPts val="0"/>
              </a:spcAft>
              <a:buSzPts val="2100"/>
              <a:buChar char="●"/>
              <a:defRPr sz="2100"/>
            </a:lvl7pPr>
            <a:lvl8pPr lvl="7" algn="ctr">
              <a:lnSpc>
                <a:spcPct val="100000"/>
              </a:lnSpc>
              <a:spcBef>
                <a:spcPts val="0"/>
              </a:spcBef>
              <a:spcAft>
                <a:spcPts val="0"/>
              </a:spcAft>
              <a:buSzPts val="2100"/>
              <a:buChar char="○"/>
              <a:defRPr sz="2100"/>
            </a:lvl8pPr>
            <a:lvl9pPr lvl="8" algn="ctr">
              <a:lnSpc>
                <a:spcPct val="100000"/>
              </a:lnSpc>
              <a:spcBef>
                <a:spcPts val="0"/>
              </a:spcBef>
              <a:spcAft>
                <a:spcPts val="0"/>
              </a:spcAft>
              <a:buSzPts val="2100"/>
              <a:buChar char="■"/>
              <a:defRPr sz="2100"/>
            </a:lvl9pPr>
          </a:lstStyle>
          <a:p/>
        </p:txBody>
      </p:sp>
      <p:grpSp>
        <p:nvGrpSpPr>
          <p:cNvPr id="4750" name="Google Shape;4750;p194"/>
          <p:cNvGrpSpPr/>
          <p:nvPr/>
        </p:nvGrpSpPr>
        <p:grpSpPr>
          <a:xfrm flipH="1">
            <a:off x="-534624" y="-277337"/>
            <a:ext cx="1773412" cy="1460069"/>
            <a:chOff x="7917051" y="-242512"/>
            <a:chExt cx="1773412" cy="1460069"/>
          </a:xfrm>
        </p:grpSpPr>
        <p:sp>
          <p:nvSpPr>
            <p:cNvPr id="4751" name="Google Shape;4751;p194"/>
            <p:cNvSpPr/>
            <p:nvPr/>
          </p:nvSpPr>
          <p:spPr>
            <a:xfrm flipH="1">
              <a:off x="8458188" y="-242512"/>
              <a:ext cx="1232275" cy="1091025"/>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2" name="Google Shape;4752;p194"/>
            <p:cNvSpPr/>
            <p:nvPr/>
          </p:nvSpPr>
          <p:spPr>
            <a:xfrm>
              <a:off x="7917051" y="19137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4753" name="Google Shape;4753;p194"/>
            <p:cNvGrpSpPr/>
            <p:nvPr/>
          </p:nvGrpSpPr>
          <p:grpSpPr>
            <a:xfrm>
              <a:off x="8723170" y="1112100"/>
              <a:ext cx="105457" cy="105457"/>
              <a:chOff x="7812545" y="194375"/>
              <a:chExt cx="105457" cy="105457"/>
            </a:xfrm>
          </p:grpSpPr>
          <p:sp>
            <p:nvSpPr>
              <p:cNvPr id="4754" name="Google Shape;4754;p194"/>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5" name="Google Shape;4755;p194"/>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6" name="Google Shape;4756;p194"/>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7" name="Google Shape;4757;p194"/>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758" name="Google Shape;4758;p194"/>
          <p:cNvGrpSpPr/>
          <p:nvPr/>
        </p:nvGrpSpPr>
        <p:grpSpPr>
          <a:xfrm>
            <a:off x="259745" y="4220645"/>
            <a:ext cx="5232560" cy="653431"/>
            <a:chOff x="259745" y="4220645"/>
            <a:chExt cx="5232560" cy="653431"/>
          </a:xfrm>
        </p:grpSpPr>
        <p:grpSp>
          <p:nvGrpSpPr>
            <p:cNvPr id="4759" name="Google Shape;4759;p194"/>
            <p:cNvGrpSpPr/>
            <p:nvPr/>
          </p:nvGrpSpPr>
          <p:grpSpPr>
            <a:xfrm flipH="1" rot="10800000">
              <a:off x="5399081" y="4220645"/>
              <a:ext cx="93224" cy="93255"/>
              <a:chOff x="7812545" y="194375"/>
              <a:chExt cx="105457" cy="105457"/>
            </a:xfrm>
          </p:grpSpPr>
          <p:sp>
            <p:nvSpPr>
              <p:cNvPr id="4760" name="Google Shape;4760;p194"/>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1" name="Google Shape;4761;p194"/>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2" name="Google Shape;4762;p194"/>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3" name="Google Shape;4763;p194"/>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64" name="Google Shape;4764;p194"/>
            <p:cNvSpPr/>
            <p:nvPr/>
          </p:nvSpPr>
          <p:spPr>
            <a:xfrm>
              <a:off x="4106676" y="4640545"/>
              <a:ext cx="93231" cy="93173"/>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765" name="Google Shape;4765;p194"/>
            <p:cNvGrpSpPr/>
            <p:nvPr/>
          </p:nvGrpSpPr>
          <p:grpSpPr>
            <a:xfrm>
              <a:off x="259745" y="4407982"/>
              <a:ext cx="735782" cy="466094"/>
              <a:chOff x="259745" y="4407982"/>
              <a:chExt cx="735782" cy="466094"/>
            </a:xfrm>
          </p:grpSpPr>
          <p:sp>
            <p:nvSpPr>
              <p:cNvPr id="4766" name="Google Shape;4766;p194"/>
              <p:cNvSpPr/>
              <p:nvPr/>
            </p:nvSpPr>
            <p:spPr>
              <a:xfrm flipH="1" rot="10800000">
                <a:off x="917576" y="479612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4767" name="Google Shape;4767;p194"/>
              <p:cNvGrpSpPr/>
              <p:nvPr/>
            </p:nvGrpSpPr>
            <p:grpSpPr>
              <a:xfrm flipH="1" rot="10800000">
                <a:off x="259745" y="4407982"/>
                <a:ext cx="105457" cy="105457"/>
                <a:chOff x="7812545" y="194375"/>
                <a:chExt cx="105457" cy="105457"/>
              </a:xfrm>
            </p:grpSpPr>
            <p:sp>
              <p:nvSpPr>
                <p:cNvPr id="4768" name="Google Shape;4768;p194"/>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9" name="Google Shape;4769;p194"/>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0" name="Google Shape;4770;p194"/>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1" name="Google Shape;4771;p194"/>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spTree>
  </p:cSld>
  <p:clrMapOvr>
    <a:masterClrMapping/>
  </p:clrMapOvr>
</p:sldLayout>
</file>

<file path=ppt/slideLayouts/slideLayout1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772" name="Shape 4772"/>
        <p:cNvGrpSpPr/>
        <p:nvPr/>
      </p:nvGrpSpPr>
      <p:grpSpPr>
        <a:xfrm>
          <a:off x="0" y="0"/>
          <a:ext cx="0" cy="0"/>
          <a:chOff x="0" y="0"/>
          <a:chExt cx="0" cy="0"/>
        </a:xfrm>
      </p:grpSpPr>
      <p:sp>
        <p:nvSpPr>
          <p:cNvPr id="4773" name="Google Shape;4773;p195"/>
          <p:cNvSpPr/>
          <p:nvPr/>
        </p:nvSpPr>
        <p:spPr>
          <a:xfrm>
            <a:off x="969350" y="330918"/>
            <a:ext cx="7205328" cy="4511037"/>
          </a:xfrm>
          <a:custGeom>
            <a:rect b="b" l="l" r="r" t="t"/>
            <a:pathLst>
              <a:path extrusionOk="0" h="48924" w="60102">
                <a:moveTo>
                  <a:pt x="31550" y="1"/>
                </a:moveTo>
                <a:cubicBezTo>
                  <a:pt x="28688" y="1"/>
                  <a:pt x="25391" y="541"/>
                  <a:pt x="22089" y="2238"/>
                </a:cubicBezTo>
                <a:cubicBezTo>
                  <a:pt x="12977" y="6900"/>
                  <a:pt x="8196" y="17230"/>
                  <a:pt x="4091" y="25485"/>
                </a:cubicBezTo>
                <a:cubicBezTo>
                  <a:pt x="1" y="33725"/>
                  <a:pt x="2016" y="42612"/>
                  <a:pt x="8767" y="47123"/>
                </a:cubicBezTo>
                <a:cubicBezTo>
                  <a:pt x="10764" y="48461"/>
                  <a:pt x="12590" y="48924"/>
                  <a:pt x="14421" y="48924"/>
                </a:cubicBezTo>
                <a:cubicBezTo>
                  <a:pt x="18514" y="48924"/>
                  <a:pt x="22630" y="46611"/>
                  <a:pt x="28730" y="46611"/>
                </a:cubicBezTo>
                <a:cubicBezTo>
                  <a:pt x="29125" y="46611"/>
                  <a:pt x="29527" y="46621"/>
                  <a:pt x="29939" y="46641"/>
                </a:cubicBezTo>
                <a:cubicBezTo>
                  <a:pt x="34134" y="46851"/>
                  <a:pt x="36984" y="47278"/>
                  <a:pt x="39535" y="47278"/>
                </a:cubicBezTo>
                <a:cubicBezTo>
                  <a:pt x="42835" y="47278"/>
                  <a:pt x="45637" y="46563"/>
                  <a:pt x="50208" y="43739"/>
                </a:cubicBezTo>
                <a:cubicBezTo>
                  <a:pt x="58328" y="38732"/>
                  <a:pt x="60102" y="25500"/>
                  <a:pt x="54042" y="15140"/>
                </a:cubicBezTo>
                <a:cubicBezTo>
                  <a:pt x="47997" y="4779"/>
                  <a:pt x="40254" y="1667"/>
                  <a:pt x="40254" y="1667"/>
                </a:cubicBezTo>
                <a:cubicBezTo>
                  <a:pt x="40254" y="1667"/>
                  <a:pt x="36573" y="1"/>
                  <a:pt x="31550"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774" name="Google Shape;4774;p195"/>
          <p:cNvGrpSpPr/>
          <p:nvPr/>
        </p:nvGrpSpPr>
        <p:grpSpPr>
          <a:xfrm flipH="1">
            <a:off x="6191707" y="2901140"/>
            <a:ext cx="3799354" cy="3569925"/>
            <a:chOff x="-1113715" y="3104082"/>
            <a:chExt cx="3240940" cy="3045231"/>
          </a:xfrm>
        </p:grpSpPr>
        <p:sp>
          <p:nvSpPr>
            <p:cNvPr id="4775" name="Google Shape;4775;p195"/>
            <p:cNvSpPr/>
            <p:nvPr/>
          </p:nvSpPr>
          <p:spPr>
            <a:xfrm rot="-6150387">
              <a:off x="-934264" y="3408221"/>
              <a:ext cx="2578600" cy="2436953"/>
            </a:xfrm>
            <a:custGeom>
              <a:rect b="b" l="l" r="r" t="t"/>
              <a:pathLst>
                <a:path extrusionOk="0" h="49900" w="54584">
                  <a:moveTo>
                    <a:pt x="39803" y="0"/>
                  </a:moveTo>
                  <a:cubicBezTo>
                    <a:pt x="38029" y="0"/>
                    <a:pt x="36248" y="409"/>
                    <a:pt x="34570" y="1238"/>
                  </a:cubicBezTo>
                  <a:cubicBezTo>
                    <a:pt x="31367" y="2802"/>
                    <a:pt x="28886" y="5448"/>
                    <a:pt x="25683" y="7012"/>
                  </a:cubicBezTo>
                  <a:cubicBezTo>
                    <a:pt x="21308" y="9163"/>
                    <a:pt x="16511" y="10320"/>
                    <a:pt x="12090" y="12380"/>
                  </a:cubicBezTo>
                  <a:cubicBezTo>
                    <a:pt x="7684" y="14425"/>
                    <a:pt x="3444" y="17628"/>
                    <a:pt x="1865" y="22244"/>
                  </a:cubicBezTo>
                  <a:cubicBezTo>
                    <a:pt x="1" y="27673"/>
                    <a:pt x="647" y="34078"/>
                    <a:pt x="3504" y="39040"/>
                  </a:cubicBezTo>
                  <a:cubicBezTo>
                    <a:pt x="8069" y="46988"/>
                    <a:pt x="17031" y="49899"/>
                    <a:pt x="25743" y="49899"/>
                  </a:cubicBezTo>
                  <a:cubicBezTo>
                    <a:pt x="25898" y="49899"/>
                    <a:pt x="26054" y="49898"/>
                    <a:pt x="26209" y="49897"/>
                  </a:cubicBezTo>
                  <a:cubicBezTo>
                    <a:pt x="44945" y="49671"/>
                    <a:pt x="54583" y="26996"/>
                    <a:pt x="51531" y="10696"/>
                  </a:cubicBezTo>
                  <a:cubicBezTo>
                    <a:pt x="50869" y="7163"/>
                    <a:pt x="49230" y="3779"/>
                    <a:pt x="46118" y="1840"/>
                  </a:cubicBezTo>
                  <a:cubicBezTo>
                    <a:pt x="44160" y="620"/>
                    <a:pt x="41987" y="0"/>
                    <a:pt x="39803"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6" name="Google Shape;4776;p195"/>
            <p:cNvSpPr/>
            <p:nvPr/>
          </p:nvSpPr>
          <p:spPr>
            <a:xfrm rot="5828283">
              <a:off x="677849" y="4406018"/>
              <a:ext cx="958577" cy="1835297"/>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77" name="Google Shape;4777;p195"/>
          <p:cNvSpPr txBox="1"/>
          <p:nvPr>
            <p:ph type="title"/>
          </p:nvPr>
        </p:nvSpPr>
        <p:spPr>
          <a:xfrm>
            <a:off x="1483650" y="1518095"/>
            <a:ext cx="6176700" cy="21222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SzPts val="4800"/>
              <a:buNone/>
              <a:defRPr sz="80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4778" name="Google Shape;4778;p19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grpSp>
        <p:nvGrpSpPr>
          <p:cNvPr id="4779" name="Google Shape;4779;p195"/>
          <p:cNvGrpSpPr/>
          <p:nvPr/>
        </p:nvGrpSpPr>
        <p:grpSpPr>
          <a:xfrm>
            <a:off x="271470" y="2863025"/>
            <a:ext cx="1124357" cy="1900014"/>
            <a:chOff x="271470" y="2863025"/>
            <a:chExt cx="1124357" cy="1900014"/>
          </a:xfrm>
        </p:grpSpPr>
        <p:grpSp>
          <p:nvGrpSpPr>
            <p:cNvPr id="4780" name="Google Shape;4780;p195"/>
            <p:cNvGrpSpPr/>
            <p:nvPr/>
          </p:nvGrpSpPr>
          <p:grpSpPr>
            <a:xfrm>
              <a:off x="271470" y="3633150"/>
              <a:ext cx="105457" cy="105457"/>
              <a:chOff x="7812545" y="194375"/>
              <a:chExt cx="105457" cy="105457"/>
            </a:xfrm>
          </p:grpSpPr>
          <p:sp>
            <p:nvSpPr>
              <p:cNvPr id="4781" name="Google Shape;4781;p195"/>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2" name="Google Shape;4782;p195"/>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3" name="Google Shape;4783;p195"/>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4" name="Google Shape;4784;p195"/>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85" name="Google Shape;4785;p195"/>
            <p:cNvSpPr/>
            <p:nvPr/>
          </p:nvSpPr>
          <p:spPr>
            <a:xfrm>
              <a:off x="440338" y="4657650"/>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6" name="Google Shape;4786;p195"/>
            <p:cNvSpPr/>
            <p:nvPr/>
          </p:nvSpPr>
          <p:spPr>
            <a:xfrm>
              <a:off x="801601" y="286302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4787" name="Google Shape;4787;p195"/>
            <p:cNvGrpSpPr/>
            <p:nvPr/>
          </p:nvGrpSpPr>
          <p:grpSpPr>
            <a:xfrm>
              <a:off x="1290370" y="4390325"/>
              <a:ext cx="105457" cy="105457"/>
              <a:chOff x="7812545" y="194375"/>
              <a:chExt cx="105457" cy="105457"/>
            </a:xfrm>
          </p:grpSpPr>
          <p:sp>
            <p:nvSpPr>
              <p:cNvPr id="4788" name="Google Shape;4788;p195"/>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9" name="Google Shape;4789;p195"/>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0" name="Google Shape;4790;p195"/>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1" name="Google Shape;4791;p195"/>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4792" name="Google Shape;4792;p195"/>
          <p:cNvSpPr/>
          <p:nvPr/>
        </p:nvSpPr>
        <p:spPr>
          <a:xfrm rot="5400000">
            <a:off x="-437566" y="-329796"/>
            <a:ext cx="1400300" cy="1233925"/>
          </a:xfrm>
          <a:custGeom>
            <a:rect b="b" l="l" r="r" t="t"/>
            <a:pathLst>
              <a:path extrusionOk="0" h="49357" w="56012">
                <a:moveTo>
                  <a:pt x="29954" y="0"/>
                </a:moveTo>
                <a:cubicBezTo>
                  <a:pt x="26409" y="0"/>
                  <a:pt x="22321" y="902"/>
                  <a:pt x="17654" y="3034"/>
                </a:cubicBezTo>
                <a:cubicBezTo>
                  <a:pt x="17654" y="3034"/>
                  <a:pt x="8827" y="7530"/>
                  <a:pt x="4406" y="14477"/>
                </a:cubicBezTo>
                <a:cubicBezTo>
                  <a:pt x="1" y="21424"/>
                  <a:pt x="347" y="30340"/>
                  <a:pt x="5715" y="36971"/>
                </a:cubicBezTo>
                <a:cubicBezTo>
                  <a:pt x="11068" y="43588"/>
                  <a:pt x="21308" y="42730"/>
                  <a:pt x="29878" y="46926"/>
                </a:cubicBezTo>
                <a:cubicBezTo>
                  <a:pt x="33082" y="48494"/>
                  <a:pt x="36410" y="49356"/>
                  <a:pt x="39533" y="49356"/>
                </a:cubicBezTo>
                <a:cubicBezTo>
                  <a:pt x="44766" y="49356"/>
                  <a:pt x="49425" y="46936"/>
                  <a:pt x="51967" y="41362"/>
                </a:cubicBezTo>
                <a:cubicBezTo>
                  <a:pt x="56012" y="32476"/>
                  <a:pt x="49907" y="29137"/>
                  <a:pt x="48854" y="18852"/>
                </a:cubicBezTo>
                <a:cubicBezTo>
                  <a:pt x="48037" y="10867"/>
                  <a:pt x="42263" y="0"/>
                  <a:pt x="29954"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793" name="Google Shape;4793;p195"/>
          <p:cNvGrpSpPr/>
          <p:nvPr/>
        </p:nvGrpSpPr>
        <p:grpSpPr>
          <a:xfrm>
            <a:off x="7400320" y="248200"/>
            <a:ext cx="1552557" cy="1766094"/>
            <a:chOff x="7400320" y="248200"/>
            <a:chExt cx="1552557" cy="1766094"/>
          </a:xfrm>
        </p:grpSpPr>
        <p:sp>
          <p:nvSpPr>
            <p:cNvPr id="4794" name="Google Shape;4794;p195"/>
            <p:cNvSpPr/>
            <p:nvPr/>
          </p:nvSpPr>
          <p:spPr>
            <a:xfrm>
              <a:off x="8405475" y="1190225"/>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5" name="Google Shape;4795;p195"/>
            <p:cNvSpPr/>
            <p:nvPr/>
          </p:nvSpPr>
          <p:spPr>
            <a:xfrm>
              <a:off x="8861176" y="248200"/>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4796" name="Google Shape;4796;p195"/>
            <p:cNvGrpSpPr/>
            <p:nvPr/>
          </p:nvGrpSpPr>
          <p:grpSpPr>
            <a:xfrm>
              <a:off x="8847420" y="1908838"/>
              <a:ext cx="105457" cy="105457"/>
              <a:chOff x="7812545" y="194375"/>
              <a:chExt cx="105457" cy="105457"/>
            </a:xfrm>
          </p:grpSpPr>
          <p:sp>
            <p:nvSpPr>
              <p:cNvPr id="4797" name="Google Shape;4797;p195"/>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8" name="Google Shape;4798;p195"/>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9" name="Google Shape;4799;p195"/>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0" name="Google Shape;4800;p195"/>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801" name="Google Shape;4801;p195"/>
            <p:cNvGrpSpPr/>
            <p:nvPr/>
          </p:nvGrpSpPr>
          <p:grpSpPr>
            <a:xfrm>
              <a:off x="7400320" y="473138"/>
              <a:ext cx="105457" cy="105457"/>
              <a:chOff x="7812545" y="194375"/>
              <a:chExt cx="105457" cy="105457"/>
            </a:xfrm>
          </p:grpSpPr>
          <p:sp>
            <p:nvSpPr>
              <p:cNvPr id="4802" name="Google Shape;4802;p195"/>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3" name="Google Shape;4803;p195"/>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4" name="Google Shape;4804;p195"/>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5" name="Google Shape;4805;p195"/>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806" name="Shape 4806"/>
        <p:cNvGrpSpPr/>
        <p:nvPr/>
      </p:nvGrpSpPr>
      <p:grpSpPr>
        <a:xfrm>
          <a:off x="0" y="0"/>
          <a:ext cx="0" cy="0"/>
          <a:chOff x="0" y="0"/>
          <a:chExt cx="0" cy="0"/>
        </a:xfrm>
      </p:grpSpPr>
      <p:sp>
        <p:nvSpPr>
          <p:cNvPr id="4807" name="Google Shape;4807;p196"/>
          <p:cNvSpPr txBox="1"/>
          <p:nvPr>
            <p:ph type="title"/>
          </p:nvPr>
        </p:nvSpPr>
        <p:spPr>
          <a:xfrm>
            <a:off x="685800" y="1577467"/>
            <a:ext cx="4045200" cy="934800"/>
          </a:xfrm>
          <a:prstGeom prst="rect">
            <a:avLst/>
          </a:prstGeom>
        </p:spPr>
        <p:txBody>
          <a:bodyPr anchorCtr="0" anchor="ctr" bIns="91425" lIns="91425" spcFirstLastPara="1" rIns="91425" wrap="square" tIns="91425">
            <a:noAutofit/>
          </a:bodyPr>
          <a:lstStyle>
            <a:lvl1pPr lvl="0" algn="ctr">
              <a:spcBef>
                <a:spcPts val="0"/>
              </a:spcBef>
              <a:spcAft>
                <a:spcPts val="0"/>
              </a:spcAft>
              <a:buSzPts val="2800"/>
              <a:buNone/>
              <a:defRPr/>
            </a:lvl1pPr>
            <a:lvl2pPr lvl="1" algn="ctr">
              <a:spcBef>
                <a:spcPts val="0"/>
              </a:spcBef>
              <a:spcAft>
                <a:spcPts val="0"/>
              </a:spcAft>
              <a:buSzPts val="2800"/>
              <a:buNone/>
              <a:defRPr/>
            </a:lvl2pPr>
            <a:lvl3pPr lvl="2" algn="ctr">
              <a:spcBef>
                <a:spcPts val="0"/>
              </a:spcBef>
              <a:spcAft>
                <a:spcPts val="0"/>
              </a:spcAft>
              <a:buSzPts val="2800"/>
              <a:buNone/>
              <a:defRPr/>
            </a:lvl3pPr>
            <a:lvl4pPr lvl="3" algn="ctr">
              <a:spcBef>
                <a:spcPts val="0"/>
              </a:spcBef>
              <a:spcAft>
                <a:spcPts val="0"/>
              </a:spcAft>
              <a:buSzPts val="2800"/>
              <a:buNone/>
              <a:defRPr/>
            </a:lvl4pPr>
            <a:lvl5pPr lvl="4" algn="ctr">
              <a:spcBef>
                <a:spcPts val="0"/>
              </a:spcBef>
              <a:spcAft>
                <a:spcPts val="0"/>
              </a:spcAft>
              <a:buSzPts val="2800"/>
              <a:buNone/>
              <a:defRPr/>
            </a:lvl5pPr>
            <a:lvl6pPr lvl="5" algn="ctr">
              <a:spcBef>
                <a:spcPts val="0"/>
              </a:spcBef>
              <a:spcAft>
                <a:spcPts val="0"/>
              </a:spcAft>
              <a:buSzPts val="2800"/>
              <a:buNone/>
              <a:defRPr/>
            </a:lvl6pPr>
            <a:lvl7pPr lvl="6" algn="ctr">
              <a:spcBef>
                <a:spcPts val="0"/>
              </a:spcBef>
              <a:spcAft>
                <a:spcPts val="0"/>
              </a:spcAft>
              <a:buSzPts val="2800"/>
              <a:buNone/>
              <a:defRPr/>
            </a:lvl7pPr>
            <a:lvl8pPr lvl="7" algn="ctr">
              <a:spcBef>
                <a:spcPts val="0"/>
              </a:spcBef>
              <a:spcAft>
                <a:spcPts val="0"/>
              </a:spcAft>
              <a:buSzPts val="2800"/>
              <a:buNone/>
              <a:defRPr/>
            </a:lvl8pPr>
            <a:lvl9pPr lvl="8" algn="ctr">
              <a:spcBef>
                <a:spcPts val="0"/>
              </a:spcBef>
              <a:spcAft>
                <a:spcPts val="0"/>
              </a:spcAft>
              <a:buSzPts val="2800"/>
              <a:buNone/>
              <a:defRPr/>
            </a:lvl9pPr>
          </a:lstStyle>
          <a:p/>
        </p:txBody>
      </p:sp>
      <p:sp>
        <p:nvSpPr>
          <p:cNvPr id="4808" name="Google Shape;4808;p196"/>
          <p:cNvSpPr txBox="1"/>
          <p:nvPr>
            <p:ph idx="1" type="subTitle"/>
          </p:nvPr>
        </p:nvSpPr>
        <p:spPr>
          <a:xfrm>
            <a:off x="685800" y="2627166"/>
            <a:ext cx="4045200" cy="9348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809" name="Google Shape;4809;p19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grpSp>
        <p:nvGrpSpPr>
          <p:cNvPr id="4810" name="Google Shape;4810;p196"/>
          <p:cNvGrpSpPr/>
          <p:nvPr/>
        </p:nvGrpSpPr>
        <p:grpSpPr>
          <a:xfrm flipH="1">
            <a:off x="-534624" y="-277337"/>
            <a:ext cx="1773412" cy="1460069"/>
            <a:chOff x="7917051" y="-242512"/>
            <a:chExt cx="1773412" cy="1460069"/>
          </a:xfrm>
        </p:grpSpPr>
        <p:sp>
          <p:nvSpPr>
            <p:cNvPr id="4811" name="Google Shape;4811;p196"/>
            <p:cNvSpPr/>
            <p:nvPr/>
          </p:nvSpPr>
          <p:spPr>
            <a:xfrm flipH="1">
              <a:off x="8458188" y="-242512"/>
              <a:ext cx="1232275" cy="1091025"/>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2" name="Google Shape;4812;p196"/>
            <p:cNvSpPr/>
            <p:nvPr/>
          </p:nvSpPr>
          <p:spPr>
            <a:xfrm>
              <a:off x="7917051" y="19137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4813" name="Google Shape;4813;p196"/>
            <p:cNvGrpSpPr/>
            <p:nvPr/>
          </p:nvGrpSpPr>
          <p:grpSpPr>
            <a:xfrm>
              <a:off x="8723170" y="1112100"/>
              <a:ext cx="105457" cy="105457"/>
              <a:chOff x="7812545" y="194375"/>
              <a:chExt cx="105457" cy="105457"/>
            </a:xfrm>
          </p:grpSpPr>
          <p:sp>
            <p:nvSpPr>
              <p:cNvPr id="4814" name="Google Shape;4814;p196"/>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5" name="Google Shape;4815;p196"/>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6" name="Google Shape;4816;p196"/>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7" name="Google Shape;4817;p196"/>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818" name="Google Shape;4818;p196"/>
          <p:cNvGrpSpPr/>
          <p:nvPr/>
        </p:nvGrpSpPr>
        <p:grpSpPr>
          <a:xfrm>
            <a:off x="-1490517" y="3598506"/>
            <a:ext cx="2984172" cy="2871184"/>
            <a:chOff x="-1307617" y="3655381"/>
            <a:chExt cx="2984172" cy="2871184"/>
          </a:xfrm>
        </p:grpSpPr>
        <p:sp>
          <p:nvSpPr>
            <p:cNvPr id="4819" name="Google Shape;4819;p196"/>
            <p:cNvSpPr/>
            <p:nvPr/>
          </p:nvSpPr>
          <p:spPr>
            <a:xfrm flipH="1" rot="638420">
              <a:off x="-1104798" y="3872484"/>
              <a:ext cx="2578535" cy="2436978"/>
            </a:xfrm>
            <a:custGeom>
              <a:rect b="b" l="l" r="r" t="t"/>
              <a:pathLst>
                <a:path extrusionOk="0" h="49900" w="54584">
                  <a:moveTo>
                    <a:pt x="39803" y="0"/>
                  </a:moveTo>
                  <a:cubicBezTo>
                    <a:pt x="38029" y="0"/>
                    <a:pt x="36248" y="409"/>
                    <a:pt x="34570" y="1238"/>
                  </a:cubicBezTo>
                  <a:cubicBezTo>
                    <a:pt x="31367" y="2802"/>
                    <a:pt x="28886" y="5448"/>
                    <a:pt x="25683" y="7012"/>
                  </a:cubicBezTo>
                  <a:cubicBezTo>
                    <a:pt x="21308" y="9163"/>
                    <a:pt x="16511" y="10320"/>
                    <a:pt x="12090" y="12380"/>
                  </a:cubicBezTo>
                  <a:cubicBezTo>
                    <a:pt x="7684" y="14425"/>
                    <a:pt x="3444" y="17628"/>
                    <a:pt x="1865" y="22244"/>
                  </a:cubicBezTo>
                  <a:cubicBezTo>
                    <a:pt x="1" y="27673"/>
                    <a:pt x="647" y="34078"/>
                    <a:pt x="3504" y="39040"/>
                  </a:cubicBezTo>
                  <a:cubicBezTo>
                    <a:pt x="8069" y="46988"/>
                    <a:pt x="17031" y="49899"/>
                    <a:pt x="25743" y="49899"/>
                  </a:cubicBezTo>
                  <a:cubicBezTo>
                    <a:pt x="25898" y="49899"/>
                    <a:pt x="26054" y="49898"/>
                    <a:pt x="26209" y="49897"/>
                  </a:cubicBezTo>
                  <a:cubicBezTo>
                    <a:pt x="44945" y="49671"/>
                    <a:pt x="54583" y="26996"/>
                    <a:pt x="51531" y="10696"/>
                  </a:cubicBezTo>
                  <a:cubicBezTo>
                    <a:pt x="50869" y="7163"/>
                    <a:pt x="49230" y="3779"/>
                    <a:pt x="46118" y="1840"/>
                  </a:cubicBezTo>
                  <a:cubicBezTo>
                    <a:pt x="44160" y="620"/>
                    <a:pt x="41987" y="0"/>
                    <a:pt x="3980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0" name="Google Shape;4820;p196"/>
            <p:cNvSpPr/>
            <p:nvPr/>
          </p:nvSpPr>
          <p:spPr>
            <a:xfrm rot="7710264">
              <a:off x="-15001" y="4173334"/>
              <a:ext cx="958502" cy="1835274"/>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821" name="Google Shape;4821;p196"/>
          <p:cNvGrpSpPr/>
          <p:nvPr/>
        </p:nvGrpSpPr>
        <p:grpSpPr>
          <a:xfrm>
            <a:off x="5096454" y="406120"/>
            <a:ext cx="3821429" cy="1518424"/>
            <a:chOff x="5096454" y="406120"/>
            <a:chExt cx="3821429" cy="1518424"/>
          </a:xfrm>
        </p:grpSpPr>
        <p:sp>
          <p:nvSpPr>
            <p:cNvPr id="4822" name="Google Shape;4822;p196"/>
            <p:cNvSpPr/>
            <p:nvPr/>
          </p:nvSpPr>
          <p:spPr>
            <a:xfrm>
              <a:off x="5096454" y="539393"/>
              <a:ext cx="1089450" cy="348874"/>
            </a:xfrm>
            <a:custGeom>
              <a:rect b="b" l="l" r="r" t="t"/>
              <a:pathLst>
                <a:path extrusionOk="0" fill="none" h="4647" w="14511">
                  <a:moveTo>
                    <a:pt x="13894" y="3805"/>
                  </a:moveTo>
                  <a:cubicBezTo>
                    <a:pt x="13263" y="3459"/>
                    <a:pt x="12977" y="3744"/>
                    <a:pt x="12766" y="3459"/>
                  </a:cubicBezTo>
                  <a:cubicBezTo>
                    <a:pt x="12541" y="3173"/>
                    <a:pt x="13383" y="2436"/>
                    <a:pt x="11684" y="1699"/>
                  </a:cubicBezTo>
                  <a:cubicBezTo>
                    <a:pt x="11684" y="1699"/>
                    <a:pt x="11578" y="121"/>
                    <a:pt x="9248" y="60"/>
                  </a:cubicBezTo>
                  <a:cubicBezTo>
                    <a:pt x="6917" y="0"/>
                    <a:pt x="7549" y="1654"/>
                    <a:pt x="6917" y="2045"/>
                  </a:cubicBezTo>
                  <a:cubicBezTo>
                    <a:pt x="6286" y="2436"/>
                    <a:pt x="6120" y="1820"/>
                    <a:pt x="5504" y="2211"/>
                  </a:cubicBezTo>
                  <a:cubicBezTo>
                    <a:pt x="4872" y="2617"/>
                    <a:pt x="5158" y="3399"/>
                    <a:pt x="4647" y="3519"/>
                  </a:cubicBezTo>
                  <a:cubicBezTo>
                    <a:pt x="4135" y="3624"/>
                    <a:pt x="3459" y="3008"/>
                    <a:pt x="2842" y="3399"/>
                  </a:cubicBezTo>
                  <a:cubicBezTo>
                    <a:pt x="2211" y="3805"/>
                    <a:pt x="2211" y="4135"/>
                    <a:pt x="1925" y="4135"/>
                  </a:cubicBezTo>
                  <a:cubicBezTo>
                    <a:pt x="1654" y="4135"/>
                    <a:pt x="1083" y="3910"/>
                    <a:pt x="737" y="4135"/>
                  </a:cubicBezTo>
                  <a:cubicBezTo>
                    <a:pt x="406" y="4376"/>
                    <a:pt x="0" y="4647"/>
                    <a:pt x="0" y="4647"/>
                  </a:cubicBezTo>
                  <a:lnTo>
                    <a:pt x="14345" y="4647"/>
                  </a:lnTo>
                  <a:cubicBezTo>
                    <a:pt x="14345" y="4647"/>
                    <a:pt x="14511" y="4135"/>
                    <a:pt x="13894" y="3805"/>
                  </a:cubicBezTo>
                  <a:close/>
                </a:path>
              </a:pathLst>
            </a:custGeom>
            <a:solidFill>
              <a:schemeClr val="lt1"/>
            </a:solid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3" name="Google Shape;4823;p196"/>
            <p:cNvSpPr/>
            <p:nvPr/>
          </p:nvSpPr>
          <p:spPr>
            <a:xfrm flipH="1">
              <a:off x="7828433" y="748130"/>
              <a:ext cx="1089450" cy="348874"/>
            </a:xfrm>
            <a:custGeom>
              <a:rect b="b" l="l" r="r" t="t"/>
              <a:pathLst>
                <a:path extrusionOk="0" fill="none" h="4647" w="14511">
                  <a:moveTo>
                    <a:pt x="13894" y="3805"/>
                  </a:moveTo>
                  <a:cubicBezTo>
                    <a:pt x="13263" y="3459"/>
                    <a:pt x="12977" y="3744"/>
                    <a:pt x="12766" y="3459"/>
                  </a:cubicBezTo>
                  <a:cubicBezTo>
                    <a:pt x="12541" y="3173"/>
                    <a:pt x="13383" y="2436"/>
                    <a:pt x="11684" y="1699"/>
                  </a:cubicBezTo>
                  <a:cubicBezTo>
                    <a:pt x="11684" y="1699"/>
                    <a:pt x="11578" y="121"/>
                    <a:pt x="9248" y="60"/>
                  </a:cubicBezTo>
                  <a:cubicBezTo>
                    <a:pt x="6917" y="0"/>
                    <a:pt x="7549" y="1654"/>
                    <a:pt x="6917" y="2045"/>
                  </a:cubicBezTo>
                  <a:cubicBezTo>
                    <a:pt x="6286" y="2436"/>
                    <a:pt x="6120" y="1820"/>
                    <a:pt x="5504" y="2211"/>
                  </a:cubicBezTo>
                  <a:cubicBezTo>
                    <a:pt x="4872" y="2617"/>
                    <a:pt x="5158" y="3399"/>
                    <a:pt x="4647" y="3519"/>
                  </a:cubicBezTo>
                  <a:cubicBezTo>
                    <a:pt x="4135" y="3624"/>
                    <a:pt x="3459" y="3008"/>
                    <a:pt x="2842" y="3399"/>
                  </a:cubicBezTo>
                  <a:cubicBezTo>
                    <a:pt x="2211" y="3805"/>
                    <a:pt x="2211" y="4135"/>
                    <a:pt x="1925" y="4135"/>
                  </a:cubicBezTo>
                  <a:cubicBezTo>
                    <a:pt x="1654" y="4135"/>
                    <a:pt x="1083" y="3910"/>
                    <a:pt x="737" y="4135"/>
                  </a:cubicBezTo>
                  <a:cubicBezTo>
                    <a:pt x="406" y="4376"/>
                    <a:pt x="0" y="4647"/>
                    <a:pt x="0" y="4647"/>
                  </a:cubicBezTo>
                  <a:lnTo>
                    <a:pt x="14345" y="4647"/>
                  </a:lnTo>
                  <a:cubicBezTo>
                    <a:pt x="14345" y="4647"/>
                    <a:pt x="14511" y="4135"/>
                    <a:pt x="13894" y="3805"/>
                  </a:cubicBezTo>
                  <a:close/>
                </a:path>
              </a:pathLst>
            </a:custGeom>
            <a:solidFill>
              <a:schemeClr val="lt1"/>
            </a:solid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4" name="Google Shape;4824;p196"/>
            <p:cNvSpPr/>
            <p:nvPr/>
          </p:nvSpPr>
          <p:spPr>
            <a:xfrm>
              <a:off x="8824638" y="406120"/>
              <a:ext cx="93231" cy="93173"/>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825" name="Google Shape;4825;p196"/>
            <p:cNvGrpSpPr/>
            <p:nvPr/>
          </p:nvGrpSpPr>
          <p:grpSpPr>
            <a:xfrm>
              <a:off x="8629946" y="1831310"/>
              <a:ext cx="93234" cy="93234"/>
              <a:chOff x="7812545" y="194375"/>
              <a:chExt cx="105457" cy="105457"/>
            </a:xfrm>
          </p:grpSpPr>
          <p:sp>
            <p:nvSpPr>
              <p:cNvPr id="4826" name="Google Shape;4826;p196"/>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7" name="Google Shape;4827;p196"/>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8" name="Google Shape;4828;p196"/>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9" name="Google Shape;4829;p196"/>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830" name="Google Shape;4830;p196"/>
            <p:cNvGrpSpPr/>
            <p:nvPr/>
          </p:nvGrpSpPr>
          <p:grpSpPr>
            <a:xfrm flipH="1" rot="10800000">
              <a:off x="7254006" y="492770"/>
              <a:ext cx="93224" cy="93255"/>
              <a:chOff x="7812545" y="194375"/>
              <a:chExt cx="105457" cy="105457"/>
            </a:xfrm>
          </p:grpSpPr>
          <p:sp>
            <p:nvSpPr>
              <p:cNvPr id="4831" name="Google Shape;4831;p196"/>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2" name="Google Shape;4832;p196"/>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3" name="Google Shape;4833;p196"/>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4" name="Google Shape;4834;p196"/>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835" name="Shape 4835"/>
        <p:cNvGrpSpPr/>
        <p:nvPr/>
      </p:nvGrpSpPr>
      <p:grpSpPr>
        <a:xfrm>
          <a:off x="0" y="0"/>
          <a:ext cx="0" cy="0"/>
          <a:chOff x="0" y="0"/>
          <a:chExt cx="0" cy="0"/>
        </a:xfrm>
      </p:grpSpPr>
      <p:sp>
        <p:nvSpPr>
          <p:cNvPr id="4836" name="Google Shape;4836;p197"/>
          <p:cNvSpPr txBox="1"/>
          <p:nvPr>
            <p:ph idx="1" type="body"/>
          </p:nvPr>
        </p:nvSpPr>
        <p:spPr>
          <a:xfrm>
            <a:off x="685800" y="3601550"/>
            <a:ext cx="2993100" cy="8235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2000"/>
              <a:buFont typeface="Barlow"/>
              <a:buNone/>
              <a:defRPr b="1" sz="2200">
                <a:latin typeface="Barlow"/>
                <a:ea typeface="Barlow"/>
                <a:cs typeface="Barlow"/>
                <a:sym typeface="Barlow"/>
              </a:defRPr>
            </a:lvl1pPr>
          </a:lstStyle>
          <a:p/>
        </p:txBody>
      </p:sp>
      <p:sp>
        <p:nvSpPr>
          <p:cNvPr id="4837" name="Google Shape;4837;p19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1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38" name="Shape 4838"/>
        <p:cNvGrpSpPr/>
        <p:nvPr/>
      </p:nvGrpSpPr>
      <p:grpSpPr>
        <a:xfrm>
          <a:off x="0" y="0"/>
          <a:ext cx="0" cy="0"/>
          <a:chOff x="0" y="0"/>
          <a:chExt cx="0" cy="0"/>
        </a:xfrm>
      </p:grpSpPr>
      <p:sp>
        <p:nvSpPr>
          <p:cNvPr id="4839" name="Google Shape;4839;p198"/>
          <p:cNvSpPr txBox="1"/>
          <p:nvPr>
            <p:ph hasCustomPrompt="1" type="title"/>
          </p:nvPr>
        </p:nvSpPr>
        <p:spPr>
          <a:xfrm>
            <a:off x="1226850" y="1830050"/>
            <a:ext cx="6690300" cy="1113600"/>
          </a:xfrm>
          <a:prstGeom prst="rect">
            <a:avLst/>
          </a:prstGeom>
        </p:spPr>
        <p:txBody>
          <a:bodyPr anchorCtr="0" anchor="ctr" bIns="91425" lIns="91425" spcFirstLastPara="1" rIns="91425" wrap="square" tIns="91425">
            <a:noAutofit/>
          </a:bodyPr>
          <a:lstStyle>
            <a:lvl1pPr lvl="0" algn="ctr">
              <a:spcBef>
                <a:spcPts val="0"/>
              </a:spcBef>
              <a:spcAft>
                <a:spcPts val="0"/>
              </a:spcAft>
              <a:buSzPts val="8000"/>
              <a:buNone/>
              <a:defRPr sz="9000">
                <a:solidFill>
                  <a:schemeClr val="accent2"/>
                </a:solidFill>
              </a:defRPr>
            </a:lvl1pPr>
            <a:lvl2pPr lvl="1" algn="ctr">
              <a:spcBef>
                <a:spcPts val="0"/>
              </a:spcBef>
              <a:spcAft>
                <a:spcPts val="0"/>
              </a:spcAft>
              <a:buSzPts val="8000"/>
              <a:buNone/>
              <a:defRPr sz="8000"/>
            </a:lvl2pPr>
            <a:lvl3pPr lvl="2" algn="ctr">
              <a:spcBef>
                <a:spcPts val="0"/>
              </a:spcBef>
              <a:spcAft>
                <a:spcPts val="0"/>
              </a:spcAft>
              <a:buSzPts val="8000"/>
              <a:buNone/>
              <a:defRPr sz="8000"/>
            </a:lvl3pPr>
            <a:lvl4pPr lvl="3" algn="ctr">
              <a:spcBef>
                <a:spcPts val="0"/>
              </a:spcBef>
              <a:spcAft>
                <a:spcPts val="0"/>
              </a:spcAft>
              <a:buSzPts val="8000"/>
              <a:buNone/>
              <a:defRPr sz="8000"/>
            </a:lvl4pPr>
            <a:lvl5pPr lvl="4" algn="ctr">
              <a:spcBef>
                <a:spcPts val="0"/>
              </a:spcBef>
              <a:spcAft>
                <a:spcPts val="0"/>
              </a:spcAft>
              <a:buSzPts val="8000"/>
              <a:buNone/>
              <a:defRPr sz="8000"/>
            </a:lvl5pPr>
            <a:lvl6pPr lvl="5" algn="ctr">
              <a:spcBef>
                <a:spcPts val="0"/>
              </a:spcBef>
              <a:spcAft>
                <a:spcPts val="0"/>
              </a:spcAft>
              <a:buSzPts val="8000"/>
              <a:buNone/>
              <a:defRPr sz="8000"/>
            </a:lvl6pPr>
            <a:lvl7pPr lvl="6" algn="ctr">
              <a:spcBef>
                <a:spcPts val="0"/>
              </a:spcBef>
              <a:spcAft>
                <a:spcPts val="0"/>
              </a:spcAft>
              <a:buSzPts val="8000"/>
              <a:buNone/>
              <a:defRPr sz="8000"/>
            </a:lvl7pPr>
            <a:lvl8pPr lvl="7" algn="ctr">
              <a:spcBef>
                <a:spcPts val="0"/>
              </a:spcBef>
              <a:spcAft>
                <a:spcPts val="0"/>
              </a:spcAft>
              <a:buSzPts val="8000"/>
              <a:buNone/>
              <a:defRPr sz="8000"/>
            </a:lvl8pPr>
            <a:lvl9pPr lvl="8" algn="ctr">
              <a:spcBef>
                <a:spcPts val="0"/>
              </a:spcBef>
              <a:spcAft>
                <a:spcPts val="0"/>
              </a:spcAft>
              <a:buSzPts val="8000"/>
              <a:buNone/>
              <a:defRPr sz="8000"/>
            </a:lvl9pPr>
          </a:lstStyle>
          <a:p>
            <a:r>
              <a:t>xx%</a:t>
            </a:r>
          </a:p>
        </p:txBody>
      </p:sp>
      <p:sp>
        <p:nvSpPr>
          <p:cNvPr id="4840" name="Google Shape;4840;p19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4841" name="Google Shape;4841;p198"/>
          <p:cNvSpPr txBox="1"/>
          <p:nvPr>
            <p:ph idx="1" type="subTitle"/>
          </p:nvPr>
        </p:nvSpPr>
        <p:spPr>
          <a:xfrm>
            <a:off x="1516375" y="3002275"/>
            <a:ext cx="6144300" cy="3417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8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4842" name="Google Shape;4842;p198"/>
          <p:cNvSpPr/>
          <p:nvPr/>
        </p:nvSpPr>
        <p:spPr>
          <a:xfrm rot="2700000">
            <a:off x="5376368" y="-1160318"/>
            <a:ext cx="5591744" cy="3399428"/>
          </a:xfrm>
          <a:custGeom>
            <a:rect b="b" l="l" r="r" t="t"/>
            <a:pathLst>
              <a:path extrusionOk="0" h="48924" w="60102">
                <a:moveTo>
                  <a:pt x="31550" y="1"/>
                </a:moveTo>
                <a:cubicBezTo>
                  <a:pt x="28688" y="1"/>
                  <a:pt x="25391" y="541"/>
                  <a:pt x="22089" y="2238"/>
                </a:cubicBezTo>
                <a:cubicBezTo>
                  <a:pt x="12977" y="6900"/>
                  <a:pt x="8196" y="17230"/>
                  <a:pt x="4091" y="25485"/>
                </a:cubicBezTo>
                <a:cubicBezTo>
                  <a:pt x="1" y="33725"/>
                  <a:pt x="2016" y="42612"/>
                  <a:pt x="8767" y="47123"/>
                </a:cubicBezTo>
                <a:cubicBezTo>
                  <a:pt x="10764" y="48461"/>
                  <a:pt x="12590" y="48924"/>
                  <a:pt x="14421" y="48924"/>
                </a:cubicBezTo>
                <a:cubicBezTo>
                  <a:pt x="18514" y="48924"/>
                  <a:pt x="22630" y="46611"/>
                  <a:pt x="28730" y="46611"/>
                </a:cubicBezTo>
                <a:cubicBezTo>
                  <a:pt x="29125" y="46611"/>
                  <a:pt x="29527" y="46621"/>
                  <a:pt x="29939" y="46641"/>
                </a:cubicBezTo>
                <a:cubicBezTo>
                  <a:pt x="34134" y="46851"/>
                  <a:pt x="36984" y="47278"/>
                  <a:pt x="39535" y="47278"/>
                </a:cubicBezTo>
                <a:cubicBezTo>
                  <a:pt x="42835" y="47278"/>
                  <a:pt x="45637" y="46563"/>
                  <a:pt x="50208" y="43739"/>
                </a:cubicBezTo>
                <a:cubicBezTo>
                  <a:pt x="58328" y="38732"/>
                  <a:pt x="60102" y="25500"/>
                  <a:pt x="54042" y="15140"/>
                </a:cubicBezTo>
                <a:cubicBezTo>
                  <a:pt x="47997" y="4779"/>
                  <a:pt x="40254" y="1667"/>
                  <a:pt x="40254" y="1667"/>
                </a:cubicBezTo>
                <a:cubicBezTo>
                  <a:pt x="40254" y="1667"/>
                  <a:pt x="36573" y="1"/>
                  <a:pt x="31550"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843" name="Google Shape;4843;p198"/>
          <p:cNvGrpSpPr/>
          <p:nvPr/>
        </p:nvGrpSpPr>
        <p:grpSpPr>
          <a:xfrm>
            <a:off x="405960" y="-304605"/>
            <a:ext cx="9209266" cy="1854619"/>
            <a:chOff x="405960" y="-304605"/>
            <a:chExt cx="9209266" cy="1854619"/>
          </a:xfrm>
        </p:grpSpPr>
        <p:sp>
          <p:nvSpPr>
            <p:cNvPr id="4844" name="Google Shape;4844;p198"/>
            <p:cNvSpPr/>
            <p:nvPr/>
          </p:nvSpPr>
          <p:spPr>
            <a:xfrm>
              <a:off x="6209226" y="478878"/>
              <a:ext cx="1324564" cy="424178"/>
            </a:xfrm>
            <a:custGeom>
              <a:rect b="b" l="l" r="r" t="t"/>
              <a:pathLst>
                <a:path extrusionOk="0" fill="none" h="4647" w="14511">
                  <a:moveTo>
                    <a:pt x="13894" y="3805"/>
                  </a:moveTo>
                  <a:cubicBezTo>
                    <a:pt x="13263" y="3459"/>
                    <a:pt x="12977" y="3744"/>
                    <a:pt x="12766" y="3459"/>
                  </a:cubicBezTo>
                  <a:cubicBezTo>
                    <a:pt x="12541" y="3173"/>
                    <a:pt x="13383" y="2436"/>
                    <a:pt x="11684" y="1699"/>
                  </a:cubicBezTo>
                  <a:cubicBezTo>
                    <a:pt x="11684" y="1699"/>
                    <a:pt x="11578" y="121"/>
                    <a:pt x="9248" y="60"/>
                  </a:cubicBezTo>
                  <a:cubicBezTo>
                    <a:pt x="6917" y="0"/>
                    <a:pt x="7549" y="1654"/>
                    <a:pt x="6917" y="2045"/>
                  </a:cubicBezTo>
                  <a:cubicBezTo>
                    <a:pt x="6286" y="2436"/>
                    <a:pt x="6120" y="1820"/>
                    <a:pt x="5504" y="2211"/>
                  </a:cubicBezTo>
                  <a:cubicBezTo>
                    <a:pt x="4872" y="2617"/>
                    <a:pt x="5158" y="3399"/>
                    <a:pt x="4647" y="3519"/>
                  </a:cubicBezTo>
                  <a:cubicBezTo>
                    <a:pt x="4135" y="3624"/>
                    <a:pt x="3459" y="3008"/>
                    <a:pt x="2842" y="3399"/>
                  </a:cubicBezTo>
                  <a:cubicBezTo>
                    <a:pt x="2211" y="3805"/>
                    <a:pt x="2211" y="4135"/>
                    <a:pt x="1925" y="4135"/>
                  </a:cubicBezTo>
                  <a:cubicBezTo>
                    <a:pt x="1654" y="4135"/>
                    <a:pt x="1083" y="3910"/>
                    <a:pt x="737" y="4135"/>
                  </a:cubicBezTo>
                  <a:cubicBezTo>
                    <a:pt x="406" y="4376"/>
                    <a:pt x="0" y="4647"/>
                    <a:pt x="0" y="4647"/>
                  </a:cubicBezTo>
                  <a:lnTo>
                    <a:pt x="14345" y="4647"/>
                  </a:lnTo>
                  <a:cubicBezTo>
                    <a:pt x="14345" y="4647"/>
                    <a:pt x="14511" y="4135"/>
                    <a:pt x="13894" y="3805"/>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5" name="Google Shape;4845;p198"/>
            <p:cNvSpPr/>
            <p:nvPr/>
          </p:nvSpPr>
          <p:spPr>
            <a:xfrm flipH="1">
              <a:off x="405960" y="399116"/>
              <a:ext cx="991138" cy="317437"/>
            </a:xfrm>
            <a:custGeom>
              <a:rect b="b" l="l" r="r" t="t"/>
              <a:pathLst>
                <a:path extrusionOk="0" fill="none" h="4647" w="14511">
                  <a:moveTo>
                    <a:pt x="13894" y="3805"/>
                  </a:moveTo>
                  <a:cubicBezTo>
                    <a:pt x="13263" y="3459"/>
                    <a:pt x="12977" y="3744"/>
                    <a:pt x="12766" y="3459"/>
                  </a:cubicBezTo>
                  <a:cubicBezTo>
                    <a:pt x="12541" y="3173"/>
                    <a:pt x="13383" y="2436"/>
                    <a:pt x="11684" y="1699"/>
                  </a:cubicBezTo>
                  <a:cubicBezTo>
                    <a:pt x="11684" y="1699"/>
                    <a:pt x="11578" y="121"/>
                    <a:pt x="9248" y="60"/>
                  </a:cubicBezTo>
                  <a:cubicBezTo>
                    <a:pt x="6917" y="0"/>
                    <a:pt x="7549" y="1654"/>
                    <a:pt x="6917" y="2045"/>
                  </a:cubicBezTo>
                  <a:cubicBezTo>
                    <a:pt x="6286" y="2436"/>
                    <a:pt x="6120" y="1820"/>
                    <a:pt x="5504" y="2211"/>
                  </a:cubicBezTo>
                  <a:cubicBezTo>
                    <a:pt x="4872" y="2617"/>
                    <a:pt x="5158" y="3399"/>
                    <a:pt x="4647" y="3519"/>
                  </a:cubicBezTo>
                  <a:cubicBezTo>
                    <a:pt x="4135" y="3624"/>
                    <a:pt x="3459" y="3008"/>
                    <a:pt x="2842" y="3399"/>
                  </a:cubicBezTo>
                  <a:cubicBezTo>
                    <a:pt x="2211" y="3805"/>
                    <a:pt x="2211" y="4135"/>
                    <a:pt x="1925" y="4135"/>
                  </a:cubicBezTo>
                  <a:cubicBezTo>
                    <a:pt x="1654" y="4135"/>
                    <a:pt x="1083" y="3910"/>
                    <a:pt x="737" y="4135"/>
                  </a:cubicBezTo>
                  <a:cubicBezTo>
                    <a:pt x="406" y="4376"/>
                    <a:pt x="0" y="4647"/>
                    <a:pt x="0" y="4647"/>
                  </a:cubicBezTo>
                  <a:lnTo>
                    <a:pt x="14345" y="4647"/>
                  </a:lnTo>
                  <a:cubicBezTo>
                    <a:pt x="14345" y="4647"/>
                    <a:pt x="14511" y="4135"/>
                    <a:pt x="13894" y="3805"/>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6" name="Google Shape;4846;p198"/>
            <p:cNvSpPr/>
            <p:nvPr/>
          </p:nvSpPr>
          <p:spPr>
            <a:xfrm>
              <a:off x="3935325" y="338641"/>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847" name="Google Shape;4847;p198"/>
            <p:cNvGrpSpPr/>
            <p:nvPr/>
          </p:nvGrpSpPr>
          <p:grpSpPr>
            <a:xfrm>
              <a:off x="2179520" y="1113216"/>
              <a:ext cx="105457" cy="105457"/>
              <a:chOff x="7812545" y="194375"/>
              <a:chExt cx="105457" cy="105457"/>
            </a:xfrm>
          </p:grpSpPr>
          <p:sp>
            <p:nvSpPr>
              <p:cNvPr id="4848" name="Google Shape;4848;p198"/>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9" name="Google Shape;4849;p198"/>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0" name="Google Shape;4850;p198"/>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1" name="Google Shape;4851;p198"/>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852" name="Google Shape;4852;p198"/>
            <p:cNvGrpSpPr/>
            <p:nvPr/>
          </p:nvGrpSpPr>
          <p:grpSpPr>
            <a:xfrm>
              <a:off x="5288520" y="1007766"/>
              <a:ext cx="105457" cy="105457"/>
              <a:chOff x="7812545" y="194375"/>
              <a:chExt cx="105457" cy="105457"/>
            </a:xfrm>
          </p:grpSpPr>
          <p:sp>
            <p:nvSpPr>
              <p:cNvPr id="4853" name="Google Shape;4853;p198"/>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4" name="Google Shape;4854;p198"/>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5" name="Google Shape;4855;p198"/>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6" name="Google Shape;4856;p198"/>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857" name="Google Shape;4857;p198"/>
            <p:cNvSpPr/>
            <p:nvPr/>
          </p:nvSpPr>
          <p:spPr>
            <a:xfrm>
              <a:off x="8211200" y="1444625"/>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858" name="Google Shape;4858;p198"/>
            <p:cNvGrpSpPr/>
            <p:nvPr/>
          </p:nvGrpSpPr>
          <p:grpSpPr>
            <a:xfrm>
              <a:off x="7988195" y="154325"/>
              <a:ext cx="105457" cy="105457"/>
              <a:chOff x="7812545" y="194375"/>
              <a:chExt cx="105457" cy="105457"/>
            </a:xfrm>
          </p:grpSpPr>
          <p:sp>
            <p:nvSpPr>
              <p:cNvPr id="4859" name="Google Shape;4859;p198"/>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0" name="Google Shape;4860;p198"/>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1" name="Google Shape;4861;p198"/>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2" name="Google Shape;4862;p198"/>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863" name="Google Shape;4863;p198"/>
            <p:cNvSpPr/>
            <p:nvPr/>
          </p:nvSpPr>
          <p:spPr>
            <a:xfrm flipH="1">
              <a:off x="8624108" y="-304605"/>
              <a:ext cx="991119" cy="877511"/>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864" name="Google Shape;4864;p198"/>
          <p:cNvGrpSpPr/>
          <p:nvPr/>
        </p:nvGrpSpPr>
        <p:grpSpPr>
          <a:xfrm>
            <a:off x="-1391383" y="2943501"/>
            <a:ext cx="2967633" cy="3117497"/>
            <a:chOff x="-1391383" y="2943501"/>
            <a:chExt cx="2967633" cy="3117497"/>
          </a:xfrm>
        </p:grpSpPr>
        <p:sp>
          <p:nvSpPr>
            <p:cNvPr id="4865" name="Google Shape;4865;p198"/>
            <p:cNvSpPr/>
            <p:nvPr/>
          </p:nvSpPr>
          <p:spPr>
            <a:xfrm flipH="1">
              <a:off x="-1391383" y="2943501"/>
              <a:ext cx="2967633" cy="3117497"/>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6" name="Google Shape;4866;p198"/>
            <p:cNvSpPr/>
            <p:nvPr/>
          </p:nvSpPr>
          <p:spPr>
            <a:xfrm>
              <a:off x="-533479" y="4183785"/>
              <a:ext cx="1643608" cy="1455209"/>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867" name="Google Shape;4867;p198"/>
            <p:cNvGrpSpPr/>
            <p:nvPr/>
          </p:nvGrpSpPr>
          <p:grpSpPr>
            <a:xfrm>
              <a:off x="448432" y="3524550"/>
              <a:ext cx="105457" cy="105457"/>
              <a:chOff x="7812545" y="194375"/>
              <a:chExt cx="105457" cy="105457"/>
            </a:xfrm>
          </p:grpSpPr>
          <p:sp>
            <p:nvSpPr>
              <p:cNvPr id="4868" name="Google Shape;4868;p198"/>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9" name="Google Shape;4869;p198"/>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0" name="Google Shape;4870;p198"/>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1" name="Google Shape;4871;p198"/>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872" name="Google Shape;4872;p198"/>
          <p:cNvGrpSpPr/>
          <p:nvPr/>
        </p:nvGrpSpPr>
        <p:grpSpPr>
          <a:xfrm rot="10800000">
            <a:off x="8496297" y="4349552"/>
            <a:ext cx="470057" cy="586177"/>
            <a:chOff x="215745" y="152938"/>
            <a:chExt cx="470057" cy="586177"/>
          </a:xfrm>
        </p:grpSpPr>
        <p:sp>
          <p:nvSpPr>
            <p:cNvPr id="4873" name="Google Shape;4873;p198"/>
            <p:cNvSpPr/>
            <p:nvPr/>
          </p:nvSpPr>
          <p:spPr>
            <a:xfrm>
              <a:off x="215750" y="633725"/>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4" name="Google Shape;4874;p198"/>
            <p:cNvSpPr/>
            <p:nvPr/>
          </p:nvSpPr>
          <p:spPr>
            <a:xfrm>
              <a:off x="607851" y="22487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4875" name="Google Shape;4875;p198"/>
            <p:cNvGrpSpPr/>
            <p:nvPr/>
          </p:nvGrpSpPr>
          <p:grpSpPr>
            <a:xfrm>
              <a:off x="215745" y="152938"/>
              <a:ext cx="105457" cy="105457"/>
              <a:chOff x="7812545" y="194375"/>
              <a:chExt cx="105457" cy="105457"/>
            </a:xfrm>
          </p:grpSpPr>
          <p:sp>
            <p:nvSpPr>
              <p:cNvPr id="4876" name="Google Shape;4876;p198"/>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7" name="Google Shape;4877;p198"/>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8" name="Google Shape;4878;p198"/>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9" name="Google Shape;4879;p198"/>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880" name="Google Shape;4880;p198"/>
          <p:cNvGrpSpPr/>
          <p:nvPr/>
        </p:nvGrpSpPr>
        <p:grpSpPr>
          <a:xfrm>
            <a:off x="3186400" y="4032125"/>
            <a:ext cx="3326023" cy="808356"/>
            <a:chOff x="3186400" y="4032125"/>
            <a:chExt cx="3326023" cy="808356"/>
          </a:xfrm>
        </p:grpSpPr>
        <p:sp>
          <p:nvSpPr>
            <p:cNvPr id="4881" name="Google Shape;4881;p198"/>
            <p:cNvSpPr/>
            <p:nvPr/>
          </p:nvSpPr>
          <p:spPr>
            <a:xfrm>
              <a:off x="3186400" y="4234775"/>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882" name="Google Shape;4882;p198"/>
            <p:cNvGrpSpPr/>
            <p:nvPr/>
          </p:nvGrpSpPr>
          <p:grpSpPr>
            <a:xfrm>
              <a:off x="4750482" y="4735025"/>
              <a:ext cx="105457" cy="105457"/>
              <a:chOff x="7812545" y="194375"/>
              <a:chExt cx="105457" cy="105457"/>
            </a:xfrm>
          </p:grpSpPr>
          <p:sp>
            <p:nvSpPr>
              <p:cNvPr id="4883" name="Google Shape;4883;p198"/>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4" name="Google Shape;4884;p198"/>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5" name="Google Shape;4885;p198"/>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6" name="Google Shape;4886;p198"/>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887" name="Google Shape;4887;p198"/>
            <p:cNvSpPr/>
            <p:nvPr/>
          </p:nvSpPr>
          <p:spPr>
            <a:xfrm flipH="1">
              <a:off x="5521285" y="4032125"/>
              <a:ext cx="991138" cy="317437"/>
            </a:xfrm>
            <a:custGeom>
              <a:rect b="b" l="l" r="r" t="t"/>
              <a:pathLst>
                <a:path extrusionOk="0" fill="none" h="4647" w="14511">
                  <a:moveTo>
                    <a:pt x="13894" y="3805"/>
                  </a:moveTo>
                  <a:cubicBezTo>
                    <a:pt x="13263" y="3459"/>
                    <a:pt x="12977" y="3744"/>
                    <a:pt x="12766" y="3459"/>
                  </a:cubicBezTo>
                  <a:cubicBezTo>
                    <a:pt x="12541" y="3173"/>
                    <a:pt x="13383" y="2436"/>
                    <a:pt x="11684" y="1699"/>
                  </a:cubicBezTo>
                  <a:cubicBezTo>
                    <a:pt x="11684" y="1699"/>
                    <a:pt x="11578" y="121"/>
                    <a:pt x="9248" y="60"/>
                  </a:cubicBezTo>
                  <a:cubicBezTo>
                    <a:pt x="6917" y="0"/>
                    <a:pt x="7549" y="1654"/>
                    <a:pt x="6917" y="2045"/>
                  </a:cubicBezTo>
                  <a:cubicBezTo>
                    <a:pt x="6286" y="2436"/>
                    <a:pt x="6120" y="1820"/>
                    <a:pt x="5504" y="2211"/>
                  </a:cubicBezTo>
                  <a:cubicBezTo>
                    <a:pt x="4872" y="2617"/>
                    <a:pt x="5158" y="3399"/>
                    <a:pt x="4647" y="3519"/>
                  </a:cubicBezTo>
                  <a:cubicBezTo>
                    <a:pt x="4135" y="3624"/>
                    <a:pt x="3459" y="3008"/>
                    <a:pt x="2842" y="3399"/>
                  </a:cubicBezTo>
                  <a:cubicBezTo>
                    <a:pt x="2211" y="3805"/>
                    <a:pt x="2211" y="4135"/>
                    <a:pt x="1925" y="4135"/>
                  </a:cubicBezTo>
                  <a:cubicBezTo>
                    <a:pt x="1654" y="4135"/>
                    <a:pt x="1083" y="3910"/>
                    <a:pt x="737" y="4135"/>
                  </a:cubicBezTo>
                  <a:cubicBezTo>
                    <a:pt x="406" y="4376"/>
                    <a:pt x="0" y="4647"/>
                    <a:pt x="0" y="4647"/>
                  </a:cubicBezTo>
                  <a:lnTo>
                    <a:pt x="14345" y="4647"/>
                  </a:lnTo>
                  <a:cubicBezTo>
                    <a:pt x="14345" y="4647"/>
                    <a:pt x="14511" y="4135"/>
                    <a:pt x="13894" y="3805"/>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lt1"/>
        </a:solidFill>
      </p:bgPr>
    </p:bg>
    <p:spTree>
      <p:nvGrpSpPr>
        <p:cNvPr id="4888" name="Shape 4888"/>
        <p:cNvGrpSpPr/>
        <p:nvPr/>
      </p:nvGrpSpPr>
      <p:grpSpPr>
        <a:xfrm>
          <a:off x="0" y="0"/>
          <a:ext cx="0" cy="0"/>
          <a:chOff x="0" y="0"/>
          <a:chExt cx="0" cy="0"/>
        </a:xfrm>
      </p:grpSpPr>
      <p:sp>
        <p:nvSpPr>
          <p:cNvPr id="4889" name="Google Shape;4889;p19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1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BLANK_10">
    <p:spTree>
      <p:nvGrpSpPr>
        <p:cNvPr id="4890" name="Shape 4890"/>
        <p:cNvGrpSpPr/>
        <p:nvPr/>
      </p:nvGrpSpPr>
      <p:grpSpPr>
        <a:xfrm>
          <a:off x="0" y="0"/>
          <a:ext cx="0" cy="0"/>
          <a:chOff x="0" y="0"/>
          <a:chExt cx="0" cy="0"/>
        </a:xfrm>
      </p:grpSpPr>
      <p:sp>
        <p:nvSpPr>
          <p:cNvPr id="4891" name="Google Shape;4891;p20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4892" name="Google Shape;4892;p200"/>
          <p:cNvSpPr txBox="1"/>
          <p:nvPr>
            <p:ph type="title"/>
          </p:nvPr>
        </p:nvSpPr>
        <p:spPr>
          <a:xfrm>
            <a:off x="698777" y="2223325"/>
            <a:ext cx="4551600" cy="749100"/>
          </a:xfrm>
          <a:prstGeom prst="rect">
            <a:avLst/>
          </a:prstGeom>
        </p:spPr>
        <p:txBody>
          <a:bodyPr anchorCtr="0" anchor="ctr" bIns="91425" lIns="91425" spcFirstLastPara="1" rIns="91425" wrap="square" tIns="91425">
            <a:noAutofit/>
          </a:bodyPr>
          <a:lstStyle>
            <a:lvl1pPr lvl="0">
              <a:spcBef>
                <a:spcPts val="0"/>
              </a:spcBef>
              <a:spcAft>
                <a:spcPts val="0"/>
              </a:spcAft>
              <a:buSzPts val="3600"/>
              <a:buNone/>
              <a:defRPr sz="4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4893" name="Google Shape;4893;p200"/>
          <p:cNvSpPr txBox="1"/>
          <p:nvPr>
            <p:ph idx="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4894" name="Google Shape;4894;p200"/>
          <p:cNvSpPr txBox="1"/>
          <p:nvPr>
            <p:ph idx="1" type="subTitle"/>
          </p:nvPr>
        </p:nvSpPr>
        <p:spPr>
          <a:xfrm>
            <a:off x="685800" y="2905550"/>
            <a:ext cx="4551600" cy="383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800"/>
              <a:buNone/>
              <a:defRPr sz="18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4895" name="Google Shape;4895;p200"/>
          <p:cNvSpPr txBox="1"/>
          <p:nvPr>
            <p:ph hasCustomPrompt="1" idx="3" type="title"/>
          </p:nvPr>
        </p:nvSpPr>
        <p:spPr>
          <a:xfrm>
            <a:off x="685795" y="1278475"/>
            <a:ext cx="1595700" cy="898500"/>
          </a:xfrm>
          <a:prstGeom prst="rect">
            <a:avLst/>
          </a:prstGeom>
        </p:spPr>
        <p:txBody>
          <a:bodyPr anchorCtr="0" anchor="ctr" bIns="91425" lIns="91425" spcFirstLastPara="1" rIns="91425" wrap="square" tIns="91425">
            <a:noAutofit/>
          </a:bodyPr>
          <a:lstStyle>
            <a:lvl1pPr lvl="0">
              <a:spcBef>
                <a:spcPts val="0"/>
              </a:spcBef>
              <a:spcAft>
                <a:spcPts val="0"/>
              </a:spcAft>
              <a:buSzPts val="8000"/>
              <a:buNone/>
              <a:defRPr sz="8000">
                <a:solidFill>
                  <a:schemeClr val="accent2"/>
                </a:solidFill>
              </a:defRPr>
            </a:lvl1pPr>
            <a:lvl2pPr lvl="1" algn="ctr">
              <a:spcBef>
                <a:spcPts val="0"/>
              </a:spcBef>
              <a:spcAft>
                <a:spcPts val="0"/>
              </a:spcAft>
              <a:buSzPts val="8000"/>
              <a:buNone/>
              <a:defRPr sz="8000"/>
            </a:lvl2pPr>
            <a:lvl3pPr lvl="2" algn="ctr">
              <a:spcBef>
                <a:spcPts val="0"/>
              </a:spcBef>
              <a:spcAft>
                <a:spcPts val="0"/>
              </a:spcAft>
              <a:buSzPts val="8000"/>
              <a:buNone/>
              <a:defRPr sz="8000"/>
            </a:lvl3pPr>
            <a:lvl4pPr lvl="3" algn="ctr">
              <a:spcBef>
                <a:spcPts val="0"/>
              </a:spcBef>
              <a:spcAft>
                <a:spcPts val="0"/>
              </a:spcAft>
              <a:buSzPts val="8000"/>
              <a:buNone/>
              <a:defRPr sz="8000"/>
            </a:lvl4pPr>
            <a:lvl5pPr lvl="4" algn="ctr">
              <a:spcBef>
                <a:spcPts val="0"/>
              </a:spcBef>
              <a:spcAft>
                <a:spcPts val="0"/>
              </a:spcAft>
              <a:buSzPts val="8000"/>
              <a:buNone/>
              <a:defRPr sz="8000"/>
            </a:lvl5pPr>
            <a:lvl6pPr lvl="5" algn="ctr">
              <a:spcBef>
                <a:spcPts val="0"/>
              </a:spcBef>
              <a:spcAft>
                <a:spcPts val="0"/>
              </a:spcAft>
              <a:buSzPts val="8000"/>
              <a:buNone/>
              <a:defRPr sz="8000"/>
            </a:lvl6pPr>
            <a:lvl7pPr lvl="6" algn="ctr">
              <a:spcBef>
                <a:spcPts val="0"/>
              </a:spcBef>
              <a:spcAft>
                <a:spcPts val="0"/>
              </a:spcAft>
              <a:buSzPts val="8000"/>
              <a:buNone/>
              <a:defRPr sz="8000"/>
            </a:lvl7pPr>
            <a:lvl8pPr lvl="7" algn="ctr">
              <a:spcBef>
                <a:spcPts val="0"/>
              </a:spcBef>
              <a:spcAft>
                <a:spcPts val="0"/>
              </a:spcAft>
              <a:buSzPts val="8000"/>
              <a:buNone/>
              <a:defRPr sz="8000"/>
            </a:lvl8pPr>
            <a:lvl9pPr lvl="8" algn="ctr">
              <a:spcBef>
                <a:spcPts val="0"/>
              </a:spcBef>
              <a:spcAft>
                <a:spcPts val="0"/>
              </a:spcAft>
              <a:buSzPts val="8000"/>
              <a:buNone/>
              <a:defRPr sz="8000"/>
            </a:lvl9pPr>
          </a:lstStyle>
          <a:p>
            <a:r>
              <a:t>xx%</a:t>
            </a:r>
          </a:p>
        </p:txBody>
      </p:sp>
      <p:grpSp>
        <p:nvGrpSpPr>
          <p:cNvPr id="4896" name="Google Shape;4896;p200"/>
          <p:cNvGrpSpPr/>
          <p:nvPr/>
        </p:nvGrpSpPr>
        <p:grpSpPr>
          <a:xfrm>
            <a:off x="-354378" y="3834438"/>
            <a:ext cx="3893180" cy="1785854"/>
            <a:chOff x="-354378" y="3834438"/>
            <a:chExt cx="3893180" cy="1785854"/>
          </a:xfrm>
        </p:grpSpPr>
        <p:sp>
          <p:nvSpPr>
            <p:cNvPr id="4897" name="Google Shape;4897;p200"/>
            <p:cNvSpPr/>
            <p:nvPr/>
          </p:nvSpPr>
          <p:spPr>
            <a:xfrm>
              <a:off x="1835075" y="4676425"/>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8" name="Google Shape;4898;p200"/>
            <p:cNvSpPr/>
            <p:nvPr/>
          </p:nvSpPr>
          <p:spPr>
            <a:xfrm>
              <a:off x="2382226" y="394162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4899" name="Google Shape;4899;p200"/>
            <p:cNvGrpSpPr/>
            <p:nvPr/>
          </p:nvGrpSpPr>
          <p:grpSpPr>
            <a:xfrm>
              <a:off x="3433345" y="4523988"/>
              <a:ext cx="105457" cy="105457"/>
              <a:chOff x="7812545" y="194375"/>
              <a:chExt cx="105457" cy="105457"/>
            </a:xfrm>
          </p:grpSpPr>
          <p:sp>
            <p:nvSpPr>
              <p:cNvPr id="4900" name="Google Shape;4900;p200"/>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1" name="Google Shape;4901;p200"/>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2" name="Google Shape;4902;p200"/>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3" name="Google Shape;4903;p200"/>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904" name="Google Shape;4904;p200"/>
            <p:cNvGrpSpPr/>
            <p:nvPr/>
          </p:nvGrpSpPr>
          <p:grpSpPr>
            <a:xfrm>
              <a:off x="385570" y="3834438"/>
              <a:ext cx="105457" cy="105457"/>
              <a:chOff x="7812545" y="194375"/>
              <a:chExt cx="105457" cy="105457"/>
            </a:xfrm>
          </p:grpSpPr>
          <p:sp>
            <p:nvSpPr>
              <p:cNvPr id="4905" name="Google Shape;4905;p200"/>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6" name="Google Shape;4906;p200"/>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7" name="Google Shape;4907;p200"/>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8" name="Google Shape;4908;p200"/>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909" name="Google Shape;4909;p200"/>
            <p:cNvSpPr/>
            <p:nvPr/>
          </p:nvSpPr>
          <p:spPr>
            <a:xfrm rot="5400000">
              <a:off x="-437566" y="4303179"/>
              <a:ext cx="1400300" cy="1233925"/>
            </a:xfrm>
            <a:custGeom>
              <a:rect b="b" l="l" r="r" t="t"/>
              <a:pathLst>
                <a:path extrusionOk="0" h="49357" w="56012">
                  <a:moveTo>
                    <a:pt x="29954" y="0"/>
                  </a:moveTo>
                  <a:cubicBezTo>
                    <a:pt x="26409" y="0"/>
                    <a:pt x="22321" y="902"/>
                    <a:pt x="17654" y="3034"/>
                  </a:cubicBezTo>
                  <a:cubicBezTo>
                    <a:pt x="17654" y="3034"/>
                    <a:pt x="8827" y="7530"/>
                    <a:pt x="4406" y="14477"/>
                  </a:cubicBezTo>
                  <a:cubicBezTo>
                    <a:pt x="1" y="21424"/>
                    <a:pt x="347" y="30340"/>
                    <a:pt x="5715" y="36971"/>
                  </a:cubicBezTo>
                  <a:cubicBezTo>
                    <a:pt x="11068" y="43588"/>
                    <a:pt x="21308" y="42730"/>
                    <a:pt x="29878" y="46926"/>
                  </a:cubicBezTo>
                  <a:cubicBezTo>
                    <a:pt x="33082" y="48494"/>
                    <a:pt x="36410" y="49356"/>
                    <a:pt x="39533" y="49356"/>
                  </a:cubicBezTo>
                  <a:cubicBezTo>
                    <a:pt x="44766" y="49356"/>
                    <a:pt x="49425" y="46936"/>
                    <a:pt x="51967" y="41362"/>
                  </a:cubicBezTo>
                  <a:cubicBezTo>
                    <a:pt x="56012" y="32476"/>
                    <a:pt x="49907" y="29137"/>
                    <a:pt x="48854" y="18852"/>
                  </a:cubicBezTo>
                  <a:cubicBezTo>
                    <a:pt x="48037" y="10867"/>
                    <a:pt x="42263" y="0"/>
                    <a:pt x="29954"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
    <p:spTree>
      <p:nvGrpSpPr>
        <p:cNvPr id="4910" name="Shape 4910"/>
        <p:cNvGrpSpPr/>
        <p:nvPr/>
      </p:nvGrpSpPr>
      <p:grpSpPr>
        <a:xfrm>
          <a:off x="0" y="0"/>
          <a:ext cx="0" cy="0"/>
          <a:chOff x="0" y="0"/>
          <a:chExt cx="0" cy="0"/>
        </a:xfrm>
      </p:grpSpPr>
      <p:sp>
        <p:nvSpPr>
          <p:cNvPr id="4911" name="Google Shape;4911;p20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4912" name="Google Shape;4912;p201"/>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913" name="Google Shape;4913;p201"/>
          <p:cNvSpPr txBox="1"/>
          <p:nvPr>
            <p:ph idx="2" type="title"/>
          </p:nvPr>
        </p:nvSpPr>
        <p:spPr>
          <a:xfrm>
            <a:off x="1850175" y="2086662"/>
            <a:ext cx="2629200" cy="3936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sz="2000">
                <a:solidFill>
                  <a:schemeClr val="accent2"/>
                </a:solidFill>
              </a:defRPr>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sp>
        <p:nvSpPr>
          <p:cNvPr id="4914" name="Google Shape;4914;p201"/>
          <p:cNvSpPr txBox="1"/>
          <p:nvPr>
            <p:ph idx="1" type="subTitle"/>
          </p:nvPr>
        </p:nvSpPr>
        <p:spPr>
          <a:xfrm>
            <a:off x="1853175" y="2480262"/>
            <a:ext cx="2629200" cy="4680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915" name="Google Shape;4915;p201"/>
          <p:cNvSpPr txBox="1"/>
          <p:nvPr>
            <p:ph hasCustomPrompt="1" idx="3" type="title"/>
          </p:nvPr>
        </p:nvSpPr>
        <p:spPr>
          <a:xfrm>
            <a:off x="1776168" y="1586400"/>
            <a:ext cx="792600" cy="528300"/>
          </a:xfrm>
          <a:prstGeom prst="rect">
            <a:avLst/>
          </a:prstGeom>
        </p:spPr>
        <p:txBody>
          <a:bodyPr anchorCtr="0" anchor="ctr" bIns="91425" lIns="91425" spcFirstLastPara="1" rIns="91425" wrap="square" tIns="91425">
            <a:noAutofit/>
          </a:bodyPr>
          <a:lstStyle>
            <a:lvl1pPr lvl="0" algn="r">
              <a:spcBef>
                <a:spcPts val="0"/>
              </a:spcBef>
              <a:spcAft>
                <a:spcPts val="0"/>
              </a:spcAft>
              <a:buSzPts val="3000"/>
              <a:buNone/>
              <a:defRPr sz="3000"/>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grpSp>
        <p:nvGrpSpPr>
          <p:cNvPr id="4916" name="Google Shape;4916;p201"/>
          <p:cNvGrpSpPr/>
          <p:nvPr/>
        </p:nvGrpSpPr>
        <p:grpSpPr>
          <a:xfrm>
            <a:off x="-1260750" y="4247400"/>
            <a:ext cx="2224933" cy="1789104"/>
            <a:chOff x="-1260750" y="4247400"/>
            <a:chExt cx="2224933" cy="1789104"/>
          </a:xfrm>
        </p:grpSpPr>
        <p:sp>
          <p:nvSpPr>
            <p:cNvPr id="4917" name="Google Shape;4917;p201"/>
            <p:cNvSpPr/>
            <p:nvPr/>
          </p:nvSpPr>
          <p:spPr>
            <a:xfrm flipH="1">
              <a:off x="-1260750" y="4247400"/>
              <a:ext cx="2224933" cy="1789104"/>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8" name="Google Shape;4918;p201"/>
            <p:cNvSpPr/>
            <p:nvPr/>
          </p:nvSpPr>
          <p:spPr>
            <a:xfrm>
              <a:off x="-708950" y="4596438"/>
              <a:ext cx="1232275" cy="1091025"/>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919" name="Google Shape;4919;p201"/>
          <p:cNvSpPr/>
          <p:nvPr/>
        </p:nvSpPr>
        <p:spPr>
          <a:xfrm>
            <a:off x="-708950" y="-242512"/>
            <a:ext cx="1232275" cy="1091025"/>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0" name="Google Shape;4920;p201"/>
          <p:cNvSpPr txBox="1"/>
          <p:nvPr>
            <p:ph idx="4" type="title"/>
          </p:nvPr>
        </p:nvSpPr>
        <p:spPr>
          <a:xfrm>
            <a:off x="5162350" y="2086662"/>
            <a:ext cx="2629200" cy="3936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sz="2000">
                <a:solidFill>
                  <a:schemeClr val="accent2"/>
                </a:solidFill>
              </a:defRPr>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sp>
        <p:nvSpPr>
          <p:cNvPr id="4921" name="Google Shape;4921;p201"/>
          <p:cNvSpPr txBox="1"/>
          <p:nvPr>
            <p:ph idx="5" type="subTitle"/>
          </p:nvPr>
        </p:nvSpPr>
        <p:spPr>
          <a:xfrm>
            <a:off x="5165350" y="2480262"/>
            <a:ext cx="2629200" cy="4680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922" name="Google Shape;4922;p201"/>
          <p:cNvSpPr txBox="1"/>
          <p:nvPr>
            <p:ph hasCustomPrompt="1" idx="6" type="title"/>
          </p:nvPr>
        </p:nvSpPr>
        <p:spPr>
          <a:xfrm>
            <a:off x="5088343" y="1586400"/>
            <a:ext cx="792600" cy="528300"/>
          </a:xfrm>
          <a:prstGeom prst="rect">
            <a:avLst/>
          </a:prstGeom>
        </p:spPr>
        <p:txBody>
          <a:bodyPr anchorCtr="0" anchor="ctr" bIns="91425" lIns="91425" spcFirstLastPara="1" rIns="91425" wrap="square" tIns="91425">
            <a:noAutofit/>
          </a:bodyPr>
          <a:lstStyle>
            <a:lvl1pPr lvl="0" algn="r">
              <a:spcBef>
                <a:spcPts val="0"/>
              </a:spcBef>
              <a:spcAft>
                <a:spcPts val="0"/>
              </a:spcAft>
              <a:buSzPts val="3000"/>
              <a:buNone/>
              <a:defRPr sz="3000"/>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sp>
        <p:nvSpPr>
          <p:cNvPr id="4923" name="Google Shape;4923;p201"/>
          <p:cNvSpPr txBox="1"/>
          <p:nvPr>
            <p:ph idx="7" type="title"/>
          </p:nvPr>
        </p:nvSpPr>
        <p:spPr>
          <a:xfrm>
            <a:off x="1850175" y="3728737"/>
            <a:ext cx="2629200" cy="3936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sz="2000">
                <a:solidFill>
                  <a:schemeClr val="accent2"/>
                </a:solidFill>
              </a:defRPr>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sp>
        <p:nvSpPr>
          <p:cNvPr id="4924" name="Google Shape;4924;p201"/>
          <p:cNvSpPr txBox="1"/>
          <p:nvPr>
            <p:ph idx="8" type="subTitle"/>
          </p:nvPr>
        </p:nvSpPr>
        <p:spPr>
          <a:xfrm>
            <a:off x="1853175" y="4122337"/>
            <a:ext cx="2629200" cy="4680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925" name="Google Shape;4925;p201"/>
          <p:cNvSpPr txBox="1"/>
          <p:nvPr>
            <p:ph hasCustomPrompt="1" idx="9" type="title"/>
          </p:nvPr>
        </p:nvSpPr>
        <p:spPr>
          <a:xfrm>
            <a:off x="1776168" y="3228475"/>
            <a:ext cx="792600" cy="528300"/>
          </a:xfrm>
          <a:prstGeom prst="rect">
            <a:avLst/>
          </a:prstGeom>
        </p:spPr>
        <p:txBody>
          <a:bodyPr anchorCtr="0" anchor="ctr" bIns="91425" lIns="91425" spcFirstLastPara="1" rIns="91425" wrap="square" tIns="91425">
            <a:noAutofit/>
          </a:bodyPr>
          <a:lstStyle>
            <a:lvl1pPr lvl="0" algn="r">
              <a:spcBef>
                <a:spcPts val="0"/>
              </a:spcBef>
              <a:spcAft>
                <a:spcPts val="0"/>
              </a:spcAft>
              <a:buSzPts val="3000"/>
              <a:buNone/>
              <a:defRPr sz="3000"/>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sp>
        <p:nvSpPr>
          <p:cNvPr id="4926" name="Google Shape;4926;p201"/>
          <p:cNvSpPr txBox="1"/>
          <p:nvPr>
            <p:ph idx="13" type="title"/>
          </p:nvPr>
        </p:nvSpPr>
        <p:spPr>
          <a:xfrm>
            <a:off x="5162350" y="3728737"/>
            <a:ext cx="2629200" cy="3936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sz="2000">
                <a:solidFill>
                  <a:schemeClr val="accent2"/>
                </a:solidFill>
              </a:defRPr>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sp>
        <p:nvSpPr>
          <p:cNvPr id="4927" name="Google Shape;4927;p201"/>
          <p:cNvSpPr txBox="1"/>
          <p:nvPr>
            <p:ph idx="14" type="subTitle"/>
          </p:nvPr>
        </p:nvSpPr>
        <p:spPr>
          <a:xfrm>
            <a:off x="5165350" y="4122337"/>
            <a:ext cx="2629200" cy="4680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928" name="Google Shape;4928;p201"/>
          <p:cNvSpPr txBox="1"/>
          <p:nvPr>
            <p:ph hasCustomPrompt="1" idx="15" type="title"/>
          </p:nvPr>
        </p:nvSpPr>
        <p:spPr>
          <a:xfrm>
            <a:off x="5088343" y="3228475"/>
            <a:ext cx="792600" cy="528300"/>
          </a:xfrm>
          <a:prstGeom prst="rect">
            <a:avLst/>
          </a:prstGeom>
        </p:spPr>
        <p:txBody>
          <a:bodyPr anchorCtr="0" anchor="ctr" bIns="91425" lIns="91425" spcFirstLastPara="1" rIns="91425" wrap="square" tIns="91425">
            <a:noAutofit/>
          </a:bodyPr>
          <a:lstStyle>
            <a:lvl1pPr lvl="0" algn="r">
              <a:spcBef>
                <a:spcPts val="0"/>
              </a:spcBef>
              <a:spcAft>
                <a:spcPts val="0"/>
              </a:spcAft>
              <a:buSzPts val="3000"/>
              <a:buNone/>
              <a:defRPr sz="3000"/>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grpSp>
        <p:nvGrpSpPr>
          <p:cNvPr id="4929" name="Google Shape;4929;p201"/>
          <p:cNvGrpSpPr/>
          <p:nvPr/>
        </p:nvGrpSpPr>
        <p:grpSpPr>
          <a:xfrm>
            <a:off x="7034570" y="168075"/>
            <a:ext cx="1757682" cy="951244"/>
            <a:chOff x="7034570" y="168075"/>
            <a:chExt cx="1757682" cy="951244"/>
          </a:xfrm>
        </p:grpSpPr>
        <p:sp>
          <p:nvSpPr>
            <p:cNvPr id="4930" name="Google Shape;4930;p201"/>
            <p:cNvSpPr/>
            <p:nvPr/>
          </p:nvSpPr>
          <p:spPr>
            <a:xfrm flipH="1">
              <a:off x="7187129" y="453924"/>
              <a:ext cx="1232274" cy="394612"/>
            </a:xfrm>
            <a:custGeom>
              <a:rect b="b" l="l" r="r" t="t"/>
              <a:pathLst>
                <a:path extrusionOk="0" fill="none" h="4647" w="14511">
                  <a:moveTo>
                    <a:pt x="13894" y="3805"/>
                  </a:moveTo>
                  <a:cubicBezTo>
                    <a:pt x="13263" y="3459"/>
                    <a:pt x="12977" y="3744"/>
                    <a:pt x="12766" y="3459"/>
                  </a:cubicBezTo>
                  <a:cubicBezTo>
                    <a:pt x="12541" y="3173"/>
                    <a:pt x="13383" y="2436"/>
                    <a:pt x="11684" y="1699"/>
                  </a:cubicBezTo>
                  <a:cubicBezTo>
                    <a:pt x="11684" y="1699"/>
                    <a:pt x="11578" y="121"/>
                    <a:pt x="9248" y="60"/>
                  </a:cubicBezTo>
                  <a:cubicBezTo>
                    <a:pt x="6917" y="0"/>
                    <a:pt x="7549" y="1654"/>
                    <a:pt x="6917" y="2045"/>
                  </a:cubicBezTo>
                  <a:cubicBezTo>
                    <a:pt x="6286" y="2436"/>
                    <a:pt x="6120" y="1820"/>
                    <a:pt x="5504" y="2211"/>
                  </a:cubicBezTo>
                  <a:cubicBezTo>
                    <a:pt x="4872" y="2617"/>
                    <a:pt x="5158" y="3399"/>
                    <a:pt x="4647" y="3519"/>
                  </a:cubicBezTo>
                  <a:cubicBezTo>
                    <a:pt x="4135" y="3624"/>
                    <a:pt x="3459" y="3008"/>
                    <a:pt x="2842" y="3399"/>
                  </a:cubicBezTo>
                  <a:cubicBezTo>
                    <a:pt x="2211" y="3805"/>
                    <a:pt x="2211" y="4135"/>
                    <a:pt x="1925" y="4135"/>
                  </a:cubicBezTo>
                  <a:cubicBezTo>
                    <a:pt x="1654" y="4135"/>
                    <a:pt x="1083" y="3910"/>
                    <a:pt x="737" y="4135"/>
                  </a:cubicBezTo>
                  <a:cubicBezTo>
                    <a:pt x="406" y="4376"/>
                    <a:pt x="0" y="4647"/>
                    <a:pt x="0" y="4647"/>
                  </a:cubicBezTo>
                  <a:lnTo>
                    <a:pt x="14345" y="4647"/>
                  </a:lnTo>
                  <a:cubicBezTo>
                    <a:pt x="14345" y="4647"/>
                    <a:pt x="14511" y="4135"/>
                    <a:pt x="13894" y="3805"/>
                  </a:cubicBezTo>
                  <a:close/>
                </a:path>
              </a:pathLst>
            </a:custGeom>
            <a:solidFill>
              <a:schemeClr val="lt1"/>
            </a:solid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1" name="Google Shape;4931;p201"/>
            <p:cNvSpPr/>
            <p:nvPr/>
          </p:nvSpPr>
          <p:spPr>
            <a:xfrm>
              <a:off x="8655275" y="168075"/>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32" name="Google Shape;4932;p201"/>
            <p:cNvGrpSpPr/>
            <p:nvPr/>
          </p:nvGrpSpPr>
          <p:grpSpPr>
            <a:xfrm>
              <a:off x="8686795" y="1013863"/>
              <a:ext cx="105457" cy="105457"/>
              <a:chOff x="7812545" y="194375"/>
              <a:chExt cx="105457" cy="105457"/>
            </a:xfrm>
          </p:grpSpPr>
          <p:sp>
            <p:nvSpPr>
              <p:cNvPr id="4933" name="Google Shape;4933;p201"/>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4" name="Google Shape;4934;p201"/>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5" name="Google Shape;4935;p201"/>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6" name="Google Shape;4936;p201"/>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937" name="Google Shape;4937;p201"/>
            <p:cNvGrpSpPr/>
            <p:nvPr/>
          </p:nvGrpSpPr>
          <p:grpSpPr>
            <a:xfrm>
              <a:off x="7034570" y="192113"/>
              <a:ext cx="105457" cy="105457"/>
              <a:chOff x="7812545" y="194375"/>
              <a:chExt cx="105457" cy="105457"/>
            </a:xfrm>
          </p:grpSpPr>
          <p:sp>
            <p:nvSpPr>
              <p:cNvPr id="4938" name="Google Shape;4938;p201"/>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9" name="Google Shape;4939;p201"/>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0" name="Google Shape;4940;p201"/>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1" name="Google Shape;4941;p201"/>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942" name="Google Shape;4942;p201"/>
          <p:cNvGrpSpPr/>
          <p:nvPr/>
        </p:nvGrpSpPr>
        <p:grpSpPr>
          <a:xfrm>
            <a:off x="8587992" y="4703163"/>
            <a:ext cx="172728" cy="172727"/>
            <a:chOff x="7812545" y="194375"/>
            <a:chExt cx="105457" cy="105457"/>
          </a:xfrm>
        </p:grpSpPr>
        <p:sp>
          <p:nvSpPr>
            <p:cNvPr id="4943" name="Google Shape;4943;p201"/>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4" name="Google Shape;4944;p201"/>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5" name="Google Shape;4945;p201"/>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6" name="Google Shape;4946;p201"/>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2">
    <p:spTree>
      <p:nvGrpSpPr>
        <p:cNvPr id="4947" name="Shape 4947"/>
        <p:cNvGrpSpPr/>
        <p:nvPr/>
      </p:nvGrpSpPr>
      <p:grpSpPr>
        <a:xfrm>
          <a:off x="0" y="0"/>
          <a:ext cx="0" cy="0"/>
          <a:chOff x="0" y="0"/>
          <a:chExt cx="0" cy="0"/>
        </a:xfrm>
      </p:grpSpPr>
      <p:sp>
        <p:nvSpPr>
          <p:cNvPr id="4948" name="Google Shape;4948;p20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4949" name="Google Shape;4949;p202"/>
          <p:cNvSpPr txBox="1"/>
          <p:nvPr>
            <p:ph type="title"/>
          </p:nvPr>
        </p:nvSpPr>
        <p:spPr>
          <a:xfrm>
            <a:off x="685800" y="3668238"/>
            <a:ext cx="3936300" cy="3936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sz="2000"/>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sp>
        <p:nvSpPr>
          <p:cNvPr id="4950" name="Google Shape;4950;p202"/>
          <p:cNvSpPr txBox="1"/>
          <p:nvPr>
            <p:ph idx="1" type="subTitle"/>
          </p:nvPr>
        </p:nvSpPr>
        <p:spPr>
          <a:xfrm>
            <a:off x="685800" y="1386463"/>
            <a:ext cx="6442500" cy="21948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800"/>
              <a:buFont typeface="Barlow"/>
              <a:buNone/>
              <a:defRPr b="1" sz="3400">
                <a:solidFill>
                  <a:schemeClr val="accent2"/>
                </a:solidFill>
              </a:defRPr>
            </a:lvl1pPr>
            <a:lvl2pPr lvl="1" algn="ctr">
              <a:lnSpc>
                <a:spcPct val="100000"/>
              </a:lnSpc>
              <a:spcBef>
                <a:spcPts val="0"/>
              </a:spcBef>
              <a:spcAft>
                <a:spcPts val="0"/>
              </a:spcAft>
              <a:buSzPts val="2800"/>
              <a:buFont typeface="Barlow"/>
              <a:buNone/>
              <a:defRPr b="1" sz="2800">
                <a:latin typeface="Barlow"/>
                <a:ea typeface="Barlow"/>
                <a:cs typeface="Barlow"/>
                <a:sym typeface="Barlow"/>
              </a:defRPr>
            </a:lvl2pPr>
            <a:lvl3pPr lvl="2" algn="ctr">
              <a:lnSpc>
                <a:spcPct val="100000"/>
              </a:lnSpc>
              <a:spcBef>
                <a:spcPts val="0"/>
              </a:spcBef>
              <a:spcAft>
                <a:spcPts val="0"/>
              </a:spcAft>
              <a:buSzPts val="2800"/>
              <a:buFont typeface="Barlow"/>
              <a:buNone/>
              <a:defRPr b="1" sz="2800">
                <a:latin typeface="Barlow"/>
                <a:ea typeface="Barlow"/>
                <a:cs typeface="Barlow"/>
                <a:sym typeface="Barlow"/>
              </a:defRPr>
            </a:lvl3pPr>
            <a:lvl4pPr lvl="3" algn="ctr">
              <a:lnSpc>
                <a:spcPct val="100000"/>
              </a:lnSpc>
              <a:spcBef>
                <a:spcPts val="0"/>
              </a:spcBef>
              <a:spcAft>
                <a:spcPts val="0"/>
              </a:spcAft>
              <a:buSzPts val="2800"/>
              <a:buFont typeface="Barlow"/>
              <a:buNone/>
              <a:defRPr b="1" sz="2800">
                <a:latin typeface="Barlow"/>
                <a:ea typeface="Barlow"/>
                <a:cs typeface="Barlow"/>
                <a:sym typeface="Barlow"/>
              </a:defRPr>
            </a:lvl4pPr>
            <a:lvl5pPr lvl="4" algn="ctr">
              <a:lnSpc>
                <a:spcPct val="100000"/>
              </a:lnSpc>
              <a:spcBef>
                <a:spcPts val="0"/>
              </a:spcBef>
              <a:spcAft>
                <a:spcPts val="0"/>
              </a:spcAft>
              <a:buSzPts val="2800"/>
              <a:buFont typeface="Barlow"/>
              <a:buNone/>
              <a:defRPr b="1" sz="2800">
                <a:latin typeface="Barlow"/>
                <a:ea typeface="Barlow"/>
                <a:cs typeface="Barlow"/>
                <a:sym typeface="Barlow"/>
              </a:defRPr>
            </a:lvl5pPr>
            <a:lvl6pPr lvl="5" algn="ctr">
              <a:lnSpc>
                <a:spcPct val="100000"/>
              </a:lnSpc>
              <a:spcBef>
                <a:spcPts val="0"/>
              </a:spcBef>
              <a:spcAft>
                <a:spcPts val="0"/>
              </a:spcAft>
              <a:buSzPts val="2800"/>
              <a:buFont typeface="Barlow"/>
              <a:buNone/>
              <a:defRPr b="1" sz="2800">
                <a:latin typeface="Barlow"/>
                <a:ea typeface="Barlow"/>
                <a:cs typeface="Barlow"/>
                <a:sym typeface="Barlow"/>
              </a:defRPr>
            </a:lvl6pPr>
            <a:lvl7pPr lvl="6" algn="ctr">
              <a:lnSpc>
                <a:spcPct val="100000"/>
              </a:lnSpc>
              <a:spcBef>
                <a:spcPts val="0"/>
              </a:spcBef>
              <a:spcAft>
                <a:spcPts val="0"/>
              </a:spcAft>
              <a:buSzPts val="2800"/>
              <a:buFont typeface="Barlow"/>
              <a:buNone/>
              <a:defRPr b="1" sz="2800">
                <a:latin typeface="Barlow"/>
                <a:ea typeface="Barlow"/>
                <a:cs typeface="Barlow"/>
                <a:sym typeface="Barlow"/>
              </a:defRPr>
            </a:lvl7pPr>
            <a:lvl8pPr lvl="7" algn="ctr">
              <a:lnSpc>
                <a:spcPct val="100000"/>
              </a:lnSpc>
              <a:spcBef>
                <a:spcPts val="0"/>
              </a:spcBef>
              <a:spcAft>
                <a:spcPts val="0"/>
              </a:spcAft>
              <a:buSzPts val="2800"/>
              <a:buFont typeface="Barlow"/>
              <a:buNone/>
              <a:defRPr b="1" sz="2800">
                <a:latin typeface="Barlow"/>
                <a:ea typeface="Barlow"/>
                <a:cs typeface="Barlow"/>
                <a:sym typeface="Barlow"/>
              </a:defRPr>
            </a:lvl8pPr>
            <a:lvl9pPr lvl="8" algn="ctr">
              <a:lnSpc>
                <a:spcPct val="100000"/>
              </a:lnSpc>
              <a:spcBef>
                <a:spcPts val="0"/>
              </a:spcBef>
              <a:spcAft>
                <a:spcPts val="0"/>
              </a:spcAft>
              <a:buSzPts val="2800"/>
              <a:buFont typeface="Barlow"/>
              <a:buNone/>
              <a:defRPr b="1" sz="2800">
                <a:latin typeface="Barlow"/>
                <a:ea typeface="Barlow"/>
                <a:cs typeface="Barlow"/>
                <a:sym typeface="Barlow"/>
              </a:defRPr>
            </a:lvl9pPr>
          </a:lstStyle>
          <a:p/>
        </p:txBody>
      </p:sp>
      <p:grpSp>
        <p:nvGrpSpPr>
          <p:cNvPr id="4951" name="Google Shape;4951;p202"/>
          <p:cNvGrpSpPr/>
          <p:nvPr/>
        </p:nvGrpSpPr>
        <p:grpSpPr>
          <a:xfrm>
            <a:off x="-270492" y="4323675"/>
            <a:ext cx="2205369" cy="1645127"/>
            <a:chOff x="-270492" y="4323675"/>
            <a:chExt cx="2205369" cy="1645127"/>
          </a:xfrm>
        </p:grpSpPr>
        <p:sp>
          <p:nvSpPr>
            <p:cNvPr id="4952" name="Google Shape;4952;p202"/>
            <p:cNvSpPr/>
            <p:nvPr/>
          </p:nvSpPr>
          <p:spPr>
            <a:xfrm flipH="1">
              <a:off x="-270492" y="4323675"/>
              <a:ext cx="1406967" cy="1131364"/>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3" name="Google Shape;4953;p202"/>
            <p:cNvSpPr/>
            <p:nvPr/>
          </p:nvSpPr>
          <p:spPr>
            <a:xfrm rot="5828238">
              <a:off x="294226" y="4262605"/>
              <a:ext cx="1085117" cy="2077472"/>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954" name="Google Shape;4954;p202"/>
          <p:cNvGrpSpPr/>
          <p:nvPr/>
        </p:nvGrpSpPr>
        <p:grpSpPr>
          <a:xfrm>
            <a:off x="380257" y="228264"/>
            <a:ext cx="797231" cy="676888"/>
            <a:chOff x="380257" y="228264"/>
            <a:chExt cx="797231" cy="676888"/>
          </a:xfrm>
        </p:grpSpPr>
        <p:sp>
          <p:nvSpPr>
            <p:cNvPr id="4955" name="Google Shape;4955;p202"/>
            <p:cNvSpPr/>
            <p:nvPr/>
          </p:nvSpPr>
          <p:spPr>
            <a:xfrm>
              <a:off x="380263" y="799762"/>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56" name="Google Shape;4956;p202"/>
            <p:cNvGrpSpPr/>
            <p:nvPr/>
          </p:nvGrpSpPr>
          <p:grpSpPr>
            <a:xfrm>
              <a:off x="380257" y="294338"/>
              <a:ext cx="105457" cy="105457"/>
              <a:chOff x="7812545" y="194375"/>
              <a:chExt cx="105457" cy="105457"/>
            </a:xfrm>
          </p:grpSpPr>
          <p:sp>
            <p:nvSpPr>
              <p:cNvPr id="4957" name="Google Shape;4957;p202"/>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8" name="Google Shape;4958;p202"/>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9" name="Google Shape;4959;p202"/>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0" name="Google Shape;4960;p202"/>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961" name="Google Shape;4961;p202"/>
            <p:cNvSpPr/>
            <p:nvPr/>
          </p:nvSpPr>
          <p:spPr>
            <a:xfrm>
              <a:off x="1005861" y="228264"/>
              <a:ext cx="171626" cy="171542"/>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BLANK_7">
    <p:spTree>
      <p:nvGrpSpPr>
        <p:cNvPr id="4962" name="Shape 4962"/>
        <p:cNvGrpSpPr/>
        <p:nvPr/>
      </p:nvGrpSpPr>
      <p:grpSpPr>
        <a:xfrm>
          <a:off x="0" y="0"/>
          <a:ext cx="0" cy="0"/>
          <a:chOff x="0" y="0"/>
          <a:chExt cx="0" cy="0"/>
        </a:xfrm>
      </p:grpSpPr>
      <p:sp>
        <p:nvSpPr>
          <p:cNvPr id="4963" name="Google Shape;4963;p20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4964" name="Google Shape;4964;p203"/>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965" name="Google Shape;4965;p203"/>
          <p:cNvSpPr txBox="1"/>
          <p:nvPr>
            <p:ph idx="1" type="subTitle"/>
          </p:nvPr>
        </p:nvSpPr>
        <p:spPr>
          <a:xfrm>
            <a:off x="5284651" y="3218278"/>
            <a:ext cx="2538600" cy="38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800"/>
              <a:buNone/>
              <a:defRPr b="1" sz="2000">
                <a:solidFill>
                  <a:schemeClr val="accent2"/>
                </a:solidFill>
                <a:latin typeface="Barlow"/>
                <a:ea typeface="Barlow"/>
                <a:cs typeface="Barlow"/>
                <a:sym typeface="Barlow"/>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4966" name="Google Shape;4966;p203"/>
          <p:cNvSpPr txBox="1"/>
          <p:nvPr>
            <p:ph idx="2" type="subTitle"/>
          </p:nvPr>
        </p:nvSpPr>
        <p:spPr>
          <a:xfrm>
            <a:off x="5284651" y="3612350"/>
            <a:ext cx="2538600" cy="497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8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4967" name="Google Shape;4967;p203"/>
          <p:cNvSpPr txBox="1"/>
          <p:nvPr>
            <p:ph idx="3" type="subTitle"/>
          </p:nvPr>
        </p:nvSpPr>
        <p:spPr>
          <a:xfrm>
            <a:off x="5284651" y="1917775"/>
            <a:ext cx="2538600" cy="38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800"/>
              <a:buNone/>
              <a:defRPr b="1" sz="2000">
                <a:solidFill>
                  <a:schemeClr val="accent2"/>
                </a:solidFill>
                <a:latin typeface="Barlow"/>
                <a:ea typeface="Barlow"/>
                <a:cs typeface="Barlow"/>
                <a:sym typeface="Barlow"/>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4968" name="Google Shape;4968;p203"/>
          <p:cNvSpPr txBox="1"/>
          <p:nvPr>
            <p:ph idx="4" type="subTitle"/>
          </p:nvPr>
        </p:nvSpPr>
        <p:spPr>
          <a:xfrm>
            <a:off x="5284651" y="2311850"/>
            <a:ext cx="2538600" cy="497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8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4969" name="Google Shape;4969;p203"/>
          <p:cNvSpPr/>
          <p:nvPr/>
        </p:nvSpPr>
        <p:spPr>
          <a:xfrm rot="-1858022">
            <a:off x="-666282" y="4523640"/>
            <a:ext cx="1257303" cy="1273910"/>
          </a:xfrm>
          <a:custGeom>
            <a:rect b="b" l="l" r="r" t="t"/>
            <a:pathLst>
              <a:path extrusionOk="0" h="49357" w="56012">
                <a:moveTo>
                  <a:pt x="29954" y="0"/>
                </a:moveTo>
                <a:cubicBezTo>
                  <a:pt x="26409" y="0"/>
                  <a:pt x="22321" y="902"/>
                  <a:pt x="17654" y="3034"/>
                </a:cubicBezTo>
                <a:cubicBezTo>
                  <a:pt x="17654" y="3034"/>
                  <a:pt x="8827" y="7530"/>
                  <a:pt x="4406" y="14477"/>
                </a:cubicBezTo>
                <a:cubicBezTo>
                  <a:pt x="1" y="21424"/>
                  <a:pt x="347" y="30340"/>
                  <a:pt x="5715" y="36971"/>
                </a:cubicBezTo>
                <a:cubicBezTo>
                  <a:pt x="11068" y="43588"/>
                  <a:pt x="21308" y="42730"/>
                  <a:pt x="29878" y="46926"/>
                </a:cubicBezTo>
                <a:cubicBezTo>
                  <a:pt x="33082" y="48494"/>
                  <a:pt x="36410" y="49356"/>
                  <a:pt x="39533" y="49356"/>
                </a:cubicBezTo>
                <a:cubicBezTo>
                  <a:pt x="44766" y="49356"/>
                  <a:pt x="49425" y="46936"/>
                  <a:pt x="51967" y="41362"/>
                </a:cubicBezTo>
                <a:cubicBezTo>
                  <a:pt x="56012" y="32476"/>
                  <a:pt x="49907" y="29137"/>
                  <a:pt x="48854" y="18852"/>
                </a:cubicBezTo>
                <a:cubicBezTo>
                  <a:pt x="48037" y="10867"/>
                  <a:pt x="42263" y="0"/>
                  <a:pt x="29954"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70" name="Google Shape;4970;p203"/>
          <p:cNvGrpSpPr/>
          <p:nvPr/>
        </p:nvGrpSpPr>
        <p:grpSpPr>
          <a:xfrm>
            <a:off x="7421634" y="154775"/>
            <a:ext cx="1313073" cy="580503"/>
            <a:chOff x="7421634" y="154775"/>
            <a:chExt cx="1313073" cy="580503"/>
          </a:xfrm>
        </p:grpSpPr>
        <p:sp>
          <p:nvSpPr>
            <p:cNvPr id="4971" name="Google Shape;4971;p203"/>
            <p:cNvSpPr/>
            <p:nvPr/>
          </p:nvSpPr>
          <p:spPr>
            <a:xfrm>
              <a:off x="7421637" y="386405"/>
              <a:ext cx="1089450" cy="348874"/>
            </a:xfrm>
            <a:custGeom>
              <a:rect b="b" l="l" r="r" t="t"/>
              <a:pathLst>
                <a:path extrusionOk="0" fill="none" h="4647" w="14511">
                  <a:moveTo>
                    <a:pt x="13894" y="3805"/>
                  </a:moveTo>
                  <a:cubicBezTo>
                    <a:pt x="13263" y="3459"/>
                    <a:pt x="12977" y="3744"/>
                    <a:pt x="12766" y="3459"/>
                  </a:cubicBezTo>
                  <a:cubicBezTo>
                    <a:pt x="12541" y="3173"/>
                    <a:pt x="13383" y="2436"/>
                    <a:pt x="11684" y="1699"/>
                  </a:cubicBezTo>
                  <a:cubicBezTo>
                    <a:pt x="11684" y="1699"/>
                    <a:pt x="11578" y="121"/>
                    <a:pt x="9248" y="60"/>
                  </a:cubicBezTo>
                  <a:cubicBezTo>
                    <a:pt x="6917" y="0"/>
                    <a:pt x="7549" y="1654"/>
                    <a:pt x="6917" y="2045"/>
                  </a:cubicBezTo>
                  <a:cubicBezTo>
                    <a:pt x="6286" y="2436"/>
                    <a:pt x="6120" y="1820"/>
                    <a:pt x="5504" y="2211"/>
                  </a:cubicBezTo>
                  <a:cubicBezTo>
                    <a:pt x="4872" y="2617"/>
                    <a:pt x="5158" y="3399"/>
                    <a:pt x="4647" y="3519"/>
                  </a:cubicBezTo>
                  <a:cubicBezTo>
                    <a:pt x="4135" y="3624"/>
                    <a:pt x="3459" y="3008"/>
                    <a:pt x="2842" y="3399"/>
                  </a:cubicBezTo>
                  <a:cubicBezTo>
                    <a:pt x="2211" y="3805"/>
                    <a:pt x="2211" y="4135"/>
                    <a:pt x="1925" y="4135"/>
                  </a:cubicBezTo>
                  <a:cubicBezTo>
                    <a:pt x="1654" y="4135"/>
                    <a:pt x="1083" y="3910"/>
                    <a:pt x="737" y="4135"/>
                  </a:cubicBezTo>
                  <a:cubicBezTo>
                    <a:pt x="406" y="4376"/>
                    <a:pt x="0" y="4647"/>
                    <a:pt x="0" y="4647"/>
                  </a:cubicBezTo>
                  <a:lnTo>
                    <a:pt x="14345" y="4647"/>
                  </a:lnTo>
                  <a:cubicBezTo>
                    <a:pt x="14345" y="4647"/>
                    <a:pt x="14511" y="4135"/>
                    <a:pt x="13894" y="3805"/>
                  </a:cubicBezTo>
                  <a:close/>
                </a:path>
              </a:pathLst>
            </a:custGeom>
            <a:solidFill>
              <a:schemeClr val="lt1"/>
            </a:solid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72" name="Google Shape;4972;p203"/>
            <p:cNvGrpSpPr/>
            <p:nvPr/>
          </p:nvGrpSpPr>
          <p:grpSpPr>
            <a:xfrm flipH="1">
              <a:off x="7421634" y="154775"/>
              <a:ext cx="93234" cy="93234"/>
              <a:chOff x="7812545" y="194375"/>
              <a:chExt cx="105457" cy="105457"/>
            </a:xfrm>
          </p:grpSpPr>
          <p:sp>
            <p:nvSpPr>
              <p:cNvPr id="4973" name="Google Shape;4973;p203"/>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4" name="Google Shape;4974;p203"/>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5" name="Google Shape;4975;p203"/>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6" name="Google Shape;4976;p203"/>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977" name="Google Shape;4977;p203"/>
            <p:cNvSpPr/>
            <p:nvPr/>
          </p:nvSpPr>
          <p:spPr>
            <a:xfrm flipH="1">
              <a:off x="8641476" y="154795"/>
              <a:ext cx="93231" cy="93173"/>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978" name="Google Shape;4978;p203"/>
          <p:cNvGrpSpPr/>
          <p:nvPr/>
        </p:nvGrpSpPr>
        <p:grpSpPr>
          <a:xfrm>
            <a:off x="7319770" y="4322625"/>
            <a:ext cx="1421044" cy="650202"/>
            <a:chOff x="7319770" y="4322625"/>
            <a:chExt cx="1421044" cy="650202"/>
          </a:xfrm>
        </p:grpSpPr>
        <p:sp>
          <p:nvSpPr>
            <p:cNvPr id="4979" name="Google Shape;4979;p203"/>
            <p:cNvSpPr/>
            <p:nvPr/>
          </p:nvSpPr>
          <p:spPr>
            <a:xfrm>
              <a:off x="8205375" y="4867437"/>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0" name="Google Shape;4980;p203"/>
            <p:cNvSpPr/>
            <p:nvPr/>
          </p:nvSpPr>
          <p:spPr>
            <a:xfrm>
              <a:off x="7868626" y="432262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4981" name="Google Shape;4981;p203"/>
            <p:cNvGrpSpPr/>
            <p:nvPr/>
          </p:nvGrpSpPr>
          <p:grpSpPr>
            <a:xfrm>
              <a:off x="8635357" y="4441263"/>
              <a:ext cx="105457" cy="105457"/>
              <a:chOff x="7812545" y="194375"/>
              <a:chExt cx="105457" cy="105457"/>
            </a:xfrm>
          </p:grpSpPr>
          <p:sp>
            <p:nvSpPr>
              <p:cNvPr id="4982" name="Google Shape;4982;p203"/>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3" name="Google Shape;4983;p203"/>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4" name="Google Shape;4984;p203"/>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5" name="Google Shape;4985;p203"/>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986" name="Google Shape;4986;p203"/>
            <p:cNvGrpSpPr/>
            <p:nvPr/>
          </p:nvGrpSpPr>
          <p:grpSpPr>
            <a:xfrm>
              <a:off x="7319770" y="4672638"/>
              <a:ext cx="105457" cy="105457"/>
              <a:chOff x="7812545" y="194375"/>
              <a:chExt cx="105457" cy="105457"/>
            </a:xfrm>
          </p:grpSpPr>
          <p:sp>
            <p:nvSpPr>
              <p:cNvPr id="4987" name="Google Shape;4987;p203"/>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8" name="Google Shape;4988;p203"/>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9" name="Google Shape;4989;p203"/>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0" name="Google Shape;4990;p203"/>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991" name="Google Shape;4991;p203"/>
          <p:cNvGrpSpPr/>
          <p:nvPr/>
        </p:nvGrpSpPr>
        <p:grpSpPr>
          <a:xfrm>
            <a:off x="-761575" y="-488764"/>
            <a:ext cx="1578128" cy="1318359"/>
            <a:chOff x="-761575" y="-488764"/>
            <a:chExt cx="1578128" cy="1318359"/>
          </a:xfrm>
        </p:grpSpPr>
        <p:sp>
          <p:nvSpPr>
            <p:cNvPr id="4992" name="Google Shape;4992;p203"/>
            <p:cNvSpPr/>
            <p:nvPr/>
          </p:nvSpPr>
          <p:spPr>
            <a:xfrm>
              <a:off x="-761575" y="-455027"/>
              <a:ext cx="1578128" cy="1284622"/>
            </a:xfrm>
            <a:custGeom>
              <a:rect b="b" l="l" r="r" t="t"/>
              <a:pathLst>
                <a:path extrusionOk="0" h="48924" w="60102">
                  <a:moveTo>
                    <a:pt x="31550" y="1"/>
                  </a:moveTo>
                  <a:cubicBezTo>
                    <a:pt x="28688" y="1"/>
                    <a:pt x="25391" y="541"/>
                    <a:pt x="22089" y="2238"/>
                  </a:cubicBezTo>
                  <a:cubicBezTo>
                    <a:pt x="12977" y="6900"/>
                    <a:pt x="8196" y="17230"/>
                    <a:pt x="4091" y="25485"/>
                  </a:cubicBezTo>
                  <a:cubicBezTo>
                    <a:pt x="1" y="33725"/>
                    <a:pt x="2016" y="42612"/>
                    <a:pt x="8767" y="47123"/>
                  </a:cubicBezTo>
                  <a:cubicBezTo>
                    <a:pt x="10764" y="48461"/>
                    <a:pt x="12590" y="48924"/>
                    <a:pt x="14421" y="48924"/>
                  </a:cubicBezTo>
                  <a:cubicBezTo>
                    <a:pt x="18514" y="48924"/>
                    <a:pt x="22630" y="46611"/>
                    <a:pt x="28730" y="46611"/>
                  </a:cubicBezTo>
                  <a:cubicBezTo>
                    <a:pt x="29125" y="46611"/>
                    <a:pt x="29527" y="46621"/>
                    <a:pt x="29939" y="46641"/>
                  </a:cubicBezTo>
                  <a:cubicBezTo>
                    <a:pt x="34134" y="46851"/>
                    <a:pt x="36984" y="47278"/>
                    <a:pt x="39535" y="47278"/>
                  </a:cubicBezTo>
                  <a:cubicBezTo>
                    <a:pt x="42835" y="47278"/>
                    <a:pt x="45637" y="46563"/>
                    <a:pt x="50208" y="43739"/>
                  </a:cubicBezTo>
                  <a:cubicBezTo>
                    <a:pt x="58328" y="38732"/>
                    <a:pt x="60102" y="25500"/>
                    <a:pt x="54042" y="15140"/>
                  </a:cubicBezTo>
                  <a:cubicBezTo>
                    <a:pt x="47997" y="4779"/>
                    <a:pt x="40254" y="1667"/>
                    <a:pt x="40254" y="1667"/>
                  </a:cubicBezTo>
                  <a:cubicBezTo>
                    <a:pt x="40254" y="1667"/>
                    <a:pt x="36573" y="1"/>
                    <a:pt x="31550"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3" name="Google Shape;4993;p203"/>
            <p:cNvSpPr/>
            <p:nvPr/>
          </p:nvSpPr>
          <p:spPr>
            <a:xfrm rot="899878">
              <a:off x="-523899" y="-362625"/>
              <a:ext cx="1102774" cy="971749"/>
            </a:xfrm>
            <a:custGeom>
              <a:rect b="b" l="l" r="r" t="t"/>
              <a:pathLst>
                <a:path extrusionOk="0" h="49357" w="56012">
                  <a:moveTo>
                    <a:pt x="29954" y="0"/>
                  </a:moveTo>
                  <a:cubicBezTo>
                    <a:pt x="26409" y="0"/>
                    <a:pt x="22321" y="902"/>
                    <a:pt x="17654" y="3034"/>
                  </a:cubicBezTo>
                  <a:cubicBezTo>
                    <a:pt x="17654" y="3034"/>
                    <a:pt x="8827" y="7530"/>
                    <a:pt x="4406" y="14477"/>
                  </a:cubicBezTo>
                  <a:cubicBezTo>
                    <a:pt x="1" y="21424"/>
                    <a:pt x="347" y="30340"/>
                    <a:pt x="5715" y="36971"/>
                  </a:cubicBezTo>
                  <a:cubicBezTo>
                    <a:pt x="11068" y="43588"/>
                    <a:pt x="21308" y="42730"/>
                    <a:pt x="29878" y="46926"/>
                  </a:cubicBezTo>
                  <a:cubicBezTo>
                    <a:pt x="33082" y="48494"/>
                    <a:pt x="36410" y="49356"/>
                    <a:pt x="39533" y="49356"/>
                  </a:cubicBezTo>
                  <a:cubicBezTo>
                    <a:pt x="44766" y="49356"/>
                    <a:pt x="49425" y="46936"/>
                    <a:pt x="51967" y="41362"/>
                  </a:cubicBezTo>
                  <a:cubicBezTo>
                    <a:pt x="56012" y="32476"/>
                    <a:pt x="49907" y="29137"/>
                    <a:pt x="48854" y="18852"/>
                  </a:cubicBezTo>
                  <a:cubicBezTo>
                    <a:pt x="48037" y="10867"/>
                    <a:pt x="42263" y="0"/>
                    <a:pt x="29954"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BLANK_18">
    <p:spTree>
      <p:nvGrpSpPr>
        <p:cNvPr id="4994" name="Shape 4994"/>
        <p:cNvGrpSpPr/>
        <p:nvPr/>
      </p:nvGrpSpPr>
      <p:grpSpPr>
        <a:xfrm>
          <a:off x="0" y="0"/>
          <a:ext cx="0" cy="0"/>
          <a:chOff x="0" y="0"/>
          <a:chExt cx="0" cy="0"/>
        </a:xfrm>
      </p:grpSpPr>
      <p:sp>
        <p:nvSpPr>
          <p:cNvPr id="4995" name="Google Shape;4995;p20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4996" name="Google Shape;4996;p204"/>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997" name="Google Shape;4997;p204"/>
          <p:cNvSpPr txBox="1"/>
          <p:nvPr>
            <p:ph idx="1" type="subTitle"/>
          </p:nvPr>
        </p:nvSpPr>
        <p:spPr>
          <a:xfrm>
            <a:off x="4998625" y="1632940"/>
            <a:ext cx="3459600" cy="38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800"/>
              <a:buNone/>
              <a:defRPr b="1" sz="2000">
                <a:solidFill>
                  <a:schemeClr val="accent2"/>
                </a:solidFill>
                <a:latin typeface="Barlow"/>
                <a:ea typeface="Barlow"/>
                <a:cs typeface="Barlow"/>
                <a:sym typeface="Barlow"/>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4998" name="Google Shape;4998;p204"/>
          <p:cNvSpPr txBox="1"/>
          <p:nvPr>
            <p:ph idx="2" type="subTitle"/>
          </p:nvPr>
        </p:nvSpPr>
        <p:spPr>
          <a:xfrm>
            <a:off x="4998625" y="2118453"/>
            <a:ext cx="3459600" cy="20013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accent1"/>
              </a:buClr>
              <a:buSzPts val="1800"/>
              <a:buChar char="●"/>
              <a:defRPr/>
            </a:lvl1pPr>
            <a:lvl2pPr lvl="1" algn="ctr">
              <a:lnSpc>
                <a:spcPct val="100000"/>
              </a:lnSpc>
              <a:spcBef>
                <a:spcPts val="0"/>
              </a:spcBef>
              <a:spcAft>
                <a:spcPts val="0"/>
              </a:spcAft>
              <a:buSzPts val="1800"/>
              <a:buChar char="○"/>
              <a:defRPr sz="1800"/>
            </a:lvl2pPr>
            <a:lvl3pPr lvl="2" algn="ctr">
              <a:lnSpc>
                <a:spcPct val="100000"/>
              </a:lnSpc>
              <a:spcBef>
                <a:spcPts val="0"/>
              </a:spcBef>
              <a:spcAft>
                <a:spcPts val="0"/>
              </a:spcAft>
              <a:buSzPts val="1800"/>
              <a:buChar char="■"/>
              <a:defRPr sz="1800"/>
            </a:lvl3pPr>
            <a:lvl4pPr lvl="3" algn="ctr">
              <a:lnSpc>
                <a:spcPct val="100000"/>
              </a:lnSpc>
              <a:spcBef>
                <a:spcPts val="0"/>
              </a:spcBef>
              <a:spcAft>
                <a:spcPts val="0"/>
              </a:spcAft>
              <a:buSzPts val="1800"/>
              <a:buChar char="●"/>
              <a:defRPr sz="1800"/>
            </a:lvl4pPr>
            <a:lvl5pPr lvl="4" algn="ctr">
              <a:lnSpc>
                <a:spcPct val="100000"/>
              </a:lnSpc>
              <a:spcBef>
                <a:spcPts val="0"/>
              </a:spcBef>
              <a:spcAft>
                <a:spcPts val="0"/>
              </a:spcAft>
              <a:buSzPts val="1800"/>
              <a:buChar char="○"/>
              <a:defRPr sz="1800"/>
            </a:lvl5pPr>
            <a:lvl6pPr lvl="5" algn="ctr">
              <a:lnSpc>
                <a:spcPct val="100000"/>
              </a:lnSpc>
              <a:spcBef>
                <a:spcPts val="0"/>
              </a:spcBef>
              <a:spcAft>
                <a:spcPts val="0"/>
              </a:spcAft>
              <a:buSzPts val="1800"/>
              <a:buChar char="■"/>
              <a:defRPr sz="1800"/>
            </a:lvl6pPr>
            <a:lvl7pPr lvl="6" algn="ctr">
              <a:lnSpc>
                <a:spcPct val="100000"/>
              </a:lnSpc>
              <a:spcBef>
                <a:spcPts val="0"/>
              </a:spcBef>
              <a:spcAft>
                <a:spcPts val="0"/>
              </a:spcAft>
              <a:buSzPts val="1800"/>
              <a:buChar char="●"/>
              <a:defRPr sz="1800"/>
            </a:lvl7pPr>
            <a:lvl8pPr lvl="7" algn="ctr">
              <a:lnSpc>
                <a:spcPct val="100000"/>
              </a:lnSpc>
              <a:spcBef>
                <a:spcPts val="0"/>
              </a:spcBef>
              <a:spcAft>
                <a:spcPts val="0"/>
              </a:spcAft>
              <a:buSzPts val="1800"/>
              <a:buChar char="○"/>
              <a:defRPr sz="1800"/>
            </a:lvl8pPr>
            <a:lvl9pPr lvl="8" algn="ctr">
              <a:lnSpc>
                <a:spcPct val="100000"/>
              </a:lnSpc>
              <a:spcBef>
                <a:spcPts val="0"/>
              </a:spcBef>
              <a:spcAft>
                <a:spcPts val="0"/>
              </a:spcAft>
              <a:buSzPts val="1800"/>
              <a:buChar char="■"/>
              <a:defRPr sz="1800"/>
            </a:lvl9pPr>
          </a:lstStyle>
          <a:p/>
        </p:txBody>
      </p:sp>
      <p:sp>
        <p:nvSpPr>
          <p:cNvPr id="4999" name="Google Shape;4999;p204"/>
          <p:cNvSpPr txBox="1"/>
          <p:nvPr>
            <p:ph idx="3" type="subTitle"/>
          </p:nvPr>
        </p:nvSpPr>
        <p:spPr>
          <a:xfrm>
            <a:off x="685800" y="1632940"/>
            <a:ext cx="3459600" cy="38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800"/>
              <a:buNone/>
              <a:defRPr b="1" sz="2000">
                <a:solidFill>
                  <a:schemeClr val="accent2"/>
                </a:solidFill>
                <a:latin typeface="Barlow"/>
                <a:ea typeface="Barlow"/>
                <a:cs typeface="Barlow"/>
                <a:sym typeface="Barlow"/>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5000" name="Google Shape;5000;p204"/>
          <p:cNvSpPr txBox="1"/>
          <p:nvPr>
            <p:ph idx="4" type="subTitle"/>
          </p:nvPr>
        </p:nvSpPr>
        <p:spPr>
          <a:xfrm>
            <a:off x="685800" y="2118455"/>
            <a:ext cx="3459600" cy="20013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accent1"/>
              </a:buClr>
              <a:buSzPts val="1800"/>
              <a:buChar char="●"/>
              <a:defRPr/>
            </a:lvl1pPr>
            <a:lvl2pPr lvl="1" algn="ctr">
              <a:lnSpc>
                <a:spcPct val="100000"/>
              </a:lnSpc>
              <a:spcBef>
                <a:spcPts val="0"/>
              </a:spcBef>
              <a:spcAft>
                <a:spcPts val="0"/>
              </a:spcAft>
              <a:buSzPts val="1800"/>
              <a:buChar char="○"/>
              <a:defRPr sz="1800"/>
            </a:lvl2pPr>
            <a:lvl3pPr lvl="2" algn="ctr">
              <a:lnSpc>
                <a:spcPct val="100000"/>
              </a:lnSpc>
              <a:spcBef>
                <a:spcPts val="0"/>
              </a:spcBef>
              <a:spcAft>
                <a:spcPts val="0"/>
              </a:spcAft>
              <a:buSzPts val="1800"/>
              <a:buChar char="■"/>
              <a:defRPr sz="1800"/>
            </a:lvl3pPr>
            <a:lvl4pPr lvl="3" algn="ctr">
              <a:lnSpc>
                <a:spcPct val="100000"/>
              </a:lnSpc>
              <a:spcBef>
                <a:spcPts val="0"/>
              </a:spcBef>
              <a:spcAft>
                <a:spcPts val="0"/>
              </a:spcAft>
              <a:buSzPts val="1800"/>
              <a:buChar char="●"/>
              <a:defRPr sz="1800"/>
            </a:lvl4pPr>
            <a:lvl5pPr lvl="4" algn="ctr">
              <a:lnSpc>
                <a:spcPct val="100000"/>
              </a:lnSpc>
              <a:spcBef>
                <a:spcPts val="0"/>
              </a:spcBef>
              <a:spcAft>
                <a:spcPts val="0"/>
              </a:spcAft>
              <a:buSzPts val="1800"/>
              <a:buChar char="○"/>
              <a:defRPr sz="1800"/>
            </a:lvl5pPr>
            <a:lvl6pPr lvl="5" algn="ctr">
              <a:lnSpc>
                <a:spcPct val="100000"/>
              </a:lnSpc>
              <a:spcBef>
                <a:spcPts val="0"/>
              </a:spcBef>
              <a:spcAft>
                <a:spcPts val="0"/>
              </a:spcAft>
              <a:buSzPts val="1800"/>
              <a:buChar char="■"/>
              <a:defRPr sz="1800"/>
            </a:lvl6pPr>
            <a:lvl7pPr lvl="6" algn="ctr">
              <a:lnSpc>
                <a:spcPct val="100000"/>
              </a:lnSpc>
              <a:spcBef>
                <a:spcPts val="0"/>
              </a:spcBef>
              <a:spcAft>
                <a:spcPts val="0"/>
              </a:spcAft>
              <a:buSzPts val="1800"/>
              <a:buChar char="●"/>
              <a:defRPr sz="1800"/>
            </a:lvl7pPr>
            <a:lvl8pPr lvl="7" algn="ctr">
              <a:lnSpc>
                <a:spcPct val="100000"/>
              </a:lnSpc>
              <a:spcBef>
                <a:spcPts val="0"/>
              </a:spcBef>
              <a:spcAft>
                <a:spcPts val="0"/>
              </a:spcAft>
              <a:buSzPts val="1800"/>
              <a:buChar char="○"/>
              <a:defRPr sz="1800"/>
            </a:lvl8pPr>
            <a:lvl9pPr lvl="8" algn="ctr">
              <a:lnSpc>
                <a:spcPct val="100000"/>
              </a:lnSpc>
              <a:spcBef>
                <a:spcPts val="0"/>
              </a:spcBef>
              <a:spcAft>
                <a:spcPts val="0"/>
              </a:spcAft>
              <a:buSzPts val="1800"/>
              <a:buChar char="■"/>
              <a:defRPr sz="1800"/>
            </a:lvl9pPr>
          </a:lstStyle>
          <a:p/>
        </p:txBody>
      </p:sp>
      <p:grpSp>
        <p:nvGrpSpPr>
          <p:cNvPr id="5001" name="Google Shape;5001;p204"/>
          <p:cNvGrpSpPr/>
          <p:nvPr/>
        </p:nvGrpSpPr>
        <p:grpSpPr>
          <a:xfrm>
            <a:off x="8084850" y="4293850"/>
            <a:ext cx="1463600" cy="1388798"/>
            <a:chOff x="8084850" y="4293850"/>
            <a:chExt cx="1463600" cy="1388798"/>
          </a:xfrm>
        </p:grpSpPr>
        <p:sp>
          <p:nvSpPr>
            <p:cNvPr id="5002" name="Google Shape;5002;p204"/>
            <p:cNvSpPr/>
            <p:nvPr/>
          </p:nvSpPr>
          <p:spPr>
            <a:xfrm flipH="1">
              <a:off x="8084857" y="4293850"/>
              <a:ext cx="1463593" cy="1176898"/>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3" name="Google Shape;5003;p204"/>
            <p:cNvSpPr/>
            <p:nvPr/>
          </p:nvSpPr>
          <p:spPr>
            <a:xfrm>
              <a:off x="8084850" y="4432988"/>
              <a:ext cx="1411448" cy="1249660"/>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04" name="Google Shape;5004;p204"/>
          <p:cNvGrpSpPr/>
          <p:nvPr/>
        </p:nvGrpSpPr>
        <p:grpSpPr>
          <a:xfrm>
            <a:off x="-717350" y="3957135"/>
            <a:ext cx="1914569" cy="1586363"/>
            <a:chOff x="-717350" y="3957135"/>
            <a:chExt cx="1914569" cy="1586363"/>
          </a:xfrm>
        </p:grpSpPr>
        <p:sp>
          <p:nvSpPr>
            <p:cNvPr id="5005" name="Google Shape;5005;p204"/>
            <p:cNvSpPr/>
            <p:nvPr/>
          </p:nvSpPr>
          <p:spPr>
            <a:xfrm>
              <a:off x="1103988" y="4872095"/>
              <a:ext cx="93231" cy="93173"/>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006" name="Google Shape;5006;p204"/>
            <p:cNvGrpSpPr/>
            <p:nvPr/>
          </p:nvGrpSpPr>
          <p:grpSpPr>
            <a:xfrm>
              <a:off x="361171" y="3957135"/>
              <a:ext cx="93234" cy="93234"/>
              <a:chOff x="7812545" y="194375"/>
              <a:chExt cx="105457" cy="105457"/>
            </a:xfrm>
          </p:grpSpPr>
          <p:sp>
            <p:nvSpPr>
              <p:cNvPr id="5007" name="Google Shape;5007;p204"/>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8" name="Google Shape;5008;p204"/>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9" name="Google Shape;5009;p204"/>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0" name="Google Shape;5010;p204"/>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011" name="Google Shape;5011;p204"/>
            <p:cNvSpPr/>
            <p:nvPr/>
          </p:nvSpPr>
          <p:spPr>
            <a:xfrm>
              <a:off x="-717350" y="4293838"/>
              <a:ext cx="1411448" cy="1249660"/>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12" name="Google Shape;5012;p204"/>
          <p:cNvGrpSpPr/>
          <p:nvPr/>
        </p:nvGrpSpPr>
        <p:grpSpPr>
          <a:xfrm>
            <a:off x="221846" y="184375"/>
            <a:ext cx="644290" cy="401656"/>
            <a:chOff x="221846" y="184375"/>
            <a:chExt cx="644290" cy="401656"/>
          </a:xfrm>
        </p:grpSpPr>
        <p:grpSp>
          <p:nvGrpSpPr>
            <p:cNvPr id="5013" name="Google Shape;5013;p204"/>
            <p:cNvGrpSpPr/>
            <p:nvPr/>
          </p:nvGrpSpPr>
          <p:grpSpPr>
            <a:xfrm>
              <a:off x="772902" y="184375"/>
              <a:ext cx="93234" cy="93234"/>
              <a:chOff x="7812545" y="194375"/>
              <a:chExt cx="105457" cy="105457"/>
            </a:xfrm>
          </p:grpSpPr>
          <p:sp>
            <p:nvSpPr>
              <p:cNvPr id="5014" name="Google Shape;5014;p204"/>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5" name="Google Shape;5015;p204"/>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6" name="Google Shape;5016;p204"/>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7" name="Google Shape;5017;p204"/>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18" name="Google Shape;5018;p204"/>
            <p:cNvGrpSpPr/>
            <p:nvPr/>
          </p:nvGrpSpPr>
          <p:grpSpPr>
            <a:xfrm>
              <a:off x="221846" y="492797"/>
              <a:ext cx="93234" cy="93234"/>
              <a:chOff x="7812545" y="194375"/>
              <a:chExt cx="105457" cy="105457"/>
            </a:xfrm>
          </p:grpSpPr>
          <p:sp>
            <p:nvSpPr>
              <p:cNvPr id="5019" name="Google Shape;5019;p204"/>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0" name="Google Shape;5020;p204"/>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1" name="Google Shape;5021;p204"/>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2" name="Google Shape;5022;p204"/>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3">
  <p:cSld name="BLANK_22">
    <p:spTree>
      <p:nvGrpSpPr>
        <p:cNvPr id="5023" name="Shape 5023"/>
        <p:cNvGrpSpPr/>
        <p:nvPr/>
      </p:nvGrpSpPr>
      <p:grpSpPr>
        <a:xfrm>
          <a:off x="0" y="0"/>
          <a:ext cx="0" cy="0"/>
          <a:chOff x="0" y="0"/>
          <a:chExt cx="0" cy="0"/>
        </a:xfrm>
      </p:grpSpPr>
      <p:sp>
        <p:nvSpPr>
          <p:cNvPr id="5024" name="Google Shape;5024;p20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5025" name="Google Shape;5025;p205"/>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026" name="Google Shape;5026;p205"/>
          <p:cNvSpPr txBox="1"/>
          <p:nvPr>
            <p:ph idx="1" type="subTitle"/>
          </p:nvPr>
        </p:nvSpPr>
        <p:spPr>
          <a:xfrm>
            <a:off x="2286745" y="3114078"/>
            <a:ext cx="4265700" cy="38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800"/>
              <a:buNone/>
              <a:defRPr b="1" sz="2000">
                <a:solidFill>
                  <a:schemeClr val="accent2"/>
                </a:solidFill>
                <a:latin typeface="Barlow"/>
                <a:ea typeface="Barlow"/>
                <a:cs typeface="Barlow"/>
                <a:sym typeface="Barlow"/>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5027" name="Google Shape;5027;p205"/>
          <p:cNvSpPr txBox="1"/>
          <p:nvPr>
            <p:ph idx="2" type="subTitle"/>
          </p:nvPr>
        </p:nvSpPr>
        <p:spPr>
          <a:xfrm>
            <a:off x="2286745" y="3508150"/>
            <a:ext cx="4265700" cy="497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8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5028" name="Google Shape;5028;p205"/>
          <p:cNvSpPr txBox="1"/>
          <p:nvPr>
            <p:ph idx="3" type="subTitle"/>
          </p:nvPr>
        </p:nvSpPr>
        <p:spPr>
          <a:xfrm>
            <a:off x="2286745" y="1737375"/>
            <a:ext cx="4265700" cy="38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800"/>
              <a:buNone/>
              <a:defRPr b="1" sz="2000">
                <a:solidFill>
                  <a:schemeClr val="accent2"/>
                </a:solidFill>
                <a:latin typeface="Barlow"/>
                <a:ea typeface="Barlow"/>
                <a:cs typeface="Barlow"/>
                <a:sym typeface="Barlow"/>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5029" name="Google Shape;5029;p205"/>
          <p:cNvSpPr txBox="1"/>
          <p:nvPr>
            <p:ph idx="4" type="subTitle"/>
          </p:nvPr>
        </p:nvSpPr>
        <p:spPr>
          <a:xfrm>
            <a:off x="2286745" y="2131450"/>
            <a:ext cx="4265700" cy="497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8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5030" name="Google Shape;5030;p205"/>
          <p:cNvSpPr txBox="1"/>
          <p:nvPr>
            <p:ph hasCustomPrompt="1" idx="5" type="title"/>
          </p:nvPr>
        </p:nvSpPr>
        <p:spPr>
          <a:xfrm>
            <a:off x="7001304" y="2043438"/>
            <a:ext cx="1280700" cy="528300"/>
          </a:xfrm>
          <a:prstGeom prst="rect">
            <a:avLst/>
          </a:prstGeom>
        </p:spPr>
        <p:txBody>
          <a:bodyPr anchorCtr="0" anchor="ctr" bIns="91425" lIns="91425" spcFirstLastPara="1" rIns="91425" wrap="square" tIns="91425">
            <a:noAutofit/>
          </a:bodyPr>
          <a:lstStyle>
            <a:lvl1pPr lvl="0" algn="ctr">
              <a:spcBef>
                <a:spcPts val="0"/>
              </a:spcBef>
              <a:spcAft>
                <a:spcPts val="0"/>
              </a:spcAft>
              <a:buSzPts val="3000"/>
              <a:buNone/>
              <a:defRPr sz="3000">
                <a:solidFill>
                  <a:schemeClr val="accent2"/>
                </a:solidFill>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sp>
        <p:nvSpPr>
          <p:cNvPr id="5031" name="Google Shape;5031;p205"/>
          <p:cNvSpPr txBox="1"/>
          <p:nvPr>
            <p:ph hasCustomPrompt="1" idx="6" type="title"/>
          </p:nvPr>
        </p:nvSpPr>
        <p:spPr>
          <a:xfrm>
            <a:off x="7001304" y="3421613"/>
            <a:ext cx="1280700" cy="528300"/>
          </a:xfrm>
          <a:prstGeom prst="rect">
            <a:avLst/>
          </a:prstGeom>
        </p:spPr>
        <p:txBody>
          <a:bodyPr anchorCtr="0" anchor="ctr" bIns="91425" lIns="91425" spcFirstLastPara="1" rIns="91425" wrap="square" tIns="91425">
            <a:noAutofit/>
          </a:bodyPr>
          <a:lstStyle>
            <a:lvl1pPr lvl="0" algn="ctr">
              <a:spcBef>
                <a:spcPts val="0"/>
              </a:spcBef>
              <a:spcAft>
                <a:spcPts val="0"/>
              </a:spcAft>
              <a:buSzPts val="3000"/>
              <a:buNone/>
              <a:defRPr sz="3000">
                <a:solidFill>
                  <a:schemeClr val="accent2"/>
                </a:solidFill>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grpSp>
        <p:nvGrpSpPr>
          <p:cNvPr id="5032" name="Google Shape;5032;p205"/>
          <p:cNvGrpSpPr/>
          <p:nvPr/>
        </p:nvGrpSpPr>
        <p:grpSpPr>
          <a:xfrm>
            <a:off x="-427206" y="4089303"/>
            <a:ext cx="1802175" cy="1760346"/>
            <a:chOff x="-427206" y="4089303"/>
            <a:chExt cx="1802175" cy="1760346"/>
          </a:xfrm>
        </p:grpSpPr>
        <p:sp>
          <p:nvSpPr>
            <p:cNvPr id="5033" name="Google Shape;5033;p205"/>
            <p:cNvSpPr/>
            <p:nvPr/>
          </p:nvSpPr>
          <p:spPr>
            <a:xfrm flipH="1">
              <a:off x="-427206" y="4089303"/>
              <a:ext cx="1802175" cy="1449157"/>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4" name="Google Shape;5034;p205"/>
            <p:cNvSpPr/>
            <p:nvPr/>
          </p:nvSpPr>
          <p:spPr>
            <a:xfrm rot="5828238">
              <a:off x="-16738" y="4485381"/>
              <a:ext cx="1085117" cy="1469222"/>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35" name="Google Shape;5035;p205"/>
          <p:cNvGrpSpPr/>
          <p:nvPr/>
        </p:nvGrpSpPr>
        <p:grpSpPr>
          <a:xfrm>
            <a:off x="241711" y="191700"/>
            <a:ext cx="706103" cy="747169"/>
            <a:chOff x="241711" y="191700"/>
            <a:chExt cx="706103" cy="747169"/>
          </a:xfrm>
        </p:grpSpPr>
        <p:sp>
          <p:nvSpPr>
            <p:cNvPr id="5036" name="Google Shape;5036;p205"/>
            <p:cNvSpPr/>
            <p:nvPr/>
          </p:nvSpPr>
          <p:spPr>
            <a:xfrm>
              <a:off x="842363" y="191700"/>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037" name="Google Shape;5037;p205"/>
            <p:cNvGrpSpPr/>
            <p:nvPr/>
          </p:nvGrpSpPr>
          <p:grpSpPr>
            <a:xfrm>
              <a:off x="307895" y="833413"/>
              <a:ext cx="105457" cy="105457"/>
              <a:chOff x="7812545" y="194375"/>
              <a:chExt cx="105457" cy="105457"/>
            </a:xfrm>
          </p:grpSpPr>
          <p:sp>
            <p:nvSpPr>
              <p:cNvPr id="5038" name="Google Shape;5038;p205"/>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9" name="Google Shape;5039;p205"/>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0" name="Google Shape;5040;p205"/>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1" name="Google Shape;5041;p205"/>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042" name="Google Shape;5042;p205"/>
            <p:cNvSpPr/>
            <p:nvPr/>
          </p:nvSpPr>
          <p:spPr>
            <a:xfrm>
              <a:off x="241711" y="244839"/>
              <a:ext cx="171626" cy="171542"/>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043" name="Google Shape;5043;p205"/>
          <p:cNvSpPr/>
          <p:nvPr/>
        </p:nvSpPr>
        <p:spPr>
          <a:xfrm rot="2700000">
            <a:off x="8490124" y="4034762"/>
            <a:ext cx="1085154" cy="1469202"/>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4">
  <p:cSld name="BLANK_25">
    <p:spTree>
      <p:nvGrpSpPr>
        <p:cNvPr id="5044" name="Shape 5044"/>
        <p:cNvGrpSpPr/>
        <p:nvPr/>
      </p:nvGrpSpPr>
      <p:grpSpPr>
        <a:xfrm>
          <a:off x="0" y="0"/>
          <a:ext cx="0" cy="0"/>
          <a:chOff x="0" y="0"/>
          <a:chExt cx="0" cy="0"/>
        </a:xfrm>
      </p:grpSpPr>
      <p:sp>
        <p:nvSpPr>
          <p:cNvPr id="5045" name="Google Shape;5045;p20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5046" name="Google Shape;5046;p206"/>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047" name="Google Shape;5047;p206"/>
          <p:cNvSpPr txBox="1"/>
          <p:nvPr>
            <p:ph idx="1" type="subTitle"/>
          </p:nvPr>
        </p:nvSpPr>
        <p:spPr>
          <a:xfrm>
            <a:off x="4998625" y="1284148"/>
            <a:ext cx="3459600" cy="2938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accent1"/>
              </a:buClr>
              <a:buSzPts val="1400"/>
              <a:buChar char="●"/>
              <a:defRPr b="1"/>
            </a:lvl1pPr>
            <a:lvl2pPr lvl="1" algn="ctr">
              <a:lnSpc>
                <a:spcPct val="100000"/>
              </a:lnSpc>
              <a:spcBef>
                <a:spcPts val="0"/>
              </a:spcBef>
              <a:spcAft>
                <a:spcPts val="0"/>
              </a:spcAft>
              <a:buSzPts val="1400"/>
              <a:buChar char="○"/>
              <a:defRPr sz="1800"/>
            </a:lvl2pPr>
            <a:lvl3pPr lvl="2" algn="ctr">
              <a:lnSpc>
                <a:spcPct val="100000"/>
              </a:lnSpc>
              <a:spcBef>
                <a:spcPts val="0"/>
              </a:spcBef>
              <a:spcAft>
                <a:spcPts val="0"/>
              </a:spcAft>
              <a:buSzPts val="1400"/>
              <a:buChar char="■"/>
              <a:defRPr sz="1800"/>
            </a:lvl3pPr>
            <a:lvl4pPr lvl="3" algn="ctr">
              <a:lnSpc>
                <a:spcPct val="100000"/>
              </a:lnSpc>
              <a:spcBef>
                <a:spcPts val="0"/>
              </a:spcBef>
              <a:spcAft>
                <a:spcPts val="0"/>
              </a:spcAft>
              <a:buSzPts val="1400"/>
              <a:buChar char="●"/>
              <a:defRPr sz="1800"/>
            </a:lvl4pPr>
            <a:lvl5pPr lvl="4" algn="ctr">
              <a:lnSpc>
                <a:spcPct val="100000"/>
              </a:lnSpc>
              <a:spcBef>
                <a:spcPts val="0"/>
              </a:spcBef>
              <a:spcAft>
                <a:spcPts val="0"/>
              </a:spcAft>
              <a:buSzPts val="1400"/>
              <a:buChar char="○"/>
              <a:defRPr sz="1800"/>
            </a:lvl5pPr>
            <a:lvl6pPr lvl="5" algn="ctr">
              <a:lnSpc>
                <a:spcPct val="100000"/>
              </a:lnSpc>
              <a:spcBef>
                <a:spcPts val="0"/>
              </a:spcBef>
              <a:spcAft>
                <a:spcPts val="0"/>
              </a:spcAft>
              <a:buSzPts val="1400"/>
              <a:buChar char="■"/>
              <a:defRPr sz="1800"/>
            </a:lvl6pPr>
            <a:lvl7pPr lvl="6" algn="ctr">
              <a:lnSpc>
                <a:spcPct val="100000"/>
              </a:lnSpc>
              <a:spcBef>
                <a:spcPts val="0"/>
              </a:spcBef>
              <a:spcAft>
                <a:spcPts val="0"/>
              </a:spcAft>
              <a:buSzPts val="1400"/>
              <a:buChar char="●"/>
              <a:defRPr sz="1800"/>
            </a:lvl7pPr>
            <a:lvl8pPr lvl="7" algn="ctr">
              <a:lnSpc>
                <a:spcPct val="100000"/>
              </a:lnSpc>
              <a:spcBef>
                <a:spcPts val="0"/>
              </a:spcBef>
              <a:spcAft>
                <a:spcPts val="0"/>
              </a:spcAft>
              <a:buSzPts val="1400"/>
              <a:buChar char="○"/>
              <a:defRPr sz="1800"/>
            </a:lvl8pPr>
            <a:lvl9pPr lvl="8" algn="ctr">
              <a:lnSpc>
                <a:spcPct val="100000"/>
              </a:lnSpc>
              <a:spcBef>
                <a:spcPts val="0"/>
              </a:spcBef>
              <a:spcAft>
                <a:spcPts val="0"/>
              </a:spcAft>
              <a:buSzPts val="1400"/>
              <a:buChar char="■"/>
              <a:defRPr sz="1800"/>
            </a:lvl9pPr>
          </a:lstStyle>
          <a:p/>
        </p:txBody>
      </p:sp>
      <p:sp>
        <p:nvSpPr>
          <p:cNvPr id="5048" name="Google Shape;5048;p206"/>
          <p:cNvSpPr txBox="1"/>
          <p:nvPr>
            <p:ph idx="2" type="subTitle"/>
          </p:nvPr>
        </p:nvSpPr>
        <p:spPr>
          <a:xfrm>
            <a:off x="685800" y="1284151"/>
            <a:ext cx="3459600" cy="2938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400"/>
              <a:buChar char="●"/>
              <a:defRPr/>
            </a:lvl1pPr>
            <a:lvl2pPr lvl="1" algn="ctr">
              <a:lnSpc>
                <a:spcPct val="100000"/>
              </a:lnSpc>
              <a:spcBef>
                <a:spcPts val="0"/>
              </a:spcBef>
              <a:spcAft>
                <a:spcPts val="0"/>
              </a:spcAft>
              <a:buSzPts val="1400"/>
              <a:buChar char="○"/>
              <a:defRPr sz="1800"/>
            </a:lvl2pPr>
            <a:lvl3pPr lvl="2" algn="ctr">
              <a:lnSpc>
                <a:spcPct val="100000"/>
              </a:lnSpc>
              <a:spcBef>
                <a:spcPts val="0"/>
              </a:spcBef>
              <a:spcAft>
                <a:spcPts val="0"/>
              </a:spcAft>
              <a:buSzPts val="1400"/>
              <a:buChar char="■"/>
              <a:defRPr sz="1800"/>
            </a:lvl3pPr>
            <a:lvl4pPr lvl="3" algn="ctr">
              <a:lnSpc>
                <a:spcPct val="100000"/>
              </a:lnSpc>
              <a:spcBef>
                <a:spcPts val="0"/>
              </a:spcBef>
              <a:spcAft>
                <a:spcPts val="0"/>
              </a:spcAft>
              <a:buSzPts val="1400"/>
              <a:buChar char="●"/>
              <a:defRPr sz="1800"/>
            </a:lvl4pPr>
            <a:lvl5pPr lvl="4" algn="ctr">
              <a:lnSpc>
                <a:spcPct val="100000"/>
              </a:lnSpc>
              <a:spcBef>
                <a:spcPts val="0"/>
              </a:spcBef>
              <a:spcAft>
                <a:spcPts val="0"/>
              </a:spcAft>
              <a:buSzPts val="1400"/>
              <a:buChar char="○"/>
              <a:defRPr sz="1800"/>
            </a:lvl5pPr>
            <a:lvl6pPr lvl="5" algn="ctr">
              <a:lnSpc>
                <a:spcPct val="100000"/>
              </a:lnSpc>
              <a:spcBef>
                <a:spcPts val="0"/>
              </a:spcBef>
              <a:spcAft>
                <a:spcPts val="0"/>
              </a:spcAft>
              <a:buSzPts val="1400"/>
              <a:buChar char="■"/>
              <a:defRPr sz="1800"/>
            </a:lvl6pPr>
            <a:lvl7pPr lvl="6" algn="ctr">
              <a:lnSpc>
                <a:spcPct val="100000"/>
              </a:lnSpc>
              <a:spcBef>
                <a:spcPts val="0"/>
              </a:spcBef>
              <a:spcAft>
                <a:spcPts val="0"/>
              </a:spcAft>
              <a:buSzPts val="1400"/>
              <a:buChar char="●"/>
              <a:defRPr sz="1800"/>
            </a:lvl7pPr>
            <a:lvl8pPr lvl="7" algn="ctr">
              <a:lnSpc>
                <a:spcPct val="100000"/>
              </a:lnSpc>
              <a:spcBef>
                <a:spcPts val="0"/>
              </a:spcBef>
              <a:spcAft>
                <a:spcPts val="0"/>
              </a:spcAft>
              <a:buSzPts val="1400"/>
              <a:buChar char="○"/>
              <a:defRPr sz="1800"/>
            </a:lvl8pPr>
            <a:lvl9pPr lvl="8" algn="ctr">
              <a:lnSpc>
                <a:spcPct val="100000"/>
              </a:lnSpc>
              <a:spcBef>
                <a:spcPts val="0"/>
              </a:spcBef>
              <a:spcAft>
                <a:spcPts val="0"/>
              </a:spcAft>
              <a:buSzPts val="1400"/>
              <a:buChar char="■"/>
              <a:defRPr sz="1800"/>
            </a:lvl9pPr>
          </a:lstStyle>
          <a:p/>
        </p:txBody>
      </p:sp>
      <p:grpSp>
        <p:nvGrpSpPr>
          <p:cNvPr id="5049" name="Google Shape;5049;p206"/>
          <p:cNvGrpSpPr/>
          <p:nvPr/>
        </p:nvGrpSpPr>
        <p:grpSpPr>
          <a:xfrm>
            <a:off x="-741940" y="4176741"/>
            <a:ext cx="1671890" cy="1554246"/>
            <a:chOff x="-741940" y="4176741"/>
            <a:chExt cx="1671890" cy="1554246"/>
          </a:xfrm>
        </p:grpSpPr>
        <p:sp>
          <p:nvSpPr>
            <p:cNvPr id="5050" name="Google Shape;5050;p206"/>
            <p:cNvSpPr/>
            <p:nvPr/>
          </p:nvSpPr>
          <p:spPr>
            <a:xfrm>
              <a:off x="-702500" y="4176749"/>
              <a:ext cx="1593004" cy="1296731"/>
            </a:xfrm>
            <a:custGeom>
              <a:rect b="b" l="l" r="r" t="t"/>
              <a:pathLst>
                <a:path extrusionOk="0" h="48924" w="60102">
                  <a:moveTo>
                    <a:pt x="31550" y="1"/>
                  </a:moveTo>
                  <a:cubicBezTo>
                    <a:pt x="28688" y="1"/>
                    <a:pt x="25391" y="541"/>
                    <a:pt x="22089" y="2238"/>
                  </a:cubicBezTo>
                  <a:cubicBezTo>
                    <a:pt x="12977" y="6900"/>
                    <a:pt x="8196" y="17230"/>
                    <a:pt x="4091" y="25485"/>
                  </a:cubicBezTo>
                  <a:cubicBezTo>
                    <a:pt x="1" y="33725"/>
                    <a:pt x="2016" y="42612"/>
                    <a:pt x="8767" y="47123"/>
                  </a:cubicBezTo>
                  <a:cubicBezTo>
                    <a:pt x="10764" y="48461"/>
                    <a:pt x="12590" y="48924"/>
                    <a:pt x="14421" y="48924"/>
                  </a:cubicBezTo>
                  <a:cubicBezTo>
                    <a:pt x="18514" y="48924"/>
                    <a:pt x="22630" y="46611"/>
                    <a:pt x="28730" y="46611"/>
                  </a:cubicBezTo>
                  <a:cubicBezTo>
                    <a:pt x="29125" y="46611"/>
                    <a:pt x="29527" y="46621"/>
                    <a:pt x="29939" y="46641"/>
                  </a:cubicBezTo>
                  <a:cubicBezTo>
                    <a:pt x="34134" y="46851"/>
                    <a:pt x="36984" y="47278"/>
                    <a:pt x="39535" y="47278"/>
                  </a:cubicBezTo>
                  <a:cubicBezTo>
                    <a:pt x="42835" y="47278"/>
                    <a:pt x="45637" y="46563"/>
                    <a:pt x="50208" y="43739"/>
                  </a:cubicBezTo>
                  <a:cubicBezTo>
                    <a:pt x="58328" y="38732"/>
                    <a:pt x="60102" y="25500"/>
                    <a:pt x="54042" y="15140"/>
                  </a:cubicBezTo>
                  <a:cubicBezTo>
                    <a:pt x="47997" y="4779"/>
                    <a:pt x="40254" y="1667"/>
                    <a:pt x="40254" y="1667"/>
                  </a:cubicBezTo>
                  <a:cubicBezTo>
                    <a:pt x="40254" y="1667"/>
                    <a:pt x="36573" y="1"/>
                    <a:pt x="31550"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1" name="Google Shape;5051;p206"/>
            <p:cNvSpPr/>
            <p:nvPr/>
          </p:nvSpPr>
          <p:spPr>
            <a:xfrm rot="-899960">
              <a:off x="-606125" y="4336919"/>
              <a:ext cx="1400258" cy="1233888"/>
            </a:xfrm>
            <a:custGeom>
              <a:rect b="b" l="l" r="r" t="t"/>
              <a:pathLst>
                <a:path extrusionOk="0" h="49357" w="56012">
                  <a:moveTo>
                    <a:pt x="29954" y="0"/>
                  </a:moveTo>
                  <a:cubicBezTo>
                    <a:pt x="26409" y="0"/>
                    <a:pt x="22321" y="902"/>
                    <a:pt x="17654" y="3034"/>
                  </a:cubicBezTo>
                  <a:cubicBezTo>
                    <a:pt x="17654" y="3034"/>
                    <a:pt x="8827" y="7530"/>
                    <a:pt x="4406" y="14477"/>
                  </a:cubicBezTo>
                  <a:cubicBezTo>
                    <a:pt x="1" y="21424"/>
                    <a:pt x="347" y="30340"/>
                    <a:pt x="5715" y="36971"/>
                  </a:cubicBezTo>
                  <a:cubicBezTo>
                    <a:pt x="11068" y="43588"/>
                    <a:pt x="21308" y="42730"/>
                    <a:pt x="29878" y="46926"/>
                  </a:cubicBezTo>
                  <a:cubicBezTo>
                    <a:pt x="33082" y="48494"/>
                    <a:pt x="36410" y="49356"/>
                    <a:pt x="39533" y="49356"/>
                  </a:cubicBezTo>
                  <a:cubicBezTo>
                    <a:pt x="44766" y="49356"/>
                    <a:pt x="49425" y="46936"/>
                    <a:pt x="51967" y="41362"/>
                  </a:cubicBezTo>
                  <a:cubicBezTo>
                    <a:pt x="56012" y="32476"/>
                    <a:pt x="49907" y="29137"/>
                    <a:pt x="48854" y="18852"/>
                  </a:cubicBezTo>
                  <a:cubicBezTo>
                    <a:pt x="48037" y="10867"/>
                    <a:pt x="42263" y="0"/>
                    <a:pt x="29954"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52" name="Google Shape;5052;p206"/>
          <p:cNvGrpSpPr/>
          <p:nvPr/>
        </p:nvGrpSpPr>
        <p:grpSpPr>
          <a:xfrm>
            <a:off x="3317375" y="4356350"/>
            <a:ext cx="2768739" cy="650202"/>
            <a:chOff x="3317375" y="4356350"/>
            <a:chExt cx="2768739" cy="650202"/>
          </a:xfrm>
        </p:grpSpPr>
        <p:sp>
          <p:nvSpPr>
            <p:cNvPr id="5053" name="Google Shape;5053;p206"/>
            <p:cNvSpPr/>
            <p:nvPr/>
          </p:nvSpPr>
          <p:spPr>
            <a:xfrm>
              <a:off x="5449575" y="4811825"/>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4" name="Google Shape;5054;p206"/>
            <p:cNvSpPr/>
            <p:nvPr/>
          </p:nvSpPr>
          <p:spPr>
            <a:xfrm>
              <a:off x="4792551" y="4356350"/>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5055" name="Google Shape;5055;p206"/>
            <p:cNvGrpSpPr/>
            <p:nvPr/>
          </p:nvGrpSpPr>
          <p:grpSpPr>
            <a:xfrm>
              <a:off x="5980657" y="4474988"/>
              <a:ext cx="105457" cy="105457"/>
              <a:chOff x="7812545" y="194375"/>
              <a:chExt cx="105457" cy="105457"/>
            </a:xfrm>
          </p:grpSpPr>
          <p:sp>
            <p:nvSpPr>
              <p:cNvPr id="5056" name="Google Shape;5056;p206"/>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7" name="Google Shape;5057;p206"/>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8" name="Google Shape;5058;p206"/>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9" name="Google Shape;5059;p206"/>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60" name="Google Shape;5060;p206"/>
            <p:cNvGrpSpPr/>
            <p:nvPr/>
          </p:nvGrpSpPr>
          <p:grpSpPr>
            <a:xfrm>
              <a:off x="4243695" y="4706363"/>
              <a:ext cx="105457" cy="105457"/>
              <a:chOff x="7812545" y="194375"/>
              <a:chExt cx="105457" cy="105457"/>
            </a:xfrm>
          </p:grpSpPr>
          <p:sp>
            <p:nvSpPr>
              <p:cNvPr id="5061" name="Google Shape;5061;p206"/>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2" name="Google Shape;5062;p206"/>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3" name="Google Shape;5063;p206"/>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4" name="Google Shape;5064;p206"/>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065" name="Google Shape;5065;p206"/>
            <p:cNvSpPr/>
            <p:nvPr/>
          </p:nvSpPr>
          <p:spPr>
            <a:xfrm>
              <a:off x="3317375" y="4901162"/>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66" name="Google Shape;5066;p206"/>
          <p:cNvGrpSpPr/>
          <p:nvPr/>
        </p:nvGrpSpPr>
        <p:grpSpPr>
          <a:xfrm>
            <a:off x="7489059" y="249150"/>
            <a:ext cx="1447898" cy="1070793"/>
            <a:chOff x="7489059" y="249150"/>
            <a:chExt cx="1447898" cy="1070793"/>
          </a:xfrm>
        </p:grpSpPr>
        <p:sp>
          <p:nvSpPr>
            <p:cNvPr id="5067" name="Google Shape;5067;p206"/>
            <p:cNvSpPr/>
            <p:nvPr/>
          </p:nvSpPr>
          <p:spPr>
            <a:xfrm>
              <a:off x="7489062" y="480780"/>
              <a:ext cx="1089450" cy="348874"/>
            </a:xfrm>
            <a:custGeom>
              <a:rect b="b" l="l" r="r" t="t"/>
              <a:pathLst>
                <a:path extrusionOk="0" fill="none" h="4647" w="14511">
                  <a:moveTo>
                    <a:pt x="13894" y="3805"/>
                  </a:moveTo>
                  <a:cubicBezTo>
                    <a:pt x="13263" y="3459"/>
                    <a:pt x="12977" y="3744"/>
                    <a:pt x="12766" y="3459"/>
                  </a:cubicBezTo>
                  <a:cubicBezTo>
                    <a:pt x="12541" y="3173"/>
                    <a:pt x="13383" y="2436"/>
                    <a:pt x="11684" y="1699"/>
                  </a:cubicBezTo>
                  <a:cubicBezTo>
                    <a:pt x="11684" y="1699"/>
                    <a:pt x="11578" y="121"/>
                    <a:pt x="9248" y="60"/>
                  </a:cubicBezTo>
                  <a:cubicBezTo>
                    <a:pt x="6917" y="0"/>
                    <a:pt x="7549" y="1654"/>
                    <a:pt x="6917" y="2045"/>
                  </a:cubicBezTo>
                  <a:cubicBezTo>
                    <a:pt x="6286" y="2436"/>
                    <a:pt x="6120" y="1820"/>
                    <a:pt x="5504" y="2211"/>
                  </a:cubicBezTo>
                  <a:cubicBezTo>
                    <a:pt x="4872" y="2617"/>
                    <a:pt x="5158" y="3399"/>
                    <a:pt x="4647" y="3519"/>
                  </a:cubicBezTo>
                  <a:cubicBezTo>
                    <a:pt x="4135" y="3624"/>
                    <a:pt x="3459" y="3008"/>
                    <a:pt x="2842" y="3399"/>
                  </a:cubicBezTo>
                  <a:cubicBezTo>
                    <a:pt x="2211" y="3805"/>
                    <a:pt x="2211" y="4135"/>
                    <a:pt x="1925" y="4135"/>
                  </a:cubicBezTo>
                  <a:cubicBezTo>
                    <a:pt x="1654" y="4135"/>
                    <a:pt x="1083" y="3910"/>
                    <a:pt x="737" y="4135"/>
                  </a:cubicBezTo>
                  <a:cubicBezTo>
                    <a:pt x="406" y="4376"/>
                    <a:pt x="0" y="4647"/>
                    <a:pt x="0" y="4647"/>
                  </a:cubicBezTo>
                  <a:lnTo>
                    <a:pt x="14345" y="4647"/>
                  </a:lnTo>
                  <a:cubicBezTo>
                    <a:pt x="14345" y="4647"/>
                    <a:pt x="14511" y="4135"/>
                    <a:pt x="13894" y="3805"/>
                  </a:cubicBezTo>
                  <a:close/>
                </a:path>
              </a:pathLst>
            </a:custGeom>
            <a:solidFill>
              <a:schemeClr val="lt1"/>
            </a:solid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068" name="Google Shape;5068;p206"/>
            <p:cNvGrpSpPr/>
            <p:nvPr/>
          </p:nvGrpSpPr>
          <p:grpSpPr>
            <a:xfrm flipH="1">
              <a:off x="7489059" y="249150"/>
              <a:ext cx="93234" cy="93234"/>
              <a:chOff x="7812545" y="194375"/>
              <a:chExt cx="105457" cy="105457"/>
            </a:xfrm>
          </p:grpSpPr>
          <p:sp>
            <p:nvSpPr>
              <p:cNvPr id="5069" name="Google Shape;5069;p206"/>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0" name="Google Shape;5070;p206"/>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1" name="Google Shape;5071;p206"/>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2" name="Google Shape;5072;p206"/>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073" name="Google Shape;5073;p206"/>
            <p:cNvSpPr/>
            <p:nvPr/>
          </p:nvSpPr>
          <p:spPr>
            <a:xfrm flipH="1">
              <a:off x="8708901" y="249170"/>
              <a:ext cx="93231" cy="93173"/>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4" name="Google Shape;5074;p206"/>
            <p:cNvSpPr/>
            <p:nvPr/>
          </p:nvSpPr>
          <p:spPr>
            <a:xfrm flipH="1">
              <a:off x="8843726" y="1226770"/>
              <a:ext cx="93231" cy="93173"/>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075" name="Google Shape;5075;p206"/>
          <p:cNvSpPr/>
          <p:nvPr/>
        </p:nvSpPr>
        <p:spPr>
          <a:xfrm rot="5828238">
            <a:off x="8273326" y="4219055"/>
            <a:ext cx="1085117" cy="2077472"/>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BLANK_4">
    <p:spTree>
      <p:nvGrpSpPr>
        <p:cNvPr id="5076" name="Shape 5076"/>
        <p:cNvGrpSpPr/>
        <p:nvPr/>
      </p:nvGrpSpPr>
      <p:grpSpPr>
        <a:xfrm>
          <a:off x="0" y="0"/>
          <a:ext cx="0" cy="0"/>
          <a:chOff x="0" y="0"/>
          <a:chExt cx="0" cy="0"/>
        </a:xfrm>
      </p:grpSpPr>
      <p:sp>
        <p:nvSpPr>
          <p:cNvPr id="5077" name="Google Shape;5077;p20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5078" name="Google Shape;5078;p207"/>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079" name="Google Shape;5079;p207"/>
          <p:cNvSpPr txBox="1"/>
          <p:nvPr>
            <p:ph idx="1" type="subTitle"/>
          </p:nvPr>
        </p:nvSpPr>
        <p:spPr>
          <a:xfrm>
            <a:off x="685800" y="3395721"/>
            <a:ext cx="2353500" cy="6720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080" name="Google Shape;5080;p207"/>
          <p:cNvSpPr txBox="1"/>
          <p:nvPr>
            <p:ph idx="2" type="subTitle"/>
          </p:nvPr>
        </p:nvSpPr>
        <p:spPr>
          <a:xfrm>
            <a:off x="685800" y="3022400"/>
            <a:ext cx="2353500" cy="321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sp>
        <p:nvSpPr>
          <p:cNvPr id="5081" name="Google Shape;5081;p207"/>
          <p:cNvSpPr txBox="1"/>
          <p:nvPr>
            <p:ph idx="3" type="subTitle"/>
          </p:nvPr>
        </p:nvSpPr>
        <p:spPr>
          <a:xfrm>
            <a:off x="3395250" y="3395721"/>
            <a:ext cx="2353500" cy="6720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082" name="Google Shape;5082;p207"/>
          <p:cNvSpPr txBox="1"/>
          <p:nvPr>
            <p:ph idx="4" type="subTitle"/>
          </p:nvPr>
        </p:nvSpPr>
        <p:spPr>
          <a:xfrm>
            <a:off x="3395250" y="3022400"/>
            <a:ext cx="2353500" cy="321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sp>
        <p:nvSpPr>
          <p:cNvPr id="5083" name="Google Shape;5083;p207"/>
          <p:cNvSpPr txBox="1"/>
          <p:nvPr>
            <p:ph idx="5" type="subTitle"/>
          </p:nvPr>
        </p:nvSpPr>
        <p:spPr>
          <a:xfrm>
            <a:off x="6104700" y="3395721"/>
            <a:ext cx="2353500" cy="6720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084" name="Google Shape;5084;p207"/>
          <p:cNvSpPr txBox="1"/>
          <p:nvPr>
            <p:ph idx="6" type="subTitle"/>
          </p:nvPr>
        </p:nvSpPr>
        <p:spPr>
          <a:xfrm>
            <a:off x="6104700" y="3022400"/>
            <a:ext cx="2353500" cy="321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sp>
        <p:nvSpPr>
          <p:cNvPr id="5085" name="Google Shape;5085;p207"/>
          <p:cNvSpPr/>
          <p:nvPr/>
        </p:nvSpPr>
        <p:spPr>
          <a:xfrm>
            <a:off x="-486246" y="4538820"/>
            <a:ext cx="991119" cy="877511"/>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6" name="Google Shape;5086;p207"/>
          <p:cNvSpPr/>
          <p:nvPr/>
        </p:nvSpPr>
        <p:spPr>
          <a:xfrm>
            <a:off x="-708950" y="-242512"/>
            <a:ext cx="1232275" cy="1091025"/>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087" name="Google Shape;5087;p207"/>
          <p:cNvGrpSpPr/>
          <p:nvPr/>
        </p:nvGrpSpPr>
        <p:grpSpPr>
          <a:xfrm>
            <a:off x="6725000" y="4484900"/>
            <a:ext cx="1916852" cy="488594"/>
            <a:chOff x="6725000" y="4484900"/>
            <a:chExt cx="1916852" cy="488594"/>
          </a:xfrm>
        </p:grpSpPr>
        <p:sp>
          <p:nvSpPr>
            <p:cNvPr id="5088" name="Google Shape;5088;p207"/>
            <p:cNvSpPr/>
            <p:nvPr/>
          </p:nvSpPr>
          <p:spPr>
            <a:xfrm>
              <a:off x="8536400" y="4484900"/>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089" name="Google Shape;5089;p207"/>
            <p:cNvGrpSpPr/>
            <p:nvPr/>
          </p:nvGrpSpPr>
          <p:grpSpPr>
            <a:xfrm>
              <a:off x="7801920" y="4868038"/>
              <a:ext cx="105457" cy="105457"/>
              <a:chOff x="7812545" y="194375"/>
              <a:chExt cx="105457" cy="105457"/>
            </a:xfrm>
          </p:grpSpPr>
          <p:sp>
            <p:nvSpPr>
              <p:cNvPr id="5090" name="Google Shape;5090;p207"/>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1" name="Google Shape;5091;p207"/>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2" name="Google Shape;5092;p207"/>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3" name="Google Shape;5093;p207"/>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094" name="Google Shape;5094;p207"/>
            <p:cNvSpPr/>
            <p:nvPr/>
          </p:nvSpPr>
          <p:spPr>
            <a:xfrm>
              <a:off x="6725000" y="4762662"/>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BLANK_17">
    <p:spTree>
      <p:nvGrpSpPr>
        <p:cNvPr id="5095" name="Shape 5095"/>
        <p:cNvGrpSpPr/>
        <p:nvPr/>
      </p:nvGrpSpPr>
      <p:grpSpPr>
        <a:xfrm>
          <a:off x="0" y="0"/>
          <a:ext cx="0" cy="0"/>
          <a:chOff x="0" y="0"/>
          <a:chExt cx="0" cy="0"/>
        </a:xfrm>
      </p:grpSpPr>
      <p:sp>
        <p:nvSpPr>
          <p:cNvPr id="5096" name="Google Shape;5096;p20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5097" name="Google Shape;5097;p208"/>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098" name="Google Shape;5098;p208"/>
          <p:cNvSpPr txBox="1"/>
          <p:nvPr>
            <p:ph idx="2" type="title"/>
          </p:nvPr>
        </p:nvSpPr>
        <p:spPr>
          <a:xfrm>
            <a:off x="1850175" y="1419750"/>
            <a:ext cx="3249300" cy="3936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sz="2000">
                <a:solidFill>
                  <a:schemeClr val="accent2"/>
                </a:solidFill>
              </a:defRPr>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sp>
        <p:nvSpPr>
          <p:cNvPr id="5099" name="Google Shape;5099;p208"/>
          <p:cNvSpPr txBox="1"/>
          <p:nvPr>
            <p:ph idx="1" type="subTitle"/>
          </p:nvPr>
        </p:nvSpPr>
        <p:spPr>
          <a:xfrm>
            <a:off x="1853883" y="1813350"/>
            <a:ext cx="3249300" cy="4680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100" name="Google Shape;5100;p208"/>
          <p:cNvSpPr txBox="1"/>
          <p:nvPr>
            <p:ph hasCustomPrompt="1" idx="3" type="title"/>
          </p:nvPr>
        </p:nvSpPr>
        <p:spPr>
          <a:xfrm>
            <a:off x="851618" y="1586400"/>
            <a:ext cx="792600" cy="528300"/>
          </a:xfrm>
          <a:prstGeom prst="rect">
            <a:avLst/>
          </a:prstGeom>
        </p:spPr>
        <p:txBody>
          <a:bodyPr anchorCtr="0" anchor="ctr" bIns="91425" lIns="91425" spcFirstLastPara="1" rIns="91425" wrap="square" tIns="91425">
            <a:noAutofit/>
          </a:bodyPr>
          <a:lstStyle>
            <a:lvl1pPr lvl="0" algn="r">
              <a:spcBef>
                <a:spcPts val="0"/>
              </a:spcBef>
              <a:spcAft>
                <a:spcPts val="0"/>
              </a:spcAft>
              <a:buSzPts val="3000"/>
              <a:buNone/>
              <a:defRPr sz="3000">
                <a:solidFill>
                  <a:schemeClr val="accent2"/>
                </a:solidFill>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sp>
        <p:nvSpPr>
          <p:cNvPr id="5101" name="Google Shape;5101;p208"/>
          <p:cNvSpPr txBox="1"/>
          <p:nvPr>
            <p:ph idx="4" type="title"/>
          </p:nvPr>
        </p:nvSpPr>
        <p:spPr>
          <a:xfrm>
            <a:off x="1850175" y="2503025"/>
            <a:ext cx="3249300" cy="3936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sz="2000">
                <a:solidFill>
                  <a:schemeClr val="accent2"/>
                </a:solidFill>
              </a:defRPr>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sp>
        <p:nvSpPr>
          <p:cNvPr id="5102" name="Google Shape;5102;p208"/>
          <p:cNvSpPr txBox="1"/>
          <p:nvPr>
            <p:ph idx="5" type="subTitle"/>
          </p:nvPr>
        </p:nvSpPr>
        <p:spPr>
          <a:xfrm>
            <a:off x="1853883" y="2896625"/>
            <a:ext cx="3249300" cy="4680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103" name="Google Shape;5103;p208"/>
          <p:cNvSpPr txBox="1"/>
          <p:nvPr>
            <p:ph hasCustomPrompt="1" idx="6" type="title"/>
          </p:nvPr>
        </p:nvSpPr>
        <p:spPr>
          <a:xfrm>
            <a:off x="851618" y="2669675"/>
            <a:ext cx="792600" cy="528300"/>
          </a:xfrm>
          <a:prstGeom prst="rect">
            <a:avLst/>
          </a:prstGeom>
        </p:spPr>
        <p:txBody>
          <a:bodyPr anchorCtr="0" anchor="ctr" bIns="91425" lIns="91425" spcFirstLastPara="1" rIns="91425" wrap="square" tIns="91425">
            <a:noAutofit/>
          </a:bodyPr>
          <a:lstStyle>
            <a:lvl1pPr lvl="0" algn="r">
              <a:spcBef>
                <a:spcPts val="0"/>
              </a:spcBef>
              <a:spcAft>
                <a:spcPts val="0"/>
              </a:spcAft>
              <a:buSzPts val="3000"/>
              <a:buNone/>
              <a:defRPr sz="3000">
                <a:solidFill>
                  <a:schemeClr val="accent2"/>
                </a:solidFill>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sp>
        <p:nvSpPr>
          <p:cNvPr id="5104" name="Google Shape;5104;p208"/>
          <p:cNvSpPr txBox="1"/>
          <p:nvPr>
            <p:ph idx="7" type="title"/>
          </p:nvPr>
        </p:nvSpPr>
        <p:spPr>
          <a:xfrm>
            <a:off x="1850175" y="3586300"/>
            <a:ext cx="3249300" cy="3936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sz="2000">
                <a:solidFill>
                  <a:schemeClr val="accent2"/>
                </a:solidFill>
              </a:defRPr>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sp>
        <p:nvSpPr>
          <p:cNvPr id="5105" name="Google Shape;5105;p208"/>
          <p:cNvSpPr txBox="1"/>
          <p:nvPr>
            <p:ph idx="8" type="subTitle"/>
          </p:nvPr>
        </p:nvSpPr>
        <p:spPr>
          <a:xfrm>
            <a:off x="1853883" y="3979900"/>
            <a:ext cx="3249300" cy="4680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106" name="Google Shape;5106;p208"/>
          <p:cNvSpPr txBox="1"/>
          <p:nvPr>
            <p:ph hasCustomPrompt="1" idx="9" type="title"/>
          </p:nvPr>
        </p:nvSpPr>
        <p:spPr>
          <a:xfrm>
            <a:off x="851618" y="3752950"/>
            <a:ext cx="792600" cy="528300"/>
          </a:xfrm>
          <a:prstGeom prst="rect">
            <a:avLst/>
          </a:prstGeom>
        </p:spPr>
        <p:txBody>
          <a:bodyPr anchorCtr="0" anchor="ctr" bIns="91425" lIns="91425" spcFirstLastPara="1" rIns="91425" wrap="square" tIns="91425">
            <a:noAutofit/>
          </a:bodyPr>
          <a:lstStyle>
            <a:lvl1pPr lvl="0" algn="r">
              <a:spcBef>
                <a:spcPts val="0"/>
              </a:spcBef>
              <a:spcAft>
                <a:spcPts val="0"/>
              </a:spcAft>
              <a:buSzPts val="3000"/>
              <a:buNone/>
              <a:defRPr sz="3000">
                <a:solidFill>
                  <a:schemeClr val="accent2"/>
                </a:solidFill>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grpSp>
        <p:nvGrpSpPr>
          <p:cNvPr id="5107" name="Google Shape;5107;p208"/>
          <p:cNvGrpSpPr/>
          <p:nvPr/>
        </p:nvGrpSpPr>
        <p:grpSpPr>
          <a:xfrm>
            <a:off x="8195401" y="151622"/>
            <a:ext cx="609155" cy="610375"/>
            <a:chOff x="8195401" y="151622"/>
            <a:chExt cx="609155" cy="610375"/>
          </a:xfrm>
        </p:grpSpPr>
        <p:sp>
          <p:nvSpPr>
            <p:cNvPr id="5108" name="Google Shape;5108;p208"/>
            <p:cNvSpPr/>
            <p:nvPr/>
          </p:nvSpPr>
          <p:spPr>
            <a:xfrm>
              <a:off x="8195401" y="192608"/>
              <a:ext cx="93231" cy="93173"/>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109" name="Google Shape;5109;p208"/>
            <p:cNvGrpSpPr/>
            <p:nvPr/>
          </p:nvGrpSpPr>
          <p:grpSpPr>
            <a:xfrm>
              <a:off x="8711321" y="151622"/>
              <a:ext cx="93234" cy="93234"/>
              <a:chOff x="7812545" y="194375"/>
              <a:chExt cx="105457" cy="105457"/>
            </a:xfrm>
          </p:grpSpPr>
          <p:sp>
            <p:nvSpPr>
              <p:cNvPr id="5110" name="Google Shape;5110;p208"/>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1" name="Google Shape;5111;p208"/>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2" name="Google Shape;5112;p208"/>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3" name="Google Shape;5113;p208"/>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114" name="Google Shape;5114;p208"/>
            <p:cNvSpPr/>
            <p:nvPr/>
          </p:nvSpPr>
          <p:spPr>
            <a:xfrm>
              <a:off x="8670497" y="628022"/>
              <a:ext cx="134050" cy="133976"/>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15" name="Google Shape;5115;p208"/>
          <p:cNvGrpSpPr/>
          <p:nvPr/>
        </p:nvGrpSpPr>
        <p:grpSpPr>
          <a:xfrm>
            <a:off x="172645" y="4524332"/>
            <a:ext cx="552132" cy="431244"/>
            <a:chOff x="172645" y="4524332"/>
            <a:chExt cx="552132" cy="431244"/>
          </a:xfrm>
        </p:grpSpPr>
        <p:sp>
          <p:nvSpPr>
            <p:cNvPr id="5116" name="Google Shape;5116;p208"/>
            <p:cNvSpPr/>
            <p:nvPr/>
          </p:nvSpPr>
          <p:spPr>
            <a:xfrm flipH="1" rot="10800000">
              <a:off x="646826" y="487762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5117" name="Google Shape;5117;p208"/>
            <p:cNvGrpSpPr/>
            <p:nvPr/>
          </p:nvGrpSpPr>
          <p:grpSpPr>
            <a:xfrm flipH="1" rot="10800000">
              <a:off x="172645" y="4524332"/>
              <a:ext cx="105457" cy="105457"/>
              <a:chOff x="7812545" y="194375"/>
              <a:chExt cx="105457" cy="105457"/>
            </a:xfrm>
          </p:grpSpPr>
          <p:sp>
            <p:nvSpPr>
              <p:cNvPr id="5118" name="Google Shape;5118;p208"/>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9" name="Google Shape;5119;p208"/>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0" name="Google Shape;5120;p208"/>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1" name="Google Shape;5121;p208"/>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122" name="Google Shape;5122;p208"/>
          <p:cNvGrpSpPr/>
          <p:nvPr/>
        </p:nvGrpSpPr>
        <p:grpSpPr>
          <a:xfrm>
            <a:off x="198551" y="248100"/>
            <a:ext cx="340151" cy="550476"/>
            <a:chOff x="198551" y="248100"/>
            <a:chExt cx="340151" cy="550476"/>
          </a:xfrm>
        </p:grpSpPr>
        <p:sp>
          <p:nvSpPr>
            <p:cNvPr id="5123" name="Google Shape;5123;p208"/>
            <p:cNvSpPr/>
            <p:nvPr/>
          </p:nvSpPr>
          <p:spPr>
            <a:xfrm>
              <a:off x="198551" y="72062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5124" name="Google Shape;5124;p208"/>
            <p:cNvGrpSpPr/>
            <p:nvPr/>
          </p:nvGrpSpPr>
          <p:grpSpPr>
            <a:xfrm>
              <a:off x="433245" y="248100"/>
              <a:ext cx="105457" cy="105457"/>
              <a:chOff x="7812545" y="194375"/>
              <a:chExt cx="105457" cy="105457"/>
            </a:xfrm>
          </p:grpSpPr>
          <p:sp>
            <p:nvSpPr>
              <p:cNvPr id="5125" name="Google Shape;5125;p208"/>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6" name="Google Shape;5126;p208"/>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7" name="Google Shape;5127;p208"/>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8" name="Google Shape;5128;p208"/>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5129" name="Google Shape;5129;p208"/>
          <p:cNvSpPr/>
          <p:nvPr/>
        </p:nvSpPr>
        <p:spPr>
          <a:xfrm rot="-2505920">
            <a:off x="8402181" y="4360827"/>
            <a:ext cx="1232310" cy="1091056"/>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2">
  <p:cSld name="BLANK_24">
    <p:spTree>
      <p:nvGrpSpPr>
        <p:cNvPr id="5130" name="Shape 5130"/>
        <p:cNvGrpSpPr/>
        <p:nvPr/>
      </p:nvGrpSpPr>
      <p:grpSpPr>
        <a:xfrm>
          <a:off x="0" y="0"/>
          <a:ext cx="0" cy="0"/>
          <a:chOff x="0" y="0"/>
          <a:chExt cx="0" cy="0"/>
        </a:xfrm>
      </p:grpSpPr>
      <p:sp>
        <p:nvSpPr>
          <p:cNvPr id="5131" name="Google Shape;5131;p20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5132" name="Google Shape;5132;p209"/>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133" name="Google Shape;5133;p209"/>
          <p:cNvSpPr txBox="1"/>
          <p:nvPr>
            <p:ph idx="2" type="title"/>
          </p:nvPr>
        </p:nvSpPr>
        <p:spPr>
          <a:xfrm>
            <a:off x="4641675" y="1480725"/>
            <a:ext cx="3812100" cy="3936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sz="2000">
                <a:solidFill>
                  <a:schemeClr val="accent2"/>
                </a:solidFill>
              </a:defRPr>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sp>
        <p:nvSpPr>
          <p:cNvPr id="5134" name="Google Shape;5134;p209"/>
          <p:cNvSpPr txBox="1"/>
          <p:nvPr>
            <p:ph idx="1" type="subTitle"/>
          </p:nvPr>
        </p:nvSpPr>
        <p:spPr>
          <a:xfrm>
            <a:off x="4646025" y="1874325"/>
            <a:ext cx="3812100" cy="4680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135" name="Google Shape;5135;p209"/>
          <p:cNvSpPr txBox="1"/>
          <p:nvPr>
            <p:ph idx="3" type="title"/>
          </p:nvPr>
        </p:nvSpPr>
        <p:spPr>
          <a:xfrm>
            <a:off x="4641675" y="2564000"/>
            <a:ext cx="3812100" cy="3936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sz="2000">
                <a:solidFill>
                  <a:schemeClr val="accent2"/>
                </a:solidFill>
              </a:defRPr>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sp>
        <p:nvSpPr>
          <p:cNvPr id="5136" name="Google Shape;5136;p209"/>
          <p:cNvSpPr txBox="1"/>
          <p:nvPr>
            <p:ph idx="4" type="subTitle"/>
          </p:nvPr>
        </p:nvSpPr>
        <p:spPr>
          <a:xfrm>
            <a:off x="4646025" y="2957600"/>
            <a:ext cx="3812100" cy="4680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137" name="Google Shape;5137;p209"/>
          <p:cNvSpPr txBox="1"/>
          <p:nvPr>
            <p:ph idx="5" type="title"/>
          </p:nvPr>
        </p:nvSpPr>
        <p:spPr>
          <a:xfrm>
            <a:off x="4641675" y="3647275"/>
            <a:ext cx="3812100" cy="3936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sz="2000">
                <a:solidFill>
                  <a:schemeClr val="accent2"/>
                </a:solidFill>
              </a:defRPr>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sp>
        <p:nvSpPr>
          <p:cNvPr id="5138" name="Google Shape;5138;p209"/>
          <p:cNvSpPr txBox="1"/>
          <p:nvPr>
            <p:ph idx="6" type="subTitle"/>
          </p:nvPr>
        </p:nvSpPr>
        <p:spPr>
          <a:xfrm>
            <a:off x="4646025" y="4040875"/>
            <a:ext cx="3812100" cy="4680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139" name="Google Shape;5139;p209"/>
          <p:cNvSpPr/>
          <p:nvPr/>
        </p:nvSpPr>
        <p:spPr>
          <a:xfrm>
            <a:off x="-615151" y="1413475"/>
            <a:ext cx="4960669" cy="4038065"/>
          </a:xfrm>
          <a:custGeom>
            <a:rect b="b" l="l" r="r" t="t"/>
            <a:pathLst>
              <a:path extrusionOk="0" h="48924" w="60102">
                <a:moveTo>
                  <a:pt x="31550" y="1"/>
                </a:moveTo>
                <a:cubicBezTo>
                  <a:pt x="28688" y="1"/>
                  <a:pt x="25391" y="541"/>
                  <a:pt x="22089" y="2238"/>
                </a:cubicBezTo>
                <a:cubicBezTo>
                  <a:pt x="12977" y="6900"/>
                  <a:pt x="8196" y="17230"/>
                  <a:pt x="4091" y="25485"/>
                </a:cubicBezTo>
                <a:cubicBezTo>
                  <a:pt x="1" y="33725"/>
                  <a:pt x="2016" y="42612"/>
                  <a:pt x="8767" y="47123"/>
                </a:cubicBezTo>
                <a:cubicBezTo>
                  <a:pt x="10764" y="48461"/>
                  <a:pt x="12590" y="48924"/>
                  <a:pt x="14421" y="48924"/>
                </a:cubicBezTo>
                <a:cubicBezTo>
                  <a:pt x="18514" y="48924"/>
                  <a:pt x="22630" y="46611"/>
                  <a:pt x="28730" y="46611"/>
                </a:cubicBezTo>
                <a:cubicBezTo>
                  <a:pt x="29125" y="46611"/>
                  <a:pt x="29527" y="46621"/>
                  <a:pt x="29939" y="46641"/>
                </a:cubicBezTo>
                <a:cubicBezTo>
                  <a:pt x="34134" y="46851"/>
                  <a:pt x="36984" y="47278"/>
                  <a:pt x="39535" y="47278"/>
                </a:cubicBezTo>
                <a:cubicBezTo>
                  <a:pt x="42835" y="47278"/>
                  <a:pt x="45637" y="46563"/>
                  <a:pt x="50208" y="43739"/>
                </a:cubicBezTo>
                <a:cubicBezTo>
                  <a:pt x="58328" y="38732"/>
                  <a:pt x="60102" y="25500"/>
                  <a:pt x="54042" y="15140"/>
                </a:cubicBezTo>
                <a:cubicBezTo>
                  <a:pt x="47997" y="4779"/>
                  <a:pt x="40254" y="1667"/>
                  <a:pt x="40254" y="1667"/>
                </a:cubicBezTo>
                <a:cubicBezTo>
                  <a:pt x="40254" y="1667"/>
                  <a:pt x="36573" y="1"/>
                  <a:pt x="31550"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140" name="Google Shape;5140;p209"/>
          <p:cNvGrpSpPr/>
          <p:nvPr/>
        </p:nvGrpSpPr>
        <p:grpSpPr>
          <a:xfrm rot="5400000">
            <a:off x="8326001" y="4395047"/>
            <a:ext cx="609155" cy="610375"/>
            <a:chOff x="8195401" y="151622"/>
            <a:chExt cx="609155" cy="610375"/>
          </a:xfrm>
        </p:grpSpPr>
        <p:sp>
          <p:nvSpPr>
            <p:cNvPr id="5141" name="Google Shape;5141;p209"/>
            <p:cNvSpPr/>
            <p:nvPr/>
          </p:nvSpPr>
          <p:spPr>
            <a:xfrm>
              <a:off x="8195401" y="192608"/>
              <a:ext cx="93231" cy="93173"/>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142" name="Google Shape;5142;p209"/>
            <p:cNvGrpSpPr/>
            <p:nvPr/>
          </p:nvGrpSpPr>
          <p:grpSpPr>
            <a:xfrm>
              <a:off x="8711321" y="151622"/>
              <a:ext cx="93234" cy="93234"/>
              <a:chOff x="7812545" y="194375"/>
              <a:chExt cx="105457" cy="105457"/>
            </a:xfrm>
          </p:grpSpPr>
          <p:sp>
            <p:nvSpPr>
              <p:cNvPr id="5143" name="Google Shape;5143;p209"/>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4" name="Google Shape;5144;p209"/>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5" name="Google Shape;5145;p209"/>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6" name="Google Shape;5146;p209"/>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147" name="Google Shape;5147;p209"/>
            <p:cNvSpPr/>
            <p:nvPr/>
          </p:nvSpPr>
          <p:spPr>
            <a:xfrm>
              <a:off x="8670497" y="628022"/>
              <a:ext cx="134050" cy="133976"/>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48" name="Google Shape;5148;p209"/>
          <p:cNvGrpSpPr/>
          <p:nvPr/>
        </p:nvGrpSpPr>
        <p:grpSpPr>
          <a:xfrm>
            <a:off x="242101" y="187150"/>
            <a:ext cx="340151" cy="550476"/>
            <a:chOff x="198551" y="248100"/>
            <a:chExt cx="340151" cy="550476"/>
          </a:xfrm>
        </p:grpSpPr>
        <p:sp>
          <p:nvSpPr>
            <p:cNvPr id="5149" name="Google Shape;5149;p209"/>
            <p:cNvSpPr/>
            <p:nvPr/>
          </p:nvSpPr>
          <p:spPr>
            <a:xfrm>
              <a:off x="198551" y="72062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5150" name="Google Shape;5150;p209"/>
            <p:cNvGrpSpPr/>
            <p:nvPr/>
          </p:nvGrpSpPr>
          <p:grpSpPr>
            <a:xfrm>
              <a:off x="433245" y="248100"/>
              <a:ext cx="105457" cy="105457"/>
              <a:chOff x="7812545" y="194375"/>
              <a:chExt cx="105457" cy="105457"/>
            </a:xfrm>
          </p:grpSpPr>
          <p:sp>
            <p:nvSpPr>
              <p:cNvPr id="5151" name="Google Shape;5151;p209"/>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2" name="Google Shape;5152;p209"/>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3" name="Google Shape;5153;p209"/>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4" name="Google Shape;5154;p209"/>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155" name="Google Shape;5155;p209"/>
          <p:cNvGrpSpPr/>
          <p:nvPr/>
        </p:nvGrpSpPr>
        <p:grpSpPr>
          <a:xfrm>
            <a:off x="-842823" y="3927658"/>
            <a:ext cx="2382475" cy="2041993"/>
            <a:chOff x="-842823" y="3927658"/>
            <a:chExt cx="2382475" cy="2041993"/>
          </a:xfrm>
        </p:grpSpPr>
        <p:sp>
          <p:nvSpPr>
            <p:cNvPr id="5156" name="Google Shape;5156;p209"/>
            <p:cNvSpPr/>
            <p:nvPr/>
          </p:nvSpPr>
          <p:spPr>
            <a:xfrm rot="-2505897">
              <a:off x="-584499" y="4267169"/>
              <a:ext cx="1539427" cy="1362970"/>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7" name="Google Shape;5157;p209"/>
            <p:cNvSpPr/>
            <p:nvPr/>
          </p:nvSpPr>
          <p:spPr>
            <a:xfrm>
              <a:off x="1461701" y="4822437"/>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5158" name="Google Shape;5158;p209"/>
            <p:cNvGrpSpPr/>
            <p:nvPr/>
          </p:nvGrpSpPr>
          <p:grpSpPr>
            <a:xfrm>
              <a:off x="1029945" y="4290188"/>
              <a:ext cx="105457" cy="105457"/>
              <a:chOff x="7812545" y="194375"/>
              <a:chExt cx="105457" cy="105457"/>
            </a:xfrm>
          </p:grpSpPr>
          <p:sp>
            <p:nvSpPr>
              <p:cNvPr id="5159" name="Google Shape;5159;p209"/>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0" name="Google Shape;5160;p209"/>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1" name="Google Shape;5161;p209"/>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2" name="Google Shape;5162;p209"/>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163" name="Google Shape;5163;p209"/>
          <p:cNvGrpSpPr/>
          <p:nvPr/>
        </p:nvGrpSpPr>
        <p:grpSpPr>
          <a:xfrm>
            <a:off x="7208520" y="-639702"/>
            <a:ext cx="2388459" cy="1634614"/>
            <a:chOff x="7208520" y="-639702"/>
            <a:chExt cx="2388459" cy="1634614"/>
          </a:xfrm>
        </p:grpSpPr>
        <p:sp>
          <p:nvSpPr>
            <p:cNvPr id="5164" name="Google Shape;5164;p209"/>
            <p:cNvSpPr/>
            <p:nvPr/>
          </p:nvSpPr>
          <p:spPr>
            <a:xfrm rot="-2505920">
              <a:off x="8157881" y="-367923"/>
              <a:ext cx="1232310" cy="1091056"/>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5" name="Google Shape;5165;p209"/>
            <p:cNvSpPr/>
            <p:nvPr/>
          </p:nvSpPr>
          <p:spPr>
            <a:xfrm>
              <a:off x="8175601" y="78677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5166" name="Google Shape;5166;p209"/>
            <p:cNvGrpSpPr/>
            <p:nvPr/>
          </p:nvGrpSpPr>
          <p:grpSpPr>
            <a:xfrm>
              <a:off x="7208520" y="178550"/>
              <a:ext cx="105457" cy="105457"/>
              <a:chOff x="7812545" y="194375"/>
              <a:chExt cx="105457" cy="105457"/>
            </a:xfrm>
          </p:grpSpPr>
          <p:sp>
            <p:nvSpPr>
              <p:cNvPr id="5167" name="Google Shape;5167;p209"/>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8" name="Google Shape;5168;p209"/>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9" name="Google Shape;5169;p209"/>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0" name="Google Shape;5170;p209"/>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5">
    <p:spTree>
      <p:nvGrpSpPr>
        <p:cNvPr id="5171" name="Shape 5171"/>
        <p:cNvGrpSpPr/>
        <p:nvPr/>
      </p:nvGrpSpPr>
      <p:grpSpPr>
        <a:xfrm>
          <a:off x="0" y="0"/>
          <a:ext cx="0" cy="0"/>
          <a:chOff x="0" y="0"/>
          <a:chExt cx="0" cy="0"/>
        </a:xfrm>
      </p:grpSpPr>
      <p:sp>
        <p:nvSpPr>
          <p:cNvPr id="5172" name="Google Shape;5172;p2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5173" name="Google Shape;5173;p210"/>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174" name="Google Shape;5174;p210"/>
          <p:cNvSpPr txBox="1"/>
          <p:nvPr>
            <p:ph idx="1" type="subTitle"/>
          </p:nvPr>
        </p:nvSpPr>
        <p:spPr>
          <a:xfrm>
            <a:off x="694600" y="2141050"/>
            <a:ext cx="1987800" cy="6741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5175" name="Google Shape;5175;p210"/>
          <p:cNvSpPr txBox="1"/>
          <p:nvPr>
            <p:ph idx="2" type="subTitle"/>
          </p:nvPr>
        </p:nvSpPr>
        <p:spPr>
          <a:xfrm>
            <a:off x="694600" y="1677500"/>
            <a:ext cx="1987800" cy="393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sp>
        <p:nvSpPr>
          <p:cNvPr id="5176" name="Google Shape;5176;p210"/>
          <p:cNvSpPr txBox="1"/>
          <p:nvPr>
            <p:ph idx="3" type="subTitle"/>
          </p:nvPr>
        </p:nvSpPr>
        <p:spPr>
          <a:xfrm>
            <a:off x="694600" y="3635925"/>
            <a:ext cx="1987800" cy="6741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5177" name="Google Shape;5177;p210"/>
          <p:cNvSpPr txBox="1"/>
          <p:nvPr>
            <p:ph idx="4" type="subTitle"/>
          </p:nvPr>
        </p:nvSpPr>
        <p:spPr>
          <a:xfrm>
            <a:off x="694600" y="3172375"/>
            <a:ext cx="1987800" cy="393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sp>
        <p:nvSpPr>
          <p:cNvPr id="5178" name="Google Shape;5178;p210"/>
          <p:cNvSpPr txBox="1"/>
          <p:nvPr>
            <p:ph idx="5" type="subTitle"/>
          </p:nvPr>
        </p:nvSpPr>
        <p:spPr>
          <a:xfrm>
            <a:off x="3022700" y="2141050"/>
            <a:ext cx="1987800" cy="6741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5179" name="Google Shape;5179;p210"/>
          <p:cNvSpPr txBox="1"/>
          <p:nvPr>
            <p:ph idx="6" type="subTitle"/>
          </p:nvPr>
        </p:nvSpPr>
        <p:spPr>
          <a:xfrm>
            <a:off x="3022700" y="1677500"/>
            <a:ext cx="1987800" cy="393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sp>
        <p:nvSpPr>
          <p:cNvPr id="5180" name="Google Shape;5180;p210"/>
          <p:cNvSpPr txBox="1"/>
          <p:nvPr>
            <p:ph idx="7" type="subTitle"/>
          </p:nvPr>
        </p:nvSpPr>
        <p:spPr>
          <a:xfrm>
            <a:off x="3022700" y="3635925"/>
            <a:ext cx="1987800" cy="6741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5181" name="Google Shape;5181;p210"/>
          <p:cNvSpPr txBox="1"/>
          <p:nvPr>
            <p:ph idx="8" type="subTitle"/>
          </p:nvPr>
        </p:nvSpPr>
        <p:spPr>
          <a:xfrm>
            <a:off x="3022700" y="3172375"/>
            <a:ext cx="1987800" cy="393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grpSp>
        <p:nvGrpSpPr>
          <p:cNvPr id="5182" name="Google Shape;5182;p210"/>
          <p:cNvGrpSpPr/>
          <p:nvPr/>
        </p:nvGrpSpPr>
        <p:grpSpPr>
          <a:xfrm>
            <a:off x="-1260750" y="4247400"/>
            <a:ext cx="2224933" cy="1789104"/>
            <a:chOff x="-1260750" y="4247400"/>
            <a:chExt cx="2224933" cy="1789104"/>
          </a:xfrm>
        </p:grpSpPr>
        <p:sp>
          <p:nvSpPr>
            <p:cNvPr id="5183" name="Google Shape;5183;p210"/>
            <p:cNvSpPr/>
            <p:nvPr/>
          </p:nvSpPr>
          <p:spPr>
            <a:xfrm flipH="1">
              <a:off x="-1260750" y="4247400"/>
              <a:ext cx="2224933" cy="1789104"/>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4" name="Google Shape;5184;p210"/>
            <p:cNvSpPr/>
            <p:nvPr/>
          </p:nvSpPr>
          <p:spPr>
            <a:xfrm>
              <a:off x="-708950" y="4596438"/>
              <a:ext cx="1232275" cy="1091025"/>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85" name="Google Shape;5185;p210"/>
          <p:cNvGrpSpPr/>
          <p:nvPr/>
        </p:nvGrpSpPr>
        <p:grpSpPr>
          <a:xfrm>
            <a:off x="274663" y="183250"/>
            <a:ext cx="463864" cy="572939"/>
            <a:chOff x="274663" y="183250"/>
            <a:chExt cx="463864" cy="572939"/>
          </a:xfrm>
        </p:grpSpPr>
        <p:grpSp>
          <p:nvGrpSpPr>
            <p:cNvPr id="5186" name="Google Shape;5186;p210"/>
            <p:cNvGrpSpPr/>
            <p:nvPr/>
          </p:nvGrpSpPr>
          <p:grpSpPr>
            <a:xfrm>
              <a:off x="633070" y="183250"/>
              <a:ext cx="105457" cy="105457"/>
              <a:chOff x="7812545" y="194375"/>
              <a:chExt cx="105457" cy="105457"/>
            </a:xfrm>
          </p:grpSpPr>
          <p:sp>
            <p:nvSpPr>
              <p:cNvPr id="5187" name="Google Shape;5187;p210"/>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8" name="Google Shape;5188;p210"/>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9" name="Google Shape;5189;p210"/>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0" name="Google Shape;5190;p210"/>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191" name="Google Shape;5191;p210"/>
            <p:cNvSpPr/>
            <p:nvPr/>
          </p:nvSpPr>
          <p:spPr>
            <a:xfrm>
              <a:off x="274663" y="650800"/>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92" name="Google Shape;5192;p210"/>
          <p:cNvGrpSpPr/>
          <p:nvPr/>
        </p:nvGrpSpPr>
        <p:grpSpPr>
          <a:xfrm>
            <a:off x="8458201" y="174775"/>
            <a:ext cx="450001" cy="729257"/>
            <a:chOff x="8458201" y="174775"/>
            <a:chExt cx="450001" cy="729257"/>
          </a:xfrm>
        </p:grpSpPr>
        <p:sp>
          <p:nvSpPr>
            <p:cNvPr id="5193" name="Google Shape;5193;p210"/>
            <p:cNvSpPr/>
            <p:nvPr/>
          </p:nvSpPr>
          <p:spPr>
            <a:xfrm>
              <a:off x="8458201" y="17477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5194" name="Google Shape;5194;p210"/>
            <p:cNvGrpSpPr/>
            <p:nvPr/>
          </p:nvGrpSpPr>
          <p:grpSpPr>
            <a:xfrm>
              <a:off x="8802745" y="798575"/>
              <a:ext cx="105457" cy="105457"/>
              <a:chOff x="7812545" y="194375"/>
              <a:chExt cx="105457" cy="105457"/>
            </a:xfrm>
          </p:grpSpPr>
          <p:sp>
            <p:nvSpPr>
              <p:cNvPr id="5195" name="Google Shape;5195;p210"/>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6" name="Google Shape;5196;p210"/>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7" name="Google Shape;5197;p210"/>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8" name="Google Shape;5198;p210"/>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199" name="Google Shape;5199;p210"/>
          <p:cNvGrpSpPr/>
          <p:nvPr/>
        </p:nvGrpSpPr>
        <p:grpSpPr>
          <a:xfrm>
            <a:off x="4674326" y="4643998"/>
            <a:ext cx="1462601" cy="285801"/>
            <a:chOff x="4826726" y="4646175"/>
            <a:chExt cx="1462601" cy="285801"/>
          </a:xfrm>
        </p:grpSpPr>
        <p:sp>
          <p:nvSpPr>
            <p:cNvPr id="5200" name="Google Shape;5200;p210"/>
            <p:cNvSpPr/>
            <p:nvPr/>
          </p:nvSpPr>
          <p:spPr>
            <a:xfrm>
              <a:off x="4826726" y="485402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5201" name="Google Shape;5201;p210"/>
            <p:cNvGrpSpPr/>
            <p:nvPr/>
          </p:nvGrpSpPr>
          <p:grpSpPr>
            <a:xfrm>
              <a:off x="5519620" y="4646175"/>
              <a:ext cx="105457" cy="105457"/>
              <a:chOff x="7812545" y="194375"/>
              <a:chExt cx="105457" cy="105457"/>
            </a:xfrm>
          </p:grpSpPr>
          <p:sp>
            <p:nvSpPr>
              <p:cNvPr id="5202" name="Google Shape;5202;p210"/>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3" name="Google Shape;5203;p210"/>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4" name="Google Shape;5204;p210"/>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5" name="Google Shape;5205;p210"/>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06" name="Google Shape;5206;p210"/>
            <p:cNvSpPr/>
            <p:nvPr/>
          </p:nvSpPr>
          <p:spPr>
            <a:xfrm>
              <a:off x="6211376" y="485402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spTree>
  </p:cSld>
  <p:clrMapOvr>
    <a:masterClrMapping/>
  </p:clrMapOvr>
</p:sldLayout>
</file>

<file path=ppt/slideLayouts/slideLayout2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1">
  <p:cSld name="BLANK_16">
    <p:spTree>
      <p:nvGrpSpPr>
        <p:cNvPr id="5207" name="Shape 5207"/>
        <p:cNvGrpSpPr/>
        <p:nvPr/>
      </p:nvGrpSpPr>
      <p:grpSpPr>
        <a:xfrm>
          <a:off x="0" y="0"/>
          <a:ext cx="0" cy="0"/>
          <a:chOff x="0" y="0"/>
          <a:chExt cx="0" cy="0"/>
        </a:xfrm>
      </p:grpSpPr>
      <p:sp>
        <p:nvSpPr>
          <p:cNvPr id="5208" name="Google Shape;5208;p2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5209" name="Google Shape;5209;p211"/>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210" name="Google Shape;5210;p211"/>
          <p:cNvSpPr txBox="1"/>
          <p:nvPr>
            <p:ph idx="1" type="subTitle"/>
          </p:nvPr>
        </p:nvSpPr>
        <p:spPr>
          <a:xfrm>
            <a:off x="685800" y="2234667"/>
            <a:ext cx="2249100" cy="481500"/>
          </a:xfrm>
          <a:prstGeom prst="rect">
            <a:avLst/>
          </a:prstGeom>
        </p:spPr>
        <p:txBody>
          <a:bodyPr anchorCtr="0" anchor="ctr" bIns="91425" lIns="91425" spcFirstLastPara="1" rIns="91425" wrap="square" tIns="91425">
            <a:noAutofit/>
          </a:bodyPr>
          <a:lstStyle>
            <a:lvl1pPr lvl="0" algn="r">
              <a:lnSpc>
                <a:spcPct val="100000"/>
              </a:lnSpc>
              <a:spcBef>
                <a:spcPts val="0"/>
              </a:spcBef>
              <a:spcAft>
                <a:spcPts val="0"/>
              </a:spcAft>
              <a:buSzPts val="1400"/>
              <a:buNone/>
              <a:defRPr/>
            </a:lvl1pPr>
            <a:lvl2pPr lvl="1" algn="r">
              <a:lnSpc>
                <a:spcPct val="100000"/>
              </a:lnSpc>
              <a:spcBef>
                <a:spcPts val="0"/>
              </a:spcBef>
              <a:spcAft>
                <a:spcPts val="0"/>
              </a:spcAft>
              <a:buSzPts val="1400"/>
              <a:buNone/>
              <a:defRPr/>
            </a:lvl2pPr>
            <a:lvl3pPr lvl="2" algn="r">
              <a:lnSpc>
                <a:spcPct val="100000"/>
              </a:lnSpc>
              <a:spcBef>
                <a:spcPts val="0"/>
              </a:spcBef>
              <a:spcAft>
                <a:spcPts val="0"/>
              </a:spcAft>
              <a:buSzPts val="1400"/>
              <a:buNone/>
              <a:defRPr/>
            </a:lvl3pPr>
            <a:lvl4pPr lvl="3" algn="r">
              <a:lnSpc>
                <a:spcPct val="100000"/>
              </a:lnSpc>
              <a:spcBef>
                <a:spcPts val="0"/>
              </a:spcBef>
              <a:spcAft>
                <a:spcPts val="0"/>
              </a:spcAft>
              <a:buSzPts val="1400"/>
              <a:buNone/>
              <a:defRPr/>
            </a:lvl4pPr>
            <a:lvl5pPr lvl="4" algn="r">
              <a:lnSpc>
                <a:spcPct val="100000"/>
              </a:lnSpc>
              <a:spcBef>
                <a:spcPts val="0"/>
              </a:spcBef>
              <a:spcAft>
                <a:spcPts val="0"/>
              </a:spcAft>
              <a:buSzPts val="1400"/>
              <a:buNone/>
              <a:defRPr/>
            </a:lvl5pPr>
            <a:lvl6pPr lvl="5" algn="r">
              <a:lnSpc>
                <a:spcPct val="100000"/>
              </a:lnSpc>
              <a:spcBef>
                <a:spcPts val="0"/>
              </a:spcBef>
              <a:spcAft>
                <a:spcPts val="0"/>
              </a:spcAft>
              <a:buSzPts val="1400"/>
              <a:buNone/>
              <a:defRPr/>
            </a:lvl6pPr>
            <a:lvl7pPr lvl="6" algn="r">
              <a:lnSpc>
                <a:spcPct val="100000"/>
              </a:lnSpc>
              <a:spcBef>
                <a:spcPts val="0"/>
              </a:spcBef>
              <a:spcAft>
                <a:spcPts val="0"/>
              </a:spcAft>
              <a:buSzPts val="1400"/>
              <a:buNone/>
              <a:defRPr/>
            </a:lvl7pPr>
            <a:lvl8pPr lvl="7" algn="r">
              <a:lnSpc>
                <a:spcPct val="100000"/>
              </a:lnSpc>
              <a:spcBef>
                <a:spcPts val="0"/>
              </a:spcBef>
              <a:spcAft>
                <a:spcPts val="0"/>
              </a:spcAft>
              <a:buSzPts val="1400"/>
              <a:buNone/>
              <a:defRPr/>
            </a:lvl8pPr>
            <a:lvl9pPr lvl="8" algn="r">
              <a:lnSpc>
                <a:spcPct val="100000"/>
              </a:lnSpc>
              <a:spcBef>
                <a:spcPts val="0"/>
              </a:spcBef>
              <a:spcAft>
                <a:spcPts val="0"/>
              </a:spcAft>
              <a:buSzPts val="1400"/>
              <a:buNone/>
              <a:defRPr/>
            </a:lvl9pPr>
          </a:lstStyle>
          <a:p/>
        </p:txBody>
      </p:sp>
      <p:sp>
        <p:nvSpPr>
          <p:cNvPr id="5211" name="Google Shape;5211;p211"/>
          <p:cNvSpPr txBox="1"/>
          <p:nvPr>
            <p:ph idx="2" type="subTitle"/>
          </p:nvPr>
        </p:nvSpPr>
        <p:spPr>
          <a:xfrm>
            <a:off x="685800" y="1771117"/>
            <a:ext cx="2249100" cy="393600"/>
          </a:xfrm>
          <a:prstGeom prst="rect">
            <a:avLst/>
          </a:prstGeom>
        </p:spPr>
        <p:txBody>
          <a:bodyPr anchorCtr="0" anchor="ctr" bIns="91425" lIns="91425" spcFirstLastPara="1" rIns="91425" wrap="square" tIns="91425">
            <a:noAutofit/>
          </a:bodyPr>
          <a:lstStyle>
            <a:lvl1pPr lvl="0" algn="r">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sp>
        <p:nvSpPr>
          <p:cNvPr id="5212" name="Google Shape;5212;p211"/>
          <p:cNvSpPr txBox="1"/>
          <p:nvPr>
            <p:ph idx="3" type="subTitle"/>
          </p:nvPr>
        </p:nvSpPr>
        <p:spPr>
          <a:xfrm>
            <a:off x="685800" y="3577142"/>
            <a:ext cx="2249100" cy="481500"/>
          </a:xfrm>
          <a:prstGeom prst="rect">
            <a:avLst/>
          </a:prstGeom>
        </p:spPr>
        <p:txBody>
          <a:bodyPr anchorCtr="0" anchor="ctr" bIns="91425" lIns="91425" spcFirstLastPara="1" rIns="91425" wrap="square" tIns="91425">
            <a:noAutofit/>
          </a:bodyPr>
          <a:lstStyle>
            <a:lvl1pPr lvl="0" algn="r">
              <a:lnSpc>
                <a:spcPct val="100000"/>
              </a:lnSpc>
              <a:spcBef>
                <a:spcPts val="0"/>
              </a:spcBef>
              <a:spcAft>
                <a:spcPts val="0"/>
              </a:spcAft>
              <a:buSzPts val="1400"/>
              <a:buNone/>
              <a:defRPr/>
            </a:lvl1pPr>
            <a:lvl2pPr lvl="1" algn="r">
              <a:lnSpc>
                <a:spcPct val="100000"/>
              </a:lnSpc>
              <a:spcBef>
                <a:spcPts val="0"/>
              </a:spcBef>
              <a:spcAft>
                <a:spcPts val="0"/>
              </a:spcAft>
              <a:buSzPts val="1400"/>
              <a:buNone/>
              <a:defRPr/>
            </a:lvl2pPr>
            <a:lvl3pPr lvl="2" algn="r">
              <a:lnSpc>
                <a:spcPct val="100000"/>
              </a:lnSpc>
              <a:spcBef>
                <a:spcPts val="0"/>
              </a:spcBef>
              <a:spcAft>
                <a:spcPts val="0"/>
              </a:spcAft>
              <a:buSzPts val="1400"/>
              <a:buNone/>
              <a:defRPr/>
            </a:lvl3pPr>
            <a:lvl4pPr lvl="3" algn="r">
              <a:lnSpc>
                <a:spcPct val="100000"/>
              </a:lnSpc>
              <a:spcBef>
                <a:spcPts val="0"/>
              </a:spcBef>
              <a:spcAft>
                <a:spcPts val="0"/>
              </a:spcAft>
              <a:buSzPts val="1400"/>
              <a:buNone/>
              <a:defRPr/>
            </a:lvl4pPr>
            <a:lvl5pPr lvl="4" algn="r">
              <a:lnSpc>
                <a:spcPct val="100000"/>
              </a:lnSpc>
              <a:spcBef>
                <a:spcPts val="0"/>
              </a:spcBef>
              <a:spcAft>
                <a:spcPts val="0"/>
              </a:spcAft>
              <a:buSzPts val="1400"/>
              <a:buNone/>
              <a:defRPr/>
            </a:lvl5pPr>
            <a:lvl6pPr lvl="5" algn="r">
              <a:lnSpc>
                <a:spcPct val="100000"/>
              </a:lnSpc>
              <a:spcBef>
                <a:spcPts val="0"/>
              </a:spcBef>
              <a:spcAft>
                <a:spcPts val="0"/>
              </a:spcAft>
              <a:buSzPts val="1400"/>
              <a:buNone/>
              <a:defRPr/>
            </a:lvl6pPr>
            <a:lvl7pPr lvl="6" algn="r">
              <a:lnSpc>
                <a:spcPct val="100000"/>
              </a:lnSpc>
              <a:spcBef>
                <a:spcPts val="0"/>
              </a:spcBef>
              <a:spcAft>
                <a:spcPts val="0"/>
              </a:spcAft>
              <a:buSzPts val="1400"/>
              <a:buNone/>
              <a:defRPr/>
            </a:lvl7pPr>
            <a:lvl8pPr lvl="7" algn="r">
              <a:lnSpc>
                <a:spcPct val="100000"/>
              </a:lnSpc>
              <a:spcBef>
                <a:spcPts val="0"/>
              </a:spcBef>
              <a:spcAft>
                <a:spcPts val="0"/>
              </a:spcAft>
              <a:buSzPts val="1400"/>
              <a:buNone/>
              <a:defRPr/>
            </a:lvl8pPr>
            <a:lvl9pPr lvl="8" algn="r">
              <a:lnSpc>
                <a:spcPct val="100000"/>
              </a:lnSpc>
              <a:spcBef>
                <a:spcPts val="0"/>
              </a:spcBef>
              <a:spcAft>
                <a:spcPts val="0"/>
              </a:spcAft>
              <a:buSzPts val="1400"/>
              <a:buNone/>
              <a:defRPr/>
            </a:lvl9pPr>
          </a:lstStyle>
          <a:p/>
        </p:txBody>
      </p:sp>
      <p:sp>
        <p:nvSpPr>
          <p:cNvPr id="5213" name="Google Shape;5213;p211"/>
          <p:cNvSpPr txBox="1"/>
          <p:nvPr>
            <p:ph idx="4" type="subTitle"/>
          </p:nvPr>
        </p:nvSpPr>
        <p:spPr>
          <a:xfrm>
            <a:off x="685800" y="3113592"/>
            <a:ext cx="2249100" cy="393600"/>
          </a:xfrm>
          <a:prstGeom prst="rect">
            <a:avLst/>
          </a:prstGeom>
        </p:spPr>
        <p:txBody>
          <a:bodyPr anchorCtr="0" anchor="ctr" bIns="91425" lIns="91425" spcFirstLastPara="1" rIns="91425" wrap="square" tIns="91425">
            <a:noAutofit/>
          </a:bodyPr>
          <a:lstStyle>
            <a:lvl1pPr lvl="0" algn="r">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sp>
        <p:nvSpPr>
          <p:cNvPr id="5214" name="Google Shape;5214;p211"/>
          <p:cNvSpPr txBox="1"/>
          <p:nvPr>
            <p:ph idx="5" type="subTitle"/>
          </p:nvPr>
        </p:nvSpPr>
        <p:spPr>
          <a:xfrm>
            <a:off x="6209200" y="2234667"/>
            <a:ext cx="2249100" cy="4815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5215" name="Google Shape;5215;p211"/>
          <p:cNvSpPr txBox="1"/>
          <p:nvPr>
            <p:ph idx="6" type="subTitle"/>
          </p:nvPr>
        </p:nvSpPr>
        <p:spPr>
          <a:xfrm>
            <a:off x="6209200" y="1771117"/>
            <a:ext cx="2249100" cy="393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sp>
        <p:nvSpPr>
          <p:cNvPr id="5216" name="Google Shape;5216;p211"/>
          <p:cNvSpPr txBox="1"/>
          <p:nvPr>
            <p:ph idx="7" type="subTitle"/>
          </p:nvPr>
        </p:nvSpPr>
        <p:spPr>
          <a:xfrm>
            <a:off x="6209200" y="3577142"/>
            <a:ext cx="2249100" cy="4815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5217" name="Google Shape;5217;p211"/>
          <p:cNvSpPr txBox="1"/>
          <p:nvPr>
            <p:ph idx="8" type="subTitle"/>
          </p:nvPr>
        </p:nvSpPr>
        <p:spPr>
          <a:xfrm>
            <a:off x="6209200" y="3113592"/>
            <a:ext cx="2249100" cy="393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grpSp>
        <p:nvGrpSpPr>
          <p:cNvPr id="5218" name="Google Shape;5218;p211"/>
          <p:cNvGrpSpPr/>
          <p:nvPr/>
        </p:nvGrpSpPr>
        <p:grpSpPr>
          <a:xfrm flipH="1">
            <a:off x="450425" y="4456075"/>
            <a:ext cx="1916852" cy="488594"/>
            <a:chOff x="6725000" y="4484900"/>
            <a:chExt cx="1916852" cy="488594"/>
          </a:xfrm>
        </p:grpSpPr>
        <p:sp>
          <p:nvSpPr>
            <p:cNvPr id="5219" name="Google Shape;5219;p211"/>
            <p:cNvSpPr/>
            <p:nvPr/>
          </p:nvSpPr>
          <p:spPr>
            <a:xfrm>
              <a:off x="8536400" y="4484900"/>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220" name="Google Shape;5220;p211"/>
            <p:cNvGrpSpPr/>
            <p:nvPr/>
          </p:nvGrpSpPr>
          <p:grpSpPr>
            <a:xfrm>
              <a:off x="7801920" y="4868038"/>
              <a:ext cx="105457" cy="105457"/>
              <a:chOff x="7812545" y="194375"/>
              <a:chExt cx="105457" cy="105457"/>
            </a:xfrm>
          </p:grpSpPr>
          <p:sp>
            <p:nvSpPr>
              <p:cNvPr id="5221" name="Google Shape;5221;p211"/>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2" name="Google Shape;5222;p211"/>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3" name="Google Shape;5223;p211"/>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4" name="Google Shape;5224;p211"/>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25" name="Google Shape;5225;p211"/>
            <p:cNvSpPr/>
            <p:nvPr/>
          </p:nvSpPr>
          <p:spPr>
            <a:xfrm>
              <a:off x="6725000" y="4762662"/>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26" name="Google Shape;5226;p211"/>
          <p:cNvGrpSpPr/>
          <p:nvPr/>
        </p:nvGrpSpPr>
        <p:grpSpPr>
          <a:xfrm>
            <a:off x="8072151" y="199650"/>
            <a:ext cx="727201" cy="912457"/>
            <a:chOff x="8072151" y="199650"/>
            <a:chExt cx="727201" cy="912457"/>
          </a:xfrm>
        </p:grpSpPr>
        <p:sp>
          <p:nvSpPr>
            <p:cNvPr id="5227" name="Google Shape;5227;p211"/>
            <p:cNvSpPr/>
            <p:nvPr/>
          </p:nvSpPr>
          <p:spPr>
            <a:xfrm>
              <a:off x="8072151" y="199650"/>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5228" name="Google Shape;5228;p211"/>
            <p:cNvGrpSpPr/>
            <p:nvPr/>
          </p:nvGrpSpPr>
          <p:grpSpPr>
            <a:xfrm>
              <a:off x="8645970" y="1006650"/>
              <a:ext cx="105457" cy="105457"/>
              <a:chOff x="7812545" y="194375"/>
              <a:chExt cx="105457" cy="105457"/>
            </a:xfrm>
          </p:grpSpPr>
          <p:sp>
            <p:nvSpPr>
              <p:cNvPr id="5229" name="Google Shape;5229;p211"/>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0" name="Google Shape;5230;p211"/>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1" name="Google Shape;5231;p211"/>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2" name="Google Shape;5232;p211"/>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33" name="Google Shape;5233;p211"/>
            <p:cNvGrpSpPr/>
            <p:nvPr/>
          </p:nvGrpSpPr>
          <p:grpSpPr>
            <a:xfrm>
              <a:off x="8693895" y="342525"/>
              <a:ext cx="105457" cy="105457"/>
              <a:chOff x="7812545" y="194375"/>
              <a:chExt cx="105457" cy="105457"/>
            </a:xfrm>
          </p:grpSpPr>
          <p:sp>
            <p:nvSpPr>
              <p:cNvPr id="5234" name="Google Shape;5234;p211"/>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5" name="Google Shape;5235;p211"/>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6" name="Google Shape;5236;p211"/>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7" name="Google Shape;5237;p211"/>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238" name="Google Shape;5238;p211"/>
          <p:cNvGrpSpPr/>
          <p:nvPr/>
        </p:nvGrpSpPr>
        <p:grpSpPr>
          <a:xfrm>
            <a:off x="7924782" y="4282875"/>
            <a:ext cx="1763256" cy="1268320"/>
            <a:chOff x="7924782" y="4282875"/>
            <a:chExt cx="1763256" cy="1268320"/>
          </a:xfrm>
        </p:grpSpPr>
        <p:sp>
          <p:nvSpPr>
            <p:cNvPr id="5239" name="Google Shape;5239;p211"/>
            <p:cNvSpPr/>
            <p:nvPr/>
          </p:nvSpPr>
          <p:spPr>
            <a:xfrm flipH="1">
              <a:off x="7924782" y="4282875"/>
              <a:ext cx="1463593" cy="1176898"/>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rgbClr val="F0F0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0" name="Google Shape;5240;p211"/>
            <p:cNvSpPr/>
            <p:nvPr/>
          </p:nvSpPr>
          <p:spPr>
            <a:xfrm>
              <a:off x="8471361" y="4438924"/>
              <a:ext cx="1216677" cy="1112271"/>
            </a:xfrm>
            <a:custGeom>
              <a:rect b="b" l="l" r="r" t="t"/>
              <a:pathLst>
                <a:path extrusionOk="0" h="49900" w="54584">
                  <a:moveTo>
                    <a:pt x="39803" y="0"/>
                  </a:moveTo>
                  <a:cubicBezTo>
                    <a:pt x="38029" y="0"/>
                    <a:pt x="36248" y="409"/>
                    <a:pt x="34570" y="1238"/>
                  </a:cubicBezTo>
                  <a:cubicBezTo>
                    <a:pt x="31367" y="2802"/>
                    <a:pt x="28886" y="5448"/>
                    <a:pt x="25683" y="7012"/>
                  </a:cubicBezTo>
                  <a:cubicBezTo>
                    <a:pt x="21308" y="9163"/>
                    <a:pt x="16511" y="10320"/>
                    <a:pt x="12090" y="12380"/>
                  </a:cubicBezTo>
                  <a:cubicBezTo>
                    <a:pt x="7684" y="14425"/>
                    <a:pt x="3444" y="17628"/>
                    <a:pt x="1865" y="22244"/>
                  </a:cubicBezTo>
                  <a:cubicBezTo>
                    <a:pt x="1" y="27673"/>
                    <a:pt x="647" y="34078"/>
                    <a:pt x="3504" y="39040"/>
                  </a:cubicBezTo>
                  <a:cubicBezTo>
                    <a:pt x="8069" y="46988"/>
                    <a:pt x="17031" y="49899"/>
                    <a:pt x="25743" y="49899"/>
                  </a:cubicBezTo>
                  <a:cubicBezTo>
                    <a:pt x="25898" y="49899"/>
                    <a:pt x="26054" y="49898"/>
                    <a:pt x="26209" y="49897"/>
                  </a:cubicBezTo>
                  <a:cubicBezTo>
                    <a:pt x="44945" y="49671"/>
                    <a:pt x="54583" y="26996"/>
                    <a:pt x="51531" y="10696"/>
                  </a:cubicBezTo>
                  <a:cubicBezTo>
                    <a:pt x="50869" y="7163"/>
                    <a:pt x="49230" y="3779"/>
                    <a:pt x="46118" y="1840"/>
                  </a:cubicBezTo>
                  <a:cubicBezTo>
                    <a:pt x="44160" y="620"/>
                    <a:pt x="41987" y="0"/>
                    <a:pt x="398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2">
  <p:cSld name="BLANK_21">
    <p:spTree>
      <p:nvGrpSpPr>
        <p:cNvPr id="5241" name="Shape 5241"/>
        <p:cNvGrpSpPr/>
        <p:nvPr/>
      </p:nvGrpSpPr>
      <p:grpSpPr>
        <a:xfrm>
          <a:off x="0" y="0"/>
          <a:ext cx="0" cy="0"/>
          <a:chOff x="0" y="0"/>
          <a:chExt cx="0" cy="0"/>
        </a:xfrm>
      </p:grpSpPr>
      <p:sp>
        <p:nvSpPr>
          <p:cNvPr id="5242" name="Google Shape;5242;p2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5243" name="Google Shape;5243;p212"/>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244" name="Google Shape;5244;p212"/>
          <p:cNvSpPr txBox="1"/>
          <p:nvPr>
            <p:ph idx="2" type="title"/>
          </p:nvPr>
        </p:nvSpPr>
        <p:spPr>
          <a:xfrm>
            <a:off x="685800" y="2239050"/>
            <a:ext cx="2227800" cy="3936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sz="2000">
                <a:solidFill>
                  <a:schemeClr val="accent2"/>
                </a:solidFill>
              </a:defRPr>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sp>
        <p:nvSpPr>
          <p:cNvPr id="5245" name="Google Shape;5245;p212"/>
          <p:cNvSpPr txBox="1"/>
          <p:nvPr>
            <p:ph idx="1" type="subTitle"/>
          </p:nvPr>
        </p:nvSpPr>
        <p:spPr>
          <a:xfrm>
            <a:off x="688342" y="2632650"/>
            <a:ext cx="2227800" cy="4680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246" name="Google Shape;5246;p212"/>
          <p:cNvSpPr txBox="1"/>
          <p:nvPr>
            <p:ph hasCustomPrompt="1" idx="3" type="title"/>
          </p:nvPr>
        </p:nvSpPr>
        <p:spPr>
          <a:xfrm>
            <a:off x="685793" y="1773634"/>
            <a:ext cx="792600" cy="5283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solidFill>
                  <a:schemeClr val="accent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5247" name="Google Shape;5247;p212"/>
          <p:cNvSpPr txBox="1"/>
          <p:nvPr>
            <p:ph idx="4" type="title"/>
          </p:nvPr>
        </p:nvSpPr>
        <p:spPr>
          <a:xfrm>
            <a:off x="6230350" y="2239050"/>
            <a:ext cx="2225400" cy="393600"/>
          </a:xfrm>
          <a:prstGeom prst="rect">
            <a:avLst/>
          </a:prstGeom>
        </p:spPr>
        <p:txBody>
          <a:bodyPr anchorCtr="0" anchor="ctr" bIns="91425" lIns="91425" spcFirstLastPara="1" rIns="91425" wrap="square" tIns="91425">
            <a:noAutofit/>
          </a:bodyPr>
          <a:lstStyle>
            <a:lvl1pPr lvl="0" algn="r">
              <a:spcBef>
                <a:spcPts val="0"/>
              </a:spcBef>
              <a:spcAft>
                <a:spcPts val="0"/>
              </a:spcAft>
              <a:buSzPts val="2000"/>
              <a:buNone/>
              <a:defRPr sz="2000">
                <a:solidFill>
                  <a:schemeClr val="accent2"/>
                </a:solidFill>
              </a:defRPr>
            </a:lvl1pPr>
            <a:lvl2pPr lvl="1" algn="r">
              <a:spcBef>
                <a:spcPts val="0"/>
              </a:spcBef>
              <a:spcAft>
                <a:spcPts val="0"/>
              </a:spcAft>
              <a:buSzPts val="2000"/>
              <a:buNone/>
              <a:defRPr sz="2000"/>
            </a:lvl2pPr>
            <a:lvl3pPr lvl="2" algn="r">
              <a:spcBef>
                <a:spcPts val="0"/>
              </a:spcBef>
              <a:spcAft>
                <a:spcPts val="0"/>
              </a:spcAft>
              <a:buSzPts val="2000"/>
              <a:buNone/>
              <a:defRPr sz="2000"/>
            </a:lvl3pPr>
            <a:lvl4pPr lvl="3" algn="r">
              <a:spcBef>
                <a:spcPts val="0"/>
              </a:spcBef>
              <a:spcAft>
                <a:spcPts val="0"/>
              </a:spcAft>
              <a:buSzPts val="2000"/>
              <a:buNone/>
              <a:defRPr sz="2000"/>
            </a:lvl4pPr>
            <a:lvl5pPr lvl="4" algn="r">
              <a:spcBef>
                <a:spcPts val="0"/>
              </a:spcBef>
              <a:spcAft>
                <a:spcPts val="0"/>
              </a:spcAft>
              <a:buSzPts val="2000"/>
              <a:buNone/>
              <a:defRPr sz="2000"/>
            </a:lvl5pPr>
            <a:lvl6pPr lvl="5" algn="r">
              <a:spcBef>
                <a:spcPts val="0"/>
              </a:spcBef>
              <a:spcAft>
                <a:spcPts val="0"/>
              </a:spcAft>
              <a:buSzPts val="2000"/>
              <a:buNone/>
              <a:defRPr sz="2000"/>
            </a:lvl6pPr>
            <a:lvl7pPr lvl="6" algn="r">
              <a:spcBef>
                <a:spcPts val="0"/>
              </a:spcBef>
              <a:spcAft>
                <a:spcPts val="0"/>
              </a:spcAft>
              <a:buSzPts val="2000"/>
              <a:buNone/>
              <a:defRPr sz="2000"/>
            </a:lvl7pPr>
            <a:lvl8pPr lvl="7" algn="r">
              <a:spcBef>
                <a:spcPts val="0"/>
              </a:spcBef>
              <a:spcAft>
                <a:spcPts val="0"/>
              </a:spcAft>
              <a:buSzPts val="2000"/>
              <a:buNone/>
              <a:defRPr sz="2000"/>
            </a:lvl8pPr>
            <a:lvl9pPr lvl="8" algn="r">
              <a:spcBef>
                <a:spcPts val="0"/>
              </a:spcBef>
              <a:spcAft>
                <a:spcPts val="0"/>
              </a:spcAft>
              <a:buSzPts val="2000"/>
              <a:buNone/>
              <a:defRPr sz="2000"/>
            </a:lvl9pPr>
          </a:lstStyle>
          <a:p/>
        </p:txBody>
      </p:sp>
      <p:sp>
        <p:nvSpPr>
          <p:cNvPr id="5248" name="Google Shape;5248;p212"/>
          <p:cNvSpPr txBox="1"/>
          <p:nvPr>
            <p:ph idx="5" type="subTitle"/>
          </p:nvPr>
        </p:nvSpPr>
        <p:spPr>
          <a:xfrm>
            <a:off x="6232889" y="2632650"/>
            <a:ext cx="2225400" cy="468000"/>
          </a:xfrm>
          <a:prstGeom prst="rect">
            <a:avLst/>
          </a:prstGeom>
        </p:spPr>
        <p:txBody>
          <a:bodyPr anchorCtr="0" anchor="ctr" bIns="91425" lIns="91425" spcFirstLastPara="1" rIns="91425" wrap="square" tIns="91425">
            <a:noAutofit/>
          </a:bodyPr>
          <a:lstStyle>
            <a:lvl1pPr lvl="0" algn="r">
              <a:lnSpc>
                <a:spcPct val="100000"/>
              </a:lnSpc>
              <a:spcBef>
                <a:spcPts val="0"/>
              </a:spcBef>
              <a:spcAft>
                <a:spcPts val="0"/>
              </a:spcAft>
              <a:buSzPts val="1400"/>
              <a:buNone/>
              <a:defRPr/>
            </a:lvl1pPr>
            <a:lvl2pPr lvl="1" algn="r">
              <a:lnSpc>
                <a:spcPct val="100000"/>
              </a:lnSpc>
              <a:spcBef>
                <a:spcPts val="0"/>
              </a:spcBef>
              <a:spcAft>
                <a:spcPts val="0"/>
              </a:spcAft>
              <a:buSzPts val="1400"/>
              <a:buNone/>
              <a:defRPr/>
            </a:lvl2pPr>
            <a:lvl3pPr lvl="2" algn="r">
              <a:lnSpc>
                <a:spcPct val="100000"/>
              </a:lnSpc>
              <a:spcBef>
                <a:spcPts val="0"/>
              </a:spcBef>
              <a:spcAft>
                <a:spcPts val="0"/>
              </a:spcAft>
              <a:buSzPts val="1400"/>
              <a:buNone/>
              <a:defRPr/>
            </a:lvl3pPr>
            <a:lvl4pPr lvl="3" algn="r">
              <a:lnSpc>
                <a:spcPct val="100000"/>
              </a:lnSpc>
              <a:spcBef>
                <a:spcPts val="0"/>
              </a:spcBef>
              <a:spcAft>
                <a:spcPts val="0"/>
              </a:spcAft>
              <a:buSzPts val="1400"/>
              <a:buNone/>
              <a:defRPr/>
            </a:lvl4pPr>
            <a:lvl5pPr lvl="4" algn="r">
              <a:lnSpc>
                <a:spcPct val="100000"/>
              </a:lnSpc>
              <a:spcBef>
                <a:spcPts val="0"/>
              </a:spcBef>
              <a:spcAft>
                <a:spcPts val="0"/>
              </a:spcAft>
              <a:buSzPts val="1400"/>
              <a:buNone/>
              <a:defRPr/>
            </a:lvl5pPr>
            <a:lvl6pPr lvl="5" algn="r">
              <a:lnSpc>
                <a:spcPct val="100000"/>
              </a:lnSpc>
              <a:spcBef>
                <a:spcPts val="0"/>
              </a:spcBef>
              <a:spcAft>
                <a:spcPts val="0"/>
              </a:spcAft>
              <a:buSzPts val="1400"/>
              <a:buNone/>
              <a:defRPr/>
            </a:lvl6pPr>
            <a:lvl7pPr lvl="6" algn="r">
              <a:lnSpc>
                <a:spcPct val="100000"/>
              </a:lnSpc>
              <a:spcBef>
                <a:spcPts val="0"/>
              </a:spcBef>
              <a:spcAft>
                <a:spcPts val="0"/>
              </a:spcAft>
              <a:buSzPts val="1400"/>
              <a:buNone/>
              <a:defRPr/>
            </a:lvl7pPr>
            <a:lvl8pPr lvl="7" algn="r">
              <a:lnSpc>
                <a:spcPct val="100000"/>
              </a:lnSpc>
              <a:spcBef>
                <a:spcPts val="0"/>
              </a:spcBef>
              <a:spcAft>
                <a:spcPts val="0"/>
              </a:spcAft>
              <a:buSzPts val="1400"/>
              <a:buNone/>
              <a:defRPr/>
            </a:lvl8pPr>
            <a:lvl9pPr lvl="8" algn="r">
              <a:lnSpc>
                <a:spcPct val="100000"/>
              </a:lnSpc>
              <a:spcBef>
                <a:spcPts val="0"/>
              </a:spcBef>
              <a:spcAft>
                <a:spcPts val="0"/>
              </a:spcAft>
              <a:buSzPts val="1400"/>
              <a:buNone/>
              <a:defRPr/>
            </a:lvl9pPr>
          </a:lstStyle>
          <a:p/>
        </p:txBody>
      </p:sp>
      <p:sp>
        <p:nvSpPr>
          <p:cNvPr id="5249" name="Google Shape;5249;p212"/>
          <p:cNvSpPr txBox="1"/>
          <p:nvPr>
            <p:ph hasCustomPrompt="1" idx="6" type="title"/>
          </p:nvPr>
        </p:nvSpPr>
        <p:spPr>
          <a:xfrm>
            <a:off x="7662593" y="1773634"/>
            <a:ext cx="792600" cy="528300"/>
          </a:xfrm>
          <a:prstGeom prst="rect">
            <a:avLst/>
          </a:prstGeom>
        </p:spPr>
        <p:txBody>
          <a:bodyPr anchorCtr="0" anchor="ctr" bIns="91425" lIns="91425" spcFirstLastPara="1" rIns="91425" wrap="square" tIns="91425">
            <a:noAutofit/>
          </a:bodyPr>
          <a:lstStyle>
            <a:lvl1pPr lvl="0" algn="r">
              <a:spcBef>
                <a:spcPts val="0"/>
              </a:spcBef>
              <a:spcAft>
                <a:spcPts val="0"/>
              </a:spcAft>
              <a:buSzPts val="3000"/>
              <a:buNone/>
              <a:defRPr sz="3000">
                <a:solidFill>
                  <a:schemeClr val="accent2"/>
                </a:solidFill>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sp>
        <p:nvSpPr>
          <p:cNvPr id="5250" name="Google Shape;5250;p212"/>
          <p:cNvSpPr txBox="1"/>
          <p:nvPr>
            <p:ph idx="7" type="title"/>
          </p:nvPr>
        </p:nvSpPr>
        <p:spPr>
          <a:xfrm>
            <a:off x="687071" y="3702599"/>
            <a:ext cx="2227800" cy="3936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sz="2000">
                <a:solidFill>
                  <a:schemeClr val="accent2"/>
                </a:solidFill>
              </a:defRPr>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sp>
        <p:nvSpPr>
          <p:cNvPr id="5251" name="Google Shape;5251;p212"/>
          <p:cNvSpPr txBox="1"/>
          <p:nvPr>
            <p:ph idx="8" type="subTitle"/>
          </p:nvPr>
        </p:nvSpPr>
        <p:spPr>
          <a:xfrm>
            <a:off x="689613" y="4096199"/>
            <a:ext cx="2227800" cy="4680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252" name="Google Shape;5252;p212"/>
          <p:cNvSpPr txBox="1"/>
          <p:nvPr>
            <p:ph hasCustomPrompt="1" idx="9" type="title"/>
          </p:nvPr>
        </p:nvSpPr>
        <p:spPr>
          <a:xfrm>
            <a:off x="685793" y="3237184"/>
            <a:ext cx="792600" cy="5283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solidFill>
                  <a:schemeClr val="accent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5253" name="Google Shape;5253;p212"/>
          <p:cNvSpPr txBox="1"/>
          <p:nvPr>
            <p:ph idx="13" type="title"/>
          </p:nvPr>
        </p:nvSpPr>
        <p:spPr>
          <a:xfrm>
            <a:off x="6230350" y="3702599"/>
            <a:ext cx="2225400" cy="393600"/>
          </a:xfrm>
          <a:prstGeom prst="rect">
            <a:avLst/>
          </a:prstGeom>
        </p:spPr>
        <p:txBody>
          <a:bodyPr anchorCtr="0" anchor="ctr" bIns="91425" lIns="91425" spcFirstLastPara="1" rIns="91425" wrap="square" tIns="91425">
            <a:noAutofit/>
          </a:bodyPr>
          <a:lstStyle>
            <a:lvl1pPr lvl="0" algn="r">
              <a:spcBef>
                <a:spcPts val="0"/>
              </a:spcBef>
              <a:spcAft>
                <a:spcPts val="0"/>
              </a:spcAft>
              <a:buSzPts val="2000"/>
              <a:buNone/>
              <a:defRPr sz="2000">
                <a:solidFill>
                  <a:schemeClr val="accent2"/>
                </a:solidFill>
              </a:defRPr>
            </a:lvl1pPr>
            <a:lvl2pPr lvl="1" algn="r">
              <a:spcBef>
                <a:spcPts val="0"/>
              </a:spcBef>
              <a:spcAft>
                <a:spcPts val="0"/>
              </a:spcAft>
              <a:buSzPts val="2000"/>
              <a:buNone/>
              <a:defRPr sz="2000"/>
            </a:lvl2pPr>
            <a:lvl3pPr lvl="2" algn="r">
              <a:spcBef>
                <a:spcPts val="0"/>
              </a:spcBef>
              <a:spcAft>
                <a:spcPts val="0"/>
              </a:spcAft>
              <a:buSzPts val="2000"/>
              <a:buNone/>
              <a:defRPr sz="2000"/>
            </a:lvl3pPr>
            <a:lvl4pPr lvl="3" algn="r">
              <a:spcBef>
                <a:spcPts val="0"/>
              </a:spcBef>
              <a:spcAft>
                <a:spcPts val="0"/>
              </a:spcAft>
              <a:buSzPts val="2000"/>
              <a:buNone/>
              <a:defRPr sz="2000"/>
            </a:lvl4pPr>
            <a:lvl5pPr lvl="4" algn="r">
              <a:spcBef>
                <a:spcPts val="0"/>
              </a:spcBef>
              <a:spcAft>
                <a:spcPts val="0"/>
              </a:spcAft>
              <a:buSzPts val="2000"/>
              <a:buNone/>
              <a:defRPr sz="2000"/>
            </a:lvl5pPr>
            <a:lvl6pPr lvl="5" algn="r">
              <a:spcBef>
                <a:spcPts val="0"/>
              </a:spcBef>
              <a:spcAft>
                <a:spcPts val="0"/>
              </a:spcAft>
              <a:buSzPts val="2000"/>
              <a:buNone/>
              <a:defRPr sz="2000"/>
            </a:lvl6pPr>
            <a:lvl7pPr lvl="6" algn="r">
              <a:spcBef>
                <a:spcPts val="0"/>
              </a:spcBef>
              <a:spcAft>
                <a:spcPts val="0"/>
              </a:spcAft>
              <a:buSzPts val="2000"/>
              <a:buNone/>
              <a:defRPr sz="2000"/>
            </a:lvl7pPr>
            <a:lvl8pPr lvl="7" algn="r">
              <a:spcBef>
                <a:spcPts val="0"/>
              </a:spcBef>
              <a:spcAft>
                <a:spcPts val="0"/>
              </a:spcAft>
              <a:buSzPts val="2000"/>
              <a:buNone/>
              <a:defRPr sz="2000"/>
            </a:lvl8pPr>
            <a:lvl9pPr lvl="8" algn="r">
              <a:spcBef>
                <a:spcPts val="0"/>
              </a:spcBef>
              <a:spcAft>
                <a:spcPts val="0"/>
              </a:spcAft>
              <a:buSzPts val="2000"/>
              <a:buNone/>
              <a:defRPr sz="2000"/>
            </a:lvl9pPr>
          </a:lstStyle>
          <a:p/>
        </p:txBody>
      </p:sp>
      <p:sp>
        <p:nvSpPr>
          <p:cNvPr id="5254" name="Google Shape;5254;p212"/>
          <p:cNvSpPr txBox="1"/>
          <p:nvPr>
            <p:ph idx="14" type="subTitle"/>
          </p:nvPr>
        </p:nvSpPr>
        <p:spPr>
          <a:xfrm>
            <a:off x="6232889" y="4096199"/>
            <a:ext cx="2225400" cy="468000"/>
          </a:xfrm>
          <a:prstGeom prst="rect">
            <a:avLst/>
          </a:prstGeom>
        </p:spPr>
        <p:txBody>
          <a:bodyPr anchorCtr="0" anchor="ctr" bIns="91425" lIns="91425" spcFirstLastPara="1" rIns="91425" wrap="square" tIns="91425">
            <a:noAutofit/>
          </a:bodyPr>
          <a:lstStyle>
            <a:lvl1pPr lvl="0" algn="r">
              <a:lnSpc>
                <a:spcPct val="100000"/>
              </a:lnSpc>
              <a:spcBef>
                <a:spcPts val="0"/>
              </a:spcBef>
              <a:spcAft>
                <a:spcPts val="0"/>
              </a:spcAft>
              <a:buSzPts val="1400"/>
              <a:buNone/>
              <a:defRPr/>
            </a:lvl1pPr>
            <a:lvl2pPr lvl="1" algn="r">
              <a:lnSpc>
                <a:spcPct val="100000"/>
              </a:lnSpc>
              <a:spcBef>
                <a:spcPts val="0"/>
              </a:spcBef>
              <a:spcAft>
                <a:spcPts val="0"/>
              </a:spcAft>
              <a:buSzPts val="1400"/>
              <a:buNone/>
              <a:defRPr/>
            </a:lvl2pPr>
            <a:lvl3pPr lvl="2" algn="r">
              <a:lnSpc>
                <a:spcPct val="100000"/>
              </a:lnSpc>
              <a:spcBef>
                <a:spcPts val="0"/>
              </a:spcBef>
              <a:spcAft>
                <a:spcPts val="0"/>
              </a:spcAft>
              <a:buSzPts val="1400"/>
              <a:buNone/>
              <a:defRPr/>
            </a:lvl3pPr>
            <a:lvl4pPr lvl="3" algn="r">
              <a:lnSpc>
                <a:spcPct val="100000"/>
              </a:lnSpc>
              <a:spcBef>
                <a:spcPts val="0"/>
              </a:spcBef>
              <a:spcAft>
                <a:spcPts val="0"/>
              </a:spcAft>
              <a:buSzPts val="1400"/>
              <a:buNone/>
              <a:defRPr/>
            </a:lvl4pPr>
            <a:lvl5pPr lvl="4" algn="r">
              <a:lnSpc>
                <a:spcPct val="100000"/>
              </a:lnSpc>
              <a:spcBef>
                <a:spcPts val="0"/>
              </a:spcBef>
              <a:spcAft>
                <a:spcPts val="0"/>
              </a:spcAft>
              <a:buSzPts val="1400"/>
              <a:buNone/>
              <a:defRPr/>
            </a:lvl5pPr>
            <a:lvl6pPr lvl="5" algn="r">
              <a:lnSpc>
                <a:spcPct val="100000"/>
              </a:lnSpc>
              <a:spcBef>
                <a:spcPts val="0"/>
              </a:spcBef>
              <a:spcAft>
                <a:spcPts val="0"/>
              </a:spcAft>
              <a:buSzPts val="1400"/>
              <a:buNone/>
              <a:defRPr/>
            </a:lvl6pPr>
            <a:lvl7pPr lvl="6" algn="r">
              <a:lnSpc>
                <a:spcPct val="100000"/>
              </a:lnSpc>
              <a:spcBef>
                <a:spcPts val="0"/>
              </a:spcBef>
              <a:spcAft>
                <a:spcPts val="0"/>
              </a:spcAft>
              <a:buSzPts val="1400"/>
              <a:buNone/>
              <a:defRPr/>
            </a:lvl7pPr>
            <a:lvl8pPr lvl="7" algn="r">
              <a:lnSpc>
                <a:spcPct val="100000"/>
              </a:lnSpc>
              <a:spcBef>
                <a:spcPts val="0"/>
              </a:spcBef>
              <a:spcAft>
                <a:spcPts val="0"/>
              </a:spcAft>
              <a:buSzPts val="1400"/>
              <a:buNone/>
              <a:defRPr/>
            </a:lvl8pPr>
            <a:lvl9pPr lvl="8" algn="r">
              <a:lnSpc>
                <a:spcPct val="100000"/>
              </a:lnSpc>
              <a:spcBef>
                <a:spcPts val="0"/>
              </a:spcBef>
              <a:spcAft>
                <a:spcPts val="0"/>
              </a:spcAft>
              <a:buSzPts val="1400"/>
              <a:buNone/>
              <a:defRPr/>
            </a:lvl9pPr>
          </a:lstStyle>
          <a:p/>
        </p:txBody>
      </p:sp>
      <p:sp>
        <p:nvSpPr>
          <p:cNvPr id="5255" name="Google Shape;5255;p212"/>
          <p:cNvSpPr txBox="1"/>
          <p:nvPr>
            <p:ph hasCustomPrompt="1" idx="15" type="title"/>
          </p:nvPr>
        </p:nvSpPr>
        <p:spPr>
          <a:xfrm>
            <a:off x="7662593" y="3237184"/>
            <a:ext cx="792600" cy="528300"/>
          </a:xfrm>
          <a:prstGeom prst="rect">
            <a:avLst/>
          </a:prstGeom>
        </p:spPr>
        <p:txBody>
          <a:bodyPr anchorCtr="0" anchor="ctr" bIns="91425" lIns="91425" spcFirstLastPara="1" rIns="91425" wrap="square" tIns="91425">
            <a:noAutofit/>
          </a:bodyPr>
          <a:lstStyle>
            <a:lvl1pPr lvl="0" algn="r">
              <a:spcBef>
                <a:spcPts val="0"/>
              </a:spcBef>
              <a:spcAft>
                <a:spcPts val="0"/>
              </a:spcAft>
              <a:buSzPts val="3000"/>
              <a:buNone/>
              <a:defRPr sz="3000">
                <a:solidFill>
                  <a:schemeClr val="accent2"/>
                </a:solidFill>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grpSp>
        <p:nvGrpSpPr>
          <p:cNvPr id="5256" name="Google Shape;5256;p212"/>
          <p:cNvGrpSpPr/>
          <p:nvPr/>
        </p:nvGrpSpPr>
        <p:grpSpPr>
          <a:xfrm>
            <a:off x="-1069154" y="4407897"/>
            <a:ext cx="1878379" cy="1510434"/>
            <a:chOff x="-1069154" y="4407897"/>
            <a:chExt cx="1878379" cy="1510434"/>
          </a:xfrm>
        </p:grpSpPr>
        <p:sp>
          <p:nvSpPr>
            <p:cNvPr id="5257" name="Google Shape;5257;p212"/>
            <p:cNvSpPr/>
            <p:nvPr/>
          </p:nvSpPr>
          <p:spPr>
            <a:xfrm flipH="1">
              <a:off x="-1069154" y="4407897"/>
              <a:ext cx="1878379" cy="1510434"/>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8" name="Google Shape;5258;p212"/>
            <p:cNvSpPr/>
            <p:nvPr/>
          </p:nvSpPr>
          <p:spPr>
            <a:xfrm>
              <a:off x="-603318" y="4702573"/>
              <a:ext cx="1040410" cy="921152"/>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59" name="Google Shape;5259;p212"/>
          <p:cNvGrpSpPr/>
          <p:nvPr/>
        </p:nvGrpSpPr>
        <p:grpSpPr>
          <a:xfrm flipH="1" rot="10800000">
            <a:off x="8455188" y="183250"/>
            <a:ext cx="463864" cy="572939"/>
            <a:chOff x="274663" y="183250"/>
            <a:chExt cx="463864" cy="572939"/>
          </a:xfrm>
        </p:grpSpPr>
        <p:grpSp>
          <p:nvGrpSpPr>
            <p:cNvPr id="5260" name="Google Shape;5260;p212"/>
            <p:cNvGrpSpPr/>
            <p:nvPr/>
          </p:nvGrpSpPr>
          <p:grpSpPr>
            <a:xfrm>
              <a:off x="633070" y="183250"/>
              <a:ext cx="105457" cy="105457"/>
              <a:chOff x="7812545" y="194375"/>
              <a:chExt cx="105457" cy="105457"/>
            </a:xfrm>
          </p:grpSpPr>
          <p:sp>
            <p:nvSpPr>
              <p:cNvPr id="5261" name="Google Shape;5261;p212"/>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2" name="Google Shape;5262;p212"/>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3" name="Google Shape;5263;p212"/>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4" name="Google Shape;5264;p212"/>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65" name="Google Shape;5265;p212"/>
            <p:cNvSpPr/>
            <p:nvPr/>
          </p:nvSpPr>
          <p:spPr>
            <a:xfrm>
              <a:off x="274663" y="650800"/>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66" name="Google Shape;5266;p212"/>
          <p:cNvSpPr/>
          <p:nvPr/>
        </p:nvSpPr>
        <p:spPr>
          <a:xfrm rot="10800000">
            <a:off x="8055478" y="4564201"/>
            <a:ext cx="1683999" cy="1354130"/>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267" name="Google Shape;5267;p212"/>
          <p:cNvGrpSpPr/>
          <p:nvPr/>
        </p:nvGrpSpPr>
        <p:grpSpPr>
          <a:xfrm>
            <a:off x="167651" y="174775"/>
            <a:ext cx="719526" cy="729257"/>
            <a:chOff x="167651" y="174775"/>
            <a:chExt cx="719526" cy="729257"/>
          </a:xfrm>
        </p:grpSpPr>
        <p:sp>
          <p:nvSpPr>
            <p:cNvPr id="5268" name="Google Shape;5268;p212"/>
            <p:cNvSpPr/>
            <p:nvPr/>
          </p:nvSpPr>
          <p:spPr>
            <a:xfrm flipH="1" rot="10800000">
              <a:off x="167651" y="826080"/>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5269" name="Google Shape;5269;p212"/>
            <p:cNvGrpSpPr/>
            <p:nvPr/>
          </p:nvGrpSpPr>
          <p:grpSpPr>
            <a:xfrm flipH="1" rot="10800000">
              <a:off x="512195" y="174775"/>
              <a:ext cx="105457" cy="105457"/>
              <a:chOff x="7812545" y="194375"/>
              <a:chExt cx="105457" cy="105457"/>
            </a:xfrm>
          </p:grpSpPr>
          <p:sp>
            <p:nvSpPr>
              <p:cNvPr id="5270" name="Google Shape;5270;p212"/>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1" name="Google Shape;5271;p212"/>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2" name="Google Shape;5272;p212"/>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3" name="Google Shape;5273;p212"/>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74" name="Google Shape;5274;p212"/>
            <p:cNvSpPr/>
            <p:nvPr/>
          </p:nvSpPr>
          <p:spPr>
            <a:xfrm flipH="1" rot="10800000">
              <a:off x="809226" y="58245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spTree>
  </p:cSld>
  <p:clrMapOvr>
    <a:masterClrMapping/>
  </p:clrMapOvr>
</p:sldLayout>
</file>

<file path=ppt/slideLayouts/slideLayout2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BLANK_8">
    <p:spTree>
      <p:nvGrpSpPr>
        <p:cNvPr id="5275" name="Shape 5275"/>
        <p:cNvGrpSpPr/>
        <p:nvPr/>
      </p:nvGrpSpPr>
      <p:grpSpPr>
        <a:xfrm>
          <a:off x="0" y="0"/>
          <a:ext cx="0" cy="0"/>
          <a:chOff x="0" y="0"/>
          <a:chExt cx="0" cy="0"/>
        </a:xfrm>
      </p:grpSpPr>
      <p:sp>
        <p:nvSpPr>
          <p:cNvPr id="5276" name="Google Shape;5276;p2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5277" name="Google Shape;5277;p213"/>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278" name="Google Shape;5278;p213"/>
          <p:cNvSpPr txBox="1"/>
          <p:nvPr>
            <p:ph idx="1" type="subTitle"/>
          </p:nvPr>
        </p:nvSpPr>
        <p:spPr>
          <a:xfrm>
            <a:off x="3601100" y="1757449"/>
            <a:ext cx="2063100" cy="4815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5279" name="Google Shape;5279;p213"/>
          <p:cNvSpPr txBox="1"/>
          <p:nvPr>
            <p:ph idx="2" type="subTitle"/>
          </p:nvPr>
        </p:nvSpPr>
        <p:spPr>
          <a:xfrm>
            <a:off x="3601100" y="1346150"/>
            <a:ext cx="2063100" cy="393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sp>
        <p:nvSpPr>
          <p:cNvPr id="5280" name="Google Shape;5280;p213"/>
          <p:cNvSpPr txBox="1"/>
          <p:nvPr>
            <p:ph idx="3" type="subTitle"/>
          </p:nvPr>
        </p:nvSpPr>
        <p:spPr>
          <a:xfrm>
            <a:off x="3601100" y="2860349"/>
            <a:ext cx="2063100" cy="4815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5281" name="Google Shape;5281;p213"/>
          <p:cNvSpPr txBox="1"/>
          <p:nvPr>
            <p:ph idx="4" type="subTitle"/>
          </p:nvPr>
        </p:nvSpPr>
        <p:spPr>
          <a:xfrm>
            <a:off x="3601100" y="2449051"/>
            <a:ext cx="2063100" cy="393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sp>
        <p:nvSpPr>
          <p:cNvPr id="5282" name="Google Shape;5282;p213"/>
          <p:cNvSpPr txBox="1"/>
          <p:nvPr>
            <p:ph idx="5" type="subTitle"/>
          </p:nvPr>
        </p:nvSpPr>
        <p:spPr>
          <a:xfrm>
            <a:off x="3601100" y="3963250"/>
            <a:ext cx="2063100" cy="4815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5283" name="Google Shape;5283;p213"/>
          <p:cNvSpPr txBox="1"/>
          <p:nvPr>
            <p:ph idx="6" type="subTitle"/>
          </p:nvPr>
        </p:nvSpPr>
        <p:spPr>
          <a:xfrm>
            <a:off x="3601100" y="3551951"/>
            <a:ext cx="2063100" cy="393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sp>
        <p:nvSpPr>
          <p:cNvPr id="5284" name="Google Shape;5284;p213"/>
          <p:cNvSpPr txBox="1"/>
          <p:nvPr>
            <p:ph idx="7" type="subTitle"/>
          </p:nvPr>
        </p:nvSpPr>
        <p:spPr>
          <a:xfrm>
            <a:off x="6395100" y="1757449"/>
            <a:ext cx="2063100" cy="4815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5285" name="Google Shape;5285;p213"/>
          <p:cNvSpPr txBox="1"/>
          <p:nvPr>
            <p:ph idx="8" type="subTitle"/>
          </p:nvPr>
        </p:nvSpPr>
        <p:spPr>
          <a:xfrm>
            <a:off x="6395100" y="1346150"/>
            <a:ext cx="2063100" cy="393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sp>
        <p:nvSpPr>
          <p:cNvPr id="5286" name="Google Shape;5286;p213"/>
          <p:cNvSpPr txBox="1"/>
          <p:nvPr>
            <p:ph idx="9" type="subTitle"/>
          </p:nvPr>
        </p:nvSpPr>
        <p:spPr>
          <a:xfrm>
            <a:off x="6395100" y="2860349"/>
            <a:ext cx="2063100" cy="4815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5287" name="Google Shape;5287;p213"/>
          <p:cNvSpPr txBox="1"/>
          <p:nvPr>
            <p:ph idx="13" type="subTitle"/>
          </p:nvPr>
        </p:nvSpPr>
        <p:spPr>
          <a:xfrm>
            <a:off x="6395100" y="2449051"/>
            <a:ext cx="2063100" cy="393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sp>
        <p:nvSpPr>
          <p:cNvPr id="5288" name="Google Shape;5288;p213"/>
          <p:cNvSpPr txBox="1"/>
          <p:nvPr>
            <p:ph idx="14" type="subTitle"/>
          </p:nvPr>
        </p:nvSpPr>
        <p:spPr>
          <a:xfrm>
            <a:off x="6395100" y="3963250"/>
            <a:ext cx="2063100" cy="4815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5289" name="Google Shape;5289;p213"/>
          <p:cNvSpPr txBox="1"/>
          <p:nvPr>
            <p:ph idx="15" type="subTitle"/>
          </p:nvPr>
        </p:nvSpPr>
        <p:spPr>
          <a:xfrm>
            <a:off x="6395100" y="3551951"/>
            <a:ext cx="2063100" cy="393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grpSp>
        <p:nvGrpSpPr>
          <p:cNvPr id="5290" name="Google Shape;5290;p213"/>
          <p:cNvGrpSpPr/>
          <p:nvPr/>
        </p:nvGrpSpPr>
        <p:grpSpPr>
          <a:xfrm>
            <a:off x="8140895" y="199900"/>
            <a:ext cx="767307" cy="704132"/>
            <a:chOff x="8140895" y="199900"/>
            <a:chExt cx="767307" cy="704132"/>
          </a:xfrm>
        </p:grpSpPr>
        <p:sp>
          <p:nvSpPr>
            <p:cNvPr id="5291" name="Google Shape;5291;p213"/>
            <p:cNvSpPr/>
            <p:nvPr/>
          </p:nvSpPr>
          <p:spPr>
            <a:xfrm>
              <a:off x="8724801" y="261850"/>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5292" name="Google Shape;5292;p213"/>
            <p:cNvGrpSpPr/>
            <p:nvPr/>
          </p:nvGrpSpPr>
          <p:grpSpPr>
            <a:xfrm>
              <a:off x="8802745" y="798575"/>
              <a:ext cx="105457" cy="105457"/>
              <a:chOff x="7812545" y="194375"/>
              <a:chExt cx="105457" cy="105457"/>
            </a:xfrm>
          </p:grpSpPr>
          <p:sp>
            <p:nvSpPr>
              <p:cNvPr id="5293" name="Google Shape;5293;p213"/>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4" name="Google Shape;5294;p213"/>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5" name="Google Shape;5295;p213"/>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6" name="Google Shape;5296;p213"/>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97" name="Google Shape;5297;p213"/>
            <p:cNvGrpSpPr/>
            <p:nvPr/>
          </p:nvGrpSpPr>
          <p:grpSpPr>
            <a:xfrm>
              <a:off x="8140895" y="199900"/>
              <a:ext cx="105457" cy="105457"/>
              <a:chOff x="7812545" y="194375"/>
              <a:chExt cx="105457" cy="105457"/>
            </a:xfrm>
          </p:grpSpPr>
          <p:sp>
            <p:nvSpPr>
              <p:cNvPr id="5298" name="Google Shape;5298;p213"/>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9" name="Google Shape;5299;p213"/>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0" name="Google Shape;5300;p213"/>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1" name="Google Shape;5301;p213"/>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302" name="Google Shape;5302;p213"/>
          <p:cNvGrpSpPr/>
          <p:nvPr/>
        </p:nvGrpSpPr>
        <p:grpSpPr>
          <a:xfrm>
            <a:off x="198551" y="248100"/>
            <a:ext cx="340151" cy="550476"/>
            <a:chOff x="198551" y="248100"/>
            <a:chExt cx="340151" cy="550476"/>
          </a:xfrm>
        </p:grpSpPr>
        <p:sp>
          <p:nvSpPr>
            <p:cNvPr id="5303" name="Google Shape;5303;p213"/>
            <p:cNvSpPr/>
            <p:nvPr/>
          </p:nvSpPr>
          <p:spPr>
            <a:xfrm>
              <a:off x="198551" y="72062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5304" name="Google Shape;5304;p213"/>
            <p:cNvGrpSpPr/>
            <p:nvPr/>
          </p:nvGrpSpPr>
          <p:grpSpPr>
            <a:xfrm>
              <a:off x="433245" y="248100"/>
              <a:ext cx="105457" cy="105457"/>
              <a:chOff x="7812545" y="194375"/>
              <a:chExt cx="105457" cy="105457"/>
            </a:xfrm>
          </p:grpSpPr>
          <p:sp>
            <p:nvSpPr>
              <p:cNvPr id="5305" name="Google Shape;5305;p213"/>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6" name="Google Shape;5306;p213"/>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7" name="Google Shape;5307;p213"/>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8" name="Google Shape;5308;p213"/>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5309" name="Google Shape;5309;p213"/>
          <p:cNvSpPr/>
          <p:nvPr/>
        </p:nvSpPr>
        <p:spPr>
          <a:xfrm flipH="1">
            <a:off x="8724788" y="4527038"/>
            <a:ext cx="1232275" cy="1091025"/>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310" name="Google Shape;5310;p213"/>
          <p:cNvGrpSpPr/>
          <p:nvPr/>
        </p:nvGrpSpPr>
        <p:grpSpPr>
          <a:xfrm>
            <a:off x="2880351" y="4654848"/>
            <a:ext cx="2357201" cy="285801"/>
            <a:chOff x="2880351" y="4654848"/>
            <a:chExt cx="2357201" cy="285801"/>
          </a:xfrm>
        </p:grpSpPr>
        <p:sp>
          <p:nvSpPr>
            <p:cNvPr id="5311" name="Google Shape;5311;p213"/>
            <p:cNvSpPr/>
            <p:nvPr/>
          </p:nvSpPr>
          <p:spPr>
            <a:xfrm>
              <a:off x="2880351" y="4862698"/>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5312" name="Google Shape;5312;p213"/>
            <p:cNvGrpSpPr/>
            <p:nvPr/>
          </p:nvGrpSpPr>
          <p:grpSpPr>
            <a:xfrm>
              <a:off x="3601095" y="4654848"/>
              <a:ext cx="105457" cy="105457"/>
              <a:chOff x="7812545" y="194375"/>
              <a:chExt cx="105457" cy="105457"/>
            </a:xfrm>
          </p:grpSpPr>
          <p:sp>
            <p:nvSpPr>
              <p:cNvPr id="5313" name="Google Shape;5313;p213"/>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4" name="Google Shape;5314;p213"/>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5" name="Google Shape;5315;p213"/>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6" name="Google Shape;5316;p213"/>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317" name="Google Shape;5317;p213"/>
            <p:cNvSpPr/>
            <p:nvPr/>
          </p:nvSpPr>
          <p:spPr>
            <a:xfrm>
              <a:off x="4343376" y="4862698"/>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5318" name="Google Shape;5318;p213"/>
            <p:cNvGrpSpPr/>
            <p:nvPr/>
          </p:nvGrpSpPr>
          <p:grpSpPr>
            <a:xfrm>
              <a:off x="5132095" y="4654848"/>
              <a:ext cx="105457" cy="105457"/>
              <a:chOff x="7812545" y="194375"/>
              <a:chExt cx="105457" cy="105457"/>
            </a:xfrm>
          </p:grpSpPr>
          <p:sp>
            <p:nvSpPr>
              <p:cNvPr id="5319" name="Google Shape;5319;p213"/>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0" name="Google Shape;5320;p213"/>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1" name="Google Shape;5321;p213"/>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2" name="Google Shape;5322;p213"/>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BLANK_9">
    <p:spTree>
      <p:nvGrpSpPr>
        <p:cNvPr id="5323" name="Shape 5323"/>
        <p:cNvGrpSpPr/>
        <p:nvPr/>
      </p:nvGrpSpPr>
      <p:grpSpPr>
        <a:xfrm>
          <a:off x="0" y="0"/>
          <a:ext cx="0" cy="0"/>
          <a:chOff x="0" y="0"/>
          <a:chExt cx="0" cy="0"/>
        </a:xfrm>
      </p:grpSpPr>
      <p:sp>
        <p:nvSpPr>
          <p:cNvPr id="5324" name="Google Shape;5324;p2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5325" name="Google Shape;5325;p214"/>
          <p:cNvSpPr txBox="1"/>
          <p:nvPr>
            <p:ph type="title"/>
          </p:nvPr>
        </p:nvSpPr>
        <p:spPr>
          <a:xfrm>
            <a:off x="685800" y="1976850"/>
            <a:ext cx="3598800" cy="5355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326" name="Google Shape;5326;p214"/>
          <p:cNvSpPr txBox="1"/>
          <p:nvPr>
            <p:ph idx="1" type="subTitle"/>
          </p:nvPr>
        </p:nvSpPr>
        <p:spPr>
          <a:xfrm>
            <a:off x="685800" y="2627175"/>
            <a:ext cx="3598800" cy="7518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nSpc>
                <a:spcPct val="100000"/>
              </a:lnSpc>
              <a:spcBef>
                <a:spcPts val="0"/>
              </a:spcBef>
              <a:spcAft>
                <a:spcPts val="0"/>
              </a:spcAft>
              <a:buSzPts val="2100"/>
              <a:buNone/>
              <a:defRPr sz="2100"/>
            </a:lvl2pPr>
            <a:lvl3pPr lvl="2">
              <a:lnSpc>
                <a:spcPct val="100000"/>
              </a:lnSpc>
              <a:spcBef>
                <a:spcPts val="0"/>
              </a:spcBef>
              <a:spcAft>
                <a:spcPts val="0"/>
              </a:spcAft>
              <a:buSzPts val="2100"/>
              <a:buNone/>
              <a:defRPr sz="2100"/>
            </a:lvl3pPr>
            <a:lvl4pPr lvl="3">
              <a:lnSpc>
                <a:spcPct val="100000"/>
              </a:lnSpc>
              <a:spcBef>
                <a:spcPts val="0"/>
              </a:spcBef>
              <a:spcAft>
                <a:spcPts val="0"/>
              </a:spcAft>
              <a:buSzPts val="2100"/>
              <a:buNone/>
              <a:defRPr sz="2100"/>
            </a:lvl4pPr>
            <a:lvl5pPr lvl="4">
              <a:lnSpc>
                <a:spcPct val="100000"/>
              </a:lnSpc>
              <a:spcBef>
                <a:spcPts val="0"/>
              </a:spcBef>
              <a:spcAft>
                <a:spcPts val="0"/>
              </a:spcAft>
              <a:buSzPts val="2100"/>
              <a:buNone/>
              <a:defRPr sz="2100"/>
            </a:lvl5pPr>
            <a:lvl6pPr lvl="5">
              <a:lnSpc>
                <a:spcPct val="100000"/>
              </a:lnSpc>
              <a:spcBef>
                <a:spcPts val="0"/>
              </a:spcBef>
              <a:spcAft>
                <a:spcPts val="0"/>
              </a:spcAft>
              <a:buSzPts val="2100"/>
              <a:buNone/>
              <a:defRPr sz="2100"/>
            </a:lvl6pPr>
            <a:lvl7pPr lvl="6">
              <a:lnSpc>
                <a:spcPct val="100000"/>
              </a:lnSpc>
              <a:spcBef>
                <a:spcPts val="0"/>
              </a:spcBef>
              <a:spcAft>
                <a:spcPts val="0"/>
              </a:spcAft>
              <a:buSzPts val="2100"/>
              <a:buNone/>
              <a:defRPr sz="2100"/>
            </a:lvl7pPr>
            <a:lvl8pPr lvl="7">
              <a:lnSpc>
                <a:spcPct val="100000"/>
              </a:lnSpc>
              <a:spcBef>
                <a:spcPts val="0"/>
              </a:spcBef>
              <a:spcAft>
                <a:spcPts val="0"/>
              </a:spcAft>
              <a:buSzPts val="2100"/>
              <a:buNone/>
              <a:defRPr sz="2100"/>
            </a:lvl8pPr>
            <a:lvl9pPr lvl="8">
              <a:lnSpc>
                <a:spcPct val="100000"/>
              </a:lnSpc>
              <a:spcBef>
                <a:spcPts val="0"/>
              </a:spcBef>
              <a:spcAft>
                <a:spcPts val="0"/>
              </a:spcAft>
              <a:buSzPts val="2100"/>
              <a:buNone/>
              <a:defRPr sz="2100"/>
            </a:lvl9pPr>
          </a:lstStyle>
          <a:p/>
        </p:txBody>
      </p:sp>
      <p:grpSp>
        <p:nvGrpSpPr>
          <p:cNvPr id="5327" name="Google Shape;5327;p214"/>
          <p:cNvGrpSpPr/>
          <p:nvPr/>
        </p:nvGrpSpPr>
        <p:grpSpPr>
          <a:xfrm>
            <a:off x="203282" y="217187"/>
            <a:ext cx="801319" cy="855707"/>
            <a:chOff x="203282" y="217187"/>
            <a:chExt cx="801319" cy="855707"/>
          </a:xfrm>
        </p:grpSpPr>
        <p:sp>
          <p:nvSpPr>
            <p:cNvPr id="5328" name="Google Shape;5328;p214"/>
            <p:cNvSpPr/>
            <p:nvPr/>
          </p:nvSpPr>
          <p:spPr>
            <a:xfrm>
              <a:off x="899150" y="217187"/>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329" name="Google Shape;5329;p214"/>
            <p:cNvGrpSpPr/>
            <p:nvPr/>
          </p:nvGrpSpPr>
          <p:grpSpPr>
            <a:xfrm>
              <a:off x="203282" y="967438"/>
              <a:ext cx="105457" cy="105457"/>
              <a:chOff x="7812545" y="194375"/>
              <a:chExt cx="105457" cy="105457"/>
            </a:xfrm>
          </p:grpSpPr>
          <p:sp>
            <p:nvSpPr>
              <p:cNvPr id="5330" name="Google Shape;5330;p214"/>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1" name="Google Shape;5331;p214"/>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2" name="Google Shape;5332;p214"/>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3" name="Google Shape;5333;p214"/>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334" name="Google Shape;5334;p214"/>
          <p:cNvGrpSpPr/>
          <p:nvPr/>
        </p:nvGrpSpPr>
        <p:grpSpPr>
          <a:xfrm>
            <a:off x="-486246" y="4538820"/>
            <a:ext cx="1490848" cy="877511"/>
            <a:chOff x="-486246" y="4538820"/>
            <a:chExt cx="1490848" cy="877511"/>
          </a:xfrm>
        </p:grpSpPr>
        <p:sp>
          <p:nvSpPr>
            <p:cNvPr id="5335" name="Google Shape;5335;p214"/>
            <p:cNvSpPr/>
            <p:nvPr/>
          </p:nvSpPr>
          <p:spPr>
            <a:xfrm>
              <a:off x="-486246" y="4538820"/>
              <a:ext cx="991119" cy="877511"/>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6" name="Google Shape;5336;p214"/>
            <p:cNvSpPr/>
            <p:nvPr/>
          </p:nvSpPr>
          <p:spPr>
            <a:xfrm>
              <a:off x="899150" y="4850137"/>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BLANK_11">
    <p:spTree>
      <p:nvGrpSpPr>
        <p:cNvPr id="5337" name="Shape 5337"/>
        <p:cNvGrpSpPr/>
        <p:nvPr/>
      </p:nvGrpSpPr>
      <p:grpSpPr>
        <a:xfrm>
          <a:off x="0" y="0"/>
          <a:ext cx="0" cy="0"/>
          <a:chOff x="0" y="0"/>
          <a:chExt cx="0" cy="0"/>
        </a:xfrm>
      </p:grpSpPr>
      <p:sp>
        <p:nvSpPr>
          <p:cNvPr id="5338" name="Google Shape;5338;p2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5339" name="Google Shape;5339;p215"/>
          <p:cNvSpPr txBox="1"/>
          <p:nvPr>
            <p:ph type="title"/>
          </p:nvPr>
        </p:nvSpPr>
        <p:spPr>
          <a:xfrm>
            <a:off x="4859400" y="1976850"/>
            <a:ext cx="3598800" cy="5355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340" name="Google Shape;5340;p215"/>
          <p:cNvSpPr txBox="1"/>
          <p:nvPr>
            <p:ph idx="1" type="subTitle"/>
          </p:nvPr>
        </p:nvSpPr>
        <p:spPr>
          <a:xfrm>
            <a:off x="4859400" y="2627175"/>
            <a:ext cx="3598800" cy="7518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nSpc>
                <a:spcPct val="100000"/>
              </a:lnSpc>
              <a:spcBef>
                <a:spcPts val="0"/>
              </a:spcBef>
              <a:spcAft>
                <a:spcPts val="0"/>
              </a:spcAft>
              <a:buSzPts val="2100"/>
              <a:buNone/>
              <a:defRPr sz="2100"/>
            </a:lvl2pPr>
            <a:lvl3pPr lvl="2">
              <a:lnSpc>
                <a:spcPct val="100000"/>
              </a:lnSpc>
              <a:spcBef>
                <a:spcPts val="0"/>
              </a:spcBef>
              <a:spcAft>
                <a:spcPts val="0"/>
              </a:spcAft>
              <a:buSzPts val="2100"/>
              <a:buNone/>
              <a:defRPr sz="2100"/>
            </a:lvl3pPr>
            <a:lvl4pPr lvl="3">
              <a:lnSpc>
                <a:spcPct val="100000"/>
              </a:lnSpc>
              <a:spcBef>
                <a:spcPts val="0"/>
              </a:spcBef>
              <a:spcAft>
                <a:spcPts val="0"/>
              </a:spcAft>
              <a:buSzPts val="2100"/>
              <a:buNone/>
              <a:defRPr sz="2100"/>
            </a:lvl4pPr>
            <a:lvl5pPr lvl="4">
              <a:lnSpc>
                <a:spcPct val="100000"/>
              </a:lnSpc>
              <a:spcBef>
                <a:spcPts val="0"/>
              </a:spcBef>
              <a:spcAft>
                <a:spcPts val="0"/>
              </a:spcAft>
              <a:buSzPts val="2100"/>
              <a:buNone/>
              <a:defRPr sz="2100"/>
            </a:lvl5pPr>
            <a:lvl6pPr lvl="5">
              <a:lnSpc>
                <a:spcPct val="100000"/>
              </a:lnSpc>
              <a:spcBef>
                <a:spcPts val="0"/>
              </a:spcBef>
              <a:spcAft>
                <a:spcPts val="0"/>
              </a:spcAft>
              <a:buSzPts val="2100"/>
              <a:buNone/>
              <a:defRPr sz="2100"/>
            </a:lvl6pPr>
            <a:lvl7pPr lvl="6">
              <a:lnSpc>
                <a:spcPct val="100000"/>
              </a:lnSpc>
              <a:spcBef>
                <a:spcPts val="0"/>
              </a:spcBef>
              <a:spcAft>
                <a:spcPts val="0"/>
              </a:spcAft>
              <a:buSzPts val="2100"/>
              <a:buNone/>
              <a:defRPr sz="2100"/>
            </a:lvl7pPr>
            <a:lvl8pPr lvl="7">
              <a:lnSpc>
                <a:spcPct val="100000"/>
              </a:lnSpc>
              <a:spcBef>
                <a:spcPts val="0"/>
              </a:spcBef>
              <a:spcAft>
                <a:spcPts val="0"/>
              </a:spcAft>
              <a:buSzPts val="2100"/>
              <a:buNone/>
              <a:defRPr sz="2100"/>
            </a:lvl8pPr>
            <a:lvl9pPr lvl="8">
              <a:lnSpc>
                <a:spcPct val="100000"/>
              </a:lnSpc>
              <a:spcBef>
                <a:spcPts val="0"/>
              </a:spcBef>
              <a:spcAft>
                <a:spcPts val="0"/>
              </a:spcAft>
              <a:buSzPts val="2100"/>
              <a:buNone/>
              <a:defRPr sz="2100"/>
            </a:lvl9pPr>
          </a:lstStyle>
          <a:p/>
        </p:txBody>
      </p:sp>
      <p:grpSp>
        <p:nvGrpSpPr>
          <p:cNvPr id="5341" name="Google Shape;5341;p215"/>
          <p:cNvGrpSpPr/>
          <p:nvPr/>
        </p:nvGrpSpPr>
        <p:grpSpPr>
          <a:xfrm>
            <a:off x="4267201" y="4281023"/>
            <a:ext cx="2862276" cy="557407"/>
            <a:chOff x="4267201" y="4281023"/>
            <a:chExt cx="2862276" cy="557407"/>
          </a:xfrm>
        </p:grpSpPr>
        <p:sp>
          <p:nvSpPr>
            <p:cNvPr id="5342" name="Google Shape;5342;p215"/>
            <p:cNvSpPr/>
            <p:nvPr/>
          </p:nvSpPr>
          <p:spPr>
            <a:xfrm>
              <a:off x="4267201" y="4746723"/>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5343" name="Google Shape;5343;p215"/>
            <p:cNvGrpSpPr/>
            <p:nvPr/>
          </p:nvGrpSpPr>
          <p:grpSpPr>
            <a:xfrm>
              <a:off x="5127270" y="4281023"/>
              <a:ext cx="105457" cy="105457"/>
              <a:chOff x="7812545" y="194375"/>
              <a:chExt cx="105457" cy="105457"/>
            </a:xfrm>
          </p:grpSpPr>
          <p:sp>
            <p:nvSpPr>
              <p:cNvPr id="5344" name="Google Shape;5344;p215"/>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5" name="Google Shape;5345;p215"/>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6" name="Google Shape;5346;p215"/>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7" name="Google Shape;5347;p215"/>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348" name="Google Shape;5348;p215"/>
            <p:cNvSpPr/>
            <p:nvPr/>
          </p:nvSpPr>
          <p:spPr>
            <a:xfrm>
              <a:off x="6165650" y="4487449"/>
              <a:ext cx="171626" cy="171626"/>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5349" name="Google Shape;5349;p215"/>
            <p:cNvGrpSpPr/>
            <p:nvPr/>
          </p:nvGrpSpPr>
          <p:grpSpPr>
            <a:xfrm>
              <a:off x="7024020" y="4732973"/>
              <a:ext cx="105457" cy="105457"/>
              <a:chOff x="7812545" y="194375"/>
              <a:chExt cx="105457" cy="105457"/>
            </a:xfrm>
          </p:grpSpPr>
          <p:sp>
            <p:nvSpPr>
              <p:cNvPr id="5350" name="Google Shape;5350;p215"/>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1" name="Google Shape;5351;p215"/>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2" name="Google Shape;5352;p215"/>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3" name="Google Shape;5353;p215"/>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5354" name="Google Shape;5354;p215"/>
          <p:cNvSpPr/>
          <p:nvPr/>
        </p:nvSpPr>
        <p:spPr>
          <a:xfrm rot="5828238">
            <a:off x="712226" y="4219055"/>
            <a:ext cx="1085117" cy="2077472"/>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5" name="Google Shape;5355;p215"/>
          <p:cNvSpPr/>
          <p:nvPr/>
        </p:nvSpPr>
        <p:spPr>
          <a:xfrm flipH="1">
            <a:off x="8516050" y="4487450"/>
            <a:ext cx="1172375" cy="942725"/>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356" name="Google Shape;5356;p215"/>
          <p:cNvGrpSpPr/>
          <p:nvPr/>
        </p:nvGrpSpPr>
        <p:grpSpPr>
          <a:xfrm>
            <a:off x="8176604" y="-179030"/>
            <a:ext cx="1421198" cy="1325909"/>
            <a:chOff x="8176604" y="-179030"/>
            <a:chExt cx="1421198" cy="1325909"/>
          </a:xfrm>
        </p:grpSpPr>
        <p:sp>
          <p:nvSpPr>
            <p:cNvPr id="5357" name="Google Shape;5357;p215"/>
            <p:cNvSpPr/>
            <p:nvPr/>
          </p:nvSpPr>
          <p:spPr>
            <a:xfrm flipH="1">
              <a:off x="8606683" y="-179030"/>
              <a:ext cx="991119" cy="877511"/>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8" name="Google Shape;5358;p215"/>
            <p:cNvSpPr/>
            <p:nvPr/>
          </p:nvSpPr>
          <p:spPr>
            <a:xfrm flipH="1">
              <a:off x="8176604" y="349987"/>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359" name="Google Shape;5359;p215"/>
            <p:cNvGrpSpPr/>
            <p:nvPr/>
          </p:nvGrpSpPr>
          <p:grpSpPr>
            <a:xfrm>
              <a:off x="8732620" y="1041423"/>
              <a:ext cx="105457" cy="105457"/>
              <a:chOff x="7812545" y="194375"/>
              <a:chExt cx="105457" cy="105457"/>
            </a:xfrm>
          </p:grpSpPr>
          <p:sp>
            <p:nvSpPr>
              <p:cNvPr id="5360" name="Google Shape;5360;p215"/>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1" name="Google Shape;5361;p215"/>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2" name="Google Shape;5362;p215"/>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3" name="Google Shape;5363;p215"/>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5364" name="Google Shape;5364;p215"/>
          <p:cNvSpPr/>
          <p:nvPr/>
        </p:nvSpPr>
        <p:spPr>
          <a:xfrm>
            <a:off x="-1881050" y="-618725"/>
            <a:ext cx="6399210" cy="5209061"/>
          </a:xfrm>
          <a:custGeom>
            <a:rect b="b" l="l" r="r" t="t"/>
            <a:pathLst>
              <a:path extrusionOk="0" h="48924" w="60102">
                <a:moveTo>
                  <a:pt x="31550" y="1"/>
                </a:moveTo>
                <a:cubicBezTo>
                  <a:pt x="28688" y="1"/>
                  <a:pt x="25391" y="541"/>
                  <a:pt x="22089" y="2238"/>
                </a:cubicBezTo>
                <a:cubicBezTo>
                  <a:pt x="12977" y="6900"/>
                  <a:pt x="8196" y="17230"/>
                  <a:pt x="4091" y="25485"/>
                </a:cubicBezTo>
                <a:cubicBezTo>
                  <a:pt x="1" y="33725"/>
                  <a:pt x="2016" y="42612"/>
                  <a:pt x="8767" y="47123"/>
                </a:cubicBezTo>
                <a:cubicBezTo>
                  <a:pt x="10764" y="48461"/>
                  <a:pt x="12590" y="48924"/>
                  <a:pt x="14421" y="48924"/>
                </a:cubicBezTo>
                <a:cubicBezTo>
                  <a:pt x="18514" y="48924"/>
                  <a:pt x="22630" y="46611"/>
                  <a:pt x="28730" y="46611"/>
                </a:cubicBezTo>
                <a:cubicBezTo>
                  <a:pt x="29125" y="46611"/>
                  <a:pt x="29527" y="46621"/>
                  <a:pt x="29939" y="46641"/>
                </a:cubicBezTo>
                <a:cubicBezTo>
                  <a:pt x="34134" y="46851"/>
                  <a:pt x="36984" y="47278"/>
                  <a:pt x="39535" y="47278"/>
                </a:cubicBezTo>
                <a:cubicBezTo>
                  <a:pt x="42835" y="47278"/>
                  <a:pt x="45637" y="46563"/>
                  <a:pt x="50208" y="43739"/>
                </a:cubicBezTo>
                <a:cubicBezTo>
                  <a:pt x="58328" y="38732"/>
                  <a:pt x="60102" y="25500"/>
                  <a:pt x="54042" y="15140"/>
                </a:cubicBezTo>
                <a:cubicBezTo>
                  <a:pt x="47997" y="4779"/>
                  <a:pt x="40254" y="1667"/>
                  <a:pt x="40254" y="1667"/>
                </a:cubicBezTo>
                <a:cubicBezTo>
                  <a:pt x="40254" y="1667"/>
                  <a:pt x="36573" y="1"/>
                  <a:pt x="31550"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BLANK_13">
    <p:spTree>
      <p:nvGrpSpPr>
        <p:cNvPr id="5365" name="Shape 5365"/>
        <p:cNvGrpSpPr/>
        <p:nvPr/>
      </p:nvGrpSpPr>
      <p:grpSpPr>
        <a:xfrm>
          <a:off x="0" y="0"/>
          <a:ext cx="0" cy="0"/>
          <a:chOff x="0" y="0"/>
          <a:chExt cx="0" cy="0"/>
        </a:xfrm>
      </p:grpSpPr>
      <p:sp>
        <p:nvSpPr>
          <p:cNvPr id="5366" name="Google Shape;5366;p216"/>
          <p:cNvSpPr/>
          <p:nvPr/>
        </p:nvSpPr>
        <p:spPr>
          <a:xfrm flipH="1" rot="10800000">
            <a:off x="708675" y="219590"/>
            <a:ext cx="7726638" cy="4704323"/>
          </a:xfrm>
          <a:custGeom>
            <a:rect b="b" l="l" r="r" t="t"/>
            <a:pathLst>
              <a:path extrusionOk="0" h="49900" w="54584">
                <a:moveTo>
                  <a:pt x="39803" y="0"/>
                </a:moveTo>
                <a:cubicBezTo>
                  <a:pt x="38029" y="0"/>
                  <a:pt x="36248" y="409"/>
                  <a:pt x="34570" y="1238"/>
                </a:cubicBezTo>
                <a:cubicBezTo>
                  <a:pt x="31367" y="2802"/>
                  <a:pt x="28886" y="5448"/>
                  <a:pt x="25683" y="7012"/>
                </a:cubicBezTo>
                <a:cubicBezTo>
                  <a:pt x="21308" y="9163"/>
                  <a:pt x="16511" y="10320"/>
                  <a:pt x="12090" y="12380"/>
                </a:cubicBezTo>
                <a:cubicBezTo>
                  <a:pt x="7684" y="14425"/>
                  <a:pt x="3444" y="17628"/>
                  <a:pt x="1865" y="22244"/>
                </a:cubicBezTo>
                <a:cubicBezTo>
                  <a:pt x="1" y="27673"/>
                  <a:pt x="647" y="34078"/>
                  <a:pt x="3504" y="39040"/>
                </a:cubicBezTo>
                <a:cubicBezTo>
                  <a:pt x="8069" y="46988"/>
                  <a:pt x="17031" y="49899"/>
                  <a:pt x="25743" y="49899"/>
                </a:cubicBezTo>
                <a:cubicBezTo>
                  <a:pt x="25898" y="49899"/>
                  <a:pt x="26054" y="49898"/>
                  <a:pt x="26209" y="49897"/>
                </a:cubicBezTo>
                <a:cubicBezTo>
                  <a:pt x="44945" y="49671"/>
                  <a:pt x="54583" y="26996"/>
                  <a:pt x="51531" y="10696"/>
                </a:cubicBezTo>
                <a:cubicBezTo>
                  <a:pt x="50869" y="7163"/>
                  <a:pt x="49230" y="3779"/>
                  <a:pt x="46118" y="1840"/>
                </a:cubicBezTo>
                <a:cubicBezTo>
                  <a:pt x="44160" y="620"/>
                  <a:pt x="41987" y="0"/>
                  <a:pt x="3980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7" name="Google Shape;5367;p2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5368" name="Google Shape;5368;p216"/>
          <p:cNvSpPr txBox="1"/>
          <p:nvPr>
            <p:ph type="title"/>
          </p:nvPr>
        </p:nvSpPr>
        <p:spPr>
          <a:xfrm>
            <a:off x="1342950" y="1382675"/>
            <a:ext cx="6458100" cy="12486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accent2"/>
              </a:buClr>
              <a:buSzPts val="10000"/>
              <a:buNone/>
              <a:defRPr sz="10000">
                <a:solidFill>
                  <a:schemeClr val="accent2"/>
                </a:solidFill>
              </a:defRPr>
            </a:lvl1pPr>
            <a:lvl2pPr lvl="1">
              <a:spcBef>
                <a:spcPts val="0"/>
              </a:spcBef>
              <a:spcAft>
                <a:spcPts val="0"/>
              </a:spcAft>
              <a:buClr>
                <a:schemeClr val="accent2"/>
              </a:buClr>
              <a:buSzPts val="10000"/>
              <a:buNone/>
              <a:defRPr sz="10000">
                <a:solidFill>
                  <a:schemeClr val="accent2"/>
                </a:solidFill>
              </a:defRPr>
            </a:lvl2pPr>
            <a:lvl3pPr lvl="2">
              <a:spcBef>
                <a:spcPts val="0"/>
              </a:spcBef>
              <a:spcAft>
                <a:spcPts val="0"/>
              </a:spcAft>
              <a:buClr>
                <a:schemeClr val="accent2"/>
              </a:buClr>
              <a:buSzPts val="10000"/>
              <a:buNone/>
              <a:defRPr sz="10000">
                <a:solidFill>
                  <a:schemeClr val="accent2"/>
                </a:solidFill>
              </a:defRPr>
            </a:lvl3pPr>
            <a:lvl4pPr lvl="3">
              <a:spcBef>
                <a:spcPts val="0"/>
              </a:spcBef>
              <a:spcAft>
                <a:spcPts val="0"/>
              </a:spcAft>
              <a:buClr>
                <a:schemeClr val="accent2"/>
              </a:buClr>
              <a:buSzPts val="10000"/>
              <a:buNone/>
              <a:defRPr sz="10000">
                <a:solidFill>
                  <a:schemeClr val="accent2"/>
                </a:solidFill>
              </a:defRPr>
            </a:lvl4pPr>
            <a:lvl5pPr lvl="4">
              <a:spcBef>
                <a:spcPts val="0"/>
              </a:spcBef>
              <a:spcAft>
                <a:spcPts val="0"/>
              </a:spcAft>
              <a:buClr>
                <a:schemeClr val="accent2"/>
              </a:buClr>
              <a:buSzPts val="10000"/>
              <a:buNone/>
              <a:defRPr sz="10000">
                <a:solidFill>
                  <a:schemeClr val="accent2"/>
                </a:solidFill>
              </a:defRPr>
            </a:lvl5pPr>
            <a:lvl6pPr lvl="5">
              <a:spcBef>
                <a:spcPts val="0"/>
              </a:spcBef>
              <a:spcAft>
                <a:spcPts val="0"/>
              </a:spcAft>
              <a:buClr>
                <a:schemeClr val="accent2"/>
              </a:buClr>
              <a:buSzPts val="10000"/>
              <a:buNone/>
              <a:defRPr sz="10000">
                <a:solidFill>
                  <a:schemeClr val="accent2"/>
                </a:solidFill>
              </a:defRPr>
            </a:lvl6pPr>
            <a:lvl7pPr lvl="6">
              <a:spcBef>
                <a:spcPts val="0"/>
              </a:spcBef>
              <a:spcAft>
                <a:spcPts val="0"/>
              </a:spcAft>
              <a:buClr>
                <a:schemeClr val="accent2"/>
              </a:buClr>
              <a:buSzPts val="10000"/>
              <a:buNone/>
              <a:defRPr sz="10000">
                <a:solidFill>
                  <a:schemeClr val="accent2"/>
                </a:solidFill>
              </a:defRPr>
            </a:lvl7pPr>
            <a:lvl8pPr lvl="7">
              <a:spcBef>
                <a:spcPts val="0"/>
              </a:spcBef>
              <a:spcAft>
                <a:spcPts val="0"/>
              </a:spcAft>
              <a:buClr>
                <a:schemeClr val="accent2"/>
              </a:buClr>
              <a:buSzPts val="10000"/>
              <a:buNone/>
              <a:defRPr sz="10000">
                <a:solidFill>
                  <a:schemeClr val="accent2"/>
                </a:solidFill>
              </a:defRPr>
            </a:lvl8pPr>
            <a:lvl9pPr lvl="8">
              <a:spcBef>
                <a:spcPts val="0"/>
              </a:spcBef>
              <a:spcAft>
                <a:spcPts val="0"/>
              </a:spcAft>
              <a:buClr>
                <a:schemeClr val="accent2"/>
              </a:buClr>
              <a:buSzPts val="10000"/>
              <a:buNone/>
              <a:defRPr sz="10000">
                <a:solidFill>
                  <a:schemeClr val="accent2"/>
                </a:solidFill>
              </a:defRPr>
            </a:lvl9pPr>
          </a:lstStyle>
          <a:p/>
        </p:txBody>
      </p:sp>
      <p:sp>
        <p:nvSpPr>
          <p:cNvPr id="5369" name="Google Shape;5369;p216"/>
          <p:cNvSpPr txBox="1"/>
          <p:nvPr>
            <p:ph idx="1" type="subTitle"/>
          </p:nvPr>
        </p:nvSpPr>
        <p:spPr>
          <a:xfrm>
            <a:off x="2011650" y="2844800"/>
            <a:ext cx="5120700" cy="4470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8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5370" name="Google Shape;5370;p216"/>
          <p:cNvGrpSpPr/>
          <p:nvPr/>
        </p:nvGrpSpPr>
        <p:grpSpPr>
          <a:xfrm>
            <a:off x="-491969" y="3889601"/>
            <a:ext cx="2426346" cy="1766101"/>
            <a:chOff x="-491969" y="3889601"/>
            <a:chExt cx="2426346" cy="1766101"/>
          </a:xfrm>
        </p:grpSpPr>
        <p:sp>
          <p:nvSpPr>
            <p:cNvPr id="5371" name="Google Shape;5371;p216"/>
            <p:cNvSpPr/>
            <p:nvPr/>
          </p:nvSpPr>
          <p:spPr>
            <a:xfrm>
              <a:off x="-261950" y="3889601"/>
              <a:ext cx="2196327" cy="1766101"/>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2" name="Google Shape;5372;p216"/>
            <p:cNvSpPr/>
            <p:nvPr/>
          </p:nvSpPr>
          <p:spPr>
            <a:xfrm flipH="1">
              <a:off x="-491969" y="4265416"/>
              <a:ext cx="1463670" cy="1338068"/>
            </a:xfrm>
            <a:custGeom>
              <a:rect b="b" l="l" r="r" t="t"/>
              <a:pathLst>
                <a:path extrusionOk="0" h="49900" w="54584">
                  <a:moveTo>
                    <a:pt x="39803" y="0"/>
                  </a:moveTo>
                  <a:cubicBezTo>
                    <a:pt x="38029" y="0"/>
                    <a:pt x="36248" y="409"/>
                    <a:pt x="34570" y="1238"/>
                  </a:cubicBezTo>
                  <a:cubicBezTo>
                    <a:pt x="31367" y="2802"/>
                    <a:pt x="28886" y="5448"/>
                    <a:pt x="25683" y="7012"/>
                  </a:cubicBezTo>
                  <a:cubicBezTo>
                    <a:pt x="21308" y="9163"/>
                    <a:pt x="16511" y="10320"/>
                    <a:pt x="12090" y="12380"/>
                  </a:cubicBezTo>
                  <a:cubicBezTo>
                    <a:pt x="7684" y="14425"/>
                    <a:pt x="3444" y="17628"/>
                    <a:pt x="1865" y="22244"/>
                  </a:cubicBezTo>
                  <a:cubicBezTo>
                    <a:pt x="1" y="27673"/>
                    <a:pt x="647" y="34078"/>
                    <a:pt x="3504" y="39040"/>
                  </a:cubicBezTo>
                  <a:cubicBezTo>
                    <a:pt x="8069" y="46988"/>
                    <a:pt x="17031" y="49899"/>
                    <a:pt x="25743" y="49899"/>
                  </a:cubicBezTo>
                  <a:cubicBezTo>
                    <a:pt x="25898" y="49899"/>
                    <a:pt x="26054" y="49898"/>
                    <a:pt x="26209" y="49897"/>
                  </a:cubicBezTo>
                  <a:cubicBezTo>
                    <a:pt x="44945" y="49671"/>
                    <a:pt x="54583" y="26996"/>
                    <a:pt x="51531" y="10696"/>
                  </a:cubicBezTo>
                  <a:cubicBezTo>
                    <a:pt x="50869" y="7163"/>
                    <a:pt x="49230" y="3779"/>
                    <a:pt x="46118" y="1840"/>
                  </a:cubicBezTo>
                  <a:cubicBezTo>
                    <a:pt x="44160" y="620"/>
                    <a:pt x="41987" y="0"/>
                    <a:pt x="398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73" name="Google Shape;5373;p216"/>
          <p:cNvGrpSpPr/>
          <p:nvPr/>
        </p:nvGrpSpPr>
        <p:grpSpPr>
          <a:xfrm>
            <a:off x="8112408" y="-304605"/>
            <a:ext cx="1502819" cy="1131369"/>
            <a:chOff x="8112408" y="-304605"/>
            <a:chExt cx="1502819" cy="1131369"/>
          </a:xfrm>
        </p:grpSpPr>
        <p:sp>
          <p:nvSpPr>
            <p:cNvPr id="5374" name="Google Shape;5374;p216"/>
            <p:cNvSpPr/>
            <p:nvPr/>
          </p:nvSpPr>
          <p:spPr>
            <a:xfrm flipH="1">
              <a:off x="8112408" y="-304600"/>
              <a:ext cx="1406967" cy="1131364"/>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5" name="Google Shape;5375;p216"/>
            <p:cNvSpPr/>
            <p:nvPr/>
          </p:nvSpPr>
          <p:spPr>
            <a:xfrm flipH="1">
              <a:off x="8624108" y="-304605"/>
              <a:ext cx="991119" cy="877511"/>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76" name="Google Shape;5376;p216"/>
          <p:cNvGrpSpPr/>
          <p:nvPr/>
        </p:nvGrpSpPr>
        <p:grpSpPr>
          <a:xfrm>
            <a:off x="356395" y="307050"/>
            <a:ext cx="1124357" cy="1900014"/>
            <a:chOff x="356395" y="307050"/>
            <a:chExt cx="1124357" cy="1900014"/>
          </a:xfrm>
        </p:grpSpPr>
        <p:grpSp>
          <p:nvGrpSpPr>
            <p:cNvPr id="5377" name="Google Shape;5377;p216"/>
            <p:cNvGrpSpPr/>
            <p:nvPr/>
          </p:nvGrpSpPr>
          <p:grpSpPr>
            <a:xfrm>
              <a:off x="356395" y="1077175"/>
              <a:ext cx="105457" cy="105457"/>
              <a:chOff x="7812545" y="194375"/>
              <a:chExt cx="105457" cy="105457"/>
            </a:xfrm>
          </p:grpSpPr>
          <p:sp>
            <p:nvSpPr>
              <p:cNvPr id="5378" name="Google Shape;5378;p216"/>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9" name="Google Shape;5379;p216"/>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0" name="Google Shape;5380;p216"/>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1" name="Google Shape;5381;p216"/>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382" name="Google Shape;5382;p216"/>
            <p:cNvSpPr/>
            <p:nvPr/>
          </p:nvSpPr>
          <p:spPr>
            <a:xfrm>
              <a:off x="525263" y="2101675"/>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3" name="Google Shape;5383;p216"/>
            <p:cNvSpPr/>
            <p:nvPr/>
          </p:nvSpPr>
          <p:spPr>
            <a:xfrm>
              <a:off x="886526" y="307050"/>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5384" name="Google Shape;5384;p216"/>
            <p:cNvGrpSpPr/>
            <p:nvPr/>
          </p:nvGrpSpPr>
          <p:grpSpPr>
            <a:xfrm>
              <a:off x="1375295" y="1834350"/>
              <a:ext cx="105457" cy="105457"/>
              <a:chOff x="7812545" y="194375"/>
              <a:chExt cx="105457" cy="105457"/>
            </a:xfrm>
          </p:grpSpPr>
          <p:sp>
            <p:nvSpPr>
              <p:cNvPr id="5385" name="Google Shape;5385;p216"/>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6" name="Google Shape;5386;p216"/>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7" name="Google Shape;5387;p216"/>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8" name="Google Shape;5388;p216"/>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389" name="Google Shape;5389;p216"/>
          <p:cNvGrpSpPr/>
          <p:nvPr/>
        </p:nvGrpSpPr>
        <p:grpSpPr>
          <a:xfrm>
            <a:off x="7287120" y="3141625"/>
            <a:ext cx="1552557" cy="1766094"/>
            <a:chOff x="7400320" y="248200"/>
            <a:chExt cx="1552557" cy="1766094"/>
          </a:xfrm>
        </p:grpSpPr>
        <p:sp>
          <p:nvSpPr>
            <p:cNvPr id="5390" name="Google Shape;5390;p216"/>
            <p:cNvSpPr/>
            <p:nvPr/>
          </p:nvSpPr>
          <p:spPr>
            <a:xfrm>
              <a:off x="8405475" y="1190225"/>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1" name="Google Shape;5391;p216"/>
            <p:cNvSpPr/>
            <p:nvPr/>
          </p:nvSpPr>
          <p:spPr>
            <a:xfrm>
              <a:off x="8861176" y="248200"/>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5392" name="Google Shape;5392;p216"/>
            <p:cNvGrpSpPr/>
            <p:nvPr/>
          </p:nvGrpSpPr>
          <p:grpSpPr>
            <a:xfrm>
              <a:off x="8847420" y="1908838"/>
              <a:ext cx="105457" cy="105457"/>
              <a:chOff x="7812545" y="194375"/>
              <a:chExt cx="105457" cy="105457"/>
            </a:xfrm>
          </p:grpSpPr>
          <p:sp>
            <p:nvSpPr>
              <p:cNvPr id="5393" name="Google Shape;5393;p216"/>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4" name="Google Shape;5394;p216"/>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5" name="Google Shape;5395;p216"/>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6" name="Google Shape;5396;p216"/>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97" name="Google Shape;5397;p216"/>
            <p:cNvGrpSpPr/>
            <p:nvPr/>
          </p:nvGrpSpPr>
          <p:grpSpPr>
            <a:xfrm>
              <a:off x="7400320" y="473138"/>
              <a:ext cx="105457" cy="105457"/>
              <a:chOff x="7812545" y="194375"/>
              <a:chExt cx="105457" cy="105457"/>
            </a:xfrm>
          </p:grpSpPr>
          <p:sp>
            <p:nvSpPr>
              <p:cNvPr id="5398" name="Google Shape;5398;p216"/>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9" name="Google Shape;5399;p216"/>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0" name="Google Shape;5400;p216"/>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1" name="Google Shape;5401;p216"/>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402" name="Google Shape;5402;p216"/>
          <p:cNvGrpSpPr/>
          <p:nvPr/>
        </p:nvGrpSpPr>
        <p:grpSpPr>
          <a:xfrm>
            <a:off x="6039884" y="307038"/>
            <a:ext cx="1761155" cy="1002727"/>
            <a:chOff x="6039884" y="307038"/>
            <a:chExt cx="1761155" cy="1002727"/>
          </a:xfrm>
        </p:grpSpPr>
        <p:sp>
          <p:nvSpPr>
            <p:cNvPr id="5403" name="Google Shape;5403;p216"/>
            <p:cNvSpPr/>
            <p:nvPr/>
          </p:nvSpPr>
          <p:spPr>
            <a:xfrm flipH="1">
              <a:off x="6039884" y="455902"/>
              <a:ext cx="1463616" cy="468662"/>
            </a:xfrm>
            <a:custGeom>
              <a:rect b="b" l="l" r="r" t="t"/>
              <a:pathLst>
                <a:path extrusionOk="0" fill="none" h="4647" w="14511">
                  <a:moveTo>
                    <a:pt x="13894" y="3805"/>
                  </a:moveTo>
                  <a:cubicBezTo>
                    <a:pt x="13263" y="3459"/>
                    <a:pt x="12977" y="3744"/>
                    <a:pt x="12766" y="3459"/>
                  </a:cubicBezTo>
                  <a:cubicBezTo>
                    <a:pt x="12541" y="3173"/>
                    <a:pt x="13383" y="2436"/>
                    <a:pt x="11684" y="1699"/>
                  </a:cubicBezTo>
                  <a:cubicBezTo>
                    <a:pt x="11684" y="1699"/>
                    <a:pt x="11578" y="121"/>
                    <a:pt x="9248" y="60"/>
                  </a:cubicBezTo>
                  <a:cubicBezTo>
                    <a:pt x="6917" y="0"/>
                    <a:pt x="7549" y="1654"/>
                    <a:pt x="6917" y="2045"/>
                  </a:cubicBezTo>
                  <a:cubicBezTo>
                    <a:pt x="6286" y="2436"/>
                    <a:pt x="6120" y="1820"/>
                    <a:pt x="5504" y="2211"/>
                  </a:cubicBezTo>
                  <a:cubicBezTo>
                    <a:pt x="4872" y="2617"/>
                    <a:pt x="5158" y="3399"/>
                    <a:pt x="4647" y="3519"/>
                  </a:cubicBezTo>
                  <a:cubicBezTo>
                    <a:pt x="4135" y="3624"/>
                    <a:pt x="3459" y="3008"/>
                    <a:pt x="2842" y="3399"/>
                  </a:cubicBezTo>
                  <a:cubicBezTo>
                    <a:pt x="2211" y="3805"/>
                    <a:pt x="2211" y="4135"/>
                    <a:pt x="1925" y="4135"/>
                  </a:cubicBezTo>
                  <a:cubicBezTo>
                    <a:pt x="1654" y="4135"/>
                    <a:pt x="1083" y="3910"/>
                    <a:pt x="737" y="4135"/>
                  </a:cubicBezTo>
                  <a:cubicBezTo>
                    <a:pt x="406" y="4376"/>
                    <a:pt x="0" y="4647"/>
                    <a:pt x="0" y="4647"/>
                  </a:cubicBezTo>
                  <a:lnTo>
                    <a:pt x="14345" y="4647"/>
                  </a:lnTo>
                  <a:cubicBezTo>
                    <a:pt x="14345" y="4647"/>
                    <a:pt x="14511" y="4135"/>
                    <a:pt x="13894" y="3805"/>
                  </a:cubicBezTo>
                  <a:close/>
                </a:path>
              </a:pathLst>
            </a:custGeom>
            <a:solidFill>
              <a:schemeClr val="lt1"/>
            </a:solid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4" name="Google Shape;5404;p216"/>
            <p:cNvSpPr/>
            <p:nvPr/>
          </p:nvSpPr>
          <p:spPr>
            <a:xfrm>
              <a:off x="7695588" y="1204375"/>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405" name="Google Shape;5405;p216"/>
            <p:cNvGrpSpPr/>
            <p:nvPr/>
          </p:nvGrpSpPr>
          <p:grpSpPr>
            <a:xfrm>
              <a:off x="7398045" y="307038"/>
              <a:ext cx="105457" cy="105457"/>
              <a:chOff x="7812545" y="194375"/>
              <a:chExt cx="105457" cy="105457"/>
            </a:xfrm>
          </p:grpSpPr>
          <p:sp>
            <p:nvSpPr>
              <p:cNvPr id="5406" name="Google Shape;5406;p216"/>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7" name="Google Shape;5407;p216"/>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8" name="Google Shape;5408;p216"/>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9" name="Google Shape;5409;p216"/>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BLANK_14">
    <p:spTree>
      <p:nvGrpSpPr>
        <p:cNvPr id="5410" name="Shape 5410"/>
        <p:cNvGrpSpPr/>
        <p:nvPr/>
      </p:nvGrpSpPr>
      <p:grpSpPr>
        <a:xfrm>
          <a:off x="0" y="0"/>
          <a:ext cx="0" cy="0"/>
          <a:chOff x="0" y="0"/>
          <a:chExt cx="0" cy="0"/>
        </a:xfrm>
      </p:grpSpPr>
      <p:sp>
        <p:nvSpPr>
          <p:cNvPr id="5411" name="Google Shape;5411;p2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5412" name="Google Shape;5412;p217"/>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lgn="ctr">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413" name="Google Shape;5413;p217"/>
          <p:cNvSpPr txBox="1"/>
          <p:nvPr>
            <p:ph idx="1" type="subTitle"/>
          </p:nvPr>
        </p:nvSpPr>
        <p:spPr>
          <a:xfrm>
            <a:off x="685800" y="3831709"/>
            <a:ext cx="3651000" cy="393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414" name="Google Shape;5414;p217"/>
          <p:cNvSpPr txBox="1"/>
          <p:nvPr>
            <p:ph idx="2" type="subTitle"/>
          </p:nvPr>
        </p:nvSpPr>
        <p:spPr>
          <a:xfrm>
            <a:off x="2129250" y="2403350"/>
            <a:ext cx="4885500" cy="393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415" name="Google Shape;5415;p217"/>
          <p:cNvSpPr txBox="1"/>
          <p:nvPr>
            <p:ph idx="3" type="subTitle"/>
          </p:nvPr>
        </p:nvSpPr>
        <p:spPr>
          <a:xfrm>
            <a:off x="4807243" y="3831709"/>
            <a:ext cx="3651000" cy="393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416" name="Google Shape;5416;p217"/>
          <p:cNvSpPr txBox="1"/>
          <p:nvPr>
            <p:ph hasCustomPrompt="1" idx="4" type="title"/>
          </p:nvPr>
        </p:nvSpPr>
        <p:spPr>
          <a:xfrm>
            <a:off x="685800" y="3117675"/>
            <a:ext cx="3651000" cy="635700"/>
          </a:xfrm>
          <a:prstGeom prst="rect">
            <a:avLst/>
          </a:prstGeom>
        </p:spPr>
        <p:txBody>
          <a:bodyPr anchorCtr="0" anchor="ctr" bIns="91425" lIns="91425" spcFirstLastPara="1" rIns="91425" wrap="square" tIns="91425">
            <a:noAutofit/>
          </a:bodyPr>
          <a:lstStyle>
            <a:lvl1pPr lvl="0" algn="ctr">
              <a:spcBef>
                <a:spcPts val="0"/>
              </a:spcBef>
              <a:spcAft>
                <a:spcPts val="0"/>
              </a:spcAft>
              <a:buSzPts val="5000"/>
              <a:buNone/>
              <a:defRPr sz="6000">
                <a:solidFill>
                  <a:schemeClr val="accent2"/>
                </a:solidFill>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sp>
        <p:nvSpPr>
          <p:cNvPr id="5417" name="Google Shape;5417;p217"/>
          <p:cNvSpPr txBox="1"/>
          <p:nvPr>
            <p:ph hasCustomPrompt="1" idx="5" type="title"/>
          </p:nvPr>
        </p:nvSpPr>
        <p:spPr>
          <a:xfrm>
            <a:off x="2129250" y="1691873"/>
            <a:ext cx="4885500" cy="635700"/>
          </a:xfrm>
          <a:prstGeom prst="rect">
            <a:avLst/>
          </a:prstGeom>
        </p:spPr>
        <p:txBody>
          <a:bodyPr anchorCtr="0" anchor="ctr" bIns="91425" lIns="91425" spcFirstLastPara="1" rIns="91425" wrap="square" tIns="91425">
            <a:noAutofit/>
          </a:bodyPr>
          <a:lstStyle>
            <a:lvl1pPr lvl="0" algn="ctr">
              <a:spcBef>
                <a:spcPts val="0"/>
              </a:spcBef>
              <a:spcAft>
                <a:spcPts val="0"/>
              </a:spcAft>
              <a:buSzPts val="5000"/>
              <a:buNone/>
              <a:defRPr sz="6000">
                <a:solidFill>
                  <a:schemeClr val="accent2"/>
                </a:solidFill>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sp>
        <p:nvSpPr>
          <p:cNvPr id="5418" name="Google Shape;5418;p217"/>
          <p:cNvSpPr txBox="1"/>
          <p:nvPr>
            <p:ph hasCustomPrompt="1" idx="6" type="title"/>
          </p:nvPr>
        </p:nvSpPr>
        <p:spPr>
          <a:xfrm>
            <a:off x="4807125" y="3117675"/>
            <a:ext cx="3651000" cy="635700"/>
          </a:xfrm>
          <a:prstGeom prst="rect">
            <a:avLst/>
          </a:prstGeom>
        </p:spPr>
        <p:txBody>
          <a:bodyPr anchorCtr="0" anchor="ctr" bIns="91425" lIns="91425" spcFirstLastPara="1" rIns="91425" wrap="square" tIns="91425">
            <a:noAutofit/>
          </a:bodyPr>
          <a:lstStyle>
            <a:lvl1pPr lvl="0" algn="ctr">
              <a:spcBef>
                <a:spcPts val="0"/>
              </a:spcBef>
              <a:spcAft>
                <a:spcPts val="0"/>
              </a:spcAft>
              <a:buSzPts val="5000"/>
              <a:buNone/>
              <a:defRPr sz="6000">
                <a:solidFill>
                  <a:schemeClr val="accent2"/>
                </a:solidFill>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sp>
        <p:nvSpPr>
          <p:cNvPr id="5419" name="Google Shape;5419;p217"/>
          <p:cNvSpPr/>
          <p:nvPr/>
        </p:nvSpPr>
        <p:spPr>
          <a:xfrm flipH="1">
            <a:off x="-379375" y="-260675"/>
            <a:ext cx="1172375" cy="942725"/>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0" name="Google Shape;5420;p217"/>
          <p:cNvSpPr/>
          <p:nvPr/>
        </p:nvSpPr>
        <p:spPr>
          <a:xfrm>
            <a:off x="8191050" y="4377350"/>
            <a:ext cx="1232275" cy="1091025"/>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BLANK_6">
    <p:spTree>
      <p:nvGrpSpPr>
        <p:cNvPr id="5421" name="Shape 5421"/>
        <p:cNvGrpSpPr/>
        <p:nvPr/>
      </p:nvGrpSpPr>
      <p:grpSpPr>
        <a:xfrm>
          <a:off x="0" y="0"/>
          <a:ext cx="0" cy="0"/>
          <a:chOff x="0" y="0"/>
          <a:chExt cx="0" cy="0"/>
        </a:xfrm>
      </p:grpSpPr>
      <p:sp>
        <p:nvSpPr>
          <p:cNvPr id="5422" name="Google Shape;5422;p2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5423" name="Google Shape;5423;p218"/>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grpSp>
        <p:nvGrpSpPr>
          <p:cNvPr id="5424" name="Google Shape;5424;p218"/>
          <p:cNvGrpSpPr/>
          <p:nvPr/>
        </p:nvGrpSpPr>
        <p:grpSpPr>
          <a:xfrm>
            <a:off x="286211" y="261301"/>
            <a:ext cx="678453" cy="565475"/>
            <a:chOff x="286211" y="261301"/>
            <a:chExt cx="678453" cy="565475"/>
          </a:xfrm>
        </p:grpSpPr>
        <p:sp>
          <p:nvSpPr>
            <p:cNvPr id="5425" name="Google Shape;5425;p218"/>
            <p:cNvSpPr/>
            <p:nvPr/>
          </p:nvSpPr>
          <p:spPr>
            <a:xfrm>
              <a:off x="319288" y="721387"/>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426" name="Google Shape;5426;p218"/>
            <p:cNvGrpSpPr/>
            <p:nvPr/>
          </p:nvGrpSpPr>
          <p:grpSpPr>
            <a:xfrm>
              <a:off x="859207" y="294338"/>
              <a:ext cx="105457" cy="105457"/>
              <a:chOff x="7812545" y="194375"/>
              <a:chExt cx="105457" cy="105457"/>
            </a:xfrm>
          </p:grpSpPr>
          <p:sp>
            <p:nvSpPr>
              <p:cNvPr id="5427" name="Google Shape;5427;p218"/>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8" name="Google Shape;5428;p218"/>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9" name="Google Shape;5429;p218"/>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0" name="Google Shape;5430;p218"/>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431" name="Google Shape;5431;p218"/>
            <p:cNvSpPr/>
            <p:nvPr/>
          </p:nvSpPr>
          <p:spPr>
            <a:xfrm>
              <a:off x="286211" y="261301"/>
              <a:ext cx="171626" cy="171542"/>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432" name="Google Shape;5432;p218"/>
          <p:cNvSpPr/>
          <p:nvPr/>
        </p:nvSpPr>
        <p:spPr>
          <a:xfrm rot="5828238">
            <a:off x="8273326" y="4219055"/>
            <a:ext cx="1085117" cy="2077472"/>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433" name="Google Shape;5433;p218"/>
          <p:cNvGrpSpPr/>
          <p:nvPr/>
        </p:nvGrpSpPr>
        <p:grpSpPr>
          <a:xfrm>
            <a:off x="319295" y="4308988"/>
            <a:ext cx="750832" cy="656232"/>
            <a:chOff x="319295" y="4308988"/>
            <a:chExt cx="750832" cy="656232"/>
          </a:xfrm>
        </p:grpSpPr>
        <p:grpSp>
          <p:nvGrpSpPr>
            <p:cNvPr id="5434" name="Google Shape;5434;p218"/>
            <p:cNvGrpSpPr/>
            <p:nvPr/>
          </p:nvGrpSpPr>
          <p:grpSpPr>
            <a:xfrm>
              <a:off x="964670" y="4859763"/>
              <a:ext cx="105457" cy="105457"/>
              <a:chOff x="7812545" y="194375"/>
              <a:chExt cx="105457" cy="105457"/>
            </a:xfrm>
          </p:grpSpPr>
          <p:sp>
            <p:nvSpPr>
              <p:cNvPr id="5435" name="Google Shape;5435;p218"/>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6" name="Google Shape;5436;p218"/>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7" name="Google Shape;5437;p218"/>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8" name="Google Shape;5438;p218"/>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439" name="Google Shape;5439;p218"/>
            <p:cNvSpPr/>
            <p:nvPr/>
          </p:nvSpPr>
          <p:spPr>
            <a:xfrm>
              <a:off x="424749" y="4721876"/>
              <a:ext cx="171626" cy="171542"/>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440" name="Google Shape;5440;p218"/>
            <p:cNvGrpSpPr/>
            <p:nvPr/>
          </p:nvGrpSpPr>
          <p:grpSpPr>
            <a:xfrm>
              <a:off x="319295" y="4308988"/>
              <a:ext cx="105457" cy="105457"/>
              <a:chOff x="7812545" y="194375"/>
              <a:chExt cx="105457" cy="105457"/>
            </a:xfrm>
          </p:grpSpPr>
          <p:sp>
            <p:nvSpPr>
              <p:cNvPr id="5441" name="Google Shape;5441;p218"/>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2" name="Google Shape;5442;p218"/>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3" name="Google Shape;5443;p218"/>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4" name="Google Shape;5444;p218"/>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445" name="Google Shape;5445;p218"/>
          <p:cNvGrpSpPr/>
          <p:nvPr/>
        </p:nvGrpSpPr>
        <p:grpSpPr>
          <a:xfrm>
            <a:off x="8112408" y="-304605"/>
            <a:ext cx="1502819" cy="1131369"/>
            <a:chOff x="8112408" y="-304605"/>
            <a:chExt cx="1502819" cy="1131369"/>
          </a:xfrm>
        </p:grpSpPr>
        <p:sp>
          <p:nvSpPr>
            <p:cNvPr id="5446" name="Google Shape;5446;p218"/>
            <p:cNvSpPr/>
            <p:nvPr/>
          </p:nvSpPr>
          <p:spPr>
            <a:xfrm flipH="1">
              <a:off x="8112408" y="-304600"/>
              <a:ext cx="1406967" cy="1131364"/>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7" name="Google Shape;5447;p218"/>
            <p:cNvSpPr/>
            <p:nvPr/>
          </p:nvSpPr>
          <p:spPr>
            <a:xfrm flipH="1">
              <a:off x="8624108" y="-304605"/>
              <a:ext cx="991119" cy="877511"/>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BLANK_15">
    <p:spTree>
      <p:nvGrpSpPr>
        <p:cNvPr id="5448" name="Shape 5448"/>
        <p:cNvGrpSpPr/>
        <p:nvPr/>
      </p:nvGrpSpPr>
      <p:grpSpPr>
        <a:xfrm>
          <a:off x="0" y="0"/>
          <a:ext cx="0" cy="0"/>
          <a:chOff x="0" y="0"/>
          <a:chExt cx="0" cy="0"/>
        </a:xfrm>
      </p:grpSpPr>
      <p:sp>
        <p:nvSpPr>
          <p:cNvPr id="5449" name="Google Shape;5449;p2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5450" name="Google Shape;5450;p219"/>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451" name="Google Shape;5451;p219"/>
          <p:cNvSpPr/>
          <p:nvPr/>
        </p:nvSpPr>
        <p:spPr>
          <a:xfrm flipH="1" rot="10800000">
            <a:off x="5573502" y="2080275"/>
            <a:ext cx="5049319" cy="4110228"/>
          </a:xfrm>
          <a:custGeom>
            <a:rect b="b" l="l" r="r" t="t"/>
            <a:pathLst>
              <a:path extrusionOk="0" h="48924" w="60102">
                <a:moveTo>
                  <a:pt x="31550" y="1"/>
                </a:moveTo>
                <a:cubicBezTo>
                  <a:pt x="28688" y="1"/>
                  <a:pt x="25391" y="541"/>
                  <a:pt x="22089" y="2238"/>
                </a:cubicBezTo>
                <a:cubicBezTo>
                  <a:pt x="12977" y="6900"/>
                  <a:pt x="8196" y="17230"/>
                  <a:pt x="4091" y="25485"/>
                </a:cubicBezTo>
                <a:cubicBezTo>
                  <a:pt x="1" y="33725"/>
                  <a:pt x="2016" y="42612"/>
                  <a:pt x="8767" y="47123"/>
                </a:cubicBezTo>
                <a:cubicBezTo>
                  <a:pt x="10764" y="48461"/>
                  <a:pt x="12590" y="48924"/>
                  <a:pt x="14421" y="48924"/>
                </a:cubicBezTo>
                <a:cubicBezTo>
                  <a:pt x="18514" y="48924"/>
                  <a:pt x="22630" y="46611"/>
                  <a:pt x="28730" y="46611"/>
                </a:cubicBezTo>
                <a:cubicBezTo>
                  <a:pt x="29125" y="46611"/>
                  <a:pt x="29527" y="46621"/>
                  <a:pt x="29939" y="46641"/>
                </a:cubicBezTo>
                <a:cubicBezTo>
                  <a:pt x="34134" y="46851"/>
                  <a:pt x="36984" y="47278"/>
                  <a:pt x="39535" y="47278"/>
                </a:cubicBezTo>
                <a:cubicBezTo>
                  <a:pt x="42835" y="47278"/>
                  <a:pt x="45637" y="46563"/>
                  <a:pt x="50208" y="43739"/>
                </a:cubicBezTo>
                <a:cubicBezTo>
                  <a:pt x="58328" y="38732"/>
                  <a:pt x="60102" y="25500"/>
                  <a:pt x="54042" y="15140"/>
                </a:cubicBezTo>
                <a:cubicBezTo>
                  <a:pt x="47997" y="4779"/>
                  <a:pt x="40254" y="1667"/>
                  <a:pt x="40254" y="1667"/>
                </a:cubicBezTo>
                <a:cubicBezTo>
                  <a:pt x="40254" y="1667"/>
                  <a:pt x="36573" y="1"/>
                  <a:pt x="31550"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2" name="Google Shape;5452;p219"/>
          <p:cNvSpPr/>
          <p:nvPr/>
        </p:nvSpPr>
        <p:spPr>
          <a:xfrm rot="5828238">
            <a:off x="8273326" y="4219055"/>
            <a:ext cx="1085117" cy="2077472"/>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453" name="Google Shape;5453;p219"/>
          <p:cNvGrpSpPr/>
          <p:nvPr/>
        </p:nvGrpSpPr>
        <p:grpSpPr>
          <a:xfrm>
            <a:off x="319295" y="4308988"/>
            <a:ext cx="750832" cy="656232"/>
            <a:chOff x="319295" y="4308988"/>
            <a:chExt cx="750832" cy="656232"/>
          </a:xfrm>
        </p:grpSpPr>
        <p:grpSp>
          <p:nvGrpSpPr>
            <p:cNvPr id="5454" name="Google Shape;5454;p219"/>
            <p:cNvGrpSpPr/>
            <p:nvPr/>
          </p:nvGrpSpPr>
          <p:grpSpPr>
            <a:xfrm>
              <a:off x="964670" y="4859763"/>
              <a:ext cx="105457" cy="105457"/>
              <a:chOff x="7812545" y="194375"/>
              <a:chExt cx="105457" cy="105457"/>
            </a:xfrm>
          </p:grpSpPr>
          <p:sp>
            <p:nvSpPr>
              <p:cNvPr id="5455" name="Google Shape;5455;p219"/>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6" name="Google Shape;5456;p219"/>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7" name="Google Shape;5457;p219"/>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8" name="Google Shape;5458;p219"/>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459" name="Google Shape;5459;p219"/>
            <p:cNvSpPr/>
            <p:nvPr/>
          </p:nvSpPr>
          <p:spPr>
            <a:xfrm>
              <a:off x="424749" y="4721876"/>
              <a:ext cx="171626" cy="171542"/>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460" name="Google Shape;5460;p219"/>
            <p:cNvGrpSpPr/>
            <p:nvPr/>
          </p:nvGrpSpPr>
          <p:grpSpPr>
            <a:xfrm>
              <a:off x="319295" y="4308988"/>
              <a:ext cx="105457" cy="105457"/>
              <a:chOff x="7812545" y="194375"/>
              <a:chExt cx="105457" cy="105457"/>
            </a:xfrm>
          </p:grpSpPr>
          <p:sp>
            <p:nvSpPr>
              <p:cNvPr id="5461" name="Google Shape;5461;p219"/>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2" name="Google Shape;5462;p219"/>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3" name="Google Shape;5463;p219"/>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4" name="Google Shape;5464;p219"/>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465" name="Google Shape;5465;p219"/>
          <p:cNvGrpSpPr/>
          <p:nvPr/>
        </p:nvGrpSpPr>
        <p:grpSpPr>
          <a:xfrm>
            <a:off x="319295" y="181363"/>
            <a:ext cx="698582" cy="835057"/>
            <a:chOff x="319295" y="181363"/>
            <a:chExt cx="698582" cy="835057"/>
          </a:xfrm>
        </p:grpSpPr>
        <p:grpSp>
          <p:nvGrpSpPr>
            <p:cNvPr id="5466" name="Google Shape;5466;p219"/>
            <p:cNvGrpSpPr/>
            <p:nvPr/>
          </p:nvGrpSpPr>
          <p:grpSpPr>
            <a:xfrm>
              <a:off x="912420" y="181363"/>
              <a:ext cx="105457" cy="105457"/>
              <a:chOff x="7812545" y="194375"/>
              <a:chExt cx="105457" cy="105457"/>
            </a:xfrm>
          </p:grpSpPr>
          <p:sp>
            <p:nvSpPr>
              <p:cNvPr id="5467" name="Google Shape;5467;p219"/>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8" name="Google Shape;5468;p219"/>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9" name="Google Shape;5469;p219"/>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0" name="Google Shape;5470;p219"/>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471" name="Google Shape;5471;p219"/>
            <p:cNvSpPr/>
            <p:nvPr/>
          </p:nvSpPr>
          <p:spPr>
            <a:xfrm>
              <a:off x="319299" y="331076"/>
              <a:ext cx="171626" cy="171542"/>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472" name="Google Shape;5472;p219"/>
            <p:cNvGrpSpPr/>
            <p:nvPr/>
          </p:nvGrpSpPr>
          <p:grpSpPr>
            <a:xfrm>
              <a:off x="319295" y="910963"/>
              <a:ext cx="105457" cy="105457"/>
              <a:chOff x="7812545" y="194375"/>
              <a:chExt cx="105457" cy="105457"/>
            </a:xfrm>
          </p:grpSpPr>
          <p:sp>
            <p:nvSpPr>
              <p:cNvPr id="5473" name="Google Shape;5473;p219"/>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4" name="Google Shape;5474;p219"/>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5" name="Google Shape;5475;p219"/>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6" name="Google Shape;5476;p219"/>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BLANK_3">
    <p:spTree>
      <p:nvGrpSpPr>
        <p:cNvPr id="5477" name="Shape 5477"/>
        <p:cNvGrpSpPr/>
        <p:nvPr/>
      </p:nvGrpSpPr>
      <p:grpSpPr>
        <a:xfrm>
          <a:off x="0" y="0"/>
          <a:ext cx="0" cy="0"/>
          <a:chOff x="0" y="0"/>
          <a:chExt cx="0" cy="0"/>
        </a:xfrm>
      </p:grpSpPr>
      <p:sp>
        <p:nvSpPr>
          <p:cNvPr id="5478" name="Google Shape;5478;p220"/>
          <p:cNvSpPr/>
          <p:nvPr/>
        </p:nvSpPr>
        <p:spPr>
          <a:xfrm flipH="1">
            <a:off x="437224" y="87075"/>
            <a:ext cx="8269551" cy="4798437"/>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9" name="Google Shape;5479;p2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5480" name="Google Shape;5480;p220"/>
          <p:cNvSpPr txBox="1"/>
          <p:nvPr>
            <p:ph type="title"/>
          </p:nvPr>
        </p:nvSpPr>
        <p:spPr>
          <a:xfrm>
            <a:off x="1505550" y="920400"/>
            <a:ext cx="6132900" cy="871500"/>
          </a:xfrm>
          <a:prstGeom prst="rect">
            <a:avLst/>
          </a:prstGeom>
        </p:spPr>
        <p:txBody>
          <a:bodyPr anchorCtr="0" anchor="ctr" bIns="91425" lIns="91425" spcFirstLastPara="1" rIns="91425" wrap="square" tIns="91425">
            <a:noAutofit/>
          </a:bodyPr>
          <a:lstStyle>
            <a:lvl1pPr lvl="0" algn="ctr">
              <a:spcBef>
                <a:spcPts val="0"/>
              </a:spcBef>
              <a:spcAft>
                <a:spcPts val="0"/>
              </a:spcAft>
              <a:buSzPts val="2800"/>
              <a:buNone/>
              <a:defRPr sz="6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481" name="Google Shape;5481;p220"/>
          <p:cNvSpPr txBox="1"/>
          <p:nvPr>
            <p:ph idx="1" type="subTitle"/>
          </p:nvPr>
        </p:nvSpPr>
        <p:spPr>
          <a:xfrm>
            <a:off x="2549400" y="1842175"/>
            <a:ext cx="4045200" cy="10122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482" name="Google Shape;5482;p220"/>
          <p:cNvSpPr txBox="1"/>
          <p:nvPr/>
        </p:nvSpPr>
        <p:spPr>
          <a:xfrm>
            <a:off x="2549400" y="3439165"/>
            <a:ext cx="4045200" cy="670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CA" sz="1200">
                <a:solidFill>
                  <a:schemeClr val="dk1"/>
                </a:solidFill>
                <a:latin typeface="Lato"/>
                <a:ea typeface="Lato"/>
                <a:cs typeface="Lato"/>
                <a:sym typeface="Lato"/>
              </a:rPr>
              <a:t>CREDITS:</a:t>
            </a:r>
            <a:r>
              <a:rPr lang="en-CA" sz="1200">
                <a:solidFill>
                  <a:schemeClr val="dk1"/>
                </a:solidFill>
                <a:latin typeface="Lato"/>
                <a:ea typeface="Lato"/>
                <a:cs typeface="Lato"/>
                <a:sym typeface="Lato"/>
              </a:rPr>
              <a:t> This presentation template was created by </a:t>
            </a:r>
            <a:r>
              <a:rPr b="1" lang="en-CA" sz="1200">
                <a:solidFill>
                  <a:schemeClr val="dk1"/>
                </a:solidFill>
                <a:uFill>
                  <a:noFill/>
                </a:uFill>
                <a:latin typeface="Lato"/>
                <a:ea typeface="Lato"/>
                <a:cs typeface="Lato"/>
                <a:sym typeface="Lato"/>
                <a:hlinkClick r:id="rId2">
                  <a:extLst>
                    <a:ext uri="{A12FA001-AC4F-418D-AE19-62706E023703}">
                      <ahyp:hlinkClr val="tx"/>
                    </a:ext>
                  </a:extLst>
                </a:hlinkClick>
              </a:rPr>
              <a:t>Slidesgo</a:t>
            </a:r>
            <a:r>
              <a:rPr b="1" lang="en-CA" sz="1200">
                <a:solidFill>
                  <a:schemeClr val="dk1"/>
                </a:solidFill>
                <a:latin typeface="Lato"/>
                <a:ea typeface="Lato"/>
                <a:cs typeface="Lato"/>
                <a:sym typeface="Lato"/>
              </a:rPr>
              <a:t>,</a:t>
            </a:r>
            <a:r>
              <a:rPr lang="en-CA" sz="1200">
                <a:solidFill>
                  <a:schemeClr val="dk1"/>
                </a:solidFill>
                <a:latin typeface="Lato"/>
                <a:ea typeface="Lato"/>
                <a:cs typeface="Lato"/>
                <a:sym typeface="Lato"/>
              </a:rPr>
              <a:t> including icons by </a:t>
            </a:r>
            <a:r>
              <a:rPr b="1" lang="en-CA" sz="1200">
                <a:solidFill>
                  <a:schemeClr val="dk1"/>
                </a:solidFill>
                <a:uFill>
                  <a:noFill/>
                </a:uFill>
                <a:latin typeface="Lato"/>
                <a:ea typeface="Lato"/>
                <a:cs typeface="Lato"/>
                <a:sym typeface="Lato"/>
                <a:hlinkClick r:id="rId3">
                  <a:extLst>
                    <a:ext uri="{A12FA001-AC4F-418D-AE19-62706E023703}">
                      <ahyp:hlinkClr val="tx"/>
                    </a:ext>
                  </a:extLst>
                </a:hlinkClick>
              </a:rPr>
              <a:t>Flaticon</a:t>
            </a:r>
            <a:r>
              <a:rPr lang="en-CA" sz="1200">
                <a:solidFill>
                  <a:schemeClr val="dk1"/>
                </a:solidFill>
                <a:latin typeface="Lato"/>
                <a:ea typeface="Lato"/>
                <a:cs typeface="Lato"/>
                <a:sym typeface="Lato"/>
              </a:rPr>
              <a:t>, infographics &amp; images by </a:t>
            </a:r>
            <a:r>
              <a:rPr b="1" lang="en-CA" sz="1200">
                <a:solidFill>
                  <a:schemeClr val="dk1"/>
                </a:solidFill>
                <a:uFill>
                  <a:noFill/>
                </a:uFill>
                <a:latin typeface="Lato"/>
                <a:ea typeface="Lato"/>
                <a:cs typeface="Lato"/>
                <a:sym typeface="Lato"/>
                <a:hlinkClick r:id="rId4">
                  <a:extLst>
                    <a:ext uri="{A12FA001-AC4F-418D-AE19-62706E023703}">
                      <ahyp:hlinkClr val="tx"/>
                    </a:ext>
                  </a:extLst>
                </a:hlinkClick>
              </a:rPr>
              <a:t>Freepik</a:t>
            </a:r>
            <a:r>
              <a:rPr lang="en-CA" sz="1200">
                <a:solidFill>
                  <a:schemeClr val="dk1"/>
                </a:solidFill>
                <a:latin typeface="Lato"/>
                <a:ea typeface="Lato"/>
                <a:cs typeface="Lato"/>
                <a:sym typeface="Lato"/>
              </a:rPr>
              <a:t> and illustrations by </a:t>
            </a:r>
            <a:r>
              <a:rPr b="1" lang="en-CA" sz="1200">
                <a:solidFill>
                  <a:schemeClr val="dk1"/>
                </a:solidFill>
                <a:uFill>
                  <a:noFill/>
                </a:uFill>
                <a:latin typeface="Lato"/>
                <a:ea typeface="Lato"/>
                <a:cs typeface="Lato"/>
                <a:sym typeface="Lato"/>
                <a:hlinkClick r:id="rId5">
                  <a:extLst>
                    <a:ext uri="{A12FA001-AC4F-418D-AE19-62706E023703}">
                      <ahyp:hlinkClr val="tx"/>
                    </a:ext>
                  </a:extLst>
                </a:hlinkClick>
              </a:rPr>
              <a:t>Storyset</a:t>
            </a:r>
            <a:r>
              <a:rPr lang="en-CA" sz="1200">
                <a:solidFill>
                  <a:schemeClr val="dk1"/>
                </a:solidFill>
                <a:latin typeface="Lato"/>
                <a:ea typeface="Lato"/>
                <a:cs typeface="Lato"/>
                <a:sym typeface="Lato"/>
              </a:rPr>
              <a:t>.</a:t>
            </a:r>
            <a:endParaRPr>
              <a:solidFill>
                <a:schemeClr val="dk1"/>
              </a:solidFill>
              <a:latin typeface="Lato"/>
              <a:ea typeface="Lato"/>
              <a:cs typeface="Lato"/>
              <a:sym typeface="Lato"/>
            </a:endParaRPr>
          </a:p>
        </p:txBody>
      </p:sp>
      <p:grpSp>
        <p:nvGrpSpPr>
          <p:cNvPr id="5483" name="Google Shape;5483;p220"/>
          <p:cNvGrpSpPr/>
          <p:nvPr/>
        </p:nvGrpSpPr>
        <p:grpSpPr>
          <a:xfrm>
            <a:off x="-324289" y="3240517"/>
            <a:ext cx="2492715" cy="2684735"/>
            <a:chOff x="-324289" y="3240517"/>
            <a:chExt cx="2492715" cy="2684735"/>
          </a:xfrm>
        </p:grpSpPr>
        <p:sp>
          <p:nvSpPr>
            <p:cNvPr id="5484" name="Google Shape;5484;p220"/>
            <p:cNvSpPr/>
            <p:nvPr/>
          </p:nvSpPr>
          <p:spPr>
            <a:xfrm rot="10800000">
              <a:off x="-324289" y="3240517"/>
              <a:ext cx="2492715" cy="2278933"/>
            </a:xfrm>
            <a:custGeom>
              <a:rect b="b" l="l" r="r" t="t"/>
              <a:pathLst>
                <a:path extrusionOk="0" h="49900" w="54584">
                  <a:moveTo>
                    <a:pt x="39803" y="0"/>
                  </a:moveTo>
                  <a:cubicBezTo>
                    <a:pt x="38029" y="0"/>
                    <a:pt x="36248" y="409"/>
                    <a:pt x="34570" y="1238"/>
                  </a:cubicBezTo>
                  <a:cubicBezTo>
                    <a:pt x="31367" y="2802"/>
                    <a:pt x="28886" y="5448"/>
                    <a:pt x="25683" y="7012"/>
                  </a:cubicBezTo>
                  <a:cubicBezTo>
                    <a:pt x="21308" y="9163"/>
                    <a:pt x="16511" y="10320"/>
                    <a:pt x="12090" y="12380"/>
                  </a:cubicBezTo>
                  <a:cubicBezTo>
                    <a:pt x="7684" y="14425"/>
                    <a:pt x="3444" y="17628"/>
                    <a:pt x="1865" y="22244"/>
                  </a:cubicBezTo>
                  <a:cubicBezTo>
                    <a:pt x="1" y="27673"/>
                    <a:pt x="647" y="34078"/>
                    <a:pt x="3504" y="39040"/>
                  </a:cubicBezTo>
                  <a:cubicBezTo>
                    <a:pt x="8069" y="46988"/>
                    <a:pt x="17031" y="49899"/>
                    <a:pt x="25743" y="49899"/>
                  </a:cubicBezTo>
                  <a:cubicBezTo>
                    <a:pt x="25898" y="49899"/>
                    <a:pt x="26054" y="49898"/>
                    <a:pt x="26209" y="49897"/>
                  </a:cubicBezTo>
                  <a:cubicBezTo>
                    <a:pt x="44945" y="49671"/>
                    <a:pt x="54583" y="26996"/>
                    <a:pt x="51531" y="10696"/>
                  </a:cubicBezTo>
                  <a:cubicBezTo>
                    <a:pt x="50869" y="7163"/>
                    <a:pt x="49230" y="3779"/>
                    <a:pt x="46118" y="1840"/>
                  </a:cubicBezTo>
                  <a:cubicBezTo>
                    <a:pt x="44160" y="620"/>
                    <a:pt x="41987" y="0"/>
                    <a:pt x="39803"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5" name="Google Shape;5485;p220"/>
            <p:cNvSpPr/>
            <p:nvPr/>
          </p:nvSpPr>
          <p:spPr>
            <a:xfrm rot="5828238">
              <a:off x="251851" y="4219055"/>
              <a:ext cx="1085117" cy="2077472"/>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486" name="Google Shape;5486;p220"/>
          <p:cNvSpPr/>
          <p:nvPr/>
        </p:nvSpPr>
        <p:spPr>
          <a:xfrm rot="899878">
            <a:off x="-523899" y="-362625"/>
            <a:ext cx="1102774" cy="971749"/>
          </a:xfrm>
          <a:custGeom>
            <a:rect b="b" l="l" r="r" t="t"/>
            <a:pathLst>
              <a:path extrusionOk="0" h="49357" w="56012">
                <a:moveTo>
                  <a:pt x="29954" y="0"/>
                </a:moveTo>
                <a:cubicBezTo>
                  <a:pt x="26409" y="0"/>
                  <a:pt x="22321" y="902"/>
                  <a:pt x="17654" y="3034"/>
                </a:cubicBezTo>
                <a:cubicBezTo>
                  <a:pt x="17654" y="3034"/>
                  <a:pt x="8827" y="7530"/>
                  <a:pt x="4406" y="14477"/>
                </a:cubicBezTo>
                <a:cubicBezTo>
                  <a:pt x="1" y="21424"/>
                  <a:pt x="347" y="30340"/>
                  <a:pt x="5715" y="36971"/>
                </a:cubicBezTo>
                <a:cubicBezTo>
                  <a:pt x="11068" y="43588"/>
                  <a:pt x="21308" y="42730"/>
                  <a:pt x="29878" y="46926"/>
                </a:cubicBezTo>
                <a:cubicBezTo>
                  <a:pt x="33082" y="48494"/>
                  <a:pt x="36410" y="49356"/>
                  <a:pt x="39533" y="49356"/>
                </a:cubicBezTo>
                <a:cubicBezTo>
                  <a:pt x="44766" y="49356"/>
                  <a:pt x="49425" y="46936"/>
                  <a:pt x="51967" y="41362"/>
                </a:cubicBezTo>
                <a:cubicBezTo>
                  <a:pt x="56012" y="32476"/>
                  <a:pt x="49907" y="29137"/>
                  <a:pt x="48854" y="18852"/>
                </a:cubicBezTo>
                <a:cubicBezTo>
                  <a:pt x="48037" y="10867"/>
                  <a:pt x="42263" y="0"/>
                  <a:pt x="29954"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487" name="Google Shape;5487;p220"/>
          <p:cNvGrpSpPr/>
          <p:nvPr/>
        </p:nvGrpSpPr>
        <p:grpSpPr>
          <a:xfrm>
            <a:off x="298009" y="1164970"/>
            <a:ext cx="1121498" cy="1129498"/>
            <a:chOff x="298009" y="1164970"/>
            <a:chExt cx="1121498" cy="1129498"/>
          </a:xfrm>
        </p:grpSpPr>
        <p:grpSp>
          <p:nvGrpSpPr>
            <p:cNvPr id="5488" name="Google Shape;5488;p220"/>
            <p:cNvGrpSpPr/>
            <p:nvPr/>
          </p:nvGrpSpPr>
          <p:grpSpPr>
            <a:xfrm flipH="1">
              <a:off x="298009" y="1309538"/>
              <a:ext cx="93234" cy="93234"/>
              <a:chOff x="7812545" y="194375"/>
              <a:chExt cx="105457" cy="105457"/>
            </a:xfrm>
          </p:grpSpPr>
          <p:sp>
            <p:nvSpPr>
              <p:cNvPr id="5489" name="Google Shape;5489;p220"/>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0" name="Google Shape;5490;p220"/>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1" name="Google Shape;5491;p220"/>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2" name="Google Shape;5492;p220"/>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493" name="Google Shape;5493;p220"/>
            <p:cNvSpPr/>
            <p:nvPr/>
          </p:nvSpPr>
          <p:spPr>
            <a:xfrm flipH="1">
              <a:off x="1326276" y="1164970"/>
              <a:ext cx="93231" cy="93173"/>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4" name="Google Shape;5494;p220"/>
            <p:cNvSpPr/>
            <p:nvPr/>
          </p:nvSpPr>
          <p:spPr>
            <a:xfrm flipH="1">
              <a:off x="685826" y="2201295"/>
              <a:ext cx="93231" cy="93173"/>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95" name="Google Shape;5495;p220"/>
          <p:cNvGrpSpPr/>
          <p:nvPr/>
        </p:nvGrpSpPr>
        <p:grpSpPr>
          <a:xfrm>
            <a:off x="7297176" y="3655625"/>
            <a:ext cx="2210428" cy="1863813"/>
            <a:chOff x="7297176" y="3655625"/>
            <a:chExt cx="2210428" cy="1863813"/>
          </a:xfrm>
        </p:grpSpPr>
        <p:sp>
          <p:nvSpPr>
            <p:cNvPr id="5496" name="Google Shape;5496;p220"/>
            <p:cNvSpPr/>
            <p:nvPr/>
          </p:nvSpPr>
          <p:spPr>
            <a:xfrm rot="899878">
              <a:off x="8297876" y="4421550"/>
              <a:ext cx="1102774" cy="971749"/>
            </a:xfrm>
            <a:custGeom>
              <a:rect b="b" l="l" r="r" t="t"/>
              <a:pathLst>
                <a:path extrusionOk="0" h="49357" w="56012">
                  <a:moveTo>
                    <a:pt x="29954" y="0"/>
                  </a:moveTo>
                  <a:cubicBezTo>
                    <a:pt x="26409" y="0"/>
                    <a:pt x="22321" y="902"/>
                    <a:pt x="17654" y="3034"/>
                  </a:cubicBezTo>
                  <a:cubicBezTo>
                    <a:pt x="17654" y="3034"/>
                    <a:pt x="8827" y="7530"/>
                    <a:pt x="4406" y="14477"/>
                  </a:cubicBezTo>
                  <a:cubicBezTo>
                    <a:pt x="1" y="21424"/>
                    <a:pt x="347" y="30340"/>
                    <a:pt x="5715" y="36971"/>
                  </a:cubicBezTo>
                  <a:cubicBezTo>
                    <a:pt x="11068" y="43588"/>
                    <a:pt x="21308" y="42730"/>
                    <a:pt x="29878" y="46926"/>
                  </a:cubicBezTo>
                  <a:cubicBezTo>
                    <a:pt x="33082" y="48494"/>
                    <a:pt x="36410" y="49356"/>
                    <a:pt x="39533" y="49356"/>
                  </a:cubicBezTo>
                  <a:cubicBezTo>
                    <a:pt x="44766" y="49356"/>
                    <a:pt x="49425" y="46936"/>
                    <a:pt x="51967" y="41362"/>
                  </a:cubicBezTo>
                  <a:cubicBezTo>
                    <a:pt x="56012" y="32476"/>
                    <a:pt x="49907" y="29137"/>
                    <a:pt x="48854" y="18852"/>
                  </a:cubicBezTo>
                  <a:cubicBezTo>
                    <a:pt x="48037" y="10867"/>
                    <a:pt x="42263" y="0"/>
                    <a:pt x="29954"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497" name="Google Shape;5497;p220"/>
            <p:cNvGrpSpPr/>
            <p:nvPr/>
          </p:nvGrpSpPr>
          <p:grpSpPr>
            <a:xfrm>
              <a:off x="7297176" y="3655625"/>
              <a:ext cx="1024368" cy="981280"/>
              <a:chOff x="7297176" y="3655625"/>
              <a:chExt cx="1024368" cy="981280"/>
            </a:xfrm>
          </p:grpSpPr>
          <p:grpSp>
            <p:nvGrpSpPr>
              <p:cNvPr id="5498" name="Google Shape;5498;p220"/>
              <p:cNvGrpSpPr/>
              <p:nvPr/>
            </p:nvGrpSpPr>
            <p:grpSpPr>
              <a:xfrm flipH="1">
                <a:off x="8228309" y="3655625"/>
                <a:ext cx="93234" cy="93234"/>
                <a:chOff x="7812545" y="194375"/>
                <a:chExt cx="105457" cy="105457"/>
              </a:xfrm>
            </p:grpSpPr>
            <p:sp>
              <p:nvSpPr>
                <p:cNvPr id="5499" name="Google Shape;5499;p220"/>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0" name="Google Shape;5500;p220"/>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1" name="Google Shape;5501;p220"/>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2" name="Google Shape;5502;p220"/>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503" name="Google Shape;5503;p220"/>
              <p:cNvSpPr/>
              <p:nvPr/>
            </p:nvSpPr>
            <p:spPr>
              <a:xfrm flipH="1">
                <a:off x="7297176" y="4543733"/>
                <a:ext cx="93231" cy="93173"/>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20">
    <p:spTree>
      <p:nvGrpSpPr>
        <p:cNvPr id="5504" name="Shape 5504"/>
        <p:cNvGrpSpPr/>
        <p:nvPr/>
      </p:nvGrpSpPr>
      <p:grpSpPr>
        <a:xfrm>
          <a:off x="0" y="0"/>
          <a:ext cx="0" cy="0"/>
          <a:chOff x="0" y="0"/>
          <a:chExt cx="0" cy="0"/>
        </a:xfrm>
      </p:grpSpPr>
      <p:sp>
        <p:nvSpPr>
          <p:cNvPr id="5505" name="Google Shape;5505;p2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grpSp>
        <p:nvGrpSpPr>
          <p:cNvPr id="5506" name="Google Shape;5506;p221"/>
          <p:cNvGrpSpPr/>
          <p:nvPr/>
        </p:nvGrpSpPr>
        <p:grpSpPr>
          <a:xfrm>
            <a:off x="319295" y="4308988"/>
            <a:ext cx="750832" cy="656232"/>
            <a:chOff x="319295" y="4308988"/>
            <a:chExt cx="750832" cy="656232"/>
          </a:xfrm>
        </p:grpSpPr>
        <p:grpSp>
          <p:nvGrpSpPr>
            <p:cNvPr id="5507" name="Google Shape;5507;p221"/>
            <p:cNvGrpSpPr/>
            <p:nvPr/>
          </p:nvGrpSpPr>
          <p:grpSpPr>
            <a:xfrm>
              <a:off x="964670" y="4859763"/>
              <a:ext cx="105457" cy="105457"/>
              <a:chOff x="7812545" y="194375"/>
              <a:chExt cx="105457" cy="105457"/>
            </a:xfrm>
          </p:grpSpPr>
          <p:sp>
            <p:nvSpPr>
              <p:cNvPr id="5508" name="Google Shape;5508;p221"/>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9" name="Google Shape;5509;p221"/>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0" name="Google Shape;5510;p221"/>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1" name="Google Shape;5511;p221"/>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512" name="Google Shape;5512;p221"/>
            <p:cNvSpPr/>
            <p:nvPr/>
          </p:nvSpPr>
          <p:spPr>
            <a:xfrm>
              <a:off x="424749" y="4721876"/>
              <a:ext cx="171626" cy="171542"/>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513" name="Google Shape;5513;p221"/>
            <p:cNvGrpSpPr/>
            <p:nvPr/>
          </p:nvGrpSpPr>
          <p:grpSpPr>
            <a:xfrm>
              <a:off x="319295" y="4308988"/>
              <a:ext cx="105457" cy="105457"/>
              <a:chOff x="7812545" y="194375"/>
              <a:chExt cx="105457" cy="105457"/>
            </a:xfrm>
          </p:grpSpPr>
          <p:sp>
            <p:nvSpPr>
              <p:cNvPr id="5514" name="Google Shape;5514;p221"/>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5" name="Google Shape;5515;p221"/>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6" name="Google Shape;5516;p221"/>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7" name="Google Shape;5517;p221"/>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518" name="Google Shape;5518;p221"/>
          <p:cNvGrpSpPr/>
          <p:nvPr/>
        </p:nvGrpSpPr>
        <p:grpSpPr>
          <a:xfrm>
            <a:off x="8176604" y="-179030"/>
            <a:ext cx="1421198" cy="1325909"/>
            <a:chOff x="8176604" y="-179030"/>
            <a:chExt cx="1421198" cy="1325909"/>
          </a:xfrm>
        </p:grpSpPr>
        <p:sp>
          <p:nvSpPr>
            <p:cNvPr id="5519" name="Google Shape;5519;p221"/>
            <p:cNvSpPr/>
            <p:nvPr/>
          </p:nvSpPr>
          <p:spPr>
            <a:xfrm flipH="1">
              <a:off x="8606683" y="-179030"/>
              <a:ext cx="991119" cy="877511"/>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0" name="Google Shape;5520;p221"/>
            <p:cNvSpPr/>
            <p:nvPr/>
          </p:nvSpPr>
          <p:spPr>
            <a:xfrm flipH="1">
              <a:off x="8176604" y="349987"/>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521" name="Google Shape;5521;p221"/>
            <p:cNvGrpSpPr/>
            <p:nvPr/>
          </p:nvGrpSpPr>
          <p:grpSpPr>
            <a:xfrm>
              <a:off x="8732620" y="1041423"/>
              <a:ext cx="105457" cy="105457"/>
              <a:chOff x="7812545" y="194375"/>
              <a:chExt cx="105457" cy="105457"/>
            </a:xfrm>
          </p:grpSpPr>
          <p:sp>
            <p:nvSpPr>
              <p:cNvPr id="5522" name="Google Shape;5522;p221"/>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3" name="Google Shape;5523;p221"/>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4" name="Google Shape;5524;p221"/>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5" name="Google Shape;5525;p221"/>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19">
    <p:spTree>
      <p:nvGrpSpPr>
        <p:cNvPr id="5526" name="Shape 5526"/>
        <p:cNvGrpSpPr/>
        <p:nvPr/>
      </p:nvGrpSpPr>
      <p:grpSpPr>
        <a:xfrm>
          <a:off x="0" y="0"/>
          <a:ext cx="0" cy="0"/>
          <a:chOff x="0" y="0"/>
          <a:chExt cx="0" cy="0"/>
        </a:xfrm>
      </p:grpSpPr>
      <p:sp>
        <p:nvSpPr>
          <p:cNvPr id="5527" name="Google Shape;5527;p2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5528" name="Google Shape;5528;p222"/>
          <p:cNvSpPr/>
          <p:nvPr/>
        </p:nvSpPr>
        <p:spPr>
          <a:xfrm rot="5828238">
            <a:off x="712226" y="4219055"/>
            <a:ext cx="1085117" cy="2077472"/>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9" name="Google Shape;5529;p222"/>
          <p:cNvSpPr/>
          <p:nvPr/>
        </p:nvSpPr>
        <p:spPr>
          <a:xfrm flipH="1">
            <a:off x="8516050" y="4487450"/>
            <a:ext cx="1172375" cy="942725"/>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530" name="Google Shape;5530;p222"/>
          <p:cNvGrpSpPr/>
          <p:nvPr/>
        </p:nvGrpSpPr>
        <p:grpSpPr>
          <a:xfrm>
            <a:off x="-1252300" y="-775500"/>
            <a:ext cx="2224933" cy="1789104"/>
            <a:chOff x="-1260750" y="4247400"/>
            <a:chExt cx="2224933" cy="1789104"/>
          </a:xfrm>
        </p:grpSpPr>
        <p:sp>
          <p:nvSpPr>
            <p:cNvPr id="5531" name="Google Shape;5531;p222"/>
            <p:cNvSpPr/>
            <p:nvPr/>
          </p:nvSpPr>
          <p:spPr>
            <a:xfrm flipH="1">
              <a:off x="-1260750" y="4247400"/>
              <a:ext cx="2224933" cy="1789104"/>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2" name="Google Shape;5532;p222"/>
            <p:cNvSpPr/>
            <p:nvPr/>
          </p:nvSpPr>
          <p:spPr>
            <a:xfrm>
              <a:off x="-708950" y="4596438"/>
              <a:ext cx="1232275" cy="1091025"/>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33" name="Google Shape;5533;p222"/>
          <p:cNvGrpSpPr/>
          <p:nvPr/>
        </p:nvGrpSpPr>
        <p:grpSpPr>
          <a:xfrm flipH="1" rot="10800000">
            <a:off x="8455188" y="183250"/>
            <a:ext cx="463864" cy="572939"/>
            <a:chOff x="274663" y="183250"/>
            <a:chExt cx="463864" cy="572939"/>
          </a:xfrm>
        </p:grpSpPr>
        <p:grpSp>
          <p:nvGrpSpPr>
            <p:cNvPr id="5534" name="Google Shape;5534;p222"/>
            <p:cNvGrpSpPr/>
            <p:nvPr/>
          </p:nvGrpSpPr>
          <p:grpSpPr>
            <a:xfrm>
              <a:off x="633070" y="183250"/>
              <a:ext cx="105457" cy="105457"/>
              <a:chOff x="7812545" y="194375"/>
              <a:chExt cx="105457" cy="105457"/>
            </a:xfrm>
          </p:grpSpPr>
          <p:sp>
            <p:nvSpPr>
              <p:cNvPr id="5535" name="Google Shape;5535;p222"/>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6" name="Google Shape;5536;p222"/>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7" name="Google Shape;5537;p222"/>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8" name="Google Shape;5538;p222"/>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539" name="Google Shape;5539;p222"/>
            <p:cNvSpPr/>
            <p:nvPr/>
          </p:nvSpPr>
          <p:spPr>
            <a:xfrm>
              <a:off x="274663" y="650800"/>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544" name="Shape 5544"/>
        <p:cNvGrpSpPr/>
        <p:nvPr/>
      </p:nvGrpSpPr>
      <p:grpSpPr>
        <a:xfrm>
          <a:off x="0" y="0"/>
          <a:ext cx="0" cy="0"/>
          <a:chOff x="0" y="0"/>
          <a:chExt cx="0" cy="0"/>
        </a:xfrm>
      </p:grpSpPr>
      <p:sp>
        <p:nvSpPr>
          <p:cNvPr id="5545" name="Google Shape;5545;p224"/>
          <p:cNvSpPr/>
          <p:nvPr/>
        </p:nvSpPr>
        <p:spPr>
          <a:xfrm>
            <a:off x="-298976" y="-442224"/>
            <a:ext cx="6067158" cy="4878696"/>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6" name="Google Shape;5546;p224"/>
          <p:cNvSpPr/>
          <p:nvPr/>
        </p:nvSpPr>
        <p:spPr>
          <a:xfrm>
            <a:off x="-418150" y="-442225"/>
            <a:ext cx="1232275" cy="1091025"/>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7" name="Google Shape;5547;p224"/>
          <p:cNvSpPr txBox="1"/>
          <p:nvPr>
            <p:ph type="ctrTitle"/>
          </p:nvPr>
        </p:nvSpPr>
        <p:spPr>
          <a:xfrm>
            <a:off x="1041050" y="995375"/>
            <a:ext cx="4159800" cy="2145600"/>
          </a:xfrm>
          <a:prstGeom prst="rect">
            <a:avLst/>
          </a:prstGeom>
        </p:spPr>
        <p:txBody>
          <a:bodyPr anchorCtr="0" anchor="ctr" bIns="91425" lIns="91425" spcFirstLastPara="1" rIns="91425" wrap="square" tIns="91425">
            <a:noAutofit/>
          </a:bodyPr>
          <a:lstStyle>
            <a:lvl1pPr lvl="0">
              <a:lnSpc>
                <a:spcPct val="90000"/>
              </a:lnSpc>
              <a:spcBef>
                <a:spcPts val="0"/>
              </a:spcBef>
              <a:spcAft>
                <a:spcPts val="0"/>
              </a:spcAft>
              <a:buSzPts val="5200"/>
              <a:buNone/>
              <a:defRPr sz="5200"/>
            </a:lvl1pPr>
            <a:lvl2pPr lvl="1">
              <a:spcBef>
                <a:spcPts val="0"/>
              </a:spcBef>
              <a:spcAft>
                <a:spcPts val="0"/>
              </a:spcAft>
              <a:buSzPts val="5200"/>
              <a:buNone/>
              <a:defRPr sz="5200"/>
            </a:lvl2pPr>
            <a:lvl3pPr lvl="2">
              <a:spcBef>
                <a:spcPts val="0"/>
              </a:spcBef>
              <a:spcAft>
                <a:spcPts val="0"/>
              </a:spcAft>
              <a:buSzPts val="5200"/>
              <a:buNone/>
              <a:defRPr sz="5200"/>
            </a:lvl3pPr>
            <a:lvl4pPr lvl="3">
              <a:spcBef>
                <a:spcPts val="0"/>
              </a:spcBef>
              <a:spcAft>
                <a:spcPts val="0"/>
              </a:spcAft>
              <a:buSzPts val="5200"/>
              <a:buNone/>
              <a:defRPr sz="5200"/>
            </a:lvl4pPr>
            <a:lvl5pPr lvl="4">
              <a:spcBef>
                <a:spcPts val="0"/>
              </a:spcBef>
              <a:spcAft>
                <a:spcPts val="0"/>
              </a:spcAft>
              <a:buSzPts val="5200"/>
              <a:buNone/>
              <a:defRPr sz="5200"/>
            </a:lvl5pPr>
            <a:lvl6pPr lvl="5">
              <a:spcBef>
                <a:spcPts val="0"/>
              </a:spcBef>
              <a:spcAft>
                <a:spcPts val="0"/>
              </a:spcAft>
              <a:buSzPts val="5200"/>
              <a:buNone/>
              <a:defRPr sz="5200"/>
            </a:lvl6pPr>
            <a:lvl7pPr lvl="6">
              <a:spcBef>
                <a:spcPts val="0"/>
              </a:spcBef>
              <a:spcAft>
                <a:spcPts val="0"/>
              </a:spcAft>
              <a:buSzPts val="5200"/>
              <a:buNone/>
              <a:defRPr sz="5200"/>
            </a:lvl7pPr>
            <a:lvl8pPr lvl="7">
              <a:spcBef>
                <a:spcPts val="0"/>
              </a:spcBef>
              <a:spcAft>
                <a:spcPts val="0"/>
              </a:spcAft>
              <a:buSzPts val="5200"/>
              <a:buNone/>
              <a:defRPr sz="5200"/>
            </a:lvl8pPr>
            <a:lvl9pPr lvl="8">
              <a:spcBef>
                <a:spcPts val="0"/>
              </a:spcBef>
              <a:spcAft>
                <a:spcPts val="0"/>
              </a:spcAft>
              <a:buSzPts val="5200"/>
              <a:buNone/>
              <a:defRPr sz="5200"/>
            </a:lvl9pPr>
          </a:lstStyle>
          <a:p/>
        </p:txBody>
      </p:sp>
      <p:sp>
        <p:nvSpPr>
          <p:cNvPr id="5548" name="Google Shape;5548;p224"/>
          <p:cNvSpPr txBox="1"/>
          <p:nvPr>
            <p:ph idx="1" type="subTitle"/>
          </p:nvPr>
        </p:nvSpPr>
        <p:spPr>
          <a:xfrm>
            <a:off x="1041050" y="3140985"/>
            <a:ext cx="5488500" cy="336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800"/>
              <a:buNone/>
              <a:defRPr sz="18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5549" name="Google Shape;5549;p2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grpSp>
        <p:nvGrpSpPr>
          <p:cNvPr id="5550" name="Google Shape;5550;p224"/>
          <p:cNvGrpSpPr/>
          <p:nvPr/>
        </p:nvGrpSpPr>
        <p:grpSpPr>
          <a:xfrm>
            <a:off x="-1113715" y="3104082"/>
            <a:ext cx="3240940" cy="3045231"/>
            <a:chOff x="-1113715" y="3104082"/>
            <a:chExt cx="3240940" cy="3045231"/>
          </a:xfrm>
        </p:grpSpPr>
        <p:sp>
          <p:nvSpPr>
            <p:cNvPr id="5551" name="Google Shape;5551;p224"/>
            <p:cNvSpPr/>
            <p:nvPr/>
          </p:nvSpPr>
          <p:spPr>
            <a:xfrm rot="-6150387">
              <a:off x="-934264" y="3408221"/>
              <a:ext cx="2578600" cy="2436953"/>
            </a:xfrm>
            <a:custGeom>
              <a:rect b="b" l="l" r="r" t="t"/>
              <a:pathLst>
                <a:path extrusionOk="0" h="49900" w="54584">
                  <a:moveTo>
                    <a:pt x="39803" y="0"/>
                  </a:moveTo>
                  <a:cubicBezTo>
                    <a:pt x="38029" y="0"/>
                    <a:pt x="36248" y="409"/>
                    <a:pt x="34570" y="1238"/>
                  </a:cubicBezTo>
                  <a:cubicBezTo>
                    <a:pt x="31367" y="2802"/>
                    <a:pt x="28886" y="5448"/>
                    <a:pt x="25683" y="7012"/>
                  </a:cubicBezTo>
                  <a:cubicBezTo>
                    <a:pt x="21308" y="9163"/>
                    <a:pt x="16511" y="10320"/>
                    <a:pt x="12090" y="12380"/>
                  </a:cubicBezTo>
                  <a:cubicBezTo>
                    <a:pt x="7684" y="14425"/>
                    <a:pt x="3444" y="17628"/>
                    <a:pt x="1865" y="22244"/>
                  </a:cubicBezTo>
                  <a:cubicBezTo>
                    <a:pt x="1" y="27673"/>
                    <a:pt x="647" y="34078"/>
                    <a:pt x="3504" y="39040"/>
                  </a:cubicBezTo>
                  <a:cubicBezTo>
                    <a:pt x="8069" y="46988"/>
                    <a:pt x="17031" y="49899"/>
                    <a:pt x="25743" y="49899"/>
                  </a:cubicBezTo>
                  <a:cubicBezTo>
                    <a:pt x="25898" y="49899"/>
                    <a:pt x="26054" y="49898"/>
                    <a:pt x="26209" y="49897"/>
                  </a:cubicBezTo>
                  <a:cubicBezTo>
                    <a:pt x="44945" y="49671"/>
                    <a:pt x="54583" y="26996"/>
                    <a:pt x="51531" y="10696"/>
                  </a:cubicBezTo>
                  <a:cubicBezTo>
                    <a:pt x="50869" y="7163"/>
                    <a:pt x="49230" y="3779"/>
                    <a:pt x="46118" y="1840"/>
                  </a:cubicBezTo>
                  <a:cubicBezTo>
                    <a:pt x="44160" y="620"/>
                    <a:pt x="41987" y="0"/>
                    <a:pt x="39803"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2" name="Google Shape;5552;p224"/>
            <p:cNvSpPr/>
            <p:nvPr/>
          </p:nvSpPr>
          <p:spPr>
            <a:xfrm rot="5828283">
              <a:off x="677849" y="4406018"/>
              <a:ext cx="958577" cy="1835297"/>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553" name="Shape 5553"/>
        <p:cNvGrpSpPr/>
        <p:nvPr/>
      </p:nvGrpSpPr>
      <p:grpSpPr>
        <a:xfrm>
          <a:off x="0" y="0"/>
          <a:ext cx="0" cy="0"/>
          <a:chOff x="0" y="0"/>
          <a:chExt cx="0" cy="0"/>
        </a:xfrm>
      </p:grpSpPr>
      <p:sp>
        <p:nvSpPr>
          <p:cNvPr id="5554" name="Google Shape;5554;p225"/>
          <p:cNvSpPr txBox="1"/>
          <p:nvPr>
            <p:ph type="title"/>
          </p:nvPr>
        </p:nvSpPr>
        <p:spPr>
          <a:xfrm>
            <a:off x="3920952" y="2223325"/>
            <a:ext cx="4551600" cy="749100"/>
          </a:xfrm>
          <a:prstGeom prst="rect">
            <a:avLst/>
          </a:prstGeom>
        </p:spPr>
        <p:txBody>
          <a:bodyPr anchorCtr="0" anchor="ctr" bIns="91425" lIns="91425" spcFirstLastPara="1" rIns="91425" wrap="square" tIns="91425">
            <a:noAutofit/>
          </a:bodyPr>
          <a:lstStyle>
            <a:lvl1pPr lvl="0">
              <a:spcBef>
                <a:spcPts val="0"/>
              </a:spcBef>
              <a:spcAft>
                <a:spcPts val="0"/>
              </a:spcAft>
              <a:buSzPts val="3600"/>
              <a:buNone/>
              <a:defRPr sz="4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5555" name="Google Shape;5555;p2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5556" name="Google Shape;5556;p225"/>
          <p:cNvSpPr txBox="1"/>
          <p:nvPr>
            <p:ph idx="1" type="subTitle"/>
          </p:nvPr>
        </p:nvSpPr>
        <p:spPr>
          <a:xfrm>
            <a:off x="3907975" y="2905550"/>
            <a:ext cx="4551600" cy="383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800"/>
              <a:buNone/>
              <a:defRPr sz="18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5557" name="Google Shape;5557;p225"/>
          <p:cNvSpPr txBox="1"/>
          <p:nvPr>
            <p:ph hasCustomPrompt="1" idx="2" type="title"/>
          </p:nvPr>
        </p:nvSpPr>
        <p:spPr>
          <a:xfrm>
            <a:off x="3907970" y="1278475"/>
            <a:ext cx="1595700" cy="898500"/>
          </a:xfrm>
          <a:prstGeom prst="rect">
            <a:avLst/>
          </a:prstGeom>
        </p:spPr>
        <p:txBody>
          <a:bodyPr anchorCtr="0" anchor="ctr" bIns="91425" lIns="91425" spcFirstLastPara="1" rIns="91425" wrap="square" tIns="91425">
            <a:noAutofit/>
          </a:bodyPr>
          <a:lstStyle>
            <a:lvl1pPr lvl="0">
              <a:spcBef>
                <a:spcPts val="0"/>
              </a:spcBef>
              <a:spcAft>
                <a:spcPts val="0"/>
              </a:spcAft>
              <a:buSzPts val="8000"/>
              <a:buNone/>
              <a:defRPr sz="8000">
                <a:solidFill>
                  <a:schemeClr val="accent2"/>
                </a:solidFill>
              </a:defRPr>
            </a:lvl1pPr>
            <a:lvl2pPr lvl="1" algn="ctr">
              <a:spcBef>
                <a:spcPts val="0"/>
              </a:spcBef>
              <a:spcAft>
                <a:spcPts val="0"/>
              </a:spcAft>
              <a:buSzPts val="8000"/>
              <a:buNone/>
              <a:defRPr sz="8000"/>
            </a:lvl2pPr>
            <a:lvl3pPr lvl="2" algn="ctr">
              <a:spcBef>
                <a:spcPts val="0"/>
              </a:spcBef>
              <a:spcAft>
                <a:spcPts val="0"/>
              </a:spcAft>
              <a:buSzPts val="8000"/>
              <a:buNone/>
              <a:defRPr sz="8000"/>
            </a:lvl3pPr>
            <a:lvl4pPr lvl="3" algn="ctr">
              <a:spcBef>
                <a:spcPts val="0"/>
              </a:spcBef>
              <a:spcAft>
                <a:spcPts val="0"/>
              </a:spcAft>
              <a:buSzPts val="8000"/>
              <a:buNone/>
              <a:defRPr sz="8000"/>
            </a:lvl4pPr>
            <a:lvl5pPr lvl="4" algn="ctr">
              <a:spcBef>
                <a:spcPts val="0"/>
              </a:spcBef>
              <a:spcAft>
                <a:spcPts val="0"/>
              </a:spcAft>
              <a:buSzPts val="8000"/>
              <a:buNone/>
              <a:defRPr sz="8000"/>
            </a:lvl5pPr>
            <a:lvl6pPr lvl="5" algn="ctr">
              <a:spcBef>
                <a:spcPts val="0"/>
              </a:spcBef>
              <a:spcAft>
                <a:spcPts val="0"/>
              </a:spcAft>
              <a:buSzPts val="8000"/>
              <a:buNone/>
              <a:defRPr sz="8000"/>
            </a:lvl6pPr>
            <a:lvl7pPr lvl="6" algn="ctr">
              <a:spcBef>
                <a:spcPts val="0"/>
              </a:spcBef>
              <a:spcAft>
                <a:spcPts val="0"/>
              </a:spcAft>
              <a:buSzPts val="8000"/>
              <a:buNone/>
              <a:defRPr sz="8000"/>
            </a:lvl7pPr>
            <a:lvl8pPr lvl="7" algn="ctr">
              <a:spcBef>
                <a:spcPts val="0"/>
              </a:spcBef>
              <a:spcAft>
                <a:spcPts val="0"/>
              </a:spcAft>
              <a:buSzPts val="8000"/>
              <a:buNone/>
              <a:defRPr sz="8000"/>
            </a:lvl8pPr>
            <a:lvl9pPr lvl="8" algn="ctr">
              <a:spcBef>
                <a:spcPts val="0"/>
              </a:spcBef>
              <a:spcAft>
                <a:spcPts val="0"/>
              </a:spcAft>
              <a:buSzPts val="8000"/>
              <a:buNone/>
              <a:defRPr sz="8000"/>
            </a:lvl9pPr>
          </a:lstStyle>
          <a:p>
            <a:r>
              <a:t>xx%</a:t>
            </a:r>
          </a:p>
        </p:txBody>
      </p:sp>
      <p:grpSp>
        <p:nvGrpSpPr>
          <p:cNvPr id="5558" name="Google Shape;5558;p225"/>
          <p:cNvGrpSpPr/>
          <p:nvPr/>
        </p:nvGrpSpPr>
        <p:grpSpPr>
          <a:xfrm>
            <a:off x="8269426" y="4107105"/>
            <a:ext cx="1691968" cy="1546775"/>
            <a:chOff x="8269426" y="4107105"/>
            <a:chExt cx="1691968" cy="1546775"/>
          </a:xfrm>
        </p:grpSpPr>
        <p:sp>
          <p:nvSpPr>
            <p:cNvPr id="5559" name="Google Shape;5559;p225"/>
            <p:cNvSpPr/>
            <p:nvPr/>
          </p:nvSpPr>
          <p:spPr>
            <a:xfrm>
              <a:off x="8269426" y="4107105"/>
              <a:ext cx="1691968" cy="1546775"/>
            </a:xfrm>
            <a:custGeom>
              <a:rect b="b" l="l" r="r" t="t"/>
              <a:pathLst>
                <a:path extrusionOk="0" h="49900" w="54584">
                  <a:moveTo>
                    <a:pt x="39803" y="0"/>
                  </a:moveTo>
                  <a:cubicBezTo>
                    <a:pt x="38029" y="0"/>
                    <a:pt x="36248" y="409"/>
                    <a:pt x="34570" y="1238"/>
                  </a:cubicBezTo>
                  <a:cubicBezTo>
                    <a:pt x="31367" y="2802"/>
                    <a:pt x="28886" y="5448"/>
                    <a:pt x="25683" y="7012"/>
                  </a:cubicBezTo>
                  <a:cubicBezTo>
                    <a:pt x="21308" y="9163"/>
                    <a:pt x="16511" y="10320"/>
                    <a:pt x="12090" y="12380"/>
                  </a:cubicBezTo>
                  <a:cubicBezTo>
                    <a:pt x="7684" y="14425"/>
                    <a:pt x="3444" y="17628"/>
                    <a:pt x="1865" y="22244"/>
                  </a:cubicBezTo>
                  <a:cubicBezTo>
                    <a:pt x="1" y="27673"/>
                    <a:pt x="647" y="34078"/>
                    <a:pt x="3504" y="39040"/>
                  </a:cubicBezTo>
                  <a:cubicBezTo>
                    <a:pt x="8069" y="46988"/>
                    <a:pt x="17031" y="49899"/>
                    <a:pt x="25743" y="49899"/>
                  </a:cubicBezTo>
                  <a:cubicBezTo>
                    <a:pt x="25898" y="49899"/>
                    <a:pt x="26054" y="49898"/>
                    <a:pt x="26209" y="49897"/>
                  </a:cubicBezTo>
                  <a:cubicBezTo>
                    <a:pt x="44945" y="49671"/>
                    <a:pt x="54583" y="26996"/>
                    <a:pt x="51531" y="10696"/>
                  </a:cubicBezTo>
                  <a:cubicBezTo>
                    <a:pt x="50869" y="7163"/>
                    <a:pt x="49230" y="3779"/>
                    <a:pt x="46118" y="1840"/>
                  </a:cubicBezTo>
                  <a:cubicBezTo>
                    <a:pt x="44160" y="620"/>
                    <a:pt x="41987" y="0"/>
                    <a:pt x="39803" y="0"/>
                  </a:cubicBezTo>
                  <a:close/>
                </a:path>
              </a:pathLst>
            </a:custGeom>
            <a:solidFill>
              <a:srgbClr val="F0F0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0" name="Google Shape;5560;p225"/>
            <p:cNvSpPr/>
            <p:nvPr/>
          </p:nvSpPr>
          <p:spPr>
            <a:xfrm>
              <a:off x="8602429" y="4538820"/>
              <a:ext cx="991119" cy="877511"/>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61" name="Google Shape;5561;p225"/>
          <p:cNvGrpSpPr/>
          <p:nvPr/>
        </p:nvGrpSpPr>
        <p:grpSpPr>
          <a:xfrm>
            <a:off x="6194195" y="289400"/>
            <a:ext cx="2508782" cy="1009939"/>
            <a:chOff x="6194195" y="289400"/>
            <a:chExt cx="2508782" cy="1009939"/>
          </a:xfrm>
        </p:grpSpPr>
        <p:sp>
          <p:nvSpPr>
            <p:cNvPr id="5562" name="Google Shape;5562;p225"/>
            <p:cNvSpPr/>
            <p:nvPr/>
          </p:nvSpPr>
          <p:spPr>
            <a:xfrm>
              <a:off x="7081200" y="1193950"/>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3" name="Google Shape;5563;p225"/>
            <p:cNvSpPr/>
            <p:nvPr/>
          </p:nvSpPr>
          <p:spPr>
            <a:xfrm>
              <a:off x="7997076" y="289400"/>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5564" name="Google Shape;5564;p225"/>
            <p:cNvGrpSpPr/>
            <p:nvPr/>
          </p:nvGrpSpPr>
          <p:grpSpPr>
            <a:xfrm>
              <a:off x="8597520" y="1140738"/>
              <a:ext cx="105457" cy="105457"/>
              <a:chOff x="7812545" y="194375"/>
              <a:chExt cx="105457" cy="105457"/>
            </a:xfrm>
          </p:grpSpPr>
          <p:sp>
            <p:nvSpPr>
              <p:cNvPr id="5565" name="Google Shape;5565;p225"/>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6" name="Google Shape;5566;p225"/>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7" name="Google Shape;5567;p225"/>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8" name="Google Shape;5568;p225"/>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69" name="Google Shape;5569;p225"/>
            <p:cNvGrpSpPr/>
            <p:nvPr/>
          </p:nvGrpSpPr>
          <p:grpSpPr>
            <a:xfrm>
              <a:off x="6194195" y="551338"/>
              <a:ext cx="105457" cy="105457"/>
              <a:chOff x="7812545" y="194375"/>
              <a:chExt cx="105457" cy="105457"/>
            </a:xfrm>
          </p:grpSpPr>
          <p:sp>
            <p:nvSpPr>
              <p:cNvPr id="5570" name="Google Shape;5570;p225"/>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1" name="Google Shape;5571;p225"/>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2" name="Google Shape;5572;p225"/>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3" name="Google Shape;5573;p225"/>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574" name="Google Shape;5574;p225"/>
          <p:cNvGrpSpPr/>
          <p:nvPr/>
        </p:nvGrpSpPr>
        <p:grpSpPr>
          <a:xfrm>
            <a:off x="5001120" y="3928038"/>
            <a:ext cx="1828507" cy="817002"/>
            <a:chOff x="5001120" y="3928038"/>
            <a:chExt cx="1828507" cy="817002"/>
          </a:xfrm>
        </p:grpSpPr>
        <p:sp>
          <p:nvSpPr>
            <p:cNvPr id="5575" name="Google Shape;5575;p225"/>
            <p:cNvSpPr/>
            <p:nvPr/>
          </p:nvSpPr>
          <p:spPr>
            <a:xfrm>
              <a:off x="6724175" y="4639650"/>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576" name="Google Shape;5576;p225"/>
            <p:cNvGrpSpPr/>
            <p:nvPr/>
          </p:nvGrpSpPr>
          <p:grpSpPr>
            <a:xfrm>
              <a:off x="5001120" y="3928038"/>
              <a:ext cx="105457" cy="105457"/>
              <a:chOff x="7812545" y="194375"/>
              <a:chExt cx="105457" cy="105457"/>
            </a:xfrm>
          </p:grpSpPr>
          <p:sp>
            <p:nvSpPr>
              <p:cNvPr id="5577" name="Google Shape;5577;p225"/>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8" name="Google Shape;5578;p225"/>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9" name="Google Shape;5579;p225"/>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0" name="Google Shape;5580;p225"/>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5581" name="Shape 5581"/>
        <p:cNvGrpSpPr/>
        <p:nvPr/>
      </p:nvGrpSpPr>
      <p:grpSpPr>
        <a:xfrm>
          <a:off x="0" y="0"/>
          <a:ext cx="0" cy="0"/>
          <a:chOff x="0" y="0"/>
          <a:chExt cx="0" cy="0"/>
        </a:xfrm>
      </p:grpSpPr>
      <p:sp>
        <p:nvSpPr>
          <p:cNvPr id="5582" name="Google Shape;5582;p226"/>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583" name="Google Shape;5583;p226"/>
          <p:cNvSpPr txBox="1"/>
          <p:nvPr>
            <p:ph idx="1" type="body"/>
          </p:nvPr>
        </p:nvSpPr>
        <p:spPr>
          <a:xfrm>
            <a:off x="685800" y="1152475"/>
            <a:ext cx="7786800" cy="3416400"/>
          </a:xfrm>
          <a:prstGeom prst="rect">
            <a:avLst/>
          </a:prstGeom>
        </p:spPr>
        <p:txBody>
          <a:bodyPr anchorCtr="0" anchor="t" bIns="91425" lIns="91425" spcFirstLastPara="1" rIns="91425" wrap="square" tIns="91425">
            <a:noAutofit/>
          </a:bodyPr>
          <a:lstStyle>
            <a:lvl1pPr indent="-304800" lvl="0" marL="457200">
              <a:lnSpc>
                <a:spcPct val="100000"/>
              </a:lnSpc>
              <a:spcBef>
                <a:spcPts val="0"/>
              </a:spcBef>
              <a:spcAft>
                <a:spcPts val="0"/>
              </a:spcAft>
              <a:buSzPts val="1200"/>
              <a:buChar char="●"/>
              <a:defRPr sz="1200"/>
            </a:lvl1pPr>
            <a:lvl2pPr indent="-304800" lvl="1" marL="914400">
              <a:lnSpc>
                <a:spcPct val="100000"/>
              </a:lnSpc>
              <a:spcBef>
                <a:spcPts val="0"/>
              </a:spcBef>
              <a:spcAft>
                <a:spcPts val="0"/>
              </a:spcAft>
              <a:buSzPts val="1200"/>
              <a:buChar char="○"/>
              <a:defRPr sz="1200"/>
            </a:lvl2pPr>
            <a:lvl3pPr indent="-304800" lvl="2" marL="1371600">
              <a:lnSpc>
                <a:spcPct val="100000"/>
              </a:lnSpc>
              <a:spcBef>
                <a:spcPts val="0"/>
              </a:spcBef>
              <a:spcAft>
                <a:spcPts val="0"/>
              </a:spcAft>
              <a:buSzPts val="1200"/>
              <a:buChar char="■"/>
              <a:defRPr sz="1200"/>
            </a:lvl3pPr>
            <a:lvl4pPr indent="-304800" lvl="3" marL="1828800">
              <a:lnSpc>
                <a:spcPct val="100000"/>
              </a:lnSpc>
              <a:spcBef>
                <a:spcPts val="0"/>
              </a:spcBef>
              <a:spcAft>
                <a:spcPts val="0"/>
              </a:spcAft>
              <a:buSzPts val="1200"/>
              <a:buChar char="●"/>
              <a:defRPr sz="1200"/>
            </a:lvl4pPr>
            <a:lvl5pPr indent="-304800" lvl="4" marL="2286000">
              <a:lnSpc>
                <a:spcPct val="100000"/>
              </a:lnSpc>
              <a:spcBef>
                <a:spcPts val="0"/>
              </a:spcBef>
              <a:spcAft>
                <a:spcPts val="0"/>
              </a:spcAft>
              <a:buSzPts val="1200"/>
              <a:buChar char="○"/>
              <a:defRPr sz="1200"/>
            </a:lvl5pPr>
            <a:lvl6pPr indent="-304800" lvl="5" marL="2743200">
              <a:lnSpc>
                <a:spcPct val="100000"/>
              </a:lnSpc>
              <a:spcBef>
                <a:spcPts val="0"/>
              </a:spcBef>
              <a:spcAft>
                <a:spcPts val="0"/>
              </a:spcAft>
              <a:buSzPts val="1200"/>
              <a:buChar char="■"/>
              <a:defRPr sz="1200"/>
            </a:lvl6pPr>
            <a:lvl7pPr indent="-304800" lvl="6" marL="3200400">
              <a:lnSpc>
                <a:spcPct val="100000"/>
              </a:lnSpc>
              <a:spcBef>
                <a:spcPts val="0"/>
              </a:spcBef>
              <a:spcAft>
                <a:spcPts val="0"/>
              </a:spcAft>
              <a:buSzPts val="1200"/>
              <a:buChar char="●"/>
              <a:defRPr sz="1200"/>
            </a:lvl7pPr>
            <a:lvl8pPr indent="-304800" lvl="7" marL="3657600">
              <a:lnSpc>
                <a:spcPct val="100000"/>
              </a:lnSpc>
              <a:spcBef>
                <a:spcPts val="0"/>
              </a:spcBef>
              <a:spcAft>
                <a:spcPts val="0"/>
              </a:spcAft>
              <a:buSzPts val="1200"/>
              <a:buChar char="○"/>
              <a:defRPr sz="1200"/>
            </a:lvl8pPr>
            <a:lvl9pPr indent="-304800" lvl="8" marL="4114800">
              <a:lnSpc>
                <a:spcPct val="100000"/>
              </a:lnSpc>
              <a:spcBef>
                <a:spcPts val="0"/>
              </a:spcBef>
              <a:spcAft>
                <a:spcPts val="0"/>
              </a:spcAft>
              <a:buSzPts val="1200"/>
              <a:buChar char="■"/>
              <a:defRPr sz="1200"/>
            </a:lvl9pPr>
          </a:lstStyle>
          <a:p/>
        </p:txBody>
      </p:sp>
      <p:sp>
        <p:nvSpPr>
          <p:cNvPr id="5584" name="Google Shape;5584;p2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grpSp>
        <p:nvGrpSpPr>
          <p:cNvPr id="5585" name="Google Shape;5585;p226"/>
          <p:cNvGrpSpPr/>
          <p:nvPr/>
        </p:nvGrpSpPr>
        <p:grpSpPr>
          <a:xfrm>
            <a:off x="215745" y="152937"/>
            <a:ext cx="470057" cy="586177"/>
            <a:chOff x="215745" y="152938"/>
            <a:chExt cx="470057" cy="586177"/>
          </a:xfrm>
        </p:grpSpPr>
        <p:sp>
          <p:nvSpPr>
            <p:cNvPr id="5586" name="Google Shape;5586;p226"/>
            <p:cNvSpPr/>
            <p:nvPr/>
          </p:nvSpPr>
          <p:spPr>
            <a:xfrm>
              <a:off x="215750" y="633725"/>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7" name="Google Shape;5587;p226"/>
            <p:cNvSpPr/>
            <p:nvPr/>
          </p:nvSpPr>
          <p:spPr>
            <a:xfrm>
              <a:off x="607851" y="22487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5588" name="Google Shape;5588;p226"/>
            <p:cNvGrpSpPr/>
            <p:nvPr/>
          </p:nvGrpSpPr>
          <p:grpSpPr>
            <a:xfrm>
              <a:off x="215745" y="152938"/>
              <a:ext cx="105457" cy="105457"/>
              <a:chOff x="7812545" y="194375"/>
              <a:chExt cx="105457" cy="105457"/>
            </a:xfrm>
          </p:grpSpPr>
          <p:sp>
            <p:nvSpPr>
              <p:cNvPr id="5589" name="Google Shape;5589;p226"/>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0" name="Google Shape;5590;p226"/>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1" name="Google Shape;5591;p226"/>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2" name="Google Shape;5592;p226"/>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593" name="Google Shape;5593;p226"/>
          <p:cNvGrpSpPr/>
          <p:nvPr/>
        </p:nvGrpSpPr>
        <p:grpSpPr>
          <a:xfrm rot="10800000">
            <a:off x="8496297" y="4349552"/>
            <a:ext cx="470057" cy="586177"/>
            <a:chOff x="215745" y="152938"/>
            <a:chExt cx="470057" cy="586177"/>
          </a:xfrm>
        </p:grpSpPr>
        <p:sp>
          <p:nvSpPr>
            <p:cNvPr id="5594" name="Google Shape;5594;p226"/>
            <p:cNvSpPr/>
            <p:nvPr/>
          </p:nvSpPr>
          <p:spPr>
            <a:xfrm>
              <a:off x="215750" y="633725"/>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5" name="Google Shape;5595;p226"/>
            <p:cNvSpPr/>
            <p:nvPr/>
          </p:nvSpPr>
          <p:spPr>
            <a:xfrm>
              <a:off x="607851" y="22487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5596" name="Google Shape;5596;p226"/>
            <p:cNvGrpSpPr/>
            <p:nvPr/>
          </p:nvGrpSpPr>
          <p:grpSpPr>
            <a:xfrm>
              <a:off x="215745" y="152938"/>
              <a:ext cx="105457" cy="105457"/>
              <a:chOff x="7812545" y="194375"/>
              <a:chExt cx="105457" cy="105457"/>
            </a:xfrm>
          </p:grpSpPr>
          <p:sp>
            <p:nvSpPr>
              <p:cNvPr id="5597" name="Google Shape;5597;p226"/>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8" name="Google Shape;5598;p226"/>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9" name="Google Shape;5599;p226"/>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0" name="Google Shape;5600;p226"/>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601" name="Google Shape;5601;p226"/>
          <p:cNvGrpSpPr/>
          <p:nvPr/>
        </p:nvGrpSpPr>
        <p:grpSpPr>
          <a:xfrm>
            <a:off x="7610270" y="-737025"/>
            <a:ext cx="2476138" cy="1789104"/>
            <a:chOff x="7610270" y="-737025"/>
            <a:chExt cx="2476138" cy="1789104"/>
          </a:xfrm>
        </p:grpSpPr>
        <p:sp>
          <p:nvSpPr>
            <p:cNvPr id="5602" name="Google Shape;5602;p226"/>
            <p:cNvSpPr/>
            <p:nvPr/>
          </p:nvSpPr>
          <p:spPr>
            <a:xfrm flipH="1">
              <a:off x="7861475" y="-737025"/>
              <a:ext cx="2224933" cy="1789104"/>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3" name="Google Shape;5603;p226"/>
            <p:cNvSpPr/>
            <p:nvPr/>
          </p:nvSpPr>
          <p:spPr>
            <a:xfrm flipH="1">
              <a:off x="8506983" y="-551625"/>
              <a:ext cx="1232275" cy="1091025"/>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604" name="Google Shape;5604;p226"/>
            <p:cNvGrpSpPr/>
            <p:nvPr/>
          </p:nvGrpSpPr>
          <p:grpSpPr>
            <a:xfrm>
              <a:off x="7610270" y="211113"/>
              <a:ext cx="105457" cy="105457"/>
              <a:chOff x="7812545" y="194375"/>
              <a:chExt cx="105457" cy="105457"/>
            </a:xfrm>
          </p:grpSpPr>
          <p:sp>
            <p:nvSpPr>
              <p:cNvPr id="5605" name="Google Shape;5605;p226"/>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6" name="Google Shape;5606;p226"/>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7" name="Google Shape;5607;p226"/>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8" name="Google Shape;5608;p226"/>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5609" name="Google Shape;5609;p226"/>
          <p:cNvSpPr/>
          <p:nvPr/>
        </p:nvSpPr>
        <p:spPr>
          <a:xfrm rot="-6150494">
            <a:off x="-869858" y="4348040"/>
            <a:ext cx="1855548" cy="1753582"/>
          </a:xfrm>
          <a:custGeom>
            <a:rect b="b" l="l" r="r" t="t"/>
            <a:pathLst>
              <a:path extrusionOk="0" h="49900" w="54584">
                <a:moveTo>
                  <a:pt x="39803" y="0"/>
                </a:moveTo>
                <a:cubicBezTo>
                  <a:pt x="38029" y="0"/>
                  <a:pt x="36248" y="409"/>
                  <a:pt x="34570" y="1238"/>
                </a:cubicBezTo>
                <a:cubicBezTo>
                  <a:pt x="31367" y="2802"/>
                  <a:pt x="28886" y="5448"/>
                  <a:pt x="25683" y="7012"/>
                </a:cubicBezTo>
                <a:cubicBezTo>
                  <a:pt x="21308" y="9163"/>
                  <a:pt x="16511" y="10320"/>
                  <a:pt x="12090" y="12380"/>
                </a:cubicBezTo>
                <a:cubicBezTo>
                  <a:pt x="7684" y="14425"/>
                  <a:pt x="3444" y="17628"/>
                  <a:pt x="1865" y="22244"/>
                </a:cubicBezTo>
                <a:cubicBezTo>
                  <a:pt x="1" y="27673"/>
                  <a:pt x="647" y="34078"/>
                  <a:pt x="3504" y="39040"/>
                </a:cubicBezTo>
                <a:cubicBezTo>
                  <a:pt x="8069" y="46988"/>
                  <a:pt x="17031" y="49899"/>
                  <a:pt x="25743" y="49899"/>
                </a:cubicBezTo>
                <a:cubicBezTo>
                  <a:pt x="25898" y="49899"/>
                  <a:pt x="26054" y="49898"/>
                  <a:pt x="26209" y="49897"/>
                </a:cubicBezTo>
                <a:cubicBezTo>
                  <a:pt x="44945" y="49671"/>
                  <a:pt x="54583" y="26996"/>
                  <a:pt x="51531" y="10696"/>
                </a:cubicBezTo>
                <a:cubicBezTo>
                  <a:pt x="50869" y="7163"/>
                  <a:pt x="49230" y="3779"/>
                  <a:pt x="46118" y="1840"/>
                </a:cubicBezTo>
                <a:cubicBezTo>
                  <a:pt x="44160" y="620"/>
                  <a:pt x="41987" y="0"/>
                  <a:pt x="39803" y="0"/>
                </a:cubicBezTo>
                <a:close/>
              </a:path>
            </a:pathLst>
          </a:custGeom>
          <a:solidFill>
            <a:srgbClr val="DED0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5610" name="Shape 5610"/>
        <p:cNvGrpSpPr/>
        <p:nvPr/>
      </p:nvGrpSpPr>
      <p:grpSpPr>
        <a:xfrm>
          <a:off x="0" y="0"/>
          <a:ext cx="0" cy="0"/>
          <a:chOff x="0" y="0"/>
          <a:chExt cx="0" cy="0"/>
        </a:xfrm>
      </p:grpSpPr>
      <p:sp>
        <p:nvSpPr>
          <p:cNvPr id="5611" name="Google Shape;5611;p227"/>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612" name="Google Shape;5612;p2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5613" name="Google Shape;5613;p227"/>
          <p:cNvSpPr txBox="1"/>
          <p:nvPr>
            <p:ph idx="1" type="subTitle"/>
          </p:nvPr>
        </p:nvSpPr>
        <p:spPr>
          <a:xfrm>
            <a:off x="1516375" y="2804150"/>
            <a:ext cx="2554500" cy="387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800"/>
              <a:buNone/>
              <a:defRPr b="1" sz="2000">
                <a:solidFill>
                  <a:schemeClr val="accent2"/>
                </a:solidFill>
                <a:latin typeface="Barlow"/>
                <a:ea typeface="Barlow"/>
                <a:cs typeface="Barlow"/>
                <a:sym typeface="Barlow"/>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5614" name="Google Shape;5614;p227"/>
          <p:cNvSpPr txBox="1"/>
          <p:nvPr>
            <p:ph idx="2" type="subTitle"/>
          </p:nvPr>
        </p:nvSpPr>
        <p:spPr>
          <a:xfrm>
            <a:off x="5073125" y="2804150"/>
            <a:ext cx="2554500" cy="387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800"/>
              <a:buNone/>
              <a:defRPr b="1" sz="2000">
                <a:solidFill>
                  <a:schemeClr val="accent2"/>
                </a:solidFill>
                <a:latin typeface="Barlow"/>
                <a:ea typeface="Barlow"/>
                <a:cs typeface="Barlow"/>
                <a:sym typeface="Barlow"/>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5615" name="Google Shape;5615;p227"/>
          <p:cNvSpPr txBox="1"/>
          <p:nvPr>
            <p:ph idx="3" type="subTitle"/>
          </p:nvPr>
        </p:nvSpPr>
        <p:spPr>
          <a:xfrm>
            <a:off x="1516375" y="3198215"/>
            <a:ext cx="2554500" cy="9405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8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5616" name="Google Shape;5616;p227"/>
          <p:cNvSpPr txBox="1"/>
          <p:nvPr>
            <p:ph idx="4" type="subTitle"/>
          </p:nvPr>
        </p:nvSpPr>
        <p:spPr>
          <a:xfrm>
            <a:off x="5073125" y="3198215"/>
            <a:ext cx="2554500" cy="9405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8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5617" name="Google Shape;5617;p227"/>
          <p:cNvGrpSpPr/>
          <p:nvPr/>
        </p:nvGrpSpPr>
        <p:grpSpPr>
          <a:xfrm>
            <a:off x="-1307617" y="3655381"/>
            <a:ext cx="2984172" cy="2871184"/>
            <a:chOff x="-1307617" y="3655381"/>
            <a:chExt cx="2984172" cy="2871184"/>
          </a:xfrm>
        </p:grpSpPr>
        <p:sp>
          <p:nvSpPr>
            <p:cNvPr id="5618" name="Google Shape;5618;p227"/>
            <p:cNvSpPr/>
            <p:nvPr/>
          </p:nvSpPr>
          <p:spPr>
            <a:xfrm flipH="1" rot="638420">
              <a:off x="-1104798" y="3872484"/>
              <a:ext cx="2578535" cy="2436978"/>
            </a:xfrm>
            <a:custGeom>
              <a:rect b="b" l="l" r="r" t="t"/>
              <a:pathLst>
                <a:path extrusionOk="0" h="49900" w="54584">
                  <a:moveTo>
                    <a:pt x="39803" y="0"/>
                  </a:moveTo>
                  <a:cubicBezTo>
                    <a:pt x="38029" y="0"/>
                    <a:pt x="36248" y="409"/>
                    <a:pt x="34570" y="1238"/>
                  </a:cubicBezTo>
                  <a:cubicBezTo>
                    <a:pt x="31367" y="2802"/>
                    <a:pt x="28886" y="5448"/>
                    <a:pt x="25683" y="7012"/>
                  </a:cubicBezTo>
                  <a:cubicBezTo>
                    <a:pt x="21308" y="9163"/>
                    <a:pt x="16511" y="10320"/>
                    <a:pt x="12090" y="12380"/>
                  </a:cubicBezTo>
                  <a:cubicBezTo>
                    <a:pt x="7684" y="14425"/>
                    <a:pt x="3444" y="17628"/>
                    <a:pt x="1865" y="22244"/>
                  </a:cubicBezTo>
                  <a:cubicBezTo>
                    <a:pt x="1" y="27673"/>
                    <a:pt x="647" y="34078"/>
                    <a:pt x="3504" y="39040"/>
                  </a:cubicBezTo>
                  <a:cubicBezTo>
                    <a:pt x="8069" y="46988"/>
                    <a:pt x="17031" y="49899"/>
                    <a:pt x="25743" y="49899"/>
                  </a:cubicBezTo>
                  <a:cubicBezTo>
                    <a:pt x="25898" y="49899"/>
                    <a:pt x="26054" y="49898"/>
                    <a:pt x="26209" y="49897"/>
                  </a:cubicBezTo>
                  <a:cubicBezTo>
                    <a:pt x="44945" y="49671"/>
                    <a:pt x="54583" y="26996"/>
                    <a:pt x="51531" y="10696"/>
                  </a:cubicBezTo>
                  <a:cubicBezTo>
                    <a:pt x="50869" y="7163"/>
                    <a:pt x="49230" y="3779"/>
                    <a:pt x="46118" y="1840"/>
                  </a:cubicBezTo>
                  <a:cubicBezTo>
                    <a:pt x="44160" y="620"/>
                    <a:pt x="41987" y="0"/>
                    <a:pt x="3980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9" name="Google Shape;5619;p227"/>
            <p:cNvSpPr/>
            <p:nvPr/>
          </p:nvSpPr>
          <p:spPr>
            <a:xfrm rot="7710264">
              <a:off x="-15001" y="4173334"/>
              <a:ext cx="958502" cy="1835274"/>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20" name="Google Shape;5620;p227"/>
          <p:cNvGrpSpPr/>
          <p:nvPr/>
        </p:nvGrpSpPr>
        <p:grpSpPr>
          <a:xfrm>
            <a:off x="8526097" y="4420947"/>
            <a:ext cx="396476" cy="526844"/>
            <a:chOff x="8526097" y="4420947"/>
            <a:chExt cx="396476" cy="526844"/>
          </a:xfrm>
        </p:grpSpPr>
        <p:sp>
          <p:nvSpPr>
            <p:cNvPr id="5621" name="Google Shape;5621;p227"/>
            <p:cNvSpPr/>
            <p:nvPr/>
          </p:nvSpPr>
          <p:spPr>
            <a:xfrm rot="10800000">
              <a:off x="8526097" y="4842402"/>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2" name="Google Shape;5622;p227"/>
            <p:cNvSpPr/>
            <p:nvPr/>
          </p:nvSpPr>
          <p:spPr>
            <a:xfrm rot="10800000">
              <a:off x="8844622" y="462626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5623" name="Google Shape;5623;p227"/>
            <p:cNvGrpSpPr/>
            <p:nvPr/>
          </p:nvGrpSpPr>
          <p:grpSpPr>
            <a:xfrm rot="10800000">
              <a:off x="8526097" y="4420947"/>
              <a:ext cx="105457" cy="105457"/>
              <a:chOff x="7812545" y="194375"/>
              <a:chExt cx="105457" cy="105457"/>
            </a:xfrm>
          </p:grpSpPr>
          <p:sp>
            <p:nvSpPr>
              <p:cNvPr id="5624" name="Google Shape;5624;p227"/>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5" name="Google Shape;5625;p227"/>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6" name="Google Shape;5626;p227"/>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7" name="Google Shape;5627;p227"/>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628" name="Google Shape;5628;p227"/>
          <p:cNvGrpSpPr/>
          <p:nvPr/>
        </p:nvGrpSpPr>
        <p:grpSpPr>
          <a:xfrm>
            <a:off x="7917051" y="-242512"/>
            <a:ext cx="1773412" cy="1460069"/>
            <a:chOff x="7917051" y="-242512"/>
            <a:chExt cx="1773412" cy="1460069"/>
          </a:xfrm>
        </p:grpSpPr>
        <p:sp>
          <p:nvSpPr>
            <p:cNvPr id="5629" name="Google Shape;5629;p227"/>
            <p:cNvSpPr/>
            <p:nvPr/>
          </p:nvSpPr>
          <p:spPr>
            <a:xfrm flipH="1">
              <a:off x="8458188" y="-242512"/>
              <a:ext cx="1232275" cy="1091025"/>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0" name="Google Shape;5630;p227"/>
            <p:cNvSpPr/>
            <p:nvPr/>
          </p:nvSpPr>
          <p:spPr>
            <a:xfrm>
              <a:off x="7917051" y="19137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5631" name="Google Shape;5631;p227"/>
            <p:cNvGrpSpPr/>
            <p:nvPr/>
          </p:nvGrpSpPr>
          <p:grpSpPr>
            <a:xfrm>
              <a:off x="8723170" y="1112100"/>
              <a:ext cx="105457" cy="105457"/>
              <a:chOff x="7812545" y="194375"/>
              <a:chExt cx="105457" cy="105457"/>
            </a:xfrm>
          </p:grpSpPr>
          <p:sp>
            <p:nvSpPr>
              <p:cNvPr id="5632" name="Google Shape;5632;p227"/>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3" name="Google Shape;5633;p227"/>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4" name="Google Shape;5634;p227"/>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5" name="Google Shape;5635;p227"/>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36" name="Shape 5636"/>
        <p:cNvGrpSpPr/>
        <p:nvPr/>
      </p:nvGrpSpPr>
      <p:grpSpPr>
        <a:xfrm>
          <a:off x="0" y="0"/>
          <a:ext cx="0" cy="0"/>
          <a:chOff x="0" y="0"/>
          <a:chExt cx="0" cy="0"/>
        </a:xfrm>
      </p:grpSpPr>
      <p:sp>
        <p:nvSpPr>
          <p:cNvPr id="5637" name="Google Shape;5637;p228"/>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638" name="Google Shape;5638;p2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grpSp>
        <p:nvGrpSpPr>
          <p:cNvPr id="5639" name="Google Shape;5639;p228"/>
          <p:cNvGrpSpPr/>
          <p:nvPr/>
        </p:nvGrpSpPr>
        <p:grpSpPr>
          <a:xfrm>
            <a:off x="7254626" y="137295"/>
            <a:ext cx="1638498" cy="1140836"/>
            <a:chOff x="7254626" y="137295"/>
            <a:chExt cx="1638498" cy="1140836"/>
          </a:xfrm>
        </p:grpSpPr>
        <p:sp>
          <p:nvSpPr>
            <p:cNvPr id="5640" name="Google Shape;5640;p228"/>
            <p:cNvSpPr/>
            <p:nvPr/>
          </p:nvSpPr>
          <p:spPr>
            <a:xfrm>
              <a:off x="7602574" y="286875"/>
              <a:ext cx="1254440" cy="401698"/>
            </a:xfrm>
            <a:custGeom>
              <a:rect b="b" l="l" r="r" t="t"/>
              <a:pathLst>
                <a:path extrusionOk="0" fill="none" h="4647" w="14511">
                  <a:moveTo>
                    <a:pt x="13894" y="3805"/>
                  </a:moveTo>
                  <a:cubicBezTo>
                    <a:pt x="13263" y="3459"/>
                    <a:pt x="12977" y="3744"/>
                    <a:pt x="12766" y="3459"/>
                  </a:cubicBezTo>
                  <a:cubicBezTo>
                    <a:pt x="12541" y="3173"/>
                    <a:pt x="13383" y="2436"/>
                    <a:pt x="11684" y="1699"/>
                  </a:cubicBezTo>
                  <a:cubicBezTo>
                    <a:pt x="11684" y="1699"/>
                    <a:pt x="11578" y="121"/>
                    <a:pt x="9248" y="60"/>
                  </a:cubicBezTo>
                  <a:cubicBezTo>
                    <a:pt x="6917" y="0"/>
                    <a:pt x="7549" y="1654"/>
                    <a:pt x="6917" y="2045"/>
                  </a:cubicBezTo>
                  <a:cubicBezTo>
                    <a:pt x="6286" y="2436"/>
                    <a:pt x="6120" y="1820"/>
                    <a:pt x="5504" y="2211"/>
                  </a:cubicBezTo>
                  <a:cubicBezTo>
                    <a:pt x="4872" y="2617"/>
                    <a:pt x="5158" y="3399"/>
                    <a:pt x="4647" y="3519"/>
                  </a:cubicBezTo>
                  <a:cubicBezTo>
                    <a:pt x="4135" y="3624"/>
                    <a:pt x="3459" y="3008"/>
                    <a:pt x="2842" y="3399"/>
                  </a:cubicBezTo>
                  <a:cubicBezTo>
                    <a:pt x="2211" y="3805"/>
                    <a:pt x="2211" y="4135"/>
                    <a:pt x="1925" y="4135"/>
                  </a:cubicBezTo>
                  <a:cubicBezTo>
                    <a:pt x="1654" y="4135"/>
                    <a:pt x="1083" y="3910"/>
                    <a:pt x="737" y="4135"/>
                  </a:cubicBezTo>
                  <a:cubicBezTo>
                    <a:pt x="406" y="4376"/>
                    <a:pt x="0" y="4647"/>
                    <a:pt x="0" y="4647"/>
                  </a:cubicBezTo>
                  <a:lnTo>
                    <a:pt x="14345" y="4647"/>
                  </a:lnTo>
                  <a:cubicBezTo>
                    <a:pt x="14345" y="4647"/>
                    <a:pt x="14511" y="4135"/>
                    <a:pt x="13894" y="3805"/>
                  </a:cubicBezTo>
                  <a:close/>
                </a:path>
              </a:pathLst>
            </a:custGeom>
            <a:solidFill>
              <a:schemeClr val="lt1"/>
            </a:solid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641" name="Google Shape;5641;p228"/>
            <p:cNvGrpSpPr/>
            <p:nvPr/>
          </p:nvGrpSpPr>
          <p:grpSpPr>
            <a:xfrm flipH="1">
              <a:off x="8799889" y="1184897"/>
              <a:ext cx="93234" cy="93234"/>
              <a:chOff x="7812545" y="194375"/>
              <a:chExt cx="105457" cy="105457"/>
            </a:xfrm>
          </p:grpSpPr>
          <p:sp>
            <p:nvSpPr>
              <p:cNvPr id="5642" name="Google Shape;5642;p228"/>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3" name="Google Shape;5643;p228"/>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4" name="Google Shape;5644;p228"/>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5" name="Google Shape;5645;p228"/>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646" name="Google Shape;5646;p228"/>
            <p:cNvSpPr/>
            <p:nvPr/>
          </p:nvSpPr>
          <p:spPr>
            <a:xfrm flipH="1">
              <a:off x="7254626" y="137295"/>
              <a:ext cx="93231" cy="93173"/>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47" name="Google Shape;5647;p228"/>
          <p:cNvGrpSpPr/>
          <p:nvPr/>
        </p:nvGrpSpPr>
        <p:grpSpPr>
          <a:xfrm>
            <a:off x="-390446" y="-390230"/>
            <a:ext cx="991119" cy="1268681"/>
            <a:chOff x="-390446" y="-390230"/>
            <a:chExt cx="991119" cy="1268681"/>
          </a:xfrm>
        </p:grpSpPr>
        <p:sp>
          <p:nvSpPr>
            <p:cNvPr id="5648" name="Google Shape;5648;p228"/>
            <p:cNvSpPr/>
            <p:nvPr/>
          </p:nvSpPr>
          <p:spPr>
            <a:xfrm flipH="1">
              <a:off x="-390446" y="-390230"/>
              <a:ext cx="991119" cy="877511"/>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9" name="Google Shape;5649;p228"/>
            <p:cNvSpPr/>
            <p:nvPr/>
          </p:nvSpPr>
          <p:spPr>
            <a:xfrm>
              <a:off x="289550" y="773062"/>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50" name="Google Shape;5650;p228"/>
          <p:cNvGrpSpPr/>
          <p:nvPr/>
        </p:nvGrpSpPr>
        <p:grpSpPr>
          <a:xfrm>
            <a:off x="289550" y="4060749"/>
            <a:ext cx="1207951" cy="872639"/>
            <a:chOff x="289550" y="4060749"/>
            <a:chExt cx="1207951" cy="872639"/>
          </a:xfrm>
        </p:grpSpPr>
        <p:sp>
          <p:nvSpPr>
            <p:cNvPr id="5651" name="Google Shape;5651;p228"/>
            <p:cNvSpPr/>
            <p:nvPr/>
          </p:nvSpPr>
          <p:spPr>
            <a:xfrm>
              <a:off x="289550" y="4060749"/>
              <a:ext cx="171626" cy="171626"/>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5652" name="Google Shape;5652;p228"/>
            <p:cNvGrpSpPr/>
            <p:nvPr/>
          </p:nvGrpSpPr>
          <p:grpSpPr>
            <a:xfrm>
              <a:off x="322632" y="4794848"/>
              <a:ext cx="105457" cy="105457"/>
              <a:chOff x="7812545" y="194375"/>
              <a:chExt cx="105457" cy="105457"/>
            </a:xfrm>
          </p:grpSpPr>
          <p:sp>
            <p:nvSpPr>
              <p:cNvPr id="5653" name="Google Shape;5653;p228"/>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4" name="Google Shape;5654;p228"/>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5" name="Google Shape;5655;p228"/>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6" name="Google Shape;5656;p228"/>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657" name="Google Shape;5657;p228"/>
            <p:cNvSpPr/>
            <p:nvPr/>
          </p:nvSpPr>
          <p:spPr>
            <a:xfrm>
              <a:off x="1325875" y="4761762"/>
              <a:ext cx="171626" cy="171626"/>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grpSp>
        <p:nvGrpSpPr>
          <p:cNvPr id="5658" name="Google Shape;5658;p228"/>
          <p:cNvGrpSpPr/>
          <p:nvPr/>
        </p:nvGrpSpPr>
        <p:grpSpPr>
          <a:xfrm>
            <a:off x="8567767" y="4635659"/>
            <a:ext cx="1140940" cy="858935"/>
            <a:chOff x="8112408" y="-304605"/>
            <a:chExt cx="1502819" cy="1131369"/>
          </a:xfrm>
        </p:grpSpPr>
        <p:sp>
          <p:nvSpPr>
            <p:cNvPr id="5659" name="Google Shape;5659;p228"/>
            <p:cNvSpPr/>
            <p:nvPr/>
          </p:nvSpPr>
          <p:spPr>
            <a:xfrm flipH="1">
              <a:off x="8112408" y="-304600"/>
              <a:ext cx="1406967" cy="1131364"/>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0" name="Google Shape;5660;p228"/>
            <p:cNvSpPr/>
            <p:nvPr/>
          </p:nvSpPr>
          <p:spPr>
            <a:xfrm flipH="1">
              <a:off x="8624108" y="-304605"/>
              <a:ext cx="991119" cy="877511"/>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5661" name="Shape 5661"/>
        <p:cNvGrpSpPr/>
        <p:nvPr/>
      </p:nvGrpSpPr>
      <p:grpSpPr>
        <a:xfrm>
          <a:off x="0" y="0"/>
          <a:ext cx="0" cy="0"/>
          <a:chOff x="0" y="0"/>
          <a:chExt cx="0" cy="0"/>
        </a:xfrm>
      </p:grpSpPr>
      <p:sp>
        <p:nvSpPr>
          <p:cNvPr id="5662" name="Google Shape;5662;p2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5663" name="Google Shape;5663;p229"/>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664" name="Google Shape;5664;p229"/>
          <p:cNvSpPr txBox="1"/>
          <p:nvPr>
            <p:ph idx="1" type="subTitle"/>
          </p:nvPr>
        </p:nvSpPr>
        <p:spPr>
          <a:xfrm>
            <a:off x="685800" y="1760150"/>
            <a:ext cx="4574100" cy="22353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accent1"/>
              </a:buClr>
              <a:buSzPts val="1400"/>
              <a:buChar char="●"/>
              <a:defRPr/>
            </a:lvl1pPr>
            <a:lvl2pPr lvl="1" algn="ctr">
              <a:lnSpc>
                <a:spcPct val="100000"/>
              </a:lnSpc>
              <a:spcBef>
                <a:spcPts val="0"/>
              </a:spcBef>
              <a:spcAft>
                <a:spcPts val="0"/>
              </a:spcAft>
              <a:buSzPts val="2100"/>
              <a:buChar char="○"/>
              <a:defRPr sz="2100"/>
            </a:lvl2pPr>
            <a:lvl3pPr lvl="2" algn="ctr">
              <a:lnSpc>
                <a:spcPct val="100000"/>
              </a:lnSpc>
              <a:spcBef>
                <a:spcPts val="0"/>
              </a:spcBef>
              <a:spcAft>
                <a:spcPts val="0"/>
              </a:spcAft>
              <a:buSzPts val="2100"/>
              <a:buChar char="■"/>
              <a:defRPr sz="2100"/>
            </a:lvl3pPr>
            <a:lvl4pPr lvl="3" algn="ctr">
              <a:lnSpc>
                <a:spcPct val="100000"/>
              </a:lnSpc>
              <a:spcBef>
                <a:spcPts val="0"/>
              </a:spcBef>
              <a:spcAft>
                <a:spcPts val="0"/>
              </a:spcAft>
              <a:buSzPts val="2100"/>
              <a:buChar char="●"/>
              <a:defRPr sz="2100"/>
            </a:lvl4pPr>
            <a:lvl5pPr lvl="4" algn="ctr">
              <a:lnSpc>
                <a:spcPct val="100000"/>
              </a:lnSpc>
              <a:spcBef>
                <a:spcPts val="0"/>
              </a:spcBef>
              <a:spcAft>
                <a:spcPts val="0"/>
              </a:spcAft>
              <a:buSzPts val="2100"/>
              <a:buChar char="○"/>
              <a:defRPr sz="2100"/>
            </a:lvl5pPr>
            <a:lvl6pPr lvl="5" algn="ctr">
              <a:lnSpc>
                <a:spcPct val="100000"/>
              </a:lnSpc>
              <a:spcBef>
                <a:spcPts val="0"/>
              </a:spcBef>
              <a:spcAft>
                <a:spcPts val="0"/>
              </a:spcAft>
              <a:buSzPts val="2100"/>
              <a:buChar char="■"/>
              <a:defRPr sz="2100"/>
            </a:lvl6pPr>
            <a:lvl7pPr lvl="6" algn="ctr">
              <a:lnSpc>
                <a:spcPct val="100000"/>
              </a:lnSpc>
              <a:spcBef>
                <a:spcPts val="0"/>
              </a:spcBef>
              <a:spcAft>
                <a:spcPts val="0"/>
              </a:spcAft>
              <a:buSzPts val="2100"/>
              <a:buChar char="●"/>
              <a:defRPr sz="2100"/>
            </a:lvl7pPr>
            <a:lvl8pPr lvl="7" algn="ctr">
              <a:lnSpc>
                <a:spcPct val="100000"/>
              </a:lnSpc>
              <a:spcBef>
                <a:spcPts val="0"/>
              </a:spcBef>
              <a:spcAft>
                <a:spcPts val="0"/>
              </a:spcAft>
              <a:buSzPts val="2100"/>
              <a:buChar char="○"/>
              <a:defRPr sz="2100"/>
            </a:lvl8pPr>
            <a:lvl9pPr lvl="8" algn="ctr">
              <a:lnSpc>
                <a:spcPct val="100000"/>
              </a:lnSpc>
              <a:spcBef>
                <a:spcPts val="0"/>
              </a:spcBef>
              <a:spcAft>
                <a:spcPts val="0"/>
              </a:spcAft>
              <a:buSzPts val="2100"/>
              <a:buChar char="■"/>
              <a:defRPr sz="2100"/>
            </a:lvl9pPr>
          </a:lstStyle>
          <a:p/>
        </p:txBody>
      </p:sp>
      <p:grpSp>
        <p:nvGrpSpPr>
          <p:cNvPr id="5665" name="Google Shape;5665;p229"/>
          <p:cNvGrpSpPr/>
          <p:nvPr/>
        </p:nvGrpSpPr>
        <p:grpSpPr>
          <a:xfrm flipH="1">
            <a:off x="-534624" y="-277337"/>
            <a:ext cx="1773412" cy="1460069"/>
            <a:chOff x="7917051" y="-242512"/>
            <a:chExt cx="1773412" cy="1460069"/>
          </a:xfrm>
        </p:grpSpPr>
        <p:sp>
          <p:nvSpPr>
            <p:cNvPr id="5666" name="Google Shape;5666;p229"/>
            <p:cNvSpPr/>
            <p:nvPr/>
          </p:nvSpPr>
          <p:spPr>
            <a:xfrm flipH="1">
              <a:off x="8458188" y="-242512"/>
              <a:ext cx="1232275" cy="1091025"/>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7" name="Google Shape;5667;p229"/>
            <p:cNvSpPr/>
            <p:nvPr/>
          </p:nvSpPr>
          <p:spPr>
            <a:xfrm>
              <a:off x="7917051" y="19137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5668" name="Google Shape;5668;p229"/>
            <p:cNvGrpSpPr/>
            <p:nvPr/>
          </p:nvGrpSpPr>
          <p:grpSpPr>
            <a:xfrm>
              <a:off x="8723170" y="1112100"/>
              <a:ext cx="105457" cy="105457"/>
              <a:chOff x="7812545" y="194375"/>
              <a:chExt cx="105457" cy="105457"/>
            </a:xfrm>
          </p:grpSpPr>
          <p:sp>
            <p:nvSpPr>
              <p:cNvPr id="5669" name="Google Shape;5669;p229"/>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0" name="Google Shape;5670;p229"/>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1" name="Google Shape;5671;p229"/>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2" name="Google Shape;5672;p229"/>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673" name="Google Shape;5673;p229"/>
          <p:cNvGrpSpPr/>
          <p:nvPr/>
        </p:nvGrpSpPr>
        <p:grpSpPr>
          <a:xfrm>
            <a:off x="259745" y="4220645"/>
            <a:ext cx="5232560" cy="653431"/>
            <a:chOff x="259745" y="4220645"/>
            <a:chExt cx="5232560" cy="653431"/>
          </a:xfrm>
        </p:grpSpPr>
        <p:grpSp>
          <p:nvGrpSpPr>
            <p:cNvPr id="5674" name="Google Shape;5674;p229"/>
            <p:cNvGrpSpPr/>
            <p:nvPr/>
          </p:nvGrpSpPr>
          <p:grpSpPr>
            <a:xfrm flipH="1" rot="10800000">
              <a:off x="5399081" y="4220645"/>
              <a:ext cx="93224" cy="93255"/>
              <a:chOff x="7812545" y="194375"/>
              <a:chExt cx="105457" cy="105457"/>
            </a:xfrm>
          </p:grpSpPr>
          <p:sp>
            <p:nvSpPr>
              <p:cNvPr id="5675" name="Google Shape;5675;p229"/>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6" name="Google Shape;5676;p229"/>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7" name="Google Shape;5677;p229"/>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8" name="Google Shape;5678;p229"/>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679" name="Google Shape;5679;p229"/>
            <p:cNvSpPr/>
            <p:nvPr/>
          </p:nvSpPr>
          <p:spPr>
            <a:xfrm>
              <a:off x="4106676" y="4640545"/>
              <a:ext cx="93231" cy="93173"/>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680" name="Google Shape;5680;p229"/>
            <p:cNvGrpSpPr/>
            <p:nvPr/>
          </p:nvGrpSpPr>
          <p:grpSpPr>
            <a:xfrm>
              <a:off x="259745" y="4407982"/>
              <a:ext cx="735782" cy="466094"/>
              <a:chOff x="259745" y="4407982"/>
              <a:chExt cx="735782" cy="466094"/>
            </a:xfrm>
          </p:grpSpPr>
          <p:sp>
            <p:nvSpPr>
              <p:cNvPr id="5681" name="Google Shape;5681;p229"/>
              <p:cNvSpPr/>
              <p:nvPr/>
            </p:nvSpPr>
            <p:spPr>
              <a:xfrm flipH="1" rot="10800000">
                <a:off x="917576" y="479612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5682" name="Google Shape;5682;p229"/>
              <p:cNvGrpSpPr/>
              <p:nvPr/>
            </p:nvGrpSpPr>
            <p:grpSpPr>
              <a:xfrm flipH="1" rot="10800000">
                <a:off x="259745" y="4407982"/>
                <a:ext cx="105457" cy="105457"/>
                <a:chOff x="7812545" y="194375"/>
                <a:chExt cx="105457" cy="105457"/>
              </a:xfrm>
            </p:grpSpPr>
            <p:sp>
              <p:nvSpPr>
                <p:cNvPr id="5683" name="Google Shape;5683;p229"/>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4" name="Google Shape;5684;p229"/>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5" name="Google Shape;5685;p229"/>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6" name="Google Shape;5686;p229"/>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spTree>
  </p:cSld>
  <p:clrMapOvr>
    <a:masterClrMapping/>
  </p:clrMapOvr>
</p:sldLayout>
</file>

<file path=ppt/slideLayouts/slideLayout2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5687" name="Shape 5687"/>
        <p:cNvGrpSpPr/>
        <p:nvPr/>
      </p:nvGrpSpPr>
      <p:grpSpPr>
        <a:xfrm>
          <a:off x="0" y="0"/>
          <a:ext cx="0" cy="0"/>
          <a:chOff x="0" y="0"/>
          <a:chExt cx="0" cy="0"/>
        </a:xfrm>
      </p:grpSpPr>
      <p:sp>
        <p:nvSpPr>
          <p:cNvPr id="5688" name="Google Shape;5688;p230"/>
          <p:cNvSpPr/>
          <p:nvPr/>
        </p:nvSpPr>
        <p:spPr>
          <a:xfrm>
            <a:off x="969350" y="330918"/>
            <a:ext cx="7205328" cy="4511037"/>
          </a:xfrm>
          <a:custGeom>
            <a:rect b="b" l="l" r="r" t="t"/>
            <a:pathLst>
              <a:path extrusionOk="0" h="48924" w="60102">
                <a:moveTo>
                  <a:pt x="31550" y="1"/>
                </a:moveTo>
                <a:cubicBezTo>
                  <a:pt x="28688" y="1"/>
                  <a:pt x="25391" y="541"/>
                  <a:pt x="22089" y="2238"/>
                </a:cubicBezTo>
                <a:cubicBezTo>
                  <a:pt x="12977" y="6900"/>
                  <a:pt x="8196" y="17230"/>
                  <a:pt x="4091" y="25485"/>
                </a:cubicBezTo>
                <a:cubicBezTo>
                  <a:pt x="1" y="33725"/>
                  <a:pt x="2016" y="42612"/>
                  <a:pt x="8767" y="47123"/>
                </a:cubicBezTo>
                <a:cubicBezTo>
                  <a:pt x="10764" y="48461"/>
                  <a:pt x="12590" y="48924"/>
                  <a:pt x="14421" y="48924"/>
                </a:cubicBezTo>
                <a:cubicBezTo>
                  <a:pt x="18514" y="48924"/>
                  <a:pt x="22630" y="46611"/>
                  <a:pt x="28730" y="46611"/>
                </a:cubicBezTo>
                <a:cubicBezTo>
                  <a:pt x="29125" y="46611"/>
                  <a:pt x="29527" y="46621"/>
                  <a:pt x="29939" y="46641"/>
                </a:cubicBezTo>
                <a:cubicBezTo>
                  <a:pt x="34134" y="46851"/>
                  <a:pt x="36984" y="47278"/>
                  <a:pt x="39535" y="47278"/>
                </a:cubicBezTo>
                <a:cubicBezTo>
                  <a:pt x="42835" y="47278"/>
                  <a:pt x="45637" y="46563"/>
                  <a:pt x="50208" y="43739"/>
                </a:cubicBezTo>
                <a:cubicBezTo>
                  <a:pt x="58328" y="38732"/>
                  <a:pt x="60102" y="25500"/>
                  <a:pt x="54042" y="15140"/>
                </a:cubicBezTo>
                <a:cubicBezTo>
                  <a:pt x="47997" y="4779"/>
                  <a:pt x="40254" y="1667"/>
                  <a:pt x="40254" y="1667"/>
                </a:cubicBezTo>
                <a:cubicBezTo>
                  <a:pt x="40254" y="1667"/>
                  <a:pt x="36573" y="1"/>
                  <a:pt x="31550"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689" name="Google Shape;5689;p230"/>
          <p:cNvGrpSpPr/>
          <p:nvPr/>
        </p:nvGrpSpPr>
        <p:grpSpPr>
          <a:xfrm flipH="1">
            <a:off x="6191707" y="2901140"/>
            <a:ext cx="3799354" cy="3569925"/>
            <a:chOff x="-1113715" y="3104082"/>
            <a:chExt cx="3240940" cy="3045231"/>
          </a:xfrm>
        </p:grpSpPr>
        <p:sp>
          <p:nvSpPr>
            <p:cNvPr id="5690" name="Google Shape;5690;p230"/>
            <p:cNvSpPr/>
            <p:nvPr/>
          </p:nvSpPr>
          <p:spPr>
            <a:xfrm rot="-6150387">
              <a:off x="-934264" y="3408221"/>
              <a:ext cx="2578600" cy="2436953"/>
            </a:xfrm>
            <a:custGeom>
              <a:rect b="b" l="l" r="r" t="t"/>
              <a:pathLst>
                <a:path extrusionOk="0" h="49900" w="54584">
                  <a:moveTo>
                    <a:pt x="39803" y="0"/>
                  </a:moveTo>
                  <a:cubicBezTo>
                    <a:pt x="38029" y="0"/>
                    <a:pt x="36248" y="409"/>
                    <a:pt x="34570" y="1238"/>
                  </a:cubicBezTo>
                  <a:cubicBezTo>
                    <a:pt x="31367" y="2802"/>
                    <a:pt x="28886" y="5448"/>
                    <a:pt x="25683" y="7012"/>
                  </a:cubicBezTo>
                  <a:cubicBezTo>
                    <a:pt x="21308" y="9163"/>
                    <a:pt x="16511" y="10320"/>
                    <a:pt x="12090" y="12380"/>
                  </a:cubicBezTo>
                  <a:cubicBezTo>
                    <a:pt x="7684" y="14425"/>
                    <a:pt x="3444" y="17628"/>
                    <a:pt x="1865" y="22244"/>
                  </a:cubicBezTo>
                  <a:cubicBezTo>
                    <a:pt x="1" y="27673"/>
                    <a:pt x="647" y="34078"/>
                    <a:pt x="3504" y="39040"/>
                  </a:cubicBezTo>
                  <a:cubicBezTo>
                    <a:pt x="8069" y="46988"/>
                    <a:pt x="17031" y="49899"/>
                    <a:pt x="25743" y="49899"/>
                  </a:cubicBezTo>
                  <a:cubicBezTo>
                    <a:pt x="25898" y="49899"/>
                    <a:pt x="26054" y="49898"/>
                    <a:pt x="26209" y="49897"/>
                  </a:cubicBezTo>
                  <a:cubicBezTo>
                    <a:pt x="44945" y="49671"/>
                    <a:pt x="54583" y="26996"/>
                    <a:pt x="51531" y="10696"/>
                  </a:cubicBezTo>
                  <a:cubicBezTo>
                    <a:pt x="50869" y="7163"/>
                    <a:pt x="49230" y="3779"/>
                    <a:pt x="46118" y="1840"/>
                  </a:cubicBezTo>
                  <a:cubicBezTo>
                    <a:pt x="44160" y="620"/>
                    <a:pt x="41987" y="0"/>
                    <a:pt x="39803"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1" name="Google Shape;5691;p230"/>
            <p:cNvSpPr/>
            <p:nvPr/>
          </p:nvSpPr>
          <p:spPr>
            <a:xfrm rot="5828283">
              <a:off x="677849" y="4406018"/>
              <a:ext cx="958577" cy="1835297"/>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692" name="Google Shape;5692;p230"/>
          <p:cNvSpPr txBox="1"/>
          <p:nvPr>
            <p:ph type="title"/>
          </p:nvPr>
        </p:nvSpPr>
        <p:spPr>
          <a:xfrm>
            <a:off x="1483650" y="1518095"/>
            <a:ext cx="6176700" cy="21222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SzPts val="4800"/>
              <a:buNone/>
              <a:defRPr sz="80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5693" name="Google Shape;5693;p2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grpSp>
        <p:nvGrpSpPr>
          <p:cNvPr id="5694" name="Google Shape;5694;p230"/>
          <p:cNvGrpSpPr/>
          <p:nvPr/>
        </p:nvGrpSpPr>
        <p:grpSpPr>
          <a:xfrm>
            <a:off x="271470" y="2863025"/>
            <a:ext cx="1124357" cy="1900014"/>
            <a:chOff x="271470" y="2863025"/>
            <a:chExt cx="1124357" cy="1900014"/>
          </a:xfrm>
        </p:grpSpPr>
        <p:grpSp>
          <p:nvGrpSpPr>
            <p:cNvPr id="5695" name="Google Shape;5695;p230"/>
            <p:cNvGrpSpPr/>
            <p:nvPr/>
          </p:nvGrpSpPr>
          <p:grpSpPr>
            <a:xfrm>
              <a:off x="271470" y="3633150"/>
              <a:ext cx="105457" cy="105457"/>
              <a:chOff x="7812545" y="194375"/>
              <a:chExt cx="105457" cy="105457"/>
            </a:xfrm>
          </p:grpSpPr>
          <p:sp>
            <p:nvSpPr>
              <p:cNvPr id="5696" name="Google Shape;5696;p230"/>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7" name="Google Shape;5697;p230"/>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8" name="Google Shape;5698;p230"/>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9" name="Google Shape;5699;p230"/>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700" name="Google Shape;5700;p230"/>
            <p:cNvSpPr/>
            <p:nvPr/>
          </p:nvSpPr>
          <p:spPr>
            <a:xfrm>
              <a:off x="440338" y="4657650"/>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1" name="Google Shape;5701;p230"/>
            <p:cNvSpPr/>
            <p:nvPr/>
          </p:nvSpPr>
          <p:spPr>
            <a:xfrm>
              <a:off x="801601" y="286302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5702" name="Google Shape;5702;p230"/>
            <p:cNvGrpSpPr/>
            <p:nvPr/>
          </p:nvGrpSpPr>
          <p:grpSpPr>
            <a:xfrm>
              <a:off x="1290370" y="4390325"/>
              <a:ext cx="105457" cy="105457"/>
              <a:chOff x="7812545" y="194375"/>
              <a:chExt cx="105457" cy="105457"/>
            </a:xfrm>
          </p:grpSpPr>
          <p:sp>
            <p:nvSpPr>
              <p:cNvPr id="5703" name="Google Shape;5703;p230"/>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4" name="Google Shape;5704;p230"/>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5" name="Google Shape;5705;p230"/>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6" name="Google Shape;5706;p230"/>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5707" name="Google Shape;5707;p230"/>
          <p:cNvSpPr/>
          <p:nvPr/>
        </p:nvSpPr>
        <p:spPr>
          <a:xfrm rot="5400000">
            <a:off x="-437566" y="-329796"/>
            <a:ext cx="1400300" cy="1233925"/>
          </a:xfrm>
          <a:custGeom>
            <a:rect b="b" l="l" r="r" t="t"/>
            <a:pathLst>
              <a:path extrusionOk="0" h="49357" w="56012">
                <a:moveTo>
                  <a:pt x="29954" y="0"/>
                </a:moveTo>
                <a:cubicBezTo>
                  <a:pt x="26409" y="0"/>
                  <a:pt x="22321" y="902"/>
                  <a:pt x="17654" y="3034"/>
                </a:cubicBezTo>
                <a:cubicBezTo>
                  <a:pt x="17654" y="3034"/>
                  <a:pt x="8827" y="7530"/>
                  <a:pt x="4406" y="14477"/>
                </a:cubicBezTo>
                <a:cubicBezTo>
                  <a:pt x="1" y="21424"/>
                  <a:pt x="347" y="30340"/>
                  <a:pt x="5715" y="36971"/>
                </a:cubicBezTo>
                <a:cubicBezTo>
                  <a:pt x="11068" y="43588"/>
                  <a:pt x="21308" y="42730"/>
                  <a:pt x="29878" y="46926"/>
                </a:cubicBezTo>
                <a:cubicBezTo>
                  <a:pt x="33082" y="48494"/>
                  <a:pt x="36410" y="49356"/>
                  <a:pt x="39533" y="49356"/>
                </a:cubicBezTo>
                <a:cubicBezTo>
                  <a:pt x="44766" y="49356"/>
                  <a:pt x="49425" y="46936"/>
                  <a:pt x="51967" y="41362"/>
                </a:cubicBezTo>
                <a:cubicBezTo>
                  <a:pt x="56012" y="32476"/>
                  <a:pt x="49907" y="29137"/>
                  <a:pt x="48854" y="18852"/>
                </a:cubicBezTo>
                <a:cubicBezTo>
                  <a:pt x="48037" y="10867"/>
                  <a:pt x="42263" y="0"/>
                  <a:pt x="29954"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708" name="Google Shape;5708;p230"/>
          <p:cNvGrpSpPr/>
          <p:nvPr/>
        </p:nvGrpSpPr>
        <p:grpSpPr>
          <a:xfrm>
            <a:off x="7400320" y="248200"/>
            <a:ext cx="1552557" cy="1766094"/>
            <a:chOff x="7400320" y="248200"/>
            <a:chExt cx="1552557" cy="1766094"/>
          </a:xfrm>
        </p:grpSpPr>
        <p:sp>
          <p:nvSpPr>
            <p:cNvPr id="5709" name="Google Shape;5709;p230"/>
            <p:cNvSpPr/>
            <p:nvPr/>
          </p:nvSpPr>
          <p:spPr>
            <a:xfrm>
              <a:off x="8405475" y="1190225"/>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0" name="Google Shape;5710;p230"/>
            <p:cNvSpPr/>
            <p:nvPr/>
          </p:nvSpPr>
          <p:spPr>
            <a:xfrm>
              <a:off x="8861176" y="248200"/>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5711" name="Google Shape;5711;p230"/>
            <p:cNvGrpSpPr/>
            <p:nvPr/>
          </p:nvGrpSpPr>
          <p:grpSpPr>
            <a:xfrm>
              <a:off x="8847420" y="1908838"/>
              <a:ext cx="105457" cy="105457"/>
              <a:chOff x="7812545" y="194375"/>
              <a:chExt cx="105457" cy="105457"/>
            </a:xfrm>
          </p:grpSpPr>
          <p:sp>
            <p:nvSpPr>
              <p:cNvPr id="5712" name="Google Shape;5712;p230"/>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3" name="Google Shape;5713;p230"/>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4" name="Google Shape;5714;p230"/>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5" name="Google Shape;5715;p230"/>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16" name="Google Shape;5716;p230"/>
            <p:cNvGrpSpPr/>
            <p:nvPr/>
          </p:nvGrpSpPr>
          <p:grpSpPr>
            <a:xfrm>
              <a:off x="7400320" y="473138"/>
              <a:ext cx="105457" cy="105457"/>
              <a:chOff x="7812545" y="194375"/>
              <a:chExt cx="105457" cy="105457"/>
            </a:xfrm>
          </p:grpSpPr>
          <p:sp>
            <p:nvSpPr>
              <p:cNvPr id="5717" name="Google Shape;5717;p230"/>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8" name="Google Shape;5718;p230"/>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9" name="Google Shape;5719;p230"/>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0" name="Google Shape;5720;p230"/>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721" name="Shape 5721"/>
        <p:cNvGrpSpPr/>
        <p:nvPr/>
      </p:nvGrpSpPr>
      <p:grpSpPr>
        <a:xfrm>
          <a:off x="0" y="0"/>
          <a:ext cx="0" cy="0"/>
          <a:chOff x="0" y="0"/>
          <a:chExt cx="0" cy="0"/>
        </a:xfrm>
      </p:grpSpPr>
      <p:sp>
        <p:nvSpPr>
          <p:cNvPr id="5722" name="Google Shape;5722;p231"/>
          <p:cNvSpPr txBox="1"/>
          <p:nvPr>
            <p:ph type="title"/>
          </p:nvPr>
        </p:nvSpPr>
        <p:spPr>
          <a:xfrm>
            <a:off x="685800" y="1577467"/>
            <a:ext cx="4045200" cy="934800"/>
          </a:xfrm>
          <a:prstGeom prst="rect">
            <a:avLst/>
          </a:prstGeom>
        </p:spPr>
        <p:txBody>
          <a:bodyPr anchorCtr="0" anchor="ctr" bIns="91425" lIns="91425" spcFirstLastPara="1" rIns="91425" wrap="square" tIns="91425">
            <a:noAutofit/>
          </a:bodyPr>
          <a:lstStyle>
            <a:lvl1pPr lvl="0" algn="ctr">
              <a:spcBef>
                <a:spcPts val="0"/>
              </a:spcBef>
              <a:spcAft>
                <a:spcPts val="0"/>
              </a:spcAft>
              <a:buSzPts val="2800"/>
              <a:buNone/>
              <a:defRPr/>
            </a:lvl1pPr>
            <a:lvl2pPr lvl="1" algn="ctr">
              <a:spcBef>
                <a:spcPts val="0"/>
              </a:spcBef>
              <a:spcAft>
                <a:spcPts val="0"/>
              </a:spcAft>
              <a:buSzPts val="2800"/>
              <a:buNone/>
              <a:defRPr/>
            </a:lvl2pPr>
            <a:lvl3pPr lvl="2" algn="ctr">
              <a:spcBef>
                <a:spcPts val="0"/>
              </a:spcBef>
              <a:spcAft>
                <a:spcPts val="0"/>
              </a:spcAft>
              <a:buSzPts val="2800"/>
              <a:buNone/>
              <a:defRPr/>
            </a:lvl3pPr>
            <a:lvl4pPr lvl="3" algn="ctr">
              <a:spcBef>
                <a:spcPts val="0"/>
              </a:spcBef>
              <a:spcAft>
                <a:spcPts val="0"/>
              </a:spcAft>
              <a:buSzPts val="2800"/>
              <a:buNone/>
              <a:defRPr/>
            </a:lvl4pPr>
            <a:lvl5pPr lvl="4" algn="ctr">
              <a:spcBef>
                <a:spcPts val="0"/>
              </a:spcBef>
              <a:spcAft>
                <a:spcPts val="0"/>
              </a:spcAft>
              <a:buSzPts val="2800"/>
              <a:buNone/>
              <a:defRPr/>
            </a:lvl5pPr>
            <a:lvl6pPr lvl="5" algn="ctr">
              <a:spcBef>
                <a:spcPts val="0"/>
              </a:spcBef>
              <a:spcAft>
                <a:spcPts val="0"/>
              </a:spcAft>
              <a:buSzPts val="2800"/>
              <a:buNone/>
              <a:defRPr/>
            </a:lvl6pPr>
            <a:lvl7pPr lvl="6" algn="ctr">
              <a:spcBef>
                <a:spcPts val="0"/>
              </a:spcBef>
              <a:spcAft>
                <a:spcPts val="0"/>
              </a:spcAft>
              <a:buSzPts val="2800"/>
              <a:buNone/>
              <a:defRPr/>
            </a:lvl7pPr>
            <a:lvl8pPr lvl="7" algn="ctr">
              <a:spcBef>
                <a:spcPts val="0"/>
              </a:spcBef>
              <a:spcAft>
                <a:spcPts val="0"/>
              </a:spcAft>
              <a:buSzPts val="2800"/>
              <a:buNone/>
              <a:defRPr/>
            </a:lvl8pPr>
            <a:lvl9pPr lvl="8" algn="ctr">
              <a:spcBef>
                <a:spcPts val="0"/>
              </a:spcBef>
              <a:spcAft>
                <a:spcPts val="0"/>
              </a:spcAft>
              <a:buSzPts val="2800"/>
              <a:buNone/>
              <a:defRPr/>
            </a:lvl9pPr>
          </a:lstStyle>
          <a:p/>
        </p:txBody>
      </p:sp>
      <p:sp>
        <p:nvSpPr>
          <p:cNvPr id="5723" name="Google Shape;5723;p231"/>
          <p:cNvSpPr txBox="1"/>
          <p:nvPr>
            <p:ph idx="1" type="subTitle"/>
          </p:nvPr>
        </p:nvSpPr>
        <p:spPr>
          <a:xfrm>
            <a:off x="685800" y="2627166"/>
            <a:ext cx="4045200" cy="9348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724" name="Google Shape;5724;p2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grpSp>
        <p:nvGrpSpPr>
          <p:cNvPr id="5725" name="Google Shape;5725;p231"/>
          <p:cNvGrpSpPr/>
          <p:nvPr/>
        </p:nvGrpSpPr>
        <p:grpSpPr>
          <a:xfrm flipH="1">
            <a:off x="-534624" y="-277337"/>
            <a:ext cx="1773412" cy="1460069"/>
            <a:chOff x="7917051" y="-242512"/>
            <a:chExt cx="1773412" cy="1460069"/>
          </a:xfrm>
        </p:grpSpPr>
        <p:sp>
          <p:nvSpPr>
            <p:cNvPr id="5726" name="Google Shape;5726;p231"/>
            <p:cNvSpPr/>
            <p:nvPr/>
          </p:nvSpPr>
          <p:spPr>
            <a:xfrm flipH="1">
              <a:off x="8458188" y="-242512"/>
              <a:ext cx="1232275" cy="1091025"/>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7" name="Google Shape;5727;p231"/>
            <p:cNvSpPr/>
            <p:nvPr/>
          </p:nvSpPr>
          <p:spPr>
            <a:xfrm>
              <a:off x="7917051" y="19137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5728" name="Google Shape;5728;p231"/>
            <p:cNvGrpSpPr/>
            <p:nvPr/>
          </p:nvGrpSpPr>
          <p:grpSpPr>
            <a:xfrm>
              <a:off x="8723170" y="1112100"/>
              <a:ext cx="105457" cy="105457"/>
              <a:chOff x="7812545" y="194375"/>
              <a:chExt cx="105457" cy="105457"/>
            </a:xfrm>
          </p:grpSpPr>
          <p:sp>
            <p:nvSpPr>
              <p:cNvPr id="5729" name="Google Shape;5729;p231"/>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0" name="Google Shape;5730;p231"/>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1" name="Google Shape;5731;p231"/>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2" name="Google Shape;5732;p231"/>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733" name="Google Shape;5733;p231"/>
          <p:cNvGrpSpPr/>
          <p:nvPr/>
        </p:nvGrpSpPr>
        <p:grpSpPr>
          <a:xfrm>
            <a:off x="-1490517" y="3598506"/>
            <a:ext cx="2984172" cy="2871184"/>
            <a:chOff x="-1307617" y="3655381"/>
            <a:chExt cx="2984172" cy="2871184"/>
          </a:xfrm>
        </p:grpSpPr>
        <p:sp>
          <p:nvSpPr>
            <p:cNvPr id="5734" name="Google Shape;5734;p231"/>
            <p:cNvSpPr/>
            <p:nvPr/>
          </p:nvSpPr>
          <p:spPr>
            <a:xfrm flipH="1" rot="638420">
              <a:off x="-1104798" y="3872484"/>
              <a:ext cx="2578535" cy="2436978"/>
            </a:xfrm>
            <a:custGeom>
              <a:rect b="b" l="l" r="r" t="t"/>
              <a:pathLst>
                <a:path extrusionOk="0" h="49900" w="54584">
                  <a:moveTo>
                    <a:pt x="39803" y="0"/>
                  </a:moveTo>
                  <a:cubicBezTo>
                    <a:pt x="38029" y="0"/>
                    <a:pt x="36248" y="409"/>
                    <a:pt x="34570" y="1238"/>
                  </a:cubicBezTo>
                  <a:cubicBezTo>
                    <a:pt x="31367" y="2802"/>
                    <a:pt x="28886" y="5448"/>
                    <a:pt x="25683" y="7012"/>
                  </a:cubicBezTo>
                  <a:cubicBezTo>
                    <a:pt x="21308" y="9163"/>
                    <a:pt x="16511" y="10320"/>
                    <a:pt x="12090" y="12380"/>
                  </a:cubicBezTo>
                  <a:cubicBezTo>
                    <a:pt x="7684" y="14425"/>
                    <a:pt x="3444" y="17628"/>
                    <a:pt x="1865" y="22244"/>
                  </a:cubicBezTo>
                  <a:cubicBezTo>
                    <a:pt x="1" y="27673"/>
                    <a:pt x="647" y="34078"/>
                    <a:pt x="3504" y="39040"/>
                  </a:cubicBezTo>
                  <a:cubicBezTo>
                    <a:pt x="8069" y="46988"/>
                    <a:pt x="17031" y="49899"/>
                    <a:pt x="25743" y="49899"/>
                  </a:cubicBezTo>
                  <a:cubicBezTo>
                    <a:pt x="25898" y="49899"/>
                    <a:pt x="26054" y="49898"/>
                    <a:pt x="26209" y="49897"/>
                  </a:cubicBezTo>
                  <a:cubicBezTo>
                    <a:pt x="44945" y="49671"/>
                    <a:pt x="54583" y="26996"/>
                    <a:pt x="51531" y="10696"/>
                  </a:cubicBezTo>
                  <a:cubicBezTo>
                    <a:pt x="50869" y="7163"/>
                    <a:pt x="49230" y="3779"/>
                    <a:pt x="46118" y="1840"/>
                  </a:cubicBezTo>
                  <a:cubicBezTo>
                    <a:pt x="44160" y="620"/>
                    <a:pt x="41987" y="0"/>
                    <a:pt x="3980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5" name="Google Shape;5735;p231"/>
            <p:cNvSpPr/>
            <p:nvPr/>
          </p:nvSpPr>
          <p:spPr>
            <a:xfrm rot="7710264">
              <a:off x="-15001" y="4173334"/>
              <a:ext cx="958502" cy="1835274"/>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36" name="Google Shape;5736;p231"/>
          <p:cNvGrpSpPr/>
          <p:nvPr/>
        </p:nvGrpSpPr>
        <p:grpSpPr>
          <a:xfrm>
            <a:off x="5096454" y="406120"/>
            <a:ext cx="3821429" cy="1518424"/>
            <a:chOff x="5096454" y="406120"/>
            <a:chExt cx="3821429" cy="1518424"/>
          </a:xfrm>
        </p:grpSpPr>
        <p:sp>
          <p:nvSpPr>
            <p:cNvPr id="5737" name="Google Shape;5737;p231"/>
            <p:cNvSpPr/>
            <p:nvPr/>
          </p:nvSpPr>
          <p:spPr>
            <a:xfrm>
              <a:off x="5096454" y="539393"/>
              <a:ext cx="1089450" cy="348874"/>
            </a:xfrm>
            <a:custGeom>
              <a:rect b="b" l="l" r="r" t="t"/>
              <a:pathLst>
                <a:path extrusionOk="0" fill="none" h="4647" w="14511">
                  <a:moveTo>
                    <a:pt x="13894" y="3805"/>
                  </a:moveTo>
                  <a:cubicBezTo>
                    <a:pt x="13263" y="3459"/>
                    <a:pt x="12977" y="3744"/>
                    <a:pt x="12766" y="3459"/>
                  </a:cubicBezTo>
                  <a:cubicBezTo>
                    <a:pt x="12541" y="3173"/>
                    <a:pt x="13383" y="2436"/>
                    <a:pt x="11684" y="1699"/>
                  </a:cubicBezTo>
                  <a:cubicBezTo>
                    <a:pt x="11684" y="1699"/>
                    <a:pt x="11578" y="121"/>
                    <a:pt x="9248" y="60"/>
                  </a:cubicBezTo>
                  <a:cubicBezTo>
                    <a:pt x="6917" y="0"/>
                    <a:pt x="7549" y="1654"/>
                    <a:pt x="6917" y="2045"/>
                  </a:cubicBezTo>
                  <a:cubicBezTo>
                    <a:pt x="6286" y="2436"/>
                    <a:pt x="6120" y="1820"/>
                    <a:pt x="5504" y="2211"/>
                  </a:cubicBezTo>
                  <a:cubicBezTo>
                    <a:pt x="4872" y="2617"/>
                    <a:pt x="5158" y="3399"/>
                    <a:pt x="4647" y="3519"/>
                  </a:cubicBezTo>
                  <a:cubicBezTo>
                    <a:pt x="4135" y="3624"/>
                    <a:pt x="3459" y="3008"/>
                    <a:pt x="2842" y="3399"/>
                  </a:cubicBezTo>
                  <a:cubicBezTo>
                    <a:pt x="2211" y="3805"/>
                    <a:pt x="2211" y="4135"/>
                    <a:pt x="1925" y="4135"/>
                  </a:cubicBezTo>
                  <a:cubicBezTo>
                    <a:pt x="1654" y="4135"/>
                    <a:pt x="1083" y="3910"/>
                    <a:pt x="737" y="4135"/>
                  </a:cubicBezTo>
                  <a:cubicBezTo>
                    <a:pt x="406" y="4376"/>
                    <a:pt x="0" y="4647"/>
                    <a:pt x="0" y="4647"/>
                  </a:cubicBezTo>
                  <a:lnTo>
                    <a:pt x="14345" y="4647"/>
                  </a:lnTo>
                  <a:cubicBezTo>
                    <a:pt x="14345" y="4647"/>
                    <a:pt x="14511" y="4135"/>
                    <a:pt x="13894" y="3805"/>
                  </a:cubicBezTo>
                  <a:close/>
                </a:path>
              </a:pathLst>
            </a:custGeom>
            <a:solidFill>
              <a:schemeClr val="lt1"/>
            </a:solid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8" name="Google Shape;5738;p231"/>
            <p:cNvSpPr/>
            <p:nvPr/>
          </p:nvSpPr>
          <p:spPr>
            <a:xfrm flipH="1">
              <a:off x="7828433" y="748130"/>
              <a:ext cx="1089450" cy="348874"/>
            </a:xfrm>
            <a:custGeom>
              <a:rect b="b" l="l" r="r" t="t"/>
              <a:pathLst>
                <a:path extrusionOk="0" fill="none" h="4647" w="14511">
                  <a:moveTo>
                    <a:pt x="13894" y="3805"/>
                  </a:moveTo>
                  <a:cubicBezTo>
                    <a:pt x="13263" y="3459"/>
                    <a:pt x="12977" y="3744"/>
                    <a:pt x="12766" y="3459"/>
                  </a:cubicBezTo>
                  <a:cubicBezTo>
                    <a:pt x="12541" y="3173"/>
                    <a:pt x="13383" y="2436"/>
                    <a:pt x="11684" y="1699"/>
                  </a:cubicBezTo>
                  <a:cubicBezTo>
                    <a:pt x="11684" y="1699"/>
                    <a:pt x="11578" y="121"/>
                    <a:pt x="9248" y="60"/>
                  </a:cubicBezTo>
                  <a:cubicBezTo>
                    <a:pt x="6917" y="0"/>
                    <a:pt x="7549" y="1654"/>
                    <a:pt x="6917" y="2045"/>
                  </a:cubicBezTo>
                  <a:cubicBezTo>
                    <a:pt x="6286" y="2436"/>
                    <a:pt x="6120" y="1820"/>
                    <a:pt x="5504" y="2211"/>
                  </a:cubicBezTo>
                  <a:cubicBezTo>
                    <a:pt x="4872" y="2617"/>
                    <a:pt x="5158" y="3399"/>
                    <a:pt x="4647" y="3519"/>
                  </a:cubicBezTo>
                  <a:cubicBezTo>
                    <a:pt x="4135" y="3624"/>
                    <a:pt x="3459" y="3008"/>
                    <a:pt x="2842" y="3399"/>
                  </a:cubicBezTo>
                  <a:cubicBezTo>
                    <a:pt x="2211" y="3805"/>
                    <a:pt x="2211" y="4135"/>
                    <a:pt x="1925" y="4135"/>
                  </a:cubicBezTo>
                  <a:cubicBezTo>
                    <a:pt x="1654" y="4135"/>
                    <a:pt x="1083" y="3910"/>
                    <a:pt x="737" y="4135"/>
                  </a:cubicBezTo>
                  <a:cubicBezTo>
                    <a:pt x="406" y="4376"/>
                    <a:pt x="0" y="4647"/>
                    <a:pt x="0" y="4647"/>
                  </a:cubicBezTo>
                  <a:lnTo>
                    <a:pt x="14345" y="4647"/>
                  </a:lnTo>
                  <a:cubicBezTo>
                    <a:pt x="14345" y="4647"/>
                    <a:pt x="14511" y="4135"/>
                    <a:pt x="13894" y="3805"/>
                  </a:cubicBezTo>
                  <a:close/>
                </a:path>
              </a:pathLst>
            </a:custGeom>
            <a:solidFill>
              <a:schemeClr val="lt1"/>
            </a:solid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9" name="Google Shape;5739;p231"/>
            <p:cNvSpPr/>
            <p:nvPr/>
          </p:nvSpPr>
          <p:spPr>
            <a:xfrm>
              <a:off x="8824638" y="406120"/>
              <a:ext cx="93231" cy="93173"/>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740" name="Google Shape;5740;p231"/>
            <p:cNvGrpSpPr/>
            <p:nvPr/>
          </p:nvGrpSpPr>
          <p:grpSpPr>
            <a:xfrm>
              <a:off x="8629946" y="1831310"/>
              <a:ext cx="93234" cy="93234"/>
              <a:chOff x="7812545" y="194375"/>
              <a:chExt cx="105457" cy="105457"/>
            </a:xfrm>
          </p:grpSpPr>
          <p:sp>
            <p:nvSpPr>
              <p:cNvPr id="5741" name="Google Shape;5741;p231"/>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2" name="Google Shape;5742;p231"/>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3" name="Google Shape;5743;p231"/>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4" name="Google Shape;5744;p231"/>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45" name="Google Shape;5745;p231"/>
            <p:cNvGrpSpPr/>
            <p:nvPr/>
          </p:nvGrpSpPr>
          <p:grpSpPr>
            <a:xfrm flipH="1" rot="10800000">
              <a:off x="7254006" y="492770"/>
              <a:ext cx="93224" cy="93255"/>
              <a:chOff x="7812545" y="194375"/>
              <a:chExt cx="105457" cy="105457"/>
            </a:xfrm>
          </p:grpSpPr>
          <p:sp>
            <p:nvSpPr>
              <p:cNvPr id="5746" name="Google Shape;5746;p231"/>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7" name="Google Shape;5747;p231"/>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8" name="Google Shape;5748;p231"/>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9" name="Google Shape;5749;p231"/>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750" name="Shape 5750"/>
        <p:cNvGrpSpPr/>
        <p:nvPr/>
      </p:nvGrpSpPr>
      <p:grpSpPr>
        <a:xfrm>
          <a:off x="0" y="0"/>
          <a:ext cx="0" cy="0"/>
          <a:chOff x="0" y="0"/>
          <a:chExt cx="0" cy="0"/>
        </a:xfrm>
      </p:grpSpPr>
      <p:sp>
        <p:nvSpPr>
          <p:cNvPr id="5751" name="Google Shape;5751;p232"/>
          <p:cNvSpPr txBox="1"/>
          <p:nvPr>
            <p:ph idx="1" type="body"/>
          </p:nvPr>
        </p:nvSpPr>
        <p:spPr>
          <a:xfrm>
            <a:off x="685800" y="3601550"/>
            <a:ext cx="2993100" cy="8235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2000"/>
              <a:buFont typeface="Barlow"/>
              <a:buNone/>
              <a:defRPr b="1" sz="2200">
                <a:latin typeface="Barlow"/>
                <a:ea typeface="Barlow"/>
                <a:cs typeface="Barlow"/>
                <a:sym typeface="Barlow"/>
              </a:defRPr>
            </a:lvl1pPr>
          </a:lstStyle>
          <a:p/>
        </p:txBody>
      </p:sp>
      <p:sp>
        <p:nvSpPr>
          <p:cNvPr id="5752" name="Google Shape;5752;p2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2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753" name="Shape 5753"/>
        <p:cNvGrpSpPr/>
        <p:nvPr/>
      </p:nvGrpSpPr>
      <p:grpSpPr>
        <a:xfrm>
          <a:off x="0" y="0"/>
          <a:ext cx="0" cy="0"/>
          <a:chOff x="0" y="0"/>
          <a:chExt cx="0" cy="0"/>
        </a:xfrm>
      </p:grpSpPr>
      <p:sp>
        <p:nvSpPr>
          <p:cNvPr id="5754" name="Google Shape;5754;p233"/>
          <p:cNvSpPr txBox="1"/>
          <p:nvPr>
            <p:ph hasCustomPrompt="1" type="title"/>
          </p:nvPr>
        </p:nvSpPr>
        <p:spPr>
          <a:xfrm>
            <a:off x="1226850" y="1830050"/>
            <a:ext cx="6690300" cy="1113600"/>
          </a:xfrm>
          <a:prstGeom prst="rect">
            <a:avLst/>
          </a:prstGeom>
        </p:spPr>
        <p:txBody>
          <a:bodyPr anchorCtr="0" anchor="ctr" bIns="91425" lIns="91425" spcFirstLastPara="1" rIns="91425" wrap="square" tIns="91425">
            <a:noAutofit/>
          </a:bodyPr>
          <a:lstStyle>
            <a:lvl1pPr lvl="0" algn="ctr">
              <a:spcBef>
                <a:spcPts val="0"/>
              </a:spcBef>
              <a:spcAft>
                <a:spcPts val="0"/>
              </a:spcAft>
              <a:buSzPts val="8000"/>
              <a:buNone/>
              <a:defRPr sz="9000">
                <a:solidFill>
                  <a:schemeClr val="accent2"/>
                </a:solidFill>
              </a:defRPr>
            </a:lvl1pPr>
            <a:lvl2pPr lvl="1" algn="ctr">
              <a:spcBef>
                <a:spcPts val="0"/>
              </a:spcBef>
              <a:spcAft>
                <a:spcPts val="0"/>
              </a:spcAft>
              <a:buSzPts val="8000"/>
              <a:buNone/>
              <a:defRPr sz="8000"/>
            </a:lvl2pPr>
            <a:lvl3pPr lvl="2" algn="ctr">
              <a:spcBef>
                <a:spcPts val="0"/>
              </a:spcBef>
              <a:spcAft>
                <a:spcPts val="0"/>
              </a:spcAft>
              <a:buSzPts val="8000"/>
              <a:buNone/>
              <a:defRPr sz="8000"/>
            </a:lvl3pPr>
            <a:lvl4pPr lvl="3" algn="ctr">
              <a:spcBef>
                <a:spcPts val="0"/>
              </a:spcBef>
              <a:spcAft>
                <a:spcPts val="0"/>
              </a:spcAft>
              <a:buSzPts val="8000"/>
              <a:buNone/>
              <a:defRPr sz="8000"/>
            </a:lvl4pPr>
            <a:lvl5pPr lvl="4" algn="ctr">
              <a:spcBef>
                <a:spcPts val="0"/>
              </a:spcBef>
              <a:spcAft>
                <a:spcPts val="0"/>
              </a:spcAft>
              <a:buSzPts val="8000"/>
              <a:buNone/>
              <a:defRPr sz="8000"/>
            </a:lvl5pPr>
            <a:lvl6pPr lvl="5" algn="ctr">
              <a:spcBef>
                <a:spcPts val="0"/>
              </a:spcBef>
              <a:spcAft>
                <a:spcPts val="0"/>
              </a:spcAft>
              <a:buSzPts val="8000"/>
              <a:buNone/>
              <a:defRPr sz="8000"/>
            </a:lvl6pPr>
            <a:lvl7pPr lvl="6" algn="ctr">
              <a:spcBef>
                <a:spcPts val="0"/>
              </a:spcBef>
              <a:spcAft>
                <a:spcPts val="0"/>
              </a:spcAft>
              <a:buSzPts val="8000"/>
              <a:buNone/>
              <a:defRPr sz="8000"/>
            </a:lvl7pPr>
            <a:lvl8pPr lvl="7" algn="ctr">
              <a:spcBef>
                <a:spcPts val="0"/>
              </a:spcBef>
              <a:spcAft>
                <a:spcPts val="0"/>
              </a:spcAft>
              <a:buSzPts val="8000"/>
              <a:buNone/>
              <a:defRPr sz="8000"/>
            </a:lvl8pPr>
            <a:lvl9pPr lvl="8" algn="ctr">
              <a:spcBef>
                <a:spcPts val="0"/>
              </a:spcBef>
              <a:spcAft>
                <a:spcPts val="0"/>
              </a:spcAft>
              <a:buSzPts val="8000"/>
              <a:buNone/>
              <a:defRPr sz="8000"/>
            </a:lvl9pPr>
          </a:lstStyle>
          <a:p>
            <a:r>
              <a:t>xx%</a:t>
            </a:r>
          </a:p>
        </p:txBody>
      </p:sp>
      <p:sp>
        <p:nvSpPr>
          <p:cNvPr id="5755" name="Google Shape;5755;p2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5756" name="Google Shape;5756;p233"/>
          <p:cNvSpPr txBox="1"/>
          <p:nvPr>
            <p:ph idx="1" type="subTitle"/>
          </p:nvPr>
        </p:nvSpPr>
        <p:spPr>
          <a:xfrm>
            <a:off x="1516375" y="3002275"/>
            <a:ext cx="6144300" cy="3417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8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5757" name="Google Shape;5757;p233"/>
          <p:cNvSpPr/>
          <p:nvPr/>
        </p:nvSpPr>
        <p:spPr>
          <a:xfrm rot="2700000">
            <a:off x="5376368" y="-1160318"/>
            <a:ext cx="5591744" cy="3399428"/>
          </a:xfrm>
          <a:custGeom>
            <a:rect b="b" l="l" r="r" t="t"/>
            <a:pathLst>
              <a:path extrusionOk="0" h="48924" w="60102">
                <a:moveTo>
                  <a:pt x="31550" y="1"/>
                </a:moveTo>
                <a:cubicBezTo>
                  <a:pt x="28688" y="1"/>
                  <a:pt x="25391" y="541"/>
                  <a:pt x="22089" y="2238"/>
                </a:cubicBezTo>
                <a:cubicBezTo>
                  <a:pt x="12977" y="6900"/>
                  <a:pt x="8196" y="17230"/>
                  <a:pt x="4091" y="25485"/>
                </a:cubicBezTo>
                <a:cubicBezTo>
                  <a:pt x="1" y="33725"/>
                  <a:pt x="2016" y="42612"/>
                  <a:pt x="8767" y="47123"/>
                </a:cubicBezTo>
                <a:cubicBezTo>
                  <a:pt x="10764" y="48461"/>
                  <a:pt x="12590" y="48924"/>
                  <a:pt x="14421" y="48924"/>
                </a:cubicBezTo>
                <a:cubicBezTo>
                  <a:pt x="18514" y="48924"/>
                  <a:pt x="22630" y="46611"/>
                  <a:pt x="28730" y="46611"/>
                </a:cubicBezTo>
                <a:cubicBezTo>
                  <a:pt x="29125" y="46611"/>
                  <a:pt x="29527" y="46621"/>
                  <a:pt x="29939" y="46641"/>
                </a:cubicBezTo>
                <a:cubicBezTo>
                  <a:pt x="34134" y="46851"/>
                  <a:pt x="36984" y="47278"/>
                  <a:pt x="39535" y="47278"/>
                </a:cubicBezTo>
                <a:cubicBezTo>
                  <a:pt x="42835" y="47278"/>
                  <a:pt x="45637" y="46563"/>
                  <a:pt x="50208" y="43739"/>
                </a:cubicBezTo>
                <a:cubicBezTo>
                  <a:pt x="58328" y="38732"/>
                  <a:pt x="60102" y="25500"/>
                  <a:pt x="54042" y="15140"/>
                </a:cubicBezTo>
                <a:cubicBezTo>
                  <a:pt x="47997" y="4779"/>
                  <a:pt x="40254" y="1667"/>
                  <a:pt x="40254" y="1667"/>
                </a:cubicBezTo>
                <a:cubicBezTo>
                  <a:pt x="40254" y="1667"/>
                  <a:pt x="36573" y="1"/>
                  <a:pt x="31550"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758" name="Google Shape;5758;p233"/>
          <p:cNvGrpSpPr/>
          <p:nvPr/>
        </p:nvGrpSpPr>
        <p:grpSpPr>
          <a:xfrm>
            <a:off x="405960" y="-304605"/>
            <a:ext cx="9209266" cy="1854619"/>
            <a:chOff x="405960" y="-304605"/>
            <a:chExt cx="9209266" cy="1854619"/>
          </a:xfrm>
        </p:grpSpPr>
        <p:sp>
          <p:nvSpPr>
            <p:cNvPr id="5759" name="Google Shape;5759;p233"/>
            <p:cNvSpPr/>
            <p:nvPr/>
          </p:nvSpPr>
          <p:spPr>
            <a:xfrm>
              <a:off x="6209226" y="478878"/>
              <a:ext cx="1324564" cy="424178"/>
            </a:xfrm>
            <a:custGeom>
              <a:rect b="b" l="l" r="r" t="t"/>
              <a:pathLst>
                <a:path extrusionOk="0" fill="none" h="4647" w="14511">
                  <a:moveTo>
                    <a:pt x="13894" y="3805"/>
                  </a:moveTo>
                  <a:cubicBezTo>
                    <a:pt x="13263" y="3459"/>
                    <a:pt x="12977" y="3744"/>
                    <a:pt x="12766" y="3459"/>
                  </a:cubicBezTo>
                  <a:cubicBezTo>
                    <a:pt x="12541" y="3173"/>
                    <a:pt x="13383" y="2436"/>
                    <a:pt x="11684" y="1699"/>
                  </a:cubicBezTo>
                  <a:cubicBezTo>
                    <a:pt x="11684" y="1699"/>
                    <a:pt x="11578" y="121"/>
                    <a:pt x="9248" y="60"/>
                  </a:cubicBezTo>
                  <a:cubicBezTo>
                    <a:pt x="6917" y="0"/>
                    <a:pt x="7549" y="1654"/>
                    <a:pt x="6917" y="2045"/>
                  </a:cubicBezTo>
                  <a:cubicBezTo>
                    <a:pt x="6286" y="2436"/>
                    <a:pt x="6120" y="1820"/>
                    <a:pt x="5504" y="2211"/>
                  </a:cubicBezTo>
                  <a:cubicBezTo>
                    <a:pt x="4872" y="2617"/>
                    <a:pt x="5158" y="3399"/>
                    <a:pt x="4647" y="3519"/>
                  </a:cubicBezTo>
                  <a:cubicBezTo>
                    <a:pt x="4135" y="3624"/>
                    <a:pt x="3459" y="3008"/>
                    <a:pt x="2842" y="3399"/>
                  </a:cubicBezTo>
                  <a:cubicBezTo>
                    <a:pt x="2211" y="3805"/>
                    <a:pt x="2211" y="4135"/>
                    <a:pt x="1925" y="4135"/>
                  </a:cubicBezTo>
                  <a:cubicBezTo>
                    <a:pt x="1654" y="4135"/>
                    <a:pt x="1083" y="3910"/>
                    <a:pt x="737" y="4135"/>
                  </a:cubicBezTo>
                  <a:cubicBezTo>
                    <a:pt x="406" y="4376"/>
                    <a:pt x="0" y="4647"/>
                    <a:pt x="0" y="4647"/>
                  </a:cubicBezTo>
                  <a:lnTo>
                    <a:pt x="14345" y="4647"/>
                  </a:lnTo>
                  <a:cubicBezTo>
                    <a:pt x="14345" y="4647"/>
                    <a:pt x="14511" y="4135"/>
                    <a:pt x="13894" y="3805"/>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0" name="Google Shape;5760;p233"/>
            <p:cNvSpPr/>
            <p:nvPr/>
          </p:nvSpPr>
          <p:spPr>
            <a:xfrm flipH="1">
              <a:off x="405960" y="399116"/>
              <a:ext cx="991138" cy="317437"/>
            </a:xfrm>
            <a:custGeom>
              <a:rect b="b" l="l" r="r" t="t"/>
              <a:pathLst>
                <a:path extrusionOk="0" fill="none" h="4647" w="14511">
                  <a:moveTo>
                    <a:pt x="13894" y="3805"/>
                  </a:moveTo>
                  <a:cubicBezTo>
                    <a:pt x="13263" y="3459"/>
                    <a:pt x="12977" y="3744"/>
                    <a:pt x="12766" y="3459"/>
                  </a:cubicBezTo>
                  <a:cubicBezTo>
                    <a:pt x="12541" y="3173"/>
                    <a:pt x="13383" y="2436"/>
                    <a:pt x="11684" y="1699"/>
                  </a:cubicBezTo>
                  <a:cubicBezTo>
                    <a:pt x="11684" y="1699"/>
                    <a:pt x="11578" y="121"/>
                    <a:pt x="9248" y="60"/>
                  </a:cubicBezTo>
                  <a:cubicBezTo>
                    <a:pt x="6917" y="0"/>
                    <a:pt x="7549" y="1654"/>
                    <a:pt x="6917" y="2045"/>
                  </a:cubicBezTo>
                  <a:cubicBezTo>
                    <a:pt x="6286" y="2436"/>
                    <a:pt x="6120" y="1820"/>
                    <a:pt x="5504" y="2211"/>
                  </a:cubicBezTo>
                  <a:cubicBezTo>
                    <a:pt x="4872" y="2617"/>
                    <a:pt x="5158" y="3399"/>
                    <a:pt x="4647" y="3519"/>
                  </a:cubicBezTo>
                  <a:cubicBezTo>
                    <a:pt x="4135" y="3624"/>
                    <a:pt x="3459" y="3008"/>
                    <a:pt x="2842" y="3399"/>
                  </a:cubicBezTo>
                  <a:cubicBezTo>
                    <a:pt x="2211" y="3805"/>
                    <a:pt x="2211" y="4135"/>
                    <a:pt x="1925" y="4135"/>
                  </a:cubicBezTo>
                  <a:cubicBezTo>
                    <a:pt x="1654" y="4135"/>
                    <a:pt x="1083" y="3910"/>
                    <a:pt x="737" y="4135"/>
                  </a:cubicBezTo>
                  <a:cubicBezTo>
                    <a:pt x="406" y="4376"/>
                    <a:pt x="0" y="4647"/>
                    <a:pt x="0" y="4647"/>
                  </a:cubicBezTo>
                  <a:lnTo>
                    <a:pt x="14345" y="4647"/>
                  </a:lnTo>
                  <a:cubicBezTo>
                    <a:pt x="14345" y="4647"/>
                    <a:pt x="14511" y="4135"/>
                    <a:pt x="13894" y="3805"/>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1" name="Google Shape;5761;p233"/>
            <p:cNvSpPr/>
            <p:nvPr/>
          </p:nvSpPr>
          <p:spPr>
            <a:xfrm>
              <a:off x="3935325" y="338641"/>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762" name="Google Shape;5762;p233"/>
            <p:cNvGrpSpPr/>
            <p:nvPr/>
          </p:nvGrpSpPr>
          <p:grpSpPr>
            <a:xfrm>
              <a:off x="2179520" y="1113216"/>
              <a:ext cx="105457" cy="105457"/>
              <a:chOff x="7812545" y="194375"/>
              <a:chExt cx="105457" cy="105457"/>
            </a:xfrm>
          </p:grpSpPr>
          <p:sp>
            <p:nvSpPr>
              <p:cNvPr id="5763" name="Google Shape;5763;p233"/>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4" name="Google Shape;5764;p233"/>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5" name="Google Shape;5765;p233"/>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6" name="Google Shape;5766;p233"/>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67" name="Google Shape;5767;p233"/>
            <p:cNvGrpSpPr/>
            <p:nvPr/>
          </p:nvGrpSpPr>
          <p:grpSpPr>
            <a:xfrm>
              <a:off x="5288520" y="1007766"/>
              <a:ext cx="105457" cy="105457"/>
              <a:chOff x="7812545" y="194375"/>
              <a:chExt cx="105457" cy="105457"/>
            </a:xfrm>
          </p:grpSpPr>
          <p:sp>
            <p:nvSpPr>
              <p:cNvPr id="5768" name="Google Shape;5768;p233"/>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9" name="Google Shape;5769;p233"/>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0" name="Google Shape;5770;p233"/>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1" name="Google Shape;5771;p233"/>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772" name="Google Shape;5772;p233"/>
            <p:cNvSpPr/>
            <p:nvPr/>
          </p:nvSpPr>
          <p:spPr>
            <a:xfrm>
              <a:off x="8211200" y="1444625"/>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773" name="Google Shape;5773;p233"/>
            <p:cNvGrpSpPr/>
            <p:nvPr/>
          </p:nvGrpSpPr>
          <p:grpSpPr>
            <a:xfrm>
              <a:off x="7988195" y="154325"/>
              <a:ext cx="105457" cy="105457"/>
              <a:chOff x="7812545" y="194375"/>
              <a:chExt cx="105457" cy="105457"/>
            </a:xfrm>
          </p:grpSpPr>
          <p:sp>
            <p:nvSpPr>
              <p:cNvPr id="5774" name="Google Shape;5774;p233"/>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5" name="Google Shape;5775;p233"/>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6" name="Google Shape;5776;p233"/>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7" name="Google Shape;5777;p233"/>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778" name="Google Shape;5778;p233"/>
            <p:cNvSpPr/>
            <p:nvPr/>
          </p:nvSpPr>
          <p:spPr>
            <a:xfrm flipH="1">
              <a:off x="8624108" y="-304605"/>
              <a:ext cx="991119" cy="877511"/>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79" name="Google Shape;5779;p233"/>
          <p:cNvGrpSpPr/>
          <p:nvPr/>
        </p:nvGrpSpPr>
        <p:grpSpPr>
          <a:xfrm>
            <a:off x="-1391383" y="2943501"/>
            <a:ext cx="2967633" cy="3117497"/>
            <a:chOff x="-1391383" y="2943501"/>
            <a:chExt cx="2967633" cy="3117497"/>
          </a:xfrm>
        </p:grpSpPr>
        <p:sp>
          <p:nvSpPr>
            <p:cNvPr id="5780" name="Google Shape;5780;p233"/>
            <p:cNvSpPr/>
            <p:nvPr/>
          </p:nvSpPr>
          <p:spPr>
            <a:xfrm flipH="1">
              <a:off x="-1391383" y="2943501"/>
              <a:ext cx="2967633" cy="3117497"/>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1" name="Google Shape;5781;p233"/>
            <p:cNvSpPr/>
            <p:nvPr/>
          </p:nvSpPr>
          <p:spPr>
            <a:xfrm>
              <a:off x="-533479" y="4183785"/>
              <a:ext cx="1643608" cy="1455209"/>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782" name="Google Shape;5782;p233"/>
            <p:cNvGrpSpPr/>
            <p:nvPr/>
          </p:nvGrpSpPr>
          <p:grpSpPr>
            <a:xfrm>
              <a:off x="448432" y="3524550"/>
              <a:ext cx="105457" cy="105457"/>
              <a:chOff x="7812545" y="194375"/>
              <a:chExt cx="105457" cy="105457"/>
            </a:xfrm>
          </p:grpSpPr>
          <p:sp>
            <p:nvSpPr>
              <p:cNvPr id="5783" name="Google Shape;5783;p233"/>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4" name="Google Shape;5784;p233"/>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5" name="Google Shape;5785;p233"/>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6" name="Google Shape;5786;p233"/>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787" name="Google Shape;5787;p233"/>
          <p:cNvGrpSpPr/>
          <p:nvPr/>
        </p:nvGrpSpPr>
        <p:grpSpPr>
          <a:xfrm rot="10800000">
            <a:off x="8496297" y="4349552"/>
            <a:ext cx="470057" cy="586177"/>
            <a:chOff x="215745" y="152938"/>
            <a:chExt cx="470057" cy="586177"/>
          </a:xfrm>
        </p:grpSpPr>
        <p:sp>
          <p:nvSpPr>
            <p:cNvPr id="5788" name="Google Shape;5788;p233"/>
            <p:cNvSpPr/>
            <p:nvPr/>
          </p:nvSpPr>
          <p:spPr>
            <a:xfrm>
              <a:off x="215750" y="633725"/>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9" name="Google Shape;5789;p233"/>
            <p:cNvSpPr/>
            <p:nvPr/>
          </p:nvSpPr>
          <p:spPr>
            <a:xfrm>
              <a:off x="607851" y="22487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5790" name="Google Shape;5790;p233"/>
            <p:cNvGrpSpPr/>
            <p:nvPr/>
          </p:nvGrpSpPr>
          <p:grpSpPr>
            <a:xfrm>
              <a:off x="215745" y="152938"/>
              <a:ext cx="105457" cy="105457"/>
              <a:chOff x="7812545" y="194375"/>
              <a:chExt cx="105457" cy="105457"/>
            </a:xfrm>
          </p:grpSpPr>
          <p:sp>
            <p:nvSpPr>
              <p:cNvPr id="5791" name="Google Shape;5791;p233"/>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2" name="Google Shape;5792;p233"/>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3" name="Google Shape;5793;p233"/>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4" name="Google Shape;5794;p233"/>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795" name="Google Shape;5795;p233"/>
          <p:cNvGrpSpPr/>
          <p:nvPr/>
        </p:nvGrpSpPr>
        <p:grpSpPr>
          <a:xfrm>
            <a:off x="3186400" y="4032125"/>
            <a:ext cx="3326023" cy="808356"/>
            <a:chOff x="3186400" y="4032125"/>
            <a:chExt cx="3326023" cy="808356"/>
          </a:xfrm>
        </p:grpSpPr>
        <p:sp>
          <p:nvSpPr>
            <p:cNvPr id="5796" name="Google Shape;5796;p233"/>
            <p:cNvSpPr/>
            <p:nvPr/>
          </p:nvSpPr>
          <p:spPr>
            <a:xfrm>
              <a:off x="3186400" y="4234775"/>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797" name="Google Shape;5797;p233"/>
            <p:cNvGrpSpPr/>
            <p:nvPr/>
          </p:nvGrpSpPr>
          <p:grpSpPr>
            <a:xfrm>
              <a:off x="4750482" y="4735025"/>
              <a:ext cx="105457" cy="105457"/>
              <a:chOff x="7812545" y="194375"/>
              <a:chExt cx="105457" cy="105457"/>
            </a:xfrm>
          </p:grpSpPr>
          <p:sp>
            <p:nvSpPr>
              <p:cNvPr id="5798" name="Google Shape;5798;p233"/>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9" name="Google Shape;5799;p233"/>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0" name="Google Shape;5800;p233"/>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1" name="Google Shape;5801;p233"/>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802" name="Google Shape;5802;p233"/>
            <p:cNvSpPr/>
            <p:nvPr/>
          </p:nvSpPr>
          <p:spPr>
            <a:xfrm flipH="1">
              <a:off x="5521285" y="4032125"/>
              <a:ext cx="991138" cy="317437"/>
            </a:xfrm>
            <a:custGeom>
              <a:rect b="b" l="l" r="r" t="t"/>
              <a:pathLst>
                <a:path extrusionOk="0" fill="none" h="4647" w="14511">
                  <a:moveTo>
                    <a:pt x="13894" y="3805"/>
                  </a:moveTo>
                  <a:cubicBezTo>
                    <a:pt x="13263" y="3459"/>
                    <a:pt x="12977" y="3744"/>
                    <a:pt x="12766" y="3459"/>
                  </a:cubicBezTo>
                  <a:cubicBezTo>
                    <a:pt x="12541" y="3173"/>
                    <a:pt x="13383" y="2436"/>
                    <a:pt x="11684" y="1699"/>
                  </a:cubicBezTo>
                  <a:cubicBezTo>
                    <a:pt x="11684" y="1699"/>
                    <a:pt x="11578" y="121"/>
                    <a:pt x="9248" y="60"/>
                  </a:cubicBezTo>
                  <a:cubicBezTo>
                    <a:pt x="6917" y="0"/>
                    <a:pt x="7549" y="1654"/>
                    <a:pt x="6917" y="2045"/>
                  </a:cubicBezTo>
                  <a:cubicBezTo>
                    <a:pt x="6286" y="2436"/>
                    <a:pt x="6120" y="1820"/>
                    <a:pt x="5504" y="2211"/>
                  </a:cubicBezTo>
                  <a:cubicBezTo>
                    <a:pt x="4872" y="2617"/>
                    <a:pt x="5158" y="3399"/>
                    <a:pt x="4647" y="3519"/>
                  </a:cubicBezTo>
                  <a:cubicBezTo>
                    <a:pt x="4135" y="3624"/>
                    <a:pt x="3459" y="3008"/>
                    <a:pt x="2842" y="3399"/>
                  </a:cubicBezTo>
                  <a:cubicBezTo>
                    <a:pt x="2211" y="3805"/>
                    <a:pt x="2211" y="4135"/>
                    <a:pt x="1925" y="4135"/>
                  </a:cubicBezTo>
                  <a:cubicBezTo>
                    <a:pt x="1654" y="4135"/>
                    <a:pt x="1083" y="3910"/>
                    <a:pt x="737" y="4135"/>
                  </a:cubicBezTo>
                  <a:cubicBezTo>
                    <a:pt x="406" y="4376"/>
                    <a:pt x="0" y="4647"/>
                    <a:pt x="0" y="4647"/>
                  </a:cubicBezTo>
                  <a:lnTo>
                    <a:pt x="14345" y="4647"/>
                  </a:lnTo>
                  <a:cubicBezTo>
                    <a:pt x="14345" y="4647"/>
                    <a:pt x="14511" y="4135"/>
                    <a:pt x="13894" y="3805"/>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lt1"/>
        </a:solidFill>
      </p:bgPr>
    </p:bg>
    <p:spTree>
      <p:nvGrpSpPr>
        <p:cNvPr id="5803" name="Shape 5803"/>
        <p:cNvGrpSpPr/>
        <p:nvPr/>
      </p:nvGrpSpPr>
      <p:grpSpPr>
        <a:xfrm>
          <a:off x="0" y="0"/>
          <a:ext cx="0" cy="0"/>
          <a:chOff x="0" y="0"/>
          <a:chExt cx="0" cy="0"/>
        </a:xfrm>
      </p:grpSpPr>
      <p:sp>
        <p:nvSpPr>
          <p:cNvPr id="5804" name="Google Shape;5804;p2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2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BLANK_10">
    <p:spTree>
      <p:nvGrpSpPr>
        <p:cNvPr id="5805" name="Shape 5805"/>
        <p:cNvGrpSpPr/>
        <p:nvPr/>
      </p:nvGrpSpPr>
      <p:grpSpPr>
        <a:xfrm>
          <a:off x="0" y="0"/>
          <a:ext cx="0" cy="0"/>
          <a:chOff x="0" y="0"/>
          <a:chExt cx="0" cy="0"/>
        </a:xfrm>
      </p:grpSpPr>
      <p:sp>
        <p:nvSpPr>
          <p:cNvPr id="5806" name="Google Shape;5806;p23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5807" name="Google Shape;5807;p235"/>
          <p:cNvSpPr txBox="1"/>
          <p:nvPr>
            <p:ph type="title"/>
          </p:nvPr>
        </p:nvSpPr>
        <p:spPr>
          <a:xfrm>
            <a:off x="698777" y="2223325"/>
            <a:ext cx="4551600" cy="749100"/>
          </a:xfrm>
          <a:prstGeom prst="rect">
            <a:avLst/>
          </a:prstGeom>
        </p:spPr>
        <p:txBody>
          <a:bodyPr anchorCtr="0" anchor="ctr" bIns="91425" lIns="91425" spcFirstLastPara="1" rIns="91425" wrap="square" tIns="91425">
            <a:noAutofit/>
          </a:bodyPr>
          <a:lstStyle>
            <a:lvl1pPr lvl="0">
              <a:spcBef>
                <a:spcPts val="0"/>
              </a:spcBef>
              <a:spcAft>
                <a:spcPts val="0"/>
              </a:spcAft>
              <a:buSzPts val="3600"/>
              <a:buNone/>
              <a:defRPr sz="4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5808" name="Google Shape;5808;p235"/>
          <p:cNvSpPr txBox="1"/>
          <p:nvPr>
            <p:ph idx="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5809" name="Google Shape;5809;p235"/>
          <p:cNvSpPr txBox="1"/>
          <p:nvPr>
            <p:ph idx="1" type="subTitle"/>
          </p:nvPr>
        </p:nvSpPr>
        <p:spPr>
          <a:xfrm>
            <a:off x="685800" y="2905550"/>
            <a:ext cx="4551600" cy="383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800"/>
              <a:buNone/>
              <a:defRPr sz="18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5810" name="Google Shape;5810;p235"/>
          <p:cNvSpPr txBox="1"/>
          <p:nvPr>
            <p:ph hasCustomPrompt="1" idx="3" type="title"/>
          </p:nvPr>
        </p:nvSpPr>
        <p:spPr>
          <a:xfrm>
            <a:off x="685795" y="1278475"/>
            <a:ext cx="1595700" cy="898500"/>
          </a:xfrm>
          <a:prstGeom prst="rect">
            <a:avLst/>
          </a:prstGeom>
        </p:spPr>
        <p:txBody>
          <a:bodyPr anchorCtr="0" anchor="ctr" bIns="91425" lIns="91425" spcFirstLastPara="1" rIns="91425" wrap="square" tIns="91425">
            <a:noAutofit/>
          </a:bodyPr>
          <a:lstStyle>
            <a:lvl1pPr lvl="0">
              <a:spcBef>
                <a:spcPts val="0"/>
              </a:spcBef>
              <a:spcAft>
                <a:spcPts val="0"/>
              </a:spcAft>
              <a:buSzPts val="8000"/>
              <a:buNone/>
              <a:defRPr sz="8000">
                <a:solidFill>
                  <a:schemeClr val="accent2"/>
                </a:solidFill>
              </a:defRPr>
            </a:lvl1pPr>
            <a:lvl2pPr lvl="1" algn="ctr">
              <a:spcBef>
                <a:spcPts val="0"/>
              </a:spcBef>
              <a:spcAft>
                <a:spcPts val="0"/>
              </a:spcAft>
              <a:buSzPts val="8000"/>
              <a:buNone/>
              <a:defRPr sz="8000"/>
            </a:lvl2pPr>
            <a:lvl3pPr lvl="2" algn="ctr">
              <a:spcBef>
                <a:spcPts val="0"/>
              </a:spcBef>
              <a:spcAft>
                <a:spcPts val="0"/>
              </a:spcAft>
              <a:buSzPts val="8000"/>
              <a:buNone/>
              <a:defRPr sz="8000"/>
            </a:lvl3pPr>
            <a:lvl4pPr lvl="3" algn="ctr">
              <a:spcBef>
                <a:spcPts val="0"/>
              </a:spcBef>
              <a:spcAft>
                <a:spcPts val="0"/>
              </a:spcAft>
              <a:buSzPts val="8000"/>
              <a:buNone/>
              <a:defRPr sz="8000"/>
            </a:lvl4pPr>
            <a:lvl5pPr lvl="4" algn="ctr">
              <a:spcBef>
                <a:spcPts val="0"/>
              </a:spcBef>
              <a:spcAft>
                <a:spcPts val="0"/>
              </a:spcAft>
              <a:buSzPts val="8000"/>
              <a:buNone/>
              <a:defRPr sz="8000"/>
            </a:lvl5pPr>
            <a:lvl6pPr lvl="5" algn="ctr">
              <a:spcBef>
                <a:spcPts val="0"/>
              </a:spcBef>
              <a:spcAft>
                <a:spcPts val="0"/>
              </a:spcAft>
              <a:buSzPts val="8000"/>
              <a:buNone/>
              <a:defRPr sz="8000"/>
            </a:lvl6pPr>
            <a:lvl7pPr lvl="6" algn="ctr">
              <a:spcBef>
                <a:spcPts val="0"/>
              </a:spcBef>
              <a:spcAft>
                <a:spcPts val="0"/>
              </a:spcAft>
              <a:buSzPts val="8000"/>
              <a:buNone/>
              <a:defRPr sz="8000"/>
            </a:lvl7pPr>
            <a:lvl8pPr lvl="7" algn="ctr">
              <a:spcBef>
                <a:spcPts val="0"/>
              </a:spcBef>
              <a:spcAft>
                <a:spcPts val="0"/>
              </a:spcAft>
              <a:buSzPts val="8000"/>
              <a:buNone/>
              <a:defRPr sz="8000"/>
            </a:lvl8pPr>
            <a:lvl9pPr lvl="8" algn="ctr">
              <a:spcBef>
                <a:spcPts val="0"/>
              </a:spcBef>
              <a:spcAft>
                <a:spcPts val="0"/>
              </a:spcAft>
              <a:buSzPts val="8000"/>
              <a:buNone/>
              <a:defRPr sz="8000"/>
            </a:lvl9pPr>
          </a:lstStyle>
          <a:p>
            <a:r>
              <a:t>xx%</a:t>
            </a:r>
          </a:p>
        </p:txBody>
      </p:sp>
      <p:grpSp>
        <p:nvGrpSpPr>
          <p:cNvPr id="5811" name="Google Shape;5811;p235"/>
          <p:cNvGrpSpPr/>
          <p:nvPr/>
        </p:nvGrpSpPr>
        <p:grpSpPr>
          <a:xfrm>
            <a:off x="-354378" y="3834438"/>
            <a:ext cx="3893180" cy="1785854"/>
            <a:chOff x="-354378" y="3834438"/>
            <a:chExt cx="3893180" cy="1785854"/>
          </a:xfrm>
        </p:grpSpPr>
        <p:sp>
          <p:nvSpPr>
            <p:cNvPr id="5812" name="Google Shape;5812;p235"/>
            <p:cNvSpPr/>
            <p:nvPr/>
          </p:nvSpPr>
          <p:spPr>
            <a:xfrm>
              <a:off x="1835075" y="4676425"/>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3" name="Google Shape;5813;p235"/>
            <p:cNvSpPr/>
            <p:nvPr/>
          </p:nvSpPr>
          <p:spPr>
            <a:xfrm>
              <a:off x="2382226" y="394162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5814" name="Google Shape;5814;p235"/>
            <p:cNvGrpSpPr/>
            <p:nvPr/>
          </p:nvGrpSpPr>
          <p:grpSpPr>
            <a:xfrm>
              <a:off x="3433345" y="4523988"/>
              <a:ext cx="105457" cy="105457"/>
              <a:chOff x="7812545" y="194375"/>
              <a:chExt cx="105457" cy="105457"/>
            </a:xfrm>
          </p:grpSpPr>
          <p:sp>
            <p:nvSpPr>
              <p:cNvPr id="5815" name="Google Shape;5815;p235"/>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6" name="Google Shape;5816;p235"/>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7" name="Google Shape;5817;p235"/>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8" name="Google Shape;5818;p235"/>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19" name="Google Shape;5819;p235"/>
            <p:cNvGrpSpPr/>
            <p:nvPr/>
          </p:nvGrpSpPr>
          <p:grpSpPr>
            <a:xfrm>
              <a:off x="385570" y="3834438"/>
              <a:ext cx="105457" cy="105457"/>
              <a:chOff x="7812545" y="194375"/>
              <a:chExt cx="105457" cy="105457"/>
            </a:xfrm>
          </p:grpSpPr>
          <p:sp>
            <p:nvSpPr>
              <p:cNvPr id="5820" name="Google Shape;5820;p235"/>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1" name="Google Shape;5821;p235"/>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2" name="Google Shape;5822;p235"/>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3" name="Google Shape;5823;p235"/>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824" name="Google Shape;5824;p235"/>
            <p:cNvSpPr/>
            <p:nvPr/>
          </p:nvSpPr>
          <p:spPr>
            <a:xfrm rot="5400000">
              <a:off x="-437566" y="4303179"/>
              <a:ext cx="1400300" cy="1233925"/>
            </a:xfrm>
            <a:custGeom>
              <a:rect b="b" l="l" r="r" t="t"/>
              <a:pathLst>
                <a:path extrusionOk="0" h="49357" w="56012">
                  <a:moveTo>
                    <a:pt x="29954" y="0"/>
                  </a:moveTo>
                  <a:cubicBezTo>
                    <a:pt x="26409" y="0"/>
                    <a:pt x="22321" y="902"/>
                    <a:pt x="17654" y="3034"/>
                  </a:cubicBezTo>
                  <a:cubicBezTo>
                    <a:pt x="17654" y="3034"/>
                    <a:pt x="8827" y="7530"/>
                    <a:pt x="4406" y="14477"/>
                  </a:cubicBezTo>
                  <a:cubicBezTo>
                    <a:pt x="1" y="21424"/>
                    <a:pt x="347" y="30340"/>
                    <a:pt x="5715" y="36971"/>
                  </a:cubicBezTo>
                  <a:cubicBezTo>
                    <a:pt x="11068" y="43588"/>
                    <a:pt x="21308" y="42730"/>
                    <a:pt x="29878" y="46926"/>
                  </a:cubicBezTo>
                  <a:cubicBezTo>
                    <a:pt x="33082" y="48494"/>
                    <a:pt x="36410" y="49356"/>
                    <a:pt x="39533" y="49356"/>
                  </a:cubicBezTo>
                  <a:cubicBezTo>
                    <a:pt x="44766" y="49356"/>
                    <a:pt x="49425" y="46936"/>
                    <a:pt x="51967" y="41362"/>
                  </a:cubicBezTo>
                  <a:cubicBezTo>
                    <a:pt x="56012" y="32476"/>
                    <a:pt x="49907" y="29137"/>
                    <a:pt x="48854" y="18852"/>
                  </a:cubicBezTo>
                  <a:cubicBezTo>
                    <a:pt x="48037" y="10867"/>
                    <a:pt x="42263" y="0"/>
                    <a:pt x="29954"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
    <p:spTree>
      <p:nvGrpSpPr>
        <p:cNvPr id="5825" name="Shape 5825"/>
        <p:cNvGrpSpPr/>
        <p:nvPr/>
      </p:nvGrpSpPr>
      <p:grpSpPr>
        <a:xfrm>
          <a:off x="0" y="0"/>
          <a:ext cx="0" cy="0"/>
          <a:chOff x="0" y="0"/>
          <a:chExt cx="0" cy="0"/>
        </a:xfrm>
      </p:grpSpPr>
      <p:sp>
        <p:nvSpPr>
          <p:cNvPr id="5826" name="Google Shape;5826;p2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5827" name="Google Shape;5827;p236"/>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828" name="Google Shape;5828;p236"/>
          <p:cNvSpPr txBox="1"/>
          <p:nvPr>
            <p:ph idx="2" type="title"/>
          </p:nvPr>
        </p:nvSpPr>
        <p:spPr>
          <a:xfrm>
            <a:off x="1850175" y="2086662"/>
            <a:ext cx="2629200" cy="3936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sz="2000">
                <a:solidFill>
                  <a:schemeClr val="accent2"/>
                </a:solidFill>
              </a:defRPr>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sp>
        <p:nvSpPr>
          <p:cNvPr id="5829" name="Google Shape;5829;p236"/>
          <p:cNvSpPr txBox="1"/>
          <p:nvPr>
            <p:ph idx="1" type="subTitle"/>
          </p:nvPr>
        </p:nvSpPr>
        <p:spPr>
          <a:xfrm>
            <a:off x="1853175" y="2480262"/>
            <a:ext cx="2629200" cy="4680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830" name="Google Shape;5830;p236"/>
          <p:cNvSpPr txBox="1"/>
          <p:nvPr>
            <p:ph hasCustomPrompt="1" idx="3" type="title"/>
          </p:nvPr>
        </p:nvSpPr>
        <p:spPr>
          <a:xfrm>
            <a:off x="1776168" y="1586400"/>
            <a:ext cx="792600" cy="528300"/>
          </a:xfrm>
          <a:prstGeom prst="rect">
            <a:avLst/>
          </a:prstGeom>
        </p:spPr>
        <p:txBody>
          <a:bodyPr anchorCtr="0" anchor="ctr" bIns="91425" lIns="91425" spcFirstLastPara="1" rIns="91425" wrap="square" tIns="91425">
            <a:noAutofit/>
          </a:bodyPr>
          <a:lstStyle>
            <a:lvl1pPr lvl="0" algn="r">
              <a:spcBef>
                <a:spcPts val="0"/>
              </a:spcBef>
              <a:spcAft>
                <a:spcPts val="0"/>
              </a:spcAft>
              <a:buSzPts val="3000"/>
              <a:buNone/>
              <a:defRPr sz="3000"/>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grpSp>
        <p:nvGrpSpPr>
          <p:cNvPr id="5831" name="Google Shape;5831;p236"/>
          <p:cNvGrpSpPr/>
          <p:nvPr/>
        </p:nvGrpSpPr>
        <p:grpSpPr>
          <a:xfrm>
            <a:off x="-1260750" y="4247400"/>
            <a:ext cx="2224933" cy="1789104"/>
            <a:chOff x="-1260750" y="4247400"/>
            <a:chExt cx="2224933" cy="1789104"/>
          </a:xfrm>
        </p:grpSpPr>
        <p:sp>
          <p:nvSpPr>
            <p:cNvPr id="5832" name="Google Shape;5832;p236"/>
            <p:cNvSpPr/>
            <p:nvPr/>
          </p:nvSpPr>
          <p:spPr>
            <a:xfrm flipH="1">
              <a:off x="-1260750" y="4247400"/>
              <a:ext cx="2224933" cy="1789104"/>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3" name="Google Shape;5833;p236"/>
            <p:cNvSpPr/>
            <p:nvPr/>
          </p:nvSpPr>
          <p:spPr>
            <a:xfrm>
              <a:off x="-708950" y="4596438"/>
              <a:ext cx="1232275" cy="1091025"/>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834" name="Google Shape;5834;p236"/>
          <p:cNvSpPr/>
          <p:nvPr/>
        </p:nvSpPr>
        <p:spPr>
          <a:xfrm>
            <a:off x="-708950" y="-242512"/>
            <a:ext cx="1232275" cy="1091025"/>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5" name="Google Shape;5835;p236"/>
          <p:cNvSpPr txBox="1"/>
          <p:nvPr>
            <p:ph idx="4" type="title"/>
          </p:nvPr>
        </p:nvSpPr>
        <p:spPr>
          <a:xfrm>
            <a:off x="5162350" y="2086662"/>
            <a:ext cx="2629200" cy="3936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sz="2000">
                <a:solidFill>
                  <a:schemeClr val="accent2"/>
                </a:solidFill>
              </a:defRPr>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sp>
        <p:nvSpPr>
          <p:cNvPr id="5836" name="Google Shape;5836;p236"/>
          <p:cNvSpPr txBox="1"/>
          <p:nvPr>
            <p:ph idx="5" type="subTitle"/>
          </p:nvPr>
        </p:nvSpPr>
        <p:spPr>
          <a:xfrm>
            <a:off x="5165350" y="2480262"/>
            <a:ext cx="2629200" cy="4680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837" name="Google Shape;5837;p236"/>
          <p:cNvSpPr txBox="1"/>
          <p:nvPr>
            <p:ph hasCustomPrompt="1" idx="6" type="title"/>
          </p:nvPr>
        </p:nvSpPr>
        <p:spPr>
          <a:xfrm>
            <a:off x="5088343" y="1586400"/>
            <a:ext cx="792600" cy="528300"/>
          </a:xfrm>
          <a:prstGeom prst="rect">
            <a:avLst/>
          </a:prstGeom>
        </p:spPr>
        <p:txBody>
          <a:bodyPr anchorCtr="0" anchor="ctr" bIns="91425" lIns="91425" spcFirstLastPara="1" rIns="91425" wrap="square" tIns="91425">
            <a:noAutofit/>
          </a:bodyPr>
          <a:lstStyle>
            <a:lvl1pPr lvl="0" algn="r">
              <a:spcBef>
                <a:spcPts val="0"/>
              </a:spcBef>
              <a:spcAft>
                <a:spcPts val="0"/>
              </a:spcAft>
              <a:buSzPts val="3000"/>
              <a:buNone/>
              <a:defRPr sz="3000"/>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sp>
        <p:nvSpPr>
          <p:cNvPr id="5838" name="Google Shape;5838;p236"/>
          <p:cNvSpPr txBox="1"/>
          <p:nvPr>
            <p:ph idx="7" type="title"/>
          </p:nvPr>
        </p:nvSpPr>
        <p:spPr>
          <a:xfrm>
            <a:off x="1850175" y="3728737"/>
            <a:ext cx="2629200" cy="3936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sz="2000">
                <a:solidFill>
                  <a:schemeClr val="accent2"/>
                </a:solidFill>
              </a:defRPr>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sp>
        <p:nvSpPr>
          <p:cNvPr id="5839" name="Google Shape;5839;p236"/>
          <p:cNvSpPr txBox="1"/>
          <p:nvPr>
            <p:ph idx="8" type="subTitle"/>
          </p:nvPr>
        </p:nvSpPr>
        <p:spPr>
          <a:xfrm>
            <a:off x="1853175" y="4122337"/>
            <a:ext cx="2629200" cy="4680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840" name="Google Shape;5840;p236"/>
          <p:cNvSpPr txBox="1"/>
          <p:nvPr>
            <p:ph hasCustomPrompt="1" idx="9" type="title"/>
          </p:nvPr>
        </p:nvSpPr>
        <p:spPr>
          <a:xfrm>
            <a:off x="1776168" y="3228475"/>
            <a:ext cx="792600" cy="528300"/>
          </a:xfrm>
          <a:prstGeom prst="rect">
            <a:avLst/>
          </a:prstGeom>
        </p:spPr>
        <p:txBody>
          <a:bodyPr anchorCtr="0" anchor="ctr" bIns="91425" lIns="91425" spcFirstLastPara="1" rIns="91425" wrap="square" tIns="91425">
            <a:noAutofit/>
          </a:bodyPr>
          <a:lstStyle>
            <a:lvl1pPr lvl="0" algn="r">
              <a:spcBef>
                <a:spcPts val="0"/>
              </a:spcBef>
              <a:spcAft>
                <a:spcPts val="0"/>
              </a:spcAft>
              <a:buSzPts val="3000"/>
              <a:buNone/>
              <a:defRPr sz="3000"/>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sp>
        <p:nvSpPr>
          <p:cNvPr id="5841" name="Google Shape;5841;p236"/>
          <p:cNvSpPr txBox="1"/>
          <p:nvPr>
            <p:ph idx="13" type="title"/>
          </p:nvPr>
        </p:nvSpPr>
        <p:spPr>
          <a:xfrm>
            <a:off x="5162350" y="3728737"/>
            <a:ext cx="2629200" cy="3936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sz="2000">
                <a:solidFill>
                  <a:schemeClr val="accent2"/>
                </a:solidFill>
              </a:defRPr>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sp>
        <p:nvSpPr>
          <p:cNvPr id="5842" name="Google Shape;5842;p236"/>
          <p:cNvSpPr txBox="1"/>
          <p:nvPr>
            <p:ph idx="14" type="subTitle"/>
          </p:nvPr>
        </p:nvSpPr>
        <p:spPr>
          <a:xfrm>
            <a:off x="5165350" y="4122337"/>
            <a:ext cx="2629200" cy="4680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843" name="Google Shape;5843;p236"/>
          <p:cNvSpPr txBox="1"/>
          <p:nvPr>
            <p:ph hasCustomPrompt="1" idx="15" type="title"/>
          </p:nvPr>
        </p:nvSpPr>
        <p:spPr>
          <a:xfrm>
            <a:off x="5088343" y="3228475"/>
            <a:ext cx="792600" cy="528300"/>
          </a:xfrm>
          <a:prstGeom prst="rect">
            <a:avLst/>
          </a:prstGeom>
        </p:spPr>
        <p:txBody>
          <a:bodyPr anchorCtr="0" anchor="ctr" bIns="91425" lIns="91425" spcFirstLastPara="1" rIns="91425" wrap="square" tIns="91425">
            <a:noAutofit/>
          </a:bodyPr>
          <a:lstStyle>
            <a:lvl1pPr lvl="0" algn="r">
              <a:spcBef>
                <a:spcPts val="0"/>
              </a:spcBef>
              <a:spcAft>
                <a:spcPts val="0"/>
              </a:spcAft>
              <a:buSzPts val="3000"/>
              <a:buNone/>
              <a:defRPr sz="3000"/>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grpSp>
        <p:nvGrpSpPr>
          <p:cNvPr id="5844" name="Google Shape;5844;p236"/>
          <p:cNvGrpSpPr/>
          <p:nvPr/>
        </p:nvGrpSpPr>
        <p:grpSpPr>
          <a:xfrm>
            <a:off x="7034570" y="168075"/>
            <a:ext cx="1757682" cy="951244"/>
            <a:chOff x="7034570" y="168075"/>
            <a:chExt cx="1757682" cy="951244"/>
          </a:xfrm>
        </p:grpSpPr>
        <p:sp>
          <p:nvSpPr>
            <p:cNvPr id="5845" name="Google Shape;5845;p236"/>
            <p:cNvSpPr/>
            <p:nvPr/>
          </p:nvSpPr>
          <p:spPr>
            <a:xfrm flipH="1">
              <a:off x="7187129" y="453924"/>
              <a:ext cx="1232274" cy="394612"/>
            </a:xfrm>
            <a:custGeom>
              <a:rect b="b" l="l" r="r" t="t"/>
              <a:pathLst>
                <a:path extrusionOk="0" fill="none" h="4647" w="14511">
                  <a:moveTo>
                    <a:pt x="13894" y="3805"/>
                  </a:moveTo>
                  <a:cubicBezTo>
                    <a:pt x="13263" y="3459"/>
                    <a:pt x="12977" y="3744"/>
                    <a:pt x="12766" y="3459"/>
                  </a:cubicBezTo>
                  <a:cubicBezTo>
                    <a:pt x="12541" y="3173"/>
                    <a:pt x="13383" y="2436"/>
                    <a:pt x="11684" y="1699"/>
                  </a:cubicBezTo>
                  <a:cubicBezTo>
                    <a:pt x="11684" y="1699"/>
                    <a:pt x="11578" y="121"/>
                    <a:pt x="9248" y="60"/>
                  </a:cubicBezTo>
                  <a:cubicBezTo>
                    <a:pt x="6917" y="0"/>
                    <a:pt x="7549" y="1654"/>
                    <a:pt x="6917" y="2045"/>
                  </a:cubicBezTo>
                  <a:cubicBezTo>
                    <a:pt x="6286" y="2436"/>
                    <a:pt x="6120" y="1820"/>
                    <a:pt x="5504" y="2211"/>
                  </a:cubicBezTo>
                  <a:cubicBezTo>
                    <a:pt x="4872" y="2617"/>
                    <a:pt x="5158" y="3399"/>
                    <a:pt x="4647" y="3519"/>
                  </a:cubicBezTo>
                  <a:cubicBezTo>
                    <a:pt x="4135" y="3624"/>
                    <a:pt x="3459" y="3008"/>
                    <a:pt x="2842" y="3399"/>
                  </a:cubicBezTo>
                  <a:cubicBezTo>
                    <a:pt x="2211" y="3805"/>
                    <a:pt x="2211" y="4135"/>
                    <a:pt x="1925" y="4135"/>
                  </a:cubicBezTo>
                  <a:cubicBezTo>
                    <a:pt x="1654" y="4135"/>
                    <a:pt x="1083" y="3910"/>
                    <a:pt x="737" y="4135"/>
                  </a:cubicBezTo>
                  <a:cubicBezTo>
                    <a:pt x="406" y="4376"/>
                    <a:pt x="0" y="4647"/>
                    <a:pt x="0" y="4647"/>
                  </a:cubicBezTo>
                  <a:lnTo>
                    <a:pt x="14345" y="4647"/>
                  </a:lnTo>
                  <a:cubicBezTo>
                    <a:pt x="14345" y="4647"/>
                    <a:pt x="14511" y="4135"/>
                    <a:pt x="13894" y="3805"/>
                  </a:cubicBezTo>
                  <a:close/>
                </a:path>
              </a:pathLst>
            </a:custGeom>
            <a:solidFill>
              <a:schemeClr val="lt1"/>
            </a:solid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6" name="Google Shape;5846;p236"/>
            <p:cNvSpPr/>
            <p:nvPr/>
          </p:nvSpPr>
          <p:spPr>
            <a:xfrm>
              <a:off x="8655275" y="168075"/>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847" name="Google Shape;5847;p236"/>
            <p:cNvGrpSpPr/>
            <p:nvPr/>
          </p:nvGrpSpPr>
          <p:grpSpPr>
            <a:xfrm>
              <a:off x="8686795" y="1013863"/>
              <a:ext cx="105457" cy="105457"/>
              <a:chOff x="7812545" y="194375"/>
              <a:chExt cx="105457" cy="105457"/>
            </a:xfrm>
          </p:grpSpPr>
          <p:sp>
            <p:nvSpPr>
              <p:cNvPr id="5848" name="Google Shape;5848;p236"/>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9" name="Google Shape;5849;p236"/>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0" name="Google Shape;5850;p236"/>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1" name="Google Shape;5851;p236"/>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52" name="Google Shape;5852;p236"/>
            <p:cNvGrpSpPr/>
            <p:nvPr/>
          </p:nvGrpSpPr>
          <p:grpSpPr>
            <a:xfrm>
              <a:off x="7034570" y="192113"/>
              <a:ext cx="105457" cy="105457"/>
              <a:chOff x="7812545" y="194375"/>
              <a:chExt cx="105457" cy="105457"/>
            </a:xfrm>
          </p:grpSpPr>
          <p:sp>
            <p:nvSpPr>
              <p:cNvPr id="5853" name="Google Shape;5853;p236"/>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4" name="Google Shape;5854;p236"/>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5" name="Google Shape;5855;p236"/>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6" name="Google Shape;5856;p236"/>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857" name="Google Shape;5857;p236"/>
          <p:cNvGrpSpPr/>
          <p:nvPr/>
        </p:nvGrpSpPr>
        <p:grpSpPr>
          <a:xfrm>
            <a:off x="8587992" y="4703163"/>
            <a:ext cx="172728" cy="172727"/>
            <a:chOff x="7812545" y="194375"/>
            <a:chExt cx="105457" cy="105457"/>
          </a:xfrm>
        </p:grpSpPr>
        <p:sp>
          <p:nvSpPr>
            <p:cNvPr id="5858" name="Google Shape;5858;p236"/>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9" name="Google Shape;5859;p236"/>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0" name="Google Shape;5860;p236"/>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1" name="Google Shape;5861;p236"/>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2">
    <p:spTree>
      <p:nvGrpSpPr>
        <p:cNvPr id="5862" name="Shape 5862"/>
        <p:cNvGrpSpPr/>
        <p:nvPr/>
      </p:nvGrpSpPr>
      <p:grpSpPr>
        <a:xfrm>
          <a:off x="0" y="0"/>
          <a:ext cx="0" cy="0"/>
          <a:chOff x="0" y="0"/>
          <a:chExt cx="0" cy="0"/>
        </a:xfrm>
      </p:grpSpPr>
      <p:sp>
        <p:nvSpPr>
          <p:cNvPr id="5863" name="Google Shape;5863;p23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5864" name="Google Shape;5864;p237"/>
          <p:cNvSpPr txBox="1"/>
          <p:nvPr>
            <p:ph type="title"/>
          </p:nvPr>
        </p:nvSpPr>
        <p:spPr>
          <a:xfrm>
            <a:off x="685800" y="3668238"/>
            <a:ext cx="3936300" cy="3936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sz="2000"/>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sp>
        <p:nvSpPr>
          <p:cNvPr id="5865" name="Google Shape;5865;p237"/>
          <p:cNvSpPr txBox="1"/>
          <p:nvPr>
            <p:ph idx="1" type="subTitle"/>
          </p:nvPr>
        </p:nvSpPr>
        <p:spPr>
          <a:xfrm>
            <a:off x="685800" y="1386463"/>
            <a:ext cx="6442500" cy="21948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800"/>
              <a:buFont typeface="Barlow"/>
              <a:buNone/>
              <a:defRPr b="1" sz="3400">
                <a:solidFill>
                  <a:schemeClr val="accent2"/>
                </a:solidFill>
              </a:defRPr>
            </a:lvl1pPr>
            <a:lvl2pPr lvl="1" algn="ctr">
              <a:lnSpc>
                <a:spcPct val="100000"/>
              </a:lnSpc>
              <a:spcBef>
                <a:spcPts val="0"/>
              </a:spcBef>
              <a:spcAft>
                <a:spcPts val="0"/>
              </a:spcAft>
              <a:buSzPts val="2800"/>
              <a:buFont typeface="Barlow"/>
              <a:buNone/>
              <a:defRPr b="1" sz="2800">
                <a:latin typeface="Barlow"/>
                <a:ea typeface="Barlow"/>
                <a:cs typeface="Barlow"/>
                <a:sym typeface="Barlow"/>
              </a:defRPr>
            </a:lvl2pPr>
            <a:lvl3pPr lvl="2" algn="ctr">
              <a:lnSpc>
                <a:spcPct val="100000"/>
              </a:lnSpc>
              <a:spcBef>
                <a:spcPts val="0"/>
              </a:spcBef>
              <a:spcAft>
                <a:spcPts val="0"/>
              </a:spcAft>
              <a:buSzPts val="2800"/>
              <a:buFont typeface="Barlow"/>
              <a:buNone/>
              <a:defRPr b="1" sz="2800">
                <a:latin typeface="Barlow"/>
                <a:ea typeface="Barlow"/>
                <a:cs typeface="Barlow"/>
                <a:sym typeface="Barlow"/>
              </a:defRPr>
            </a:lvl3pPr>
            <a:lvl4pPr lvl="3" algn="ctr">
              <a:lnSpc>
                <a:spcPct val="100000"/>
              </a:lnSpc>
              <a:spcBef>
                <a:spcPts val="0"/>
              </a:spcBef>
              <a:spcAft>
                <a:spcPts val="0"/>
              </a:spcAft>
              <a:buSzPts val="2800"/>
              <a:buFont typeface="Barlow"/>
              <a:buNone/>
              <a:defRPr b="1" sz="2800">
                <a:latin typeface="Barlow"/>
                <a:ea typeface="Barlow"/>
                <a:cs typeface="Barlow"/>
                <a:sym typeface="Barlow"/>
              </a:defRPr>
            </a:lvl4pPr>
            <a:lvl5pPr lvl="4" algn="ctr">
              <a:lnSpc>
                <a:spcPct val="100000"/>
              </a:lnSpc>
              <a:spcBef>
                <a:spcPts val="0"/>
              </a:spcBef>
              <a:spcAft>
                <a:spcPts val="0"/>
              </a:spcAft>
              <a:buSzPts val="2800"/>
              <a:buFont typeface="Barlow"/>
              <a:buNone/>
              <a:defRPr b="1" sz="2800">
                <a:latin typeface="Barlow"/>
                <a:ea typeface="Barlow"/>
                <a:cs typeface="Barlow"/>
                <a:sym typeface="Barlow"/>
              </a:defRPr>
            </a:lvl5pPr>
            <a:lvl6pPr lvl="5" algn="ctr">
              <a:lnSpc>
                <a:spcPct val="100000"/>
              </a:lnSpc>
              <a:spcBef>
                <a:spcPts val="0"/>
              </a:spcBef>
              <a:spcAft>
                <a:spcPts val="0"/>
              </a:spcAft>
              <a:buSzPts val="2800"/>
              <a:buFont typeface="Barlow"/>
              <a:buNone/>
              <a:defRPr b="1" sz="2800">
                <a:latin typeface="Barlow"/>
                <a:ea typeface="Barlow"/>
                <a:cs typeface="Barlow"/>
                <a:sym typeface="Barlow"/>
              </a:defRPr>
            </a:lvl6pPr>
            <a:lvl7pPr lvl="6" algn="ctr">
              <a:lnSpc>
                <a:spcPct val="100000"/>
              </a:lnSpc>
              <a:spcBef>
                <a:spcPts val="0"/>
              </a:spcBef>
              <a:spcAft>
                <a:spcPts val="0"/>
              </a:spcAft>
              <a:buSzPts val="2800"/>
              <a:buFont typeface="Barlow"/>
              <a:buNone/>
              <a:defRPr b="1" sz="2800">
                <a:latin typeface="Barlow"/>
                <a:ea typeface="Barlow"/>
                <a:cs typeface="Barlow"/>
                <a:sym typeface="Barlow"/>
              </a:defRPr>
            </a:lvl7pPr>
            <a:lvl8pPr lvl="7" algn="ctr">
              <a:lnSpc>
                <a:spcPct val="100000"/>
              </a:lnSpc>
              <a:spcBef>
                <a:spcPts val="0"/>
              </a:spcBef>
              <a:spcAft>
                <a:spcPts val="0"/>
              </a:spcAft>
              <a:buSzPts val="2800"/>
              <a:buFont typeface="Barlow"/>
              <a:buNone/>
              <a:defRPr b="1" sz="2800">
                <a:latin typeface="Barlow"/>
                <a:ea typeface="Barlow"/>
                <a:cs typeface="Barlow"/>
                <a:sym typeface="Barlow"/>
              </a:defRPr>
            </a:lvl8pPr>
            <a:lvl9pPr lvl="8" algn="ctr">
              <a:lnSpc>
                <a:spcPct val="100000"/>
              </a:lnSpc>
              <a:spcBef>
                <a:spcPts val="0"/>
              </a:spcBef>
              <a:spcAft>
                <a:spcPts val="0"/>
              </a:spcAft>
              <a:buSzPts val="2800"/>
              <a:buFont typeface="Barlow"/>
              <a:buNone/>
              <a:defRPr b="1" sz="2800">
                <a:latin typeface="Barlow"/>
                <a:ea typeface="Barlow"/>
                <a:cs typeface="Barlow"/>
                <a:sym typeface="Barlow"/>
              </a:defRPr>
            </a:lvl9pPr>
          </a:lstStyle>
          <a:p/>
        </p:txBody>
      </p:sp>
      <p:grpSp>
        <p:nvGrpSpPr>
          <p:cNvPr id="5866" name="Google Shape;5866;p237"/>
          <p:cNvGrpSpPr/>
          <p:nvPr/>
        </p:nvGrpSpPr>
        <p:grpSpPr>
          <a:xfrm>
            <a:off x="-270492" y="4323675"/>
            <a:ext cx="2205369" cy="1645127"/>
            <a:chOff x="-270492" y="4323675"/>
            <a:chExt cx="2205369" cy="1645127"/>
          </a:xfrm>
        </p:grpSpPr>
        <p:sp>
          <p:nvSpPr>
            <p:cNvPr id="5867" name="Google Shape;5867;p237"/>
            <p:cNvSpPr/>
            <p:nvPr/>
          </p:nvSpPr>
          <p:spPr>
            <a:xfrm flipH="1">
              <a:off x="-270492" y="4323675"/>
              <a:ext cx="1406967" cy="1131364"/>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8" name="Google Shape;5868;p237"/>
            <p:cNvSpPr/>
            <p:nvPr/>
          </p:nvSpPr>
          <p:spPr>
            <a:xfrm rot="5828238">
              <a:off x="294226" y="4262605"/>
              <a:ext cx="1085117" cy="2077472"/>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69" name="Google Shape;5869;p237"/>
          <p:cNvGrpSpPr/>
          <p:nvPr/>
        </p:nvGrpSpPr>
        <p:grpSpPr>
          <a:xfrm>
            <a:off x="380257" y="228264"/>
            <a:ext cx="797231" cy="676888"/>
            <a:chOff x="380257" y="228264"/>
            <a:chExt cx="797231" cy="676888"/>
          </a:xfrm>
        </p:grpSpPr>
        <p:sp>
          <p:nvSpPr>
            <p:cNvPr id="5870" name="Google Shape;5870;p237"/>
            <p:cNvSpPr/>
            <p:nvPr/>
          </p:nvSpPr>
          <p:spPr>
            <a:xfrm>
              <a:off x="380263" y="799762"/>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871" name="Google Shape;5871;p237"/>
            <p:cNvGrpSpPr/>
            <p:nvPr/>
          </p:nvGrpSpPr>
          <p:grpSpPr>
            <a:xfrm>
              <a:off x="380257" y="294338"/>
              <a:ext cx="105457" cy="105457"/>
              <a:chOff x="7812545" y="194375"/>
              <a:chExt cx="105457" cy="105457"/>
            </a:xfrm>
          </p:grpSpPr>
          <p:sp>
            <p:nvSpPr>
              <p:cNvPr id="5872" name="Google Shape;5872;p237"/>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3" name="Google Shape;5873;p237"/>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4" name="Google Shape;5874;p237"/>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5" name="Google Shape;5875;p237"/>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876" name="Google Shape;5876;p237"/>
            <p:cNvSpPr/>
            <p:nvPr/>
          </p:nvSpPr>
          <p:spPr>
            <a:xfrm>
              <a:off x="1005861" y="228264"/>
              <a:ext cx="171626" cy="171542"/>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BLANK_7">
    <p:spTree>
      <p:nvGrpSpPr>
        <p:cNvPr id="5877" name="Shape 5877"/>
        <p:cNvGrpSpPr/>
        <p:nvPr/>
      </p:nvGrpSpPr>
      <p:grpSpPr>
        <a:xfrm>
          <a:off x="0" y="0"/>
          <a:ext cx="0" cy="0"/>
          <a:chOff x="0" y="0"/>
          <a:chExt cx="0" cy="0"/>
        </a:xfrm>
      </p:grpSpPr>
      <p:sp>
        <p:nvSpPr>
          <p:cNvPr id="5878" name="Google Shape;5878;p23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5879" name="Google Shape;5879;p238"/>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880" name="Google Shape;5880;p238"/>
          <p:cNvSpPr txBox="1"/>
          <p:nvPr>
            <p:ph idx="1" type="subTitle"/>
          </p:nvPr>
        </p:nvSpPr>
        <p:spPr>
          <a:xfrm>
            <a:off x="5284651" y="3218278"/>
            <a:ext cx="2538600" cy="38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800"/>
              <a:buNone/>
              <a:defRPr b="1" sz="2000">
                <a:solidFill>
                  <a:schemeClr val="accent2"/>
                </a:solidFill>
                <a:latin typeface="Barlow"/>
                <a:ea typeface="Barlow"/>
                <a:cs typeface="Barlow"/>
                <a:sym typeface="Barlow"/>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5881" name="Google Shape;5881;p238"/>
          <p:cNvSpPr txBox="1"/>
          <p:nvPr>
            <p:ph idx="2" type="subTitle"/>
          </p:nvPr>
        </p:nvSpPr>
        <p:spPr>
          <a:xfrm>
            <a:off x="5284651" y="3612350"/>
            <a:ext cx="2538600" cy="497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8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5882" name="Google Shape;5882;p238"/>
          <p:cNvSpPr txBox="1"/>
          <p:nvPr>
            <p:ph idx="3" type="subTitle"/>
          </p:nvPr>
        </p:nvSpPr>
        <p:spPr>
          <a:xfrm>
            <a:off x="5284651" y="1917775"/>
            <a:ext cx="2538600" cy="38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800"/>
              <a:buNone/>
              <a:defRPr b="1" sz="2000">
                <a:solidFill>
                  <a:schemeClr val="accent2"/>
                </a:solidFill>
                <a:latin typeface="Barlow"/>
                <a:ea typeface="Barlow"/>
                <a:cs typeface="Barlow"/>
                <a:sym typeface="Barlow"/>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5883" name="Google Shape;5883;p238"/>
          <p:cNvSpPr txBox="1"/>
          <p:nvPr>
            <p:ph idx="4" type="subTitle"/>
          </p:nvPr>
        </p:nvSpPr>
        <p:spPr>
          <a:xfrm>
            <a:off x="5284651" y="2311850"/>
            <a:ext cx="2538600" cy="497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8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5884" name="Google Shape;5884;p238"/>
          <p:cNvSpPr/>
          <p:nvPr/>
        </p:nvSpPr>
        <p:spPr>
          <a:xfrm rot="-1858022">
            <a:off x="-666282" y="4523640"/>
            <a:ext cx="1257303" cy="1273910"/>
          </a:xfrm>
          <a:custGeom>
            <a:rect b="b" l="l" r="r" t="t"/>
            <a:pathLst>
              <a:path extrusionOk="0" h="49357" w="56012">
                <a:moveTo>
                  <a:pt x="29954" y="0"/>
                </a:moveTo>
                <a:cubicBezTo>
                  <a:pt x="26409" y="0"/>
                  <a:pt x="22321" y="902"/>
                  <a:pt x="17654" y="3034"/>
                </a:cubicBezTo>
                <a:cubicBezTo>
                  <a:pt x="17654" y="3034"/>
                  <a:pt x="8827" y="7530"/>
                  <a:pt x="4406" y="14477"/>
                </a:cubicBezTo>
                <a:cubicBezTo>
                  <a:pt x="1" y="21424"/>
                  <a:pt x="347" y="30340"/>
                  <a:pt x="5715" y="36971"/>
                </a:cubicBezTo>
                <a:cubicBezTo>
                  <a:pt x="11068" y="43588"/>
                  <a:pt x="21308" y="42730"/>
                  <a:pt x="29878" y="46926"/>
                </a:cubicBezTo>
                <a:cubicBezTo>
                  <a:pt x="33082" y="48494"/>
                  <a:pt x="36410" y="49356"/>
                  <a:pt x="39533" y="49356"/>
                </a:cubicBezTo>
                <a:cubicBezTo>
                  <a:pt x="44766" y="49356"/>
                  <a:pt x="49425" y="46936"/>
                  <a:pt x="51967" y="41362"/>
                </a:cubicBezTo>
                <a:cubicBezTo>
                  <a:pt x="56012" y="32476"/>
                  <a:pt x="49907" y="29137"/>
                  <a:pt x="48854" y="18852"/>
                </a:cubicBezTo>
                <a:cubicBezTo>
                  <a:pt x="48037" y="10867"/>
                  <a:pt x="42263" y="0"/>
                  <a:pt x="29954"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885" name="Google Shape;5885;p238"/>
          <p:cNvGrpSpPr/>
          <p:nvPr/>
        </p:nvGrpSpPr>
        <p:grpSpPr>
          <a:xfrm>
            <a:off x="7421634" y="154775"/>
            <a:ext cx="1313073" cy="580503"/>
            <a:chOff x="7421634" y="154775"/>
            <a:chExt cx="1313073" cy="580503"/>
          </a:xfrm>
        </p:grpSpPr>
        <p:sp>
          <p:nvSpPr>
            <p:cNvPr id="5886" name="Google Shape;5886;p238"/>
            <p:cNvSpPr/>
            <p:nvPr/>
          </p:nvSpPr>
          <p:spPr>
            <a:xfrm>
              <a:off x="7421637" y="386405"/>
              <a:ext cx="1089450" cy="348874"/>
            </a:xfrm>
            <a:custGeom>
              <a:rect b="b" l="l" r="r" t="t"/>
              <a:pathLst>
                <a:path extrusionOk="0" fill="none" h="4647" w="14511">
                  <a:moveTo>
                    <a:pt x="13894" y="3805"/>
                  </a:moveTo>
                  <a:cubicBezTo>
                    <a:pt x="13263" y="3459"/>
                    <a:pt x="12977" y="3744"/>
                    <a:pt x="12766" y="3459"/>
                  </a:cubicBezTo>
                  <a:cubicBezTo>
                    <a:pt x="12541" y="3173"/>
                    <a:pt x="13383" y="2436"/>
                    <a:pt x="11684" y="1699"/>
                  </a:cubicBezTo>
                  <a:cubicBezTo>
                    <a:pt x="11684" y="1699"/>
                    <a:pt x="11578" y="121"/>
                    <a:pt x="9248" y="60"/>
                  </a:cubicBezTo>
                  <a:cubicBezTo>
                    <a:pt x="6917" y="0"/>
                    <a:pt x="7549" y="1654"/>
                    <a:pt x="6917" y="2045"/>
                  </a:cubicBezTo>
                  <a:cubicBezTo>
                    <a:pt x="6286" y="2436"/>
                    <a:pt x="6120" y="1820"/>
                    <a:pt x="5504" y="2211"/>
                  </a:cubicBezTo>
                  <a:cubicBezTo>
                    <a:pt x="4872" y="2617"/>
                    <a:pt x="5158" y="3399"/>
                    <a:pt x="4647" y="3519"/>
                  </a:cubicBezTo>
                  <a:cubicBezTo>
                    <a:pt x="4135" y="3624"/>
                    <a:pt x="3459" y="3008"/>
                    <a:pt x="2842" y="3399"/>
                  </a:cubicBezTo>
                  <a:cubicBezTo>
                    <a:pt x="2211" y="3805"/>
                    <a:pt x="2211" y="4135"/>
                    <a:pt x="1925" y="4135"/>
                  </a:cubicBezTo>
                  <a:cubicBezTo>
                    <a:pt x="1654" y="4135"/>
                    <a:pt x="1083" y="3910"/>
                    <a:pt x="737" y="4135"/>
                  </a:cubicBezTo>
                  <a:cubicBezTo>
                    <a:pt x="406" y="4376"/>
                    <a:pt x="0" y="4647"/>
                    <a:pt x="0" y="4647"/>
                  </a:cubicBezTo>
                  <a:lnTo>
                    <a:pt x="14345" y="4647"/>
                  </a:lnTo>
                  <a:cubicBezTo>
                    <a:pt x="14345" y="4647"/>
                    <a:pt x="14511" y="4135"/>
                    <a:pt x="13894" y="3805"/>
                  </a:cubicBezTo>
                  <a:close/>
                </a:path>
              </a:pathLst>
            </a:custGeom>
            <a:solidFill>
              <a:schemeClr val="lt1"/>
            </a:solid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887" name="Google Shape;5887;p238"/>
            <p:cNvGrpSpPr/>
            <p:nvPr/>
          </p:nvGrpSpPr>
          <p:grpSpPr>
            <a:xfrm flipH="1">
              <a:off x="7421634" y="154775"/>
              <a:ext cx="93234" cy="93234"/>
              <a:chOff x="7812545" y="194375"/>
              <a:chExt cx="105457" cy="105457"/>
            </a:xfrm>
          </p:grpSpPr>
          <p:sp>
            <p:nvSpPr>
              <p:cNvPr id="5888" name="Google Shape;5888;p238"/>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9" name="Google Shape;5889;p238"/>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0" name="Google Shape;5890;p238"/>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1" name="Google Shape;5891;p238"/>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892" name="Google Shape;5892;p238"/>
            <p:cNvSpPr/>
            <p:nvPr/>
          </p:nvSpPr>
          <p:spPr>
            <a:xfrm flipH="1">
              <a:off x="8641476" y="154795"/>
              <a:ext cx="93231" cy="93173"/>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93" name="Google Shape;5893;p238"/>
          <p:cNvGrpSpPr/>
          <p:nvPr/>
        </p:nvGrpSpPr>
        <p:grpSpPr>
          <a:xfrm>
            <a:off x="7319770" y="4322625"/>
            <a:ext cx="1421044" cy="650202"/>
            <a:chOff x="7319770" y="4322625"/>
            <a:chExt cx="1421044" cy="650202"/>
          </a:xfrm>
        </p:grpSpPr>
        <p:sp>
          <p:nvSpPr>
            <p:cNvPr id="5894" name="Google Shape;5894;p238"/>
            <p:cNvSpPr/>
            <p:nvPr/>
          </p:nvSpPr>
          <p:spPr>
            <a:xfrm>
              <a:off x="8205375" y="4867437"/>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5" name="Google Shape;5895;p238"/>
            <p:cNvSpPr/>
            <p:nvPr/>
          </p:nvSpPr>
          <p:spPr>
            <a:xfrm>
              <a:off x="7868626" y="432262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5896" name="Google Shape;5896;p238"/>
            <p:cNvGrpSpPr/>
            <p:nvPr/>
          </p:nvGrpSpPr>
          <p:grpSpPr>
            <a:xfrm>
              <a:off x="8635357" y="4441263"/>
              <a:ext cx="105457" cy="105457"/>
              <a:chOff x="7812545" y="194375"/>
              <a:chExt cx="105457" cy="105457"/>
            </a:xfrm>
          </p:grpSpPr>
          <p:sp>
            <p:nvSpPr>
              <p:cNvPr id="5897" name="Google Shape;5897;p238"/>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8" name="Google Shape;5898;p238"/>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9" name="Google Shape;5899;p238"/>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0" name="Google Shape;5900;p238"/>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01" name="Google Shape;5901;p238"/>
            <p:cNvGrpSpPr/>
            <p:nvPr/>
          </p:nvGrpSpPr>
          <p:grpSpPr>
            <a:xfrm>
              <a:off x="7319770" y="4672638"/>
              <a:ext cx="105457" cy="105457"/>
              <a:chOff x="7812545" y="194375"/>
              <a:chExt cx="105457" cy="105457"/>
            </a:xfrm>
          </p:grpSpPr>
          <p:sp>
            <p:nvSpPr>
              <p:cNvPr id="5902" name="Google Shape;5902;p238"/>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3" name="Google Shape;5903;p238"/>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4" name="Google Shape;5904;p238"/>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5" name="Google Shape;5905;p238"/>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906" name="Google Shape;5906;p238"/>
          <p:cNvGrpSpPr/>
          <p:nvPr/>
        </p:nvGrpSpPr>
        <p:grpSpPr>
          <a:xfrm>
            <a:off x="-761575" y="-488764"/>
            <a:ext cx="1578128" cy="1318359"/>
            <a:chOff x="-761575" y="-488764"/>
            <a:chExt cx="1578128" cy="1318359"/>
          </a:xfrm>
        </p:grpSpPr>
        <p:sp>
          <p:nvSpPr>
            <p:cNvPr id="5907" name="Google Shape;5907;p238"/>
            <p:cNvSpPr/>
            <p:nvPr/>
          </p:nvSpPr>
          <p:spPr>
            <a:xfrm>
              <a:off x="-761575" y="-455027"/>
              <a:ext cx="1578128" cy="1284622"/>
            </a:xfrm>
            <a:custGeom>
              <a:rect b="b" l="l" r="r" t="t"/>
              <a:pathLst>
                <a:path extrusionOk="0" h="48924" w="60102">
                  <a:moveTo>
                    <a:pt x="31550" y="1"/>
                  </a:moveTo>
                  <a:cubicBezTo>
                    <a:pt x="28688" y="1"/>
                    <a:pt x="25391" y="541"/>
                    <a:pt x="22089" y="2238"/>
                  </a:cubicBezTo>
                  <a:cubicBezTo>
                    <a:pt x="12977" y="6900"/>
                    <a:pt x="8196" y="17230"/>
                    <a:pt x="4091" y="25485"/>
                  </a:cubicBezTo>
                  <a:cubicBezTo>
                    <a:pt x="1" y="33725"/>
                    <a:pt x="2016" y="42612"/>
                    <a:pt x="8767" y="47123"/>
                  </a:cubicBezTo>
                  <a:cubicBezTo>
                    <a:pt x="10764" y="48461"/>
                    <a:pt x="12590" y="48924"/>
                    <a:pt x="14421" y="48924"/>
                  </a:cubicBezTo>
                  <a:cubicBezTo>
                    <a:pt x="18514" y="48924"/>
                    <a:pt x="22630" y="46611"/>
                    <a:pt x="28730" y="46611"/>
                  </a:cubicBezTo>
                  <a:cubicBezTo>
                    <a:pt x="29125" y="46611"/>
                    <a:pt x="29527" y="46621"/>
                    <a:pt x="29939" y="46641"/>
                  </a:cubicBezTo>
                  <a:cubicBezTo>
                    <a:pt x="34134" y="46851"/>
                    <a:pt x="36984" y="47278"/>
                    <a:pt x="39535" y="47278"/>
                  </a:cubicBezTo>
                  <a:cubicBezTo>
                    <a:pt x="42835" y="47278"/>
                    <a:pt x="45637" y="46563"/>
                    <a:pt x="50208" y="43739"/>
                  </a:cubicBezTo>
                  <a:cubicBezTo>
                    <a:pt x="58328" y="38732"/>
                    <a:pt x="60102" y="25500"/>
                    <a:pt x="54042" y="15140"/>
                  </a:cubicBezTo>
                  <a:cubicBezTo>
                    <a:pt x="47997" y="4779"/>
                    <a:pt x="40254" y="1667"/>
                    <a:pt x="40254" y="1667"/>
                  </a:cubicBezTo>
                  <a:cubicBezTo>
                    <a:pt x="40254" y="1667"/>
                    <a:pt x="36573" y="1"/>
                    <a:pt x="31550"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8" name="Google Shape;5908;p238"/>
            <p:cNvSpPr/>
            <p:nvPr/>
          </p:nvSpPr>
          <p:spPr>
            <a:xfrm rot="899878">
              <a:off x="-523899" y="-362625"/>
              <a:ext cx="1102774" cy="971749"/>
            </a:xfrm>
            <a:custGeom>
              <a:rect b="b" l="l" r="r" t="t"/>
              <a:pathLst>
                <a:path extrusionOk="0" h="49357" w="56012">
                  <a:moveTo>
                    <a:pt x="29954" y="0"/>
                  </a:moveTo>
                  <a:cubicBezTo>
                    <a:pt x="26409" y="0"/>
                    <a:pt x="22321" y="902"/>
                    <a:pt x="17654" y="3034"/>
                  </a:cubicBezTo>
                  <a:cubicBezTo>
                    <a:pt x="17654" y="3034"/>
                    <a:pt x="8827" y="7530"/>
                    <a:pt x="4406" y="14477"/>
                  </a:cubicBezTo>
                  <a:cubicBezTo>
                    <a:pt x="1" y="21424"/>
                    <a:pt x="347" y="30340"/>
                    <a:pt x="5715" y="36971"/>
                  </a:cubicBezTo>
                  <a:cubicBezTo>
                    <a:pt x="11068" y="43588"/>
                    <a:pt x="21308" y="42730"/>
                    <a:pt x="29878" y="46926"/>
                  </a:cubicBezTo>
                  <a:cubicBezTo>
                    <a:pt x="33082" y="48494"/>
                    <a:pt x="36410" y="49356"/>
                    <a:pt x="39533" y="49356"/>
                  </a:cubicBezTo>
                  <a:cubicBezTo>
                    <a:pt x="44766" y="49356"/>
                    <a:pt x="49425" y="46936"/>
                    <a:pt x="51967" y="41362"/>
                  </a:cubicBezTo>
                  <a:cubicBezTo>
                    <a:pt x="56012" y="32476"/>
                    <a:pt x="49907" y="29137"/>
                    <a:pt x="48854" y="18852"/>
                  </a:cubicBezTo>
                  <a:cubicBezTo>
                    <a:pt x="48037" y="10867"/>
                    <a:pt x="42263" y="0"/>
                    <a:pt x="29954"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BLANK_18">
    <p:spTree>
      <p:nvGrpSpPr>
        <p:cNvPr id="5909" name="Shape 5909"/>
        <p:cNvGrpSpPr/>
        <p:nvPr/>
      </p:nvGrpSpPr>
      <p:grpSpPr>
        <a:xfrm>
          <a:off x="0" y="0"/>
          <a:ext cx="0" cy="0"/>
          <a:chOff x="0" y="0"/>
          <a:chExt cx="0" cy="0"/>
        </a:xfrm>
      </p:grpSpPr>
      <p:sp>
        <p:nvSpPr>
          <p:cNvPr id="5910" name="Google Shape;5910;p23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5911" name="Google Shape;5911;p239"/>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912" name="Google Shape;5912;p239"/>
          <p:cNvSpPr txBox="1"/>
          <p:nvPr>
            <p:ph idx="1" type="subTitle"/>
          </p:nvPr>
        </p:nvSpPr>
        <p:spPr>
          <a:xfrm>
            <a:off x="4998625" y="1632940"/>
            <a:ext cx="3459600" cy="38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800"/>
              <a:buNone/>
              <a:defRPr b="1" sz="2000">
                <a:solidFill>
                  <a:schemeClr val="accent2"/>
                </a:solidFill>
                <a:latin typeface="Barlow"/>
                <a:ea typeface="Barlow"/>
                <a:cs typeface="Barlow"/>
                <a:sym typeface="Barlow"/>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5913" name="Google Shape;5913;p239"/>
          <p:cNvSpPr txBox="1"/>
          <p:nvPr>
            <p:ph idx="2" type="subTitle"/>
          </p:nvPr>
        </p:nvSpPr>
        <p:spPr>
          <a:xfrm>
            <a:off x="4998625" y="2118453"/>
            <a:ext cx="3459600" cy="20013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accent1"/>
              </a:buClr>
              <a:buSzPts val="1800"/>
              <a:buChar char="●"/>
              <a:defRPr/>
            </a:lvl1pPr>
            <a:lvl2pPr lvl="1" algn="ctr">
              <a:lnSpc>
                <a:spcPct val="100000"/>
              </a:lnSpc>
              <a:spcBef>
                <a:spcPts val="0"/>
              </a:spcBef>
              <a:spcAft>
                <a:spcPts val="0"/>
              </a:spcAft>
              <a:buSzPts val="1800"/>
              <a:buChar char="○"/>
              <a:defRPr sz="1800"/>
            </a:lvl2pPr>
            <a:lvl3pPr lvl="2" algn="ctr">
              <a:lnSpc>
                <a:spcPct val="100000"/>
              </a:lnSpc>
              <a:spcBef>
                <a:spcPts val="0"/>
              </a:spcBef>
              <a:spcAft>
                <a:spcPts val="0"/>
              </a:spcAft>
              <a:buSzPts val="1800"/>
              <a:buChar char="■"/>
              <a:defRPr sz="1800"/>
            </a:lvl3pPr>
            <a:lvl4pPr lvl="3" algn="ctr">
              <a:lnSpc>
                <a:spcPct val="100000"/>
              </a:lnSpc>
              <a:spcBef>
                <a:spcPts val="0"/>
              </a:spcBef>
              <a:spcAft>
                <a:spcPts val="0"/>
              </a:spcAft>
              <a:buSzPts val="1800"/>
              <a:buChar char="●"/>
              <a:defRPr sz="1800"/>
            </a:lvl4pPr>
            <a:lvl5pPr lvl="4" algn="ctr">
              <a:lnSpc>
                <a:spcPct val="100000"/>
              </a:lnSpc>
              <a:spcBef>
                <a:spcPts val="0"/>
              </a:spcBef>
              <a:spcAft>
                <a:spcPts val="0"/>
              </a:spcAft>
              <a:buSzPts val="1800"/>
              <a:buChar char="○"/>
              <a:defRPr sz="1800"/>
            </a:lvl5pPr>
            <a:lvl6pPr lvl="5" algn="ctr">
              <a:lnSpc>
                <a:spcPct val="100000"/>
              </a:lnSpc>
              <a:spcBef>
                <a:spcPts val="0"/>
              </a:spcBef>
              <a:spcAft>
                <a:spcPts val="0"/>
              </a:spcAft>
              <a:buSzPts val="1800"/>
              <a:buChar char="■"/>
              <a:defRPr sz="1800"/>
            </a:lvl6pPr>
            <a:lvl7pPr lvl="6" algn="ctr">
              <a:lnSpc>
                <a:spcPct val="100000"/>
              </a:lnSpc>
              <a:spcBef>
                <a:spcPts val="0"/>
              </a:spcBef>
              <a:spcAft>
                <a:spcPts val="0"/>
              </a:spcAft>
              <a:buSzPts val="1800"/>
              <a:buChar char="●"/>
              <a:defRPr sz="1800"/>
            </a:lvl7pPr>
            <a:lvl8pPr lvl="7" algn="ctr">
              <a:lnSpc>
                <a:spcPct val="100000"/>
              </a:lnSpc>
              <a:spcBef>
                <a:spcPts val="0"/>
              </a:spcBef>
              <a:spcAft>
                <a:spcPts val="0"/>
              </a:spcAft>
              <a:buSzPts val="1800"/>
              <a:buChar char="○"/>
              <a:defRPr sz="1800"/>
            </a:lvl8pPr>
            <a:lvl9pPr lvl="8" algn="ctr">
              <a:lnSpc>
                <a:spcPct val="100000"/>
              </a:lnSpc>
              <a:spcBef>
                <a:spcPts val="0"/>
              </a:spcBef>
              <a:spcAft>
                <a:spcPts val="0"/>
              </a:spcAft>
              <a:buSzPts val="1800"/>
              <a:buChar char="■"/>
              <a:defRPr sz="1800"/>
            </a:lvl9pPr>
          </a:lstStyle>
          <a:p/>
        </p:txBody>
      </p:sp>
      <p:sp>
        <p:nvSpPr>
          <p:cNvPr id="5914" name="Google Shape;5914;p239"/>
          <p:cNvSpPr txBox="1"/>
          <p:nvPr>
            <p:ph idx="3" type="subTitle"/>
          </p:nvPr>
        </p:nvSpPr>
        <p:spPr>
          <a:xfrm>
            <a:off x="685800" y="1632940"/>
            <a:ext cx="3459600" cy="38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800"/>
              <a:buNone/>
              <a:defRPr b="1" sz="2000">
                <a:solidFill>
                  <a:schemeClr val="accent2"/>
                </a:solidFill>
                <a:latin typeface="Barlow"/>
                <a:ea typeface="Barlow"/>
                <a:cs typeface="Barlow"/>
                <a:sym typeface="Barlow"/>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5915" name="Google Shape;5915;p239"/>
          <p:cNvSpPr txBox="1"/>
          <p:nvPr>
            <p:ph idx="4" type="subTitle"/>
          </p:nvPr>
        </p:nvSpPr>
        <p:spPr>
          <a:xfrm>
            <a:off x="685800" y="2118455"/>
            <a:ext cx="3459600" cy="20013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accent1"/>
              </a:buClr>
              <a:buSzPts val="1800"/>
              <a:buChar char="●"/>
              <a:defRPr/>
            </a:lvl1pPr>
            <a:lvl2pPr lvl="1" algn="ctr">
              <a:lnSpc>
                <a:spcPct val="100000"/>
              </a:lnSpc>
              <a:spcBef>
                <a:spcPts val="0"/>
              </a:spcBef>
              <a:spcAft>
                <a:spcPts val="0"/>
              </a:spcAft>
              <a:buSzPts val="1800"/>
              <a:buChar char="○"/>
              <a:defRPr sz="1800"/>
            </a:lvl2pPr>
            <a:lvl3pPr lvl="2" algn="ctr">
              <a:lnSpc>
                <a:spcPct val="100000"/>
              </a:lnSpc>
              <a:spcBef>
                <a:spcPts val="0"/>
              </a:spcBef>
              <a:spcAft>
                <a:spcPts val="0"/>
              </a:spcAft>
              <a:buSzPts val="1800"/>
              <a:buChar char="■"/>
              <a:defRPr sz="1800"/>
            </a:lvl3pPr>
            <a:lvl4pPr lvl="3" algn="ctr">
              <a:lnSpc>
                <a:spcPct val="100000"/>
              </a:lnSpc>
              <a:spcBef>
                <a:spcPts val="0"/>
              </a:spcBef>
              <a:spcAft>
                <a:spcPts val="0"/>
              </a:spcAft>
              <a:buSzPts val="1800"/>
              <a:buChar char="●"/>
              <a:defRPr sz="1800"/>
            </a:lvl4pPr>
            <a:lvl5pPr lvl="4" algn="ctr">
              <a:lnSpc>
                <a:spcPct val="100000"/>
              </a:lnSpc>
              <a:spcBef>
                <a:spcPts val="0"/>
              </a:spcBef>
              <a:spcAft>
                <a:spcPts val="0"/>
              </a:spcAft>
              <a:buSzPts val="1800"/>
              <a:buChar char="○"/>
              <a:defRPr sz="1800"/>
            </a:lvl5pPr>
            <a:lvl6pPr lvl="5" algn="ctr">
              <a:lnSpc>
                <a:spcPct val="100000"/>
              </a:lnSpc>
              <a:spcBef>
                <a:spcPts val="0"/>
              </a:spcBef>
              <a:spcAft>
                <a:spcPts val="0"/>
              </a:spcAft>
              <a:buSzPts val="1800"/>
              <a:buChar char="■"/>
              <a:defRPr sz="1800"/>
            </a:lvl6pPr>
            <a:lvl7pPr lvl="6" algn="ctr">
              <a:lnSpc>
                <a:spcPct val="100000"/>
              </a:lnSpc>
              <a:spcBef>
                <a:spcPts val="0"/>
              </a:spcBef>
              <a:spcAft>
                <a:spcPts val="0"/>
              </a:spcAft>
              <a:buSzPts val="1800"/>
              <a:buChar char="●"/>
              <a:defRPr sz="1800"/>
            </a:lvl7pPr>
            <a:lvl8pPr lvl="7" algn="ctr">
              <a:lnSpc>
                <a:spcPct val="100000"/>
              </a:lnSpc>
              <a:spcBef>
                <a:spcPts val="0"/>
              </a:spcBef>
              <a:spcAft>
                <a:spcPts val="0"/>
              </a:spcAft>
              <a:buSzPts val="1800"/>
              <a:buChar char="○"/>
              <a:defRPr sz="1800"/>
            </a:lvl8pPr>
            <a:lvl9pPr lvl="8" algn="ctr">
              <a:lnSpc>
                <a:spcPct val="100000"/>
              </a:lnSpc>
              <a:spcBef>
                <a:spcPts val="0"/>
              </a:spcBef>
              <a:spcAft>
                <a:spcPts val="0"/>
              </a:spcAft>
              <a:buSzPts val="1800"/>
              <a:buChar char="■"/>
              <a:defRPr sz="1800"/>
            </a:lvl9pPr>
          </a:lstStyle>
          <a:p/>
        </p:txBody>
      </p:sp>
      <p:grpSp>
        <p:nvGrpSpPr>
          <p:cNvPr id="5916" name="Google Shape;5916;p239"/>
          <p:cNvGrpSpPr/>
          <p:nvPr/>
        </p:nvGrpSpPr>
        <p:grpSpPr>
          <a:xfrm>
            <a:off x="8084850" y="4293850"/>
            <a:ext cx="1463600" cy="1388798"/>
            <a:chOff x="8084850" y="4293850"/>
            <a:chExt cx="1463600" cy="1388798"/>
          </a:xfrm>
        </p:grpSpPr>
        <p:sp>
          <p:nvSpPr>
            <p:cNvPr id="5917" name="Google Shape;5917;p239"/>
            <p:cNvSpPr/>
            <p:nvPr/>
          </p:nvSpPr>
          <p:spPr>
            <a:xfrm flipH="1">
              <a:off x="8084857" y="4293850"/>
              <a:ext cx="1463593" cy="1176898"/>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8" name="Google Shape;5918;p239"/>
            <p:cNvSpPr/>
            <p:nvPr/>
          </p:nvSpPr>
          <p:spPr>
            <a:xfrm>
              <a:off x="8084850" y="4432988"/>
              <a:ext cx="1411448" cy="1249660"/>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19" name="Google Shape;5919;p239"/>
          <p:cNvGrpSpPr/>
          <p:nvPr/>
        </p:nvGrpSpPr>
        <p:grpSpPr>
          <a:xfrm>
            <a:off x="-717350" y="3957135"/>
            <a:ext cx="1914569" cy="1586363"/>
            <a:chOff x="-717350" y="3957135"/>
            <a:chExt cx="1914569" cy="1586363"/>
          </a:xfrm>
        </p:grpSpPr>
        <p:sp>
          <p:nvSpPr>
            <p:cNvPr id="5920" name="Google Shape;5920;p239"/>
            <p:cNvSpPr/>
            <p:nvPr/>
          </p:nvSpPr>
          <p:spPr>
            <a:xfrm>
              <a:off x="1103988" y="4872095"/>
              <a:ext cx="93231" cy="93173"/>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921" name="Google Shape;5921;p239"/>
            <p:cNvGrpSpPr/>
            <p:nvPr/>
          </p:nvGrpSpPr>
          <p:grpSpPr>
            <a:xfrm>
              <a:off x="361171" y="3957135"/>
              <a:ext cx="93234" cy="93234"/>
              <a:chOff x="7812545" y="194375"/>
              <a:chExt cx="105457" cy="105457"/>
            </a:xfrm>
          </p:grpSpPr>
          <p:sp>
            <p:nvSpPr>
              <p:cNvPr id="5922" name="Google Shape;5922;p239"/>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3" name="Google Shape;5923;p239"/>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4" name="Google Shape;5924;p239"/>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5" name="Google Shape;5925;p239"/>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26" name="Google Shape;5926;p239"/>
            <p:cNvSpPr/>
            <p:nvPr/>
          </p:nvSpPr>
          <p:spPr>
            <a:xfrm>
              <a:off x="-717350" y="4293838"/>
              <a:ext cx="1411448" cy="1249660"/>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27" name="Google Shape;5927;p239"/>
          <p:cNvGrpSpPr/>
          <p:nvPr/>
        </p:nvGrpSpPr>
        <p:grpSpPr>
          <a:xfrm>
            <a:off x="221846" y="184375"/>
            <a:ext cx="644290" cy="401656"/>
            <a:chOff x="221846" y="184375"/>
            <a:chExt cx="644290" cy="401656"/>
          </a:xfrm>
        </p:grpSpPr>
        <p:grpSp>
          <p:nvGrpSpPr>
            <p:cNvPr id="5928" name="Google Shape;5928;p239"/>
            <p:cNvGrpSpPr/>
            <p:nvPr/>
          </p:nvGrpSpPr>
          <p:grpSpPr>
            <a:xfrm>
              <a:off x="772902" y="184375"/>
              <a:ext cx="93234" cy="93234"/>
              <a:chOff x="7812545" y="194375"/>
              <a:chExt cx="105457" cy="105457"/>
            </a:xfrm>
          </p:grpSpPr>
          <p:sp>
            <p:nvSpPr>
              <p:cNvPr id="5929" name="Google Shape;5929;p239"/>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0" name="Google Shape;5930;p239"/>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1" name="Google Shape;5931;p239"/>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2" name="Google Shape;5932;p239"/>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33" name="Google Shape;5933;p239"/>
            <p:cNvGrpSpPr/>
            <p:nvPr/>
          </p:nvGrpSpPr>
          <p:grpSpPr>
            <a:xfrm>
              <a:off x="221846" y="492797"/>
              <a:ext cx="93234" cy="93234"/>
              <a:chOff x="7812545" y="194375"/>
              <a:chExt cx="105457" cy="105457"/>
            </a:xfrm>
          </p:grpSpPr>
          <p:sp>
            <p:nvSpPr>
              <p:cNvPr id="5934" name="Google Shape;5934;p239"/>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5" name="Google Shape;5935;p239"/>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6" name="Google Shape;5936;p239"/>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7" name="Google Shape;5937;p239"/>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3">
  <p:cSld name="BLANK_22">
    <p:spTree>
      <p:nvGrpSpPr>
        <p:cNvPr id="5938" name="Shape 5938"/>
        <p:cNvGrpSpPr/>
        <p:nvPr/>
      </p:nvGrpSpPr>
      <p:grpSpPr>
        <a:xfrm>
          <a:off x="0" y="0"/>
          <a:ext cx="0" cy="0"/>
          <a:chOff x="0" y="0"/>
          <a:chExt cx="0" cy="0"/>
        </a:xfrm>
      </p:grpSpPr>
      <p:sp>
        <p:nvSpPr>
          <p:cNvPr id="5939" name="Google Shape;5939;p24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5940" name="Google Shape;5940;p240"/>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941" name="Google Shape;5941;p240"/>
          <p:cNvSpPr txBox="1"/>
          <p:nvPr>
            <p:ph idx="1" type="subTitle"/>
          </p:nvPr>
        </p:nvSpPr>
        <p:spPr>
          <a:xfrm>
            <a:off x="2286745" y="3114078"/>
            <a:ext cx="4265700" cy="38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800"/>
              <a:buNone/>
              <a:defRPr b="1" sz="2000">
                <a:solidFill>
                  <a:schemeClr val="accent2"/>
                </a:solidFill>
                <a:latin typeface="Barlow"/>
                <a:ea typeface="Barlow"/>
                <a:cs typeface="Barlow"/>
                <a:sym typeface="Barlow"/>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5942" name="Google Shape;5942;p240"/>
          <p:cNvSpPr txBox="1"/>
          <p:nvPr>
            <p:ph idx="2" type="subTitle"/>
          </p:nvPr>
        </p:nvSpPr>
        <p:spPr>
          <a:xfrm>
            <a:off x="2286745" y="3508150"/>
            <a:ext cx="4265700" cy="497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8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5943" name="Google Shape;5943;p240"/>
          <p:cNvSpPr txBox="1"/>
          <p:nvPr>
            <p:ph idx="3" type="subTitle"/>
          </p:nvPr>
        </p:nvSpPr>
        <p:spPr>
          <a:xfrm>
            <a:off x="2286745" y="1737375"/>
            <a:ext cx="4265700" cy="38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800"/>
              <a:buNone/>
              <a:defRPr b="1" sz="2000">
                <a:solidFill>
                  <a:schemeClr val="accent2"/>
                </a:solidFill>
                <a:latin typeface="Barlow"/>
                <a:ea typeface="Barlow"/>
                <a:cs typeface="Barlow"/>
                <a:sym typeface="Barlow"/>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5944" name="Google Shape;5944;p240"/>
          <p:cNvSpPr txBox="1"/>
          <p:nvPr>
            <p:ph idx="4" type="subTitle"/>
          </p:nvPr>
        </p:nvSpPr>
        <p:spPr>
          <a:xfrm>
            <a:off x="2286745" y="2131450"/>
            <a:ext cx="4265700" cy="497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8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5945" name="Google Shape;5945;p240"/>
          <p:cNvSpPr txBox="1"/>
          <p:nvPr>
            <p:ph hasCustomPrompt="1" idx="5" type="title"/>
          </p:nvPr>
        </p:nvSpPr>
        <p:spPr>
          <a:xfrm>
            <a:off x="7001304" y="2043438"/>
            <a:ext cx="1280700" cy="528300"/>
          </a:xfrm>
          <a:prstGeom prst="rect">
            <a:avLst/>
          </a:prstGeom>
        </p:spPr>
        <p:txBody>
          <a:bodyPr anchorCtr="0" anchor="ctr" bIns="91425" lIns="91425" spcFirstLastPara="1" rIns="91425" wrap="square" tIns="91425">
            <a:noAutofit/>
          </a:bodyPr>
          <a:lstStyle>
            <a:lvl1pPr lvl="0" algn="ctr">
              <a:spcBef>
                <a:spcPts val="0"/>
              </a:spcBef>
              <a:spcAft>
                <a:spcPts val="0"/>
              </a:spcAft>
              <a:buSzPts val="3000"/>
              <a:buNone/>
              <a:defRPr sz="3000">
                <a:solidFill>
                  <a:schemeClr val="accent2"/>
                </a:solidFill>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sp>
        <p:nvSpPr>
          <p:cNvPr id="5946" name="Google Shape;5946;p240"/>
          <p:cNvSpPr txBox="1"/>
          <p:nvPr>
            <p:ph hasCustomPrompt="1" idx="6" type="title"/>
          </p:nvPr>
        </p:nvSpPr>
        <p:spPr>
          <a:xfrm>
            <a:off x="7001304" y="3421613"/>
            <a:ext cx="1280700" cy="528300"/>
          </a:xfrm>
          <a:prstGeom prst="rect">
            <a:avLst/>
          </a:prstGeom>
        </p:spPr>
        <p:txBody>
          <a:bodyPr anchorCtr="0" anchor="ctr" bIns="91425" lIns="91425" spcFirstLastPara="1" rIns="91425" wrap="square" tIns="91425">
            <a:noAutofit/>
          </a:bodyPr>
          <a:lstStyle>
            <a:lvl1pPr lvl="0" algn="ctr">
              <a:spcBef>
                <a:spcPts val="0"/>
              </a:spcBef>
              <a:spcAft>
                <a:spcPts val="0"/>
              </a:spcAft>
              <a:buSzPts val="3000"/>
              <a:buNone/>
              <a:defRPr sz="3000">
                <a:solidFill>
                  <a:schemeClr val="accent2"/>
                </a:solidFill>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grpSp>
        <p:nvGrpSpPr>
          <p:cNvPr id="5947" name="Google Shape;5947;p240"/>
          <p:cNvGrpSpPr/>
          <p:nvPr/>
        </p:nvGrpSpPr>
        <p:grpSpPr>
          <a:xfrm>
            <a:off x="-427206" y="4089303"/>
            <a:ext cx="1802175" cy="1760346"/>
            <a:chOff x="-427206" y="4089303"/>
            <a:chExt cx="1802175" cy="1760346"/>
          </a:xfrm>
        </p:grpSpPr>
        <p:sp>
          <p:nvSpPr>
            <p:cNvPr id="5948" name="Google Shape;5948;p240"/>
            <p:cNvSpPr/>
            <p:nvPr/>
          </p:nvSpPr>
          <p:spPr>
            <a:xfrm flipH="1">
              <a:off x="-427206" y="4089303"/>
              <a:ext cx="1802175" cy="1449157"/>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9" name="Google Shape;5949;p240"/>
            <p:cNvSpPr/>
            <p:nvPr/>
          </p:nvSpPr>
          <p:spPr>
            <a:xfrm rot="5828238">
              <a:off x="-16738" y="4485381"/>
              <a:ext cx="1085117" cy="1469222"/>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50" name="Google Shape;5950;p240"/>
          <p:cNvGrpSpPr/>
          <p:nvPr/>
        </p:nvGrpSpPr>
        <p:grpSpPr>
          <a:xfrm>
            <a:off x="241711" y="191700"/>
            <a:ext cx="706103" cy="747169"/>
            <a:chOff x="241711" y="191700"/>
            <a:chExt cx="706103" cy="747169"/>
          </a:xfrm>
        </p:grpSpPr>
        <p:sp>
          <p:nvSpPr>
            <p:cNvPr id="5951" name="Google Shape;5951;p240"/>
            <p:cNvSpPr/>
            <p:nvPr/>
          </p:nvSpPr>
          <p:spPr>
            <a:xfrm>
              <a:off x="842363" y="191700"/>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952" name="Google Shape;5952;p240"/>
            <p:cNvGrpSpPr/>
            <p:nvPr/>
          </p:nvGrpSpPr>
          <p:grpSpPr>
            <a:xfrm>
              <a:off x="307895" y="833413"/>
              <a:ext cx="105457" cy="105457"/>
              <a:chOff x="7812545" y="194375"/>
              <a:chExt cx="105457" cy="105457"/>
            </a:xfrm>
          </p:grpSpPr>
          <p:sp>
            <p:nvSpPr>
              <p:cNvPr id="5953" name="Google Shape;5953;p240"/>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4" name="Google Shape;5954;p240"/>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5" name="Google Shape;5955;p240"/>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6" name="Google Shape;5956;p240"/>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57" name="Google Shape;5957;p240"/>
            <p:cNvSpPr/>
            <p:nvPr/>
          </p:nvSpPr>
          <p:spPr>
            <a:xfrm>
              <a:off x="241711" y="244839"/>
              <a:ext cx="171626" cy="171542"/>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58" name="Google Shape;5958;p240"/>
          <p:cNvSpPr/>
          <p:nvPr/>
        </p:nvSpPr>
        <p:spPr>
          <a:xfrm rot="2700000">
            <a:off x="8490124" y="4034762"/>
            <a:ext cx="1085154" cy="1469202"/>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4">
  <p:cSld name="BLANK_25">
    <p:spTree>
      <p:nvGrpSpPr>
        <p:cNvPr id="5959" name="Shape 5959"/>
        <p:cNvGrpSpPr/>
        <p:nvPr/>
      </p:nvGrpSpPr>
      <p:grpSpPr>
        <a:xfrm>
          <a:off x="0" y="0"/>
          <a:ext cx="0" cy="0"/>
          <a:chOff x="0" y="0"/>
          <a:chExt cx="0" cy="0"/>
        </a:xfrm>
      </p:grpSpPr>
      <p:sp>
        <p:nvSpPr>
          <p:cNvPr id="5960" name="Google Shape;5960;p24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5961" name="Google Shape;5961;p241"/>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962" name="Google Shape;5962;p241"/>
          <p:cNvSpPr txBox="1"/>
          <p:nvPr>
            <p:ph idx="1" type="subTitle"/>
          </p:nvPr>
        </p:nvSpPr>
        <p:spPr>
          <a:xfrm>
            <a:off x="4998625" y="1284148"/>
            <a:ext cx="3459600" cy="2938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accent1"/>
              </a:buClr>
              <a:buSzPts val="1400"/>
              <a:buChar char="●"/>
              <a:defRPr b="1"/>
            </a:lvl1pPr>
            <a:lvl2pPr lvl="1" algn="ctr">
              <a:lnSpc>
                <a:spcPct val="100000"/>
              </a:lnSpc>
              <a:spcBef>
                <a:spcPts val="0"/>
              </a:spcBef>
              <a:spcAft>
                <a:spcPts val="0"/>
              </a:spcAft>
              <a:buSzPts val="1400"/>
              <a:buChar char="○"/>
              <a:defRPr sz="1800"/>
            </a:lvl2pPr>
            <a:lvl3pPr lvl="2" algn="ctr">
              <a:lnSpc>
                <a:spcPct val="100000"/>
              </a:lnSpc>
              <a:spcBef>
                <a:spcPts val="0"/>
              </a:spcBef>
              <a:spcAft>
                <a:spcPts val="0"/>
              </a:spcAft>
              <a:buSzPts val="1400"/>
              <a:buChar char="■"/>
              <a:defRPr sz="1800"/>
            </a:lvl3pPr>
            <a:lvl4pPr lvl="3" algn="ctr">
              <a:lnSpc>
                <a:spcPct val="100000"/>
              </a:lnSpc>
              <a:spcBef>
                <a:spcPts val="0"/>
              </a:spcBef>
              <a:spcAft>
                <a:spcPts val="0"/>
              </a:spcAft>
              <a:buSzPts val="1400"/>
              <a:buChar char="●"/>
              <a:defRPr sz="1800"/>
            </a:lvl4pPr>
            <a:lvl5pPr lvl="4" algn="ctr">
              <a:lnSpc>
                <a:spcPct val="100000"/>
              </a:lnSpc>
              <a:spcBef>
                <a:spcPts val="0"/>
              </a:spcBef>
              <a:spcAft>
                <a:spcPts val="0"/>
              </a:spcAft>
              <a:buSzPts val="1400"/>
              <a:buChar char="○"/>
              <a:defRPr sz="1800"/>
            </a:lvl5pPr>
            <a:lvl6pPr lvl="5" algn="ctr">
              <a:lnSpc>
                <a:spcPct val="100000"/>
              </a:lnSpc>
              <a:spcBef>
                <a:spcPts val="0"/>
              </a:spcBef>
              <a:spcAft>
                <a:spcPts val="0"/>
              </a:spcAft>
              <a:buSzPts val="1400"/>
              <a:buChar char="■"/>
              <a:defRPr sz="1800"/>
            </a:lvl6pPr>
            <a:lvl7pPr lvl="6" algn="ctr">
              <a:lnSpc>
                <a:spcPct val="100000"/>
              </a:lnSpc>
              <a:spcBef>
                <a:spcPts val="0"/>
              </a:spcBef>
              <a:spcAft>
                <a:spcPts val="0"/>
              </a:spcAft>
              <a:buSzPts val="1400"/>
              <a:buChar char="●"/>
              <a:defRPr sz="1800"/>
            </a:lvl7pPr>
            <a:lvl8pPr lvl="7" algn="ctr">
              <a:lnSpc>
                <a:spcPct val="100000"/>
              </a:lnSpc>
              <a:spcBef>
                <a:spcPts val="0"/>
              </a:spcBef>
              <a:spcAft>
                <a:spcPts val="0"/>
              </a:spcAft>
              <a:buSzPts val="1400"/>
              <a:buChar char="○"/>
              <a:defRPr sz="1800"/>
            </a:lvl8pPr>
            <a:lvl9pPr lvl="8" algn="ctr">
              <a:lnSpc>
                <a:spcPct val="100000"/>
              </a:lnSpc>
              <a:spcBef>
                <a:spcPts val="0"/>
              </a:spcBef>
              <a:spcAft>
                <a:spcPts val="0"/>
              </a:spcAft>
              <a:buSzPts val="1400"/>
              <a:buChar char="■"/>
              <a:defRPr sz="1800"/>
            </a:lvl9pPr>
          </a:lstStyle>
          <a:p/>
        </p:txBody>
      </p:sp>
      <p:sp>
        <p:nvSpPr>
          <p:cNvPr id="5963" name="Google Shape;5963;p241"/>
          <p:cNvSpPr txBox="1"/>
          <p:nvPr>
            <p:ph idx="2" type="subTitle"/>
          </p:nvPr>
        </p:nvSpPr>
        <p:spPr>
          <a:xfrm>
            <a:off x="685800" y="1284151"/>
            <a:ext cx="3459600" cy="2938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400"/>
              <a:buChar char="●"/>
              <a:defRPr/>
            </a:lvl1pPr>
            <a:lvl2pPr lvl="1" algn="ctr">
              <a:lnSpc>
                <a:spcPct val="100000"/>
              </a:lnSpc>
              <a:spcBef>
                <a:spcPts val="0"/>
              </a:spcBef>
              <a:spcAft>
                <a:spcPts val="0"/>
              </a:spcAft>
              <a:buSzPts val="1400"/>
              <a:buChar char="○"/>
              <a:defRPr sz="1800"/>
            </a:lvl2pPr>
            <a:lvl3pPr lvl="2" algn="ctr">
              <a:lnSpc>
                <a:spcPct val="100000"/>
              </a:lnSpc>
              <a:spcBef>
                <a:spcPts val="0"/>
              </a:spcBef>
              <a:spcAft>
                <a:spcPts val="0"/>
              </a:spcAft>
              <a:buSzPts val="1400"/>
              <a:buChar char="■"/>
              <a:defRPr sz="1800"/>
            </a:lvl3pPr>
            <a:lvl4pPr lvl="3" algn="ctr">
              <a:lnSpc>
                <a:spcPct val="100000"/>
              </a:lnSpc>
              <a:spcBef>
                <a:spcPts val="0"/>
              </a:spcBef>
              <a:spcAft>
                <a:spcPts val="0"/>
              </a:spcAft>
              <a:buSzPts val="1400"/>
              <a:buChar char="●"/>
              <a:defRPr sz="1800"/>
            </a:lvl4pPr>
            <a:lvl5pPr lvl="4" algn="ctr">
              <a:lnSpc>
                <a:spcPct val="100000"/>
              </a:lnSpc>
              <a:spcBef>
                <a:spcPts val="0"/>
              </a:spcBef>
              <a:spcAft>
                <a:spcPts val="0"/>
              </a:spcAft>
              <a:buSzPts val="1400"/>
              <a:buChar char="○"/>
              <a:defRPr sz="1800"/>
            </a:lvl5pPr>
            <a:lvl6pPr lvl="5" algn="ctr">
              <a:lnSpc>
                <a:spcPct val="100000"/>
              </a:lnSpc>
              <a:spcBef>
                <a:spcPts val="0"/>
              </a:spcBef>
              <a:spcAft>
                <a:spcPts val="0"/>
              </a:spcAft>
              <a:buSzPts val="1400"/>
              <a:buChar char="■"/>
              <a:defRPr sz="1800"/>
            </a:lvl6pPr>
            <a:lvl7pPr lvl="6" algn="ctr">
              <a:lnSpc>
                <a:spcPct val="100000"/>
              </a:lnSpc>
              <a:spcBef>
                <a:spcPts val="0"/>
              </a:spcBef>
              <a:spcAft>
                <a:spcPts val="0"/>
              </a:spcAft>
              <a:buSzPts val="1400"/>
              <a:buChar char="●"/>
              <a:defRPr sz="1800"/>
            </a:lvl7pPr>
            <a:lvl8pPr lvl="7" algn="ctr">
              <a:lnSpc>
                <a:spcPct val="100000"/>
              </a:lnSpc>
              <a:spcBef>
                <a:spcPts val="0"/>
              </a:spcBef>
              <a:spcAft>
                <a:spcPts val="0"/>
              </a:spcAft>
              <a:buSzPts val="1400"/>
              <a:buChar char="○"/>
              <a:defRPr sz="1800"/>
            </a:lvl8pPr>
            <a:lvl9pPr lvl="8" algn="ctr">
              <a:lnSpc>
                <a:spcPct val="100000"/>
              </a:lnSpc>
              <a:spcBef>
                <a:spcPts val="0"/>
              </a:spcBef>
              <a:spcAft>
                <a:spcPts val="0"/>
              </a:spcAft>
              <a:buSzPts val="1400"/>
              <a:buChar char="■"/>
              <a:defRPr sz="1800"/>
            </a:lvl9pPr>
          </a:lstStyle>
          <a:p/>
        </p:txBody>
      </p:sp>
      <p:grpSp>
        <p:nvGrpSpPr>
          <p:cNvPr id="5964" name="Google Shape;5964;p241"/>
          <p:cNvGrpSpPr/>
          <p:nvPr/>
        </p:nvGrpSpPr>
        <p:grpSpPr>
          <a:xfrm>
            <a:off x="-741940" y="4176741"/>
            <a:ext cx="1671890" cy="1554246"/>
            <a:chOff x="-741940" y="4176741"/>
            <a:chExt cx="1671890" cy="1554246"/>
          </a:xfrm>
        </p:grpSpPr>
        <p:sp>
          <p:nvSpPr>
            <p:cNvPr id="5965" name="Google Shape;5965;p241"/>
            <p:cNvSpPr/>
            <p:nvPr/>
          </p:nvSpPr>
          <p:spPr>
            <a:xfrm>
              <a:off x="-702500" y="4176749"/>
              <a:ext cx="1593004" cy="1296731"/>
            </a:xfrm>
            <a:custGeom>
              <a:rect b="b" l="l" r="r" t="t"/>
              <a:pathLst>
                <a:path extrusionOk="0" h="48924" w="60102">
                  <a:moveTo>
                    <a:pt x="31550" y="1"/>
                  </a:moveTo>
                  <a:cubicBezTo>
                    <a:pt x="28688" y="1"/>
                    <a:pt x="25391" y="541"/>
                    <a:pt x="22089" y="2238"/>
                  </a:cubicBezTo>
                  <a:cubicBezTo>
                    <a:pt x="12977" y="6900"/>
                    <a:pt x="8196" y="17230"/>
                    <a:pt x="4091" y="25485"/>
                  </a:cubicBezTo>
                  <a:cubicBezTo>
                    <a:pt x="1" y="33725"/>
                    <a:pt x="2016" y="42612"/>
                    <a:pt x="8767" y="47123"/>
                  </a:cubicBezTo>
                  <a:cubicBezTo>
                    <a:pt x="10764" y="48461"/>
                    <a:pt x="12590" y="48924"/>
                    <a:pt x="14421" y="48924"/>
                  </a:cubicBezTo>
                  <a:cubicBezTo>
                    <a:pt x="18514" y="48924"/>
                    <a:pt x="22630" y="46611"/>
                    <a:pt x="28730" y="46611"/>
                  </a:cubicBezTo>
                  <a:cubicBezTo>
                    <a:pt x="29125" y="46611"/>
                    <a:pt x="29527" y="46621"/>
                    <a:pt x="29939" y="46641"/>
                  </a:cubicBezTo>
                  <a:cubicBezTo>
                    <a:pt x="34134" y="46851"/>
                    <a:pt x="36984" y="47278"/>
                    <a:pt x="39535" y="47278"/>
                  </a:cubicBezTo>
                  <a:cubicBezTo>
                    <a:pt x="42835" y="47278"/>
                    <a:pt x="45637" y="46563"/>
                    <a:pt x="50208" y="43739"/>
                  </a:cubicBezTo>
                  <a:cubicBezTo>
                    <a:pt x="58328" y="38732"/>
                    <a:pt x="60102" y="25500"/>
                    <a:pt x="54042" y="15140"/>
                  </a:cubicBezTo>
                  <a:cubicBezTo>
                    <a:pt x="47997" y="4779"/>
                    <a:pt x="40254" y="1667"/>
                    <a:pt x="40254" y="1667"/>
                  </a:cubicBezTo>
                  <a:cubicBezTo>
                    <a:pt x="40254" y="1667"/>
                    <a:pt x="36573" y="1"/>
                    <a:pt x="31550"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6" name="Google Shape;5966;p241"/>
            <p:cNvSpPr/>
            <p:nvPr/>
          </p:nvSpPr>
          <p:spPr>
            <a:xfrm rot="-899960">
              <a:off x="-606125" y="4336919"/>
              <a:ext cx="1400258" cy="1233888"/>
            </a:xfrm>
            <a:custGeom>
              <a:rect b="b" l="l" r="r" t="t"/>
              <a:pathLst>
                <a:path extrusionOk="0" h="49357" w="56012">
                  <a:moveTo>
                    <a:pt x="29954" y="0"/>
                  </a:moveTo>
                  <a:cubicBezTo>
                    <a:pt x="26409" y="0"/>
                    <a:pt x="22321" y="902"/>
                    <a:pt x="17654" y="3034"/>
                  </a:cubicBezTo>
                  <a:cubicBezTo>
                    <a:pt x="17654" y="3034"/>
                    <a:pt x="8827" y="7530"/>
                    <a:pt x="4406" y="14477"/>
                  </a:cubicBezTo>
                  <a:cubicBezTo>
                    <a:pt x="1" y="21424"/>
                    <a:pt x="347" y="30340"/>
                    <a:pt x="5715" y="36971"/>
                  </a:cubicBezTo>
                  <a:cubicBezTo>
                    <a:pt x="11068" y="43588"/>
                    <a:pt x="21308" y="42730"/>
                    <a:pt x="29878" y="46926"/>
                  </a:cubicBezTo>
                  <a:cubicBezTo>
                    <a:pt x="33082" y="48494"/>
                    <a:pt x="36410" y="49356"/>
                    <a:pt x="39533" y="49356"/>
                  </a:cubicBezTo>
                  <a:cubicBezTo>
                    <a:pt x="44766" y="49356"/>
                    <a:pt x="49425" y="46936"/>
                    <a:pt x="51967" y="41362"/>
                  </a:cubicBezTo>
                  <a:cubicBezTo>
                    <a:pt x="56012" y="32476"/>
                    <a:pt x="49907" y="29137"/>
                    <a:pt x="48854" y="18852"/>
                  </a:cubicBezTo>
                  <a:cubicBezTo>
                    <a:pt x="48037" y="10867"/>
                    <a:pt x="42263" y="0"/>
                    <a:pt x="29954"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67" name="Google Shape;5967;p241"/>
          <p:cNvGrpSpPr/>
          <p:nvPr/>
        </p:nvGrpSpPr>
        <p:grpSpPr>
          <a:xfrm>
            <a:off x="3317375" y="4356350"/>
            <a:ext cx="2768739" cy="650202"/>
            <a:chOff x="3317375" y="4356350"/>
            <a:chExt cx="2768739" cy="650202"/>
          </a:xfrm>
        </p:grpSpPr>
        <p:sp>
          <p:nvSpPr>
            <p:cNvPr id="5968" name="Google Shape;5968;p241"/>
            <p:cNvSpPr/>
            <p:nvPr/>
          </p:nvSpPr>
          <p:spPr>
            <a:xfrm>
              <a:off x="5449575" y="4811825"/>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9" name="Google Shape;5969;p241"/>
            <p:cNvSpPr/>
            <p:nvPr/>
          </p:nvSpPr>
          <p:spPr>
            <a:xfrm>
              <a:off x="4792551" y="4356350"/>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5970" name="Google Shape;5970;p241"/>
            <p:cNvGrpSpPr/>
            <p:nvPr/>
          </p:nvGrpSpPr>
          <p:grpSpPr>
            <a:xfrm>
              <a:off x="5980657" y="4474988"/>
              <a:ext cx="105457" cy="105457"/>
              <a:chOff x="7812545" y="194375"/>
              <a:chExt cx="105457" cy="105457"/>
            </a:xfrm>
          </p:grpSpPr>
          <p:sp>
            <p:nvSpPr>
              <p:cNvPr id="5971" name="Google Shape;5971;p241"/>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2" name="Google Shape;5972;p241"/>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3" name="Google Shape;5973;p241"/>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4" name="Google Shape;5974;p241"/>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75" name="Google Shape;5975;p241"/>
            <p:cNvGrpSpPr/>
            <p:nvPr/>
          </p:nvGrpSpPr>
          <p:grpSpPr>
            <a:xfrm>
              <a:off x="4243695" y="4706363"/>
              <a:ext cx="105457" cy="105457"/>
              <a:chOff x="7812545" y="194375"/>
              <a:chExt cx="105457" cy="105457"/>
            </a:xfrm>
          </p:grpSpPr>
          <p:sp>
            <p:nvSpPr>
              <p:cNvPr id="5976" name="Google Shape;5976;p241"/>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7" name="Google Shape;5977;p241"/>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8" name="Google Shape;5978;p241"/>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9" name="Google Shape;5979;p241"/>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80" name="Google Shape;5980;p241"/>
            <p:cNvSpPr/>
            <p:nvPr/>
          </p:nvSpPr>
          <p:spPr>
            <a:xfrm>
              <a:off x="3317375" y="4901162"/>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81" name="Google Shape;5981;p241"/>
          <p:cNvGrpSpPr/>
          <p:nvPr/>
        </p:nvGrpSpPr>
        <p:grpSpPr>
          <a:xfrm>
            <a:off x="7489059" y="249150"/>
            <a:ext cx="1447898" cy="1070793"/>
            <a:chOff x="7489059" y="249150"/>
            <a:chExt cx="1447898" cy="1070793"/>
          </a:xfrm>
        </p:grpSpPr>
        <p:sp>
          <p:nvSpPr>
            <p:cNvPr id="5982" name="Google Shape;5982;p241"/>
            <p:cNvSpPr/>
            <p:nvPr/>
          </p:nvSpPr>
          <p:spPr>
            <a:xfrm>
              <a:off x="7489062" y="480780"/>
              <a:ext cx="1089450" cy="348874"/>
            </a:xfrm>
            <a:custGeom>
              <a:rect b="b" l="l" r="r" t="t"/>
              <a:pathLst>
                <a:path extrusionOk="0" fill="none" h="4647" w="14511">
                  <a:moveTo>
                    <a:pt x="13894" y="3805"/>
                  </a:moveTo>
                  <a:cubicBezTo>
                    <a:pt x="13263" y="3459"/>
                    <a:pt x="12977" y="3744"/>
                    <a:pt x="12766" y="3459"/>
                  </a:cubicBezTo>
                  <a:cubicBezTo>
                    <a:pt x="12541" y="3173"/>
                    <a:pt x="13383" y="2436"/>
                    <a:pt x="11684" y="1699"/>
                  </a:cubicBezTo>
                  <a:cubicBezTo>
                    <a:pt x="11684" y="1699"/>
                    <a:pt x="11578" y="121"/>
                    <a:pt x="9248" y="60"/>
                  </a:cubicBezTo>
                  <a:cubicBezTo>
                    <a:pt x="6917" y="0"/>
                    <a:pt x="7549" y="1654"/>
                    <a:pt x="6917" y="2045"/>
                  </a:cubicBezTo>
                  <a:cubicBezTo>
                    <a:pt x="6286" y="2436"/>
                    <a:pt x="6120" y="1820"/>
                    <a:pt x="5504" y="2211"/>
                  </a:cubicBezTo>
                  <a:cubicBezTo>
                    <a:pt x="4872" y="2617"/>
                    <a:pt x="5158" y="3399"/>
                    <a:pt x="4647" y="3519"/>
                  </a:cubicBezTo>
                  <a:cubicBezTo>
                    <a:pt x="4135" y="3624"/>
                    <a:pt x="3459" y="3008"/>
                    <a:pt x="2842" y="3399"/>
                  </a:cubicBezTo>
                  <a:cubicBezTo>
                    <a:pt x="2211" y="3805"/>
                    <a:pt x="2211" y="4135"/>
                    <a:pt x="1925" y="4135"/>
                  </a:cubicBezTo>
                  <a:cubicBezTo>
                    <a:pt x="1654" y="4135"/>
                    <a:pt x="1083" y="3910"/>
                    <a:pt x="737" y="4135"/>
                  </a:cubicBezTo>
                  <a:cubicBezTo>
                    <a:pt x="406" y="4376"/>
                    <a:pt x="0" y="4647"/>
                    <a:pt x="0" y="4647"/>
                  </a:cubicBezTo>
                  <a:lnTo>
                    <a:pt x="14345" y="4647"/>
                  </a:lnTo>
                  <a:cubicBezTo>
                    <a:pt x="14345" y="4647"/>
                    <a:pt x="14511" y="4135"/>
                    <a:pt x="13894" y="3805"/>
                  </a:cubicBezTo>
                  <a:close/>
                </a:path>
              </a:pathLst>
            </a:custGeom>
            <a:solidFill>
              <a:schemeClr val="lt1"/>
            </a:solid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983" name="Google Shape;5983;p241"/>
            <p:cNvGrpSpPr/>
            <p:nvPr/>
          </p:nvGrpSpPr>
          <p:grpSpPr>
            <a:xfrm flipH="1">
              <a:off x="7489059" y="249150"/>
              <a:ext cx="93234" cy="93234"/>
              <a:chOff x="7812545" y="194375"/>
              <a:chExt cx="105457" cy="105457"/>
            </a:xfrm>
          </p:grpSpPr>
          <p:sp>
            <p:nvSpPr>
              <p:cNvPr id="5984" name="Google Shape;5984;p241"/>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5" name="Google Shape;5985;p241"/>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6" name="Google Shape;5986;p241"/>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7" name="Google Shape;5987;p241"/>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88" name="Google Shape;5988;p241"/>
            <p:cNvSpPr/>
            <p:nvPr/>
          </p:nvSpPr>
          <p:spPr>
            <a:xfrm flipH="1">
              <a:off x="8708901" y="249170"/>
              <a:ext cx="93231" cy="93173"/>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9" name="Google Shape;5989;p241"/>
            <p:cNvSpPr/>
            <p:nvPr/>
          </p:nvSpPr>
          <p:spPr>
            <a:xfrm flipH="1">
              <a:off x="8843726" y="1226770"/>
              <a:ext cx="93231" cy="93173"/>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90" name="Google Shape;5990;p241"/>
          <p:cNvSpPr/>
          <p:nvPr/>
        </p:nvSpPr>
        <p:spPr>
          <a:xfrm rot="5828238">
            <a:off x="8273326" y="4219055"/>
            <a:ext cx="1085117" cy="2077472"/>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BLANK_4">
    <p:spTree>
      <p:nvGrpSpPr>
        <p:cNvPr id="5991" name="Shape 5991"/>
        <p:cNvGrpSpPr/>
        <p:nvPr/>
      </p:nvGrpSpPr>
      <p:grpSpPr>
        <a:xfrm>
          <a:off x="0" y="0"/>
          <a:ext cx="0" cy="0"/>
          <a:chOff x="0" y="0"/>
          <a:chExt cx="0" cy="0"/>
        </a:xfrm>
      </p:grpSpPr>
      <p:sp>
        <p:nvSpPr>
          <p:cNvPr id="5992" name="Google Shape;5992;p24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5993" name="Google Shape;5993;p242"/>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994" name="Google Shape;5994;p242"/>
          <p:cNvSpPr txBox="1"/>
          <p:nvPr>
            <p:ph idx="1" type="subTitle"/>
          </p:nvPr>
        </p:nvSpPr>
        <p:spPr>
          <a:xfrm>
            <a:off x="685800" y="3395721"/>
            <a:ext cx="2353500" cy="6720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995" name="Google Shape;5995;p242"/>
          <p:cNvSpPr txBox="1"/>
          <p:nvPr>
            <p:ph idx="2" type="subTitle"/>
          </p:nvPr>
        </p:nvSpPr>
        <p:spPr>
          <a:xfrm>
            <a:off x="685800" y="3022400"/>
            <a:ext cx="2353500" cy="321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sp>
        <p:nvSpPr>
          <p:cNvPr id="5996" name="Google Shape;5996;p242"/>
          <p:cNvSpPr txBox="1"/>
          <p:nvPr>
            <p:ph idx="3" type="subTitle"/>
          </p:nvPr>
        </p:nvSpPr>
        <p:spPr>
          <a:xfrm>
            <a:off x="3395250" y="3395721"/>
            <a:ext cx="2353500" cy="6720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997" name="Google Shape;5997;p242"/>
          <p:cNvSpPr txBox="1"/>
          <p:nvPr>
            <p:ph idx="4" type="subTitle"/>
          </p:nvPr>
        </p:nvSpPr>
        <p:spPr>
          <a:xfrm>
            <a:off x="3395250" y="3022400"/>
            <a:ext cx="2353500" cy="321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sp>
        <p:nvSpPr>
          <p:cNvPr id="5998" name="Google Shape;5998;p242"/>
          <p:cNvSpPr txBox="1"/>
          <p:nvPr>
            <p:ph idx="5" type="subTitle"/>
          </p:nvPr>
        </p:nvSpPr>
        <p:spPr>
          <a:xfrm>
            <a:off x="6104700" y="3395721"/>
            <a:ext cx="2353500" cy="6720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999" name="Google Shape;5999;p242"/>
          <p:cNvSpPr txBox="1"/>
          <p:nvPr>
            <p:ph idx="6" type="subTitle"/>
          </p:nvPr>
        </p:nvSpPr>
        <p:spPr>
          <a:xfrm>
            <a:off x="6104700" y="3022400"/>
            <a:ext cx="2353500" cy="321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sp>
        <p:nvSpPr>
          <p:cNvPr id="6000" name="Google Shape;6000;p242"/>
          <p:cNvSpPr/>
          <p:nvPr/>
        </p:nvSpPr>
        <p:spPr>
          <a:xfrm>
            <a:off x="-486246" y="4538820"/>
            <a:ext cx="991119" cy="877511"/>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1" name="Google Shape;6001;p242"/>
          <p:cNvSpPr/>
          <p:nvPr/>
        </p:nvSpPr>
        <p:spPr>
          <a:xfrm>
            <a:off x="-708950" y="-242512"/>
            <a:ext cx="1232275" cy="1091025"/>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002" name="Google Shape;6002;p242"/>
          <p:cNvGrpSpPr/>
          <p:nvPr/>
        </p:nvGrpSpPr>
        <p:grpSpPr>
          <a:xfrm>
            <a:off x="6725000" y="4484900"/>
            <a:ext cx="1916852" cy="488594"/>
            <a:chOff x="6725000" y="4484900"/>
            <a:chExt cx="1916852" cy="488594"/>
          </a:xfrm>
        </p:grpSpPr>
        <p:sp>
          <p:nvSpPr>
            <p:cNvPr id="6003" name="Google Shape;6003;p242"/>
            <p:cNvSpPr/>
            <p:nvPr/>
          </p:nvSpPr>
          <p:spPr>
            <a:xfrm>
              <a:off x="8536400" y="4484900"/>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004" name="Google Shape;6004;p242"/>
            <p:cNvGrpSpPr/>
            <p:nvPr/>
          </p:nvGrpSpPr>
          <p:grpSpPr>
            <a:xfrm>
              <a:off x="7801920" y="4868038"/>
              <a:ext cx="105457" cy="105457"/>
              <a:chOff x="7812545" y="194375"/>
              <a:chExt cx="105457" cy="105457"/>
            </a:xfrm>
          </p:grpSpPr>
          <p:sp>
            <p:nvSpPr>
              <p:cNvPr id="6005" name="Google Shape;6005;p242"/>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6" name="Google Shape;6006;p242"/>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7" name="Google Shape;6007;p242"/>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8" name="Google Shape;6008;p242"/>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09" name="Google Shape;6009;p242"/>
            <p:cNvSpPr/>
            <p:nvPr/>
          </p:nvSpPr>
          <p:spPr>
            <a:xfrm>
              <a:off x="6725000" y="4762662"/>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BLANK_17">
    <p:spTree>
      <p:nvGrpSpPr>
        <p:cNvPr id="6010" name="Shape 6010"/>
        <p:cNvGrpSpPr/>
        <p:nvPr/>
      </p:nvGrpSpPr>
      <p:grpSpPr>
        <a:xfrm>
          <a:off x="0" y="0"/>
          <a:ext cx="0" cy="0"/>
          <a:chOff x="0" y="0"/>
          <a:chExt cx="0" cy="0"/>
        </a:xfrm>
      </p:grpSpPr>
      <p:sp>
        <p:nvSpPr>
          <p:cNvPr id="6011" name="Google Shape;6011;p24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6012" name="Google Shape;6012;p243"/>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013" name="Google Shape;6013;p243"/>
          <p:cNvSpPr txBox="1"/>
          <p:nvPr>
            <p:ph idx="2" type="title"/>
          </p:nvPr>
        </p:nvSpPr>
        <p:spPr>
          <a:xfrm>
            <a:off x="1850175" y="1419750"/>
            <a:ext cx="3249300" cy="3936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sz="2000">
                <a:solidFill>
                  <a:schemeClr val="accent2"/>
                </a:solidFill>
              </a:defRPr>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sp>
        <p:nvSpPr>
          <p:cNvPr id="6014" name="Google Shape;6014;p243"/>
          <p:cNvSpPr txBox="1"/>
          <p:nvPr>
            <p:ph idx="1" type="subTitle"/>
          </p:nvPr>
        </p:nvSpPr>
        <p:spPr>
          <a:xfrm>
            <a:off x="1853883" y="1813350"/>
            <a:ext cx="3249300" cy="4680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6015" name="Google Shape;6015;p243"/>
          <p:cNvSpPr txBox="1"/>
          <p:nvPr>
            <p:ph hasCustomPrompt="1" idx="3" type="title"/>
          </p:nvPr>
        </p:nvSpPr>
        <p:spPr>
          <a:xfrm>
            <a:off x="851618" y="1586400"/>
            <a:ext cx="792600" cy="528300"/>
          </a:xfrm>
          <a:prstGeom prst="rect">
            <a:avLst/>
          </a:prstGeom>
        </p:spPr>
        <p:txBody>
          <a:bodyPr anchorCtr="0" anchor="ctr" bIns="91425" lIns="91425" spcFirstLastPara="1" rIns="91425" wrap="square" tIns="91425">
            <a:noAutofit/>
          </a:bodyPr>
          <a:lstStyle>
            <a:lvl1pPr lvl="0" algn="r">
              <a:spcBef>
                <a:spcPts val="0"/>
              </a:spcBef>
              <a:spcAft>
                <a:spcPts val="0"/>
              </a:spcAft>
              <a:buSzPts val="3000"/>
              <a:buNone/>
              <a:defRPr sz="3000">
                <a:solidFill>
                  <a:schemeClr val="accent2"/>
                </a:solidFill>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sp>
        <p:nvSpPr>
          <p:cNvPr id="6016" name="Google Shape;6016;p243"/>
          <p:cNvSpPr txBox="1"/>
          <p:nvPr>
            <p:ph idx="4" type="title"/>
          </p:nvPr>
        </p:nvSpPr>
        <p:spPr>
          <a:xfrm>
            <a:off x="1850175" y="2503025"/>
            <a:ext cx="3249300" cy="3936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sz="2000">
                <a:solidFill>
                  <a:schemeClr val="accent2"/>
                </a:solidFill>
              </a:defRPr>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sp>
        <p:nvSpPr>
          <p:cNvPr id="6017" name="Google Shape;6017;p243"/>
          <p:cNvSpPr txBox="1"/>
          <p:nvPr>
            <p:ph idx="5" type="subTitle"/>
          </p:nvPr>
        </p:nvSpPr>
        <p:spPr>
          <a:xfrm>
            <a:off x="1853883" y="2896625"/>
            <a:ext cx="3249300" cy="4680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6018" name="Google Shape;6018;p243"/>
          <p:cNvSpPr txBox="1"/>
          <p:nvPr>
            <p:ph hasCustomPrompt="1" idx="6" type="title"/>
          </p:nvPr>
        </p:nvSpPr>
        <p:spPr>
          <a:xfrm>
            <a:off x="851618" y="2669675"/>
            <a:ext cx="792600" cy="528300"/>
          </a:xfrm>
          <a:prstGeom prst="rect">
            <a:avLst/>
          </a:prstGeom>
        </p:spPr>
        <p:txBody>
          <a:bodyPr anchorCtr="0" anchor="ctr" bIns="91425" lIns="91425" spcFirstLastPara="1" rIns="91425" wrap="square" tIns="91425">
            <a:noAutofit/>
          </a:bodyPr>
          <a:lstStyle>
            <a:lvl1pPr lvl="0" algn="r">
              <a:spcBef>
                <a:spcPts val="0"/>
              </a:spcBef>
              <a:spcAft>
                <a:spcPts val="0"/>
              </a:spcAft>
              <a:buSzPts val="3000"/>
              <a:buNone/>
              <a:defRPr sz="3000">
                <a:solidFill>
                  <a:schemeClr val="accent2"/>
                </a:solidFill>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sp>
        <p:nvSpPr>
          <p:cNvPr id="6019" name="Google Shape;6019;p243"/>
          <p:cNvSpPr txBox="1"/>
          <p:nvPr>
            <p:ph idx="7" type="title"/>
          </p:nvPr>
        </p:nvSpPr>
        <p:spPr>
          <a:xfrm>
            <a:off x="1850175" y="3586300"/>
            <a:ext cx="3249300" cy="3936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sz="2000">
                <a:solidFill>
                  <a:schemeClr val="accent2"/>
                </a:solidFill>
              </a:defRPr>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sp>
        <p:nvSpPr>
          <p:cNvPr id="6020" name="Google Shape;6020;p243"/>
          <p:cNvSpPr txBox="1"/>
          <p:nvPr>
            <p:ph idx="8" type="subTitle"/>
          </p:nvPr>
        </p:nvSpPr>
        <p:spPr>
          <a:xfrm>
            <a:off x="1853883" y="3979900"/>
            <a:ext cx="3249300" cy="4680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6021" name="Google Shape;6021;p243"/>
          <p:cNvSpPr txBox="1"/>
          <p:nvPr>
            <p:ph hasCustomPrompt="1" idx="9" type="title"/>
          </p:nvPr>
        </p:nvSpPr>
        <p:spPr>
          <a:xfrm>
            <a:off x="851618" y="3752950"/>
            <a:ext cx="792600" cy="528300"/>
          </a:xfrm>
          <a:prstGeom prst="rect">
            <a:avLst/>
          </a:prstGeom>
        </p:spPr>
        <p:txBody>
          <a:bodyPr anchorCtr="0" anchor="ctr" bIns="91425" lIns="91425" spcFirstLastPara="1" rIns="91425" wrap="square" tIns="91425">
            <a:noAutofit/>
          </a:bodyPr>
          <a:lstStyle>
            <a:lvl1pPr lvl="0" algn="r">
              <a:spcBef>
                <a:spcPts val="0"/>
              </a:spcBef>
              <a:spcAft>
                <a:spcPts val="0"/>
              </a:spcAft>
              <a:buSzPts val="3000"/>
              <a:buNone/>
              <a:defRPr sz="3000">
                <a:solidFill>
                  <a:schemeClr val="accent2"/>
                </a:solidFill>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grpSp>
        <p:nvGrpSpPr>
          <p:cNvPr id="6022" name="Google Shape;6022;p243"/>
          <p:cNvGrpSpPr/>
          <p:nvPr/>
        </p:nvGrpSpPr>
        <p:grpSpPr>
          <a:xfrm>
            <a:off x="8195401" y="151622"/>
            <a:ext cx="609155" cy="610375"/>
            <a:chOff x="8195401" y="151622"/>
            <a:chExt cx="609155" cy="610375"/>
          </a:xfrm>
        </p:grpSpPr>
        <p:sp>
          <p:nvSpPr>
            <p:cNvPr id="6023" name="Google Shape;6023;p243"/>
            <p:cNvSpPr/>
            <p:nvPr/>
          </p:nvSpPr>
          <p:spPr>
            <a:xfrm>
              <a:off x="8195401" y="192608"/>
              <a:ext cx="93231" cy="93173"/>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024" name="Google Shape;6024;p243"/>
            <p:cNvGrpSpPr/>
            <p:nvPr/>
          </p:nvGrpSpPr>
          <p:grpSpPr>
            <a:xfrm>
              <a:off x="8711321" y="151622"/>
              <a:ext cx="93234" cy="93234"/>
              <a:chOff x="7812545" y="194375"/>
              <a:chExt cx="105457" cy="105457"/>
            </a:xfrm>
          </p:grpSpPr>
          <p:sp>
            <p:nvSpPr>
              <p:cNvPr id="6025" name="Google Shape;6025;p243"/>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6" name="Google Shape;6026;p243"/>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7" name="Google Shape;6027;p243"/>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8" name="Google Shape;6028;p243"/>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29" name="Google Shape;6029;p243"/>
            <p:cNvSpPr/>
            <p:nvPr/>
          </p:nvSpPr>
          <p:spPr>
            <a:xfrm>
              <a:off x="8670497" y="628022"/>
              <a:ext cx="134050" cy="133976"/>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30" name="Google Shape;6030;p243"/>
          <p:cNvGrpSpPr/>
          <p:nvPr/>
        </p:nvGrpSpPr>
        <p:grpSpPr>
          <a:xfrm>
            <a:off x="172645" y="4524332"/>
            <a:ext cx="552132" cy="431244"/>
            <a:chOff x="172645" y="4524332"/>
            <a:chExt cx="552132" cy="431244"/>
          </a:xfrm>
        </p:grpSpPr>
        <p:sp>
          <p:nvSpPr>
            <p:cNvPr id="6031" name="Google Shape;6031;p243"/>
            <p:cNvSpPr/>
            <p:nvPr/>
          </p:nvSpPr>
          <p:spPr>
            <a:xfrm flipH="1" rot="10800000">
              <a:off x="646826" y="487762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6032" name="Google Shape;6032;p243"/>
            <p:cNvGrpSpPr/>
            <p:nvPr/>
          </p:nvGrpSpPr>
          <p:grpSpPr>
            <a:xfrm flipH="1" rot="10800000">
              <a:off x="172645" y="4524332"/>
              <a:ext cx="105457" cy="105457"/>
              <a:chOff x="7812545" y="194375"/>
              <a:chExt cx="105457" cy="105457"/>
            </a:xfrm>
          </p:grpSpPr>
          <p:sp>
            <p:nvSpPr>
              <p:cNvPr id="6033" name="Google Shape;6033;p243"/>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4" name="Google Shape;6034;p243"/>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5" name="Google Shape;6035;p243"/>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6" name="Google Shape;6036;p243"/>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037" name="Google Shape;6037;p243"/>
          <p:cNvGrpSpPr/>
          <p:nvPr/>
        </p:nvGrpSpPr>
        <p:grpSpPr>
          <a:xfrm>
            <a:off x="198551" y="248100"/>
            <a:ext cx="340151" cy="550476"/>
            <a:chOff x="198551" y="248100"/>
            <a:chExt cx="340151" cy="550476"/>
          </a:xfrm>
        </p:grpSpPr>
        <p:sp>
          <p:nvSpPr>
            <p:cNvPr id="6038" name="Google Shape;6038;p243"/>
            <p:cNvSpPr/>
            <p:nvPr/>
          </p:nvSpPr>
          <p:spPr>
            <a:xfrm>
              <a:off x="198551" y="72062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6039" name="Google Shape;6039;p243"/>
            <p:cNvGrpSpPr/>
            <p:nvPr/>
          </p:nvGrpSpPr>
          <p:grpSpPr>
            <a:xfrm>
              <a:off x="433245" y="248100"/>
              <a:ext cx="105457" cy="105457"/>
              <a:chOff x="7812545" y="194375"/>
              <a:chExt cx="105457" cy="105457"/>
            </a:xfrm>
          </p:grpSpPr>
          <p:sp>
            <p:nvSpPr>
              <p:cNvPr id="6040" name="Google Shape;6040;p243"/>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1" name="Google Shape;6041;p243"/>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2" name="Google Shape;6042;p243"/>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3" name="Google Shape;6043;p243"/>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6044" name="Google Shape;6044;p243"/>
          <p:cNvSpPr/>
          <p:nvPr/>
        </p:nvSpPr>
        <p:spPr>
          <a:xfrm rot="-2505920">
            <a:off x="8402181" y="4360827"/>
            <a:ext cx="1232310" cy="1091056"/>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2">
  <p:cSld name="BLANK_24">
    <p:spTree>
      <p:nvGrpSpPr>
        <p:cNvPr id="6045" name="Shape 6045"/>
        <p:cNvGrpSpPr/>
        <p:nvPr/>
      </p:nvGrpSpPr>
      <p:grpSpPr>
        <a:xfrm>
          <a:off x="0" y="0"/>
          <a:ext cx="0" cy="0"/>
          <a:chOff x="0" y="0"/>
          <a:chExt cx="0" cy="0"/>
        </a:xfrm>
      </p:grpSpPr>
      <p:sp>
        <p:nvSpPr>
          <p:cNvPr id="6046" name="Google Shape;6046;p24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6047" name="Google Shape;6047;p244"/>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048" name="Google Shape;6048;p244"/>
          <p:cNvSpPr txBox="1"/>
          <p:nvPr>
            <p:ph idx="2" type="title"/>
          </p:nvPr>
        </p:nvSpPr>
        <p:spPr>
          <a:xfrm>
            <a:off x="4641675" y="1480725"/>
            <a:ext cx="3812100" cy="3936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sz="2000">
                <a:solidFill>
                  <a:schemeClr val="accent2"/>
                </a:solidFill>
              </a:defRPr>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sp>
        <p:nvSpPr>
          <p:cNvPr id="6049" name="Google Shape;6049;p244"/>
          <p:cNvSpPr txBox="1"/>
          <p:nvPr>
            <p:ph idx="1" type="subTitle"/>
          </p:nvPr>
        </p:nvSpPr>
        <p:spPr>
          <a:xfrm>
            <a:off x="4646025" y="1874325"/>
            <a:ext cx="3812100" cy="4680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6050" name="Google Shape;6050;p244"/>
          <p:cNvSpPr txBox="1"/>
          <p:nvPr>
            <p:ph idx="3" type="title"/>
          </p:nvPr>
        </p:nvSpPr>
        <p:spPr>
          <a:xfrm>
            <a:off x="4641675" y="2564000"/>
            <a:ext cx="3812100" cy="3936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sz="2000">
                <a:solidFill>
                  <a:schemeClr val="accent2"/>
                </a:solidFill>
              </a:defRPr>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sp>
        <p:nvSpPr>
          <p:cNvPr id="6051" name="Google Shape;6051;p244"/>
          <p:cNvSpPr txBox="1"/>
          <p:nvPr>
            <p:ph idx="4" type="subTitle"/>
          </p:nvPr>
        </p:nvSpPr>
        <p:spPr>
          <a:xfrm>
            <a:off x="4646025" y="2957600"/>
            <a:ext cx="3812100" cy="4680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6052" name="Google Shape;6052;p244"/>
          <p:cNvSpPr txBox="1"/>
          <p:nvPr>
            <p:ph idx="5" type="title"/>
          </p:nvPr>
        </p:nvSpPr>
        <p:spPr>
          <a:xfrm>
            <a:off x="4641675" y="3647275"/>
            <a:ext cx="3812100" cy="3936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sz="2000">
                <a:solidFill>
                  <a:schemeClr val="accent2"/>
                </a:solidFill>
              </a:defRPr>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sp>
        <p:nvSpPr>
          <p:cNvPr id="6053" name="Google Shape;6053;p244"/>
          <p:cNvSpPr txBox="1"/>
          <p:nvPr>
            <p:ph idx="6" type="subTitle"/>
          </p:nvPr>
        </p:nvSpPr>
        <p:spPr>
          <a:xfrm>
            <a:off x="4646025" y="4040875"/>
            <a:ext cx="3812100" cy="4680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6054" name="Google Shape;6054;p244"/>
          <p:cNvSpPr/>
          <p:nvPr/>
        </p:nvSpPr>
        <p:spPr>
          <a:xfrm>
            <a:off x="-615151" y="1413475"/>
            <a:ext cx="4960669" cy="4038065"/>
          </a:xfrm>
          <a:custGeom>
            <a:rect b="b" l="l" r="r" t="t"/>
            <a:pathLst>
              <a:path extrusionOk="0" h="48924" w="60102">
                <a:moveTo>
                  <a:pt x="31550" y="1"/>
                </a:moveTo>
                <a:cubicBezTo>
                  <a:pt x="28688" y="1"/>
                  <a:pt x="25391" y="541"/>
                  <a:pt x="22089" y="2238"/>
                </a:cubicBezTo>
                <a:cubicBezTo>
                  <a:pt x="12977" y="6900"/>
                  <a:pt x="8196" y="17230"/>
                  <a:pt x="4091" y="25485"/>
                </a:cubicBezTo>
                <a:cubicBezTo>
                  <a:pt x="1" y="33725"/>
                  <a:pt x="2016" y="42612"/>
                  <a:pt x="8767" y="47123"/>
                </a:cubicBezTo>
                <a:cubicBezTo>
                  <a:pt x="10764" y="48461"/>
                  <a:pt x="12590" y="48924"/>
                  <a:pt x="14421" y="48924"/>
                </a:cubicBezTo>
                <a:cubicBezTo>
                  <a:pt x="18514" y="48924"/>
                  <a:pt x="22630" y="46611"/>
                  <a:pt x="28730" y="46611"/>
                </a:cubicBezTo>
                <a:cubicBezTo>
                  <a:pt x="29125" y="46611"/>
                  <a:pt x="29527" y="46621"/>
                  <a:pt x="29939" y="46641"/>
                </a:cubicBezTo>
                <a:cubicBezTo>
                  <a:pt x="34134" y="46851"/>
                  <a:pt x="36984" y="47278"/>
                  <a:pt x="39535" y="47278"/>
                </a:cubicBezTo>
                <a:cubicBezTo>
                  <a:pt x="42835" y="47278"/>
                  <a:pt x="45637" y="46563"/>
                  <a:pt x="50208" y="43739"/>
                </a:cubicBezTo>
                <a:cubicBezTo>
                  <a:pt x="58328" y="38732"/>
                  <a:pt x="60102" y="25500"/>
                  <a:pt x="54042" y="15140"/>
                </a:cubicBezTo>
                <a:cubicBezTo>
                  <a:pt x="47997" y="4779"/>
                  <a:pt x="40254" y="1667"/>
                  <a:pt x="40254" y="1667"/>
                </a:cubicBezTo>
                <a:cubicBezTo>
                  <a:pt x="40254" y="1667"/>
                  <a:pt x="36573" y="1"/>
                  <a:pt x="31550"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055" name="Google Shape;6055;p244"/>
          <p:cNvGrpSpPr/>
          <p:nvPr/>
        </p:nvGrpSpPr>
        <p:grpSpPr>
          <a:xfrm rot="5400000">
            <a:off x="8326001" y="4395047"/>
            <a:ext cx="609155" cy="610375"/>
            <a:chOff x="8195401" y="151622"/>
            <a:chExt cx="609155" cy="610375"/>
          </a:xfrm>
        </p:grpSpPr>
        <p:sp>
          <p:nvSpPr>
            <p:cNvPr id="6056" name="Google Shape;6056;p244"/>
            <p:cNvSpPr/>
            <p:nvPr/>
          </p:nvSpPr>
          <p:spPr>
            <a:xfrm>
              <a:off x="8195401" y="192608"/>
              <a:ext cx="93231" cy="93173"/>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057" name="Google Shape;6057;p244"/>
            <p:cNvGrpSpPr/>
            <p:nvPr/>
          </p:nvGrpSpPr>
          <p:grpSpPr>
            <a:xfrm>
              <a:off x="8711321" y="151622"/>
              <a:ext cx="93234" cy="93234"/>
              <a:chOff x="7812545" y="194375"/>
              <a:chExt cx="105457" cy="105457"/>
            </a:xfrm>
          </p:grpSpPr>
          <p:sp>
            <p:nvSpPr>
              <p:cNvPr id="6058" name="Google Shape;6058;p244"/>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9" name="Google Shape;6059;p244"/>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0" name="Google Shape;6060;p244"/>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1" name="Google Shape;6061;p244"/>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62" name="Google Shape;6062;p244"/>
            <p:cNvSpPr/>
            <p:nvPr/>
          </p:nvSpPr>
          <p:spPr>
            <a:xfrm>
              <a:off x="8670497" y="628022"/>
              <a:ext cx="134050" cy="133976"/>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63" name="Google Shape;6063;p244"/>
          <p:cNvGrpSpPr/>
          <p:nvPr/>
        </p:nvGrpSpPr>
        <p:grpSpPr>
          <a:xfrm>
            <a:off x="242101" y="187150"/>
            <a:ext cx="340151" cy="550476"/>
            <a:chOff x="198551" y="248100"/>
            <a:chExt cx="340151" cy="550476"/>
          </a:xfrm>
        </p:grpSpPr>
        <p:sp>
          <p:nvSpPr>
            <p:cNvPr id="6064" name="Google Shape;6064;p244"/>
            <p:cNvSpPr/>
            <p:nvPr/>
          </p:nvSpPr>
          <p:spPr>
            <a:xfrm>
              <a:off x="198551" y="72062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6065" name="Google Shape;6065;p244"/>
            <p:cNvGrpSpPr/>
            <p:nvPr/>
          </p:nvGrpSpPr>
          <p:grpSpPr>
            <a:xfrm>
              <a:off x="433245" y="248100"/>
              <a:ext cx="105457" cy="105457"/>
              <a:chOff x="7812545" y="194375"/>
              <a:chExt cx="105457" cy="105457"/>
            </a:xfrm>
          </p:grpSpPr>
          <p:sp>
            <p:nvSpPr>
              <p:cNvPr id="6066" name="Google Shape;6066;p244"/>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7" name="Google Shape;6067;p244"/>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8" name="Google Shape;6068;p244"/>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9" name="Google Shape;6069;p244"/>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070" name="Google Shape;6070;p244"/>
          <p:cNvGrpSpPr/>
          <p:nvPr/>
        </p:nvGrpSpPr>
        <p:grpSpPr>
          <a:xfrm>
            <a:off x="-842823" y="3927658"/>
            <a:ext cx="2382475" cy="2041993"/>
            <a:chOff x="-842823" y="3927658"/>
            <a:chExt cx="2382475" cy="2041993"/>
          </a:xfrm>
        </p:grpSpPr>
        <p:sp>
          <p:nvSpPr>
            <p:cNvPr id="6071" name="Google Shape;6071;p244"/>
            <p:cNvSpPr/>
            <p:nvPr/>
          </p:nvSpPr>
          <p:spPr>
            <a:xfrm rot="-2505897">
              <a:off x="-584499" y="4267169"/>
              <a:ext cx="1539427" cy="1362970"/>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2" name="Google Shape;6072;p244"/>
            <p:cNvSpPr/>
            <p:nvPr/>
          </p:nvSpPr>
          <p:spPr>
            <a:xfrm>
              <a:off x="1461701" y="4822437"/>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6073" name="Google Shape;6073;p244"/>
            <p:cNvGrpSpPr/>
            <p:nvPr/>
          </p:nvGrpSpPr>
          <p:grpSpPr>
            <a:xfrm>
              <a:off x="1029945" y="4290188"/>
              <a:ext cx="105457" cy="105457"/>
              <a:chOff x="7812545" y="194375"/>
              <a:chExt cx="105457" cy="105457"/>
            </a:xfrm>
          </p:grpSpPr>
          <p:sp>
            <p:nvSpPr>
              <p:cNvPr id="6074" name="Google Shape;6074;p244"/>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5" name="Google Shape;6075;p244"/>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6" name="Google Shape;6076;p244"/>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7" name="Google Shape;6077;p244"/>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078" name="Google Shape;6078;p244"/>
          <p:cNvGrpSpPr/>
          <p:nvPr/>
        </p:nvGrpSpPr>
        <p:grpSpPr>
          <a:xfrm>
            <a:off x="7208520" y="-639702"/>
            <a:ext cx="2388459" cy="1634614"/>
            <a:chOff x="7208520" y="-639702"/>
            <a:chExt cx="2388459" cy="1634614"/>
          </a:xfrm>
        </p:grpSpPr>
        <p:sp>
          <p:nvSpPr>
            <p:cNvPr id="6079" name="Google Shape;6079;p244"/>
            <p:cNvSpPr/>
            <p:nvPr/>
          </p:nvSpPr>
          <p:spPr>
            <a:xfrm rot="-2505920">
              <a:off x="8157881" y="-367923"/>
              <a:ext cx="1232310" cy="1091056"/>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0" name="Google Shape;6080;p244"/>
            <p:cNvSpPr/>
            <p:nvPr/>
          </p:nvSpPr>
          <p:spPr>
            <a:xfrm>
              <a:off x="8175601" y="78677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6081" name="Google Shape;6081;p244"/>
            <p:cNvGrpSpPr/>
            <p:nvPr/>
          </p:nvGrpSpPr>
          <p:grpSpPr>
            <a:xfrm>
              <a:off x="7208520" y="178550"/>
              <a:ext cx="105457" cy="105457"/>
              <a:chOff x="7812545" y="194375"/>
              <a:chExt cx="105457" cy="105457"/>
            </a:xfrm>
          </p:grpSpPr>
          <p:sp>
            <p:nvSpPr>
              <p:cNvPr id="6082" name="Google Shape;6082;p244"/>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3" name="Google Shape;6083;p244"/>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4" name="Google Shape;6084;p244"/>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5" name="Google Shape;6085;p244"/>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5">
    <p:spTree>
      <p:nvGrpSpPr>
        <p:cNvPr id="6086" name="Shape 6086"/>
        <p:cNvGrpSpPr/>
        <p:nvPr/>
      </p:nvGrpSpPr>
      <p:grpSpPr>
        <a:xfrm>
          <a:off x="0" y="0"/>
          <a:ext cx="0" cy="0"/>
          <a:chOff x="0" y="0"/>
          <a:chExt cx="0" cy="0"/>
        </a:xfrm>
      </p:grpSpPr>
      <p:sp>
        <p:nvSpPr>
          <p:cNvPr id="6087" name="Google Shape;6087;p24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6088" name="Google Shape;6088;p245"/>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089" name="Google Shape;6089;p245"/>
          <p:cNvSpPr txBox="1"/>
          <p:nvPr>
            <p:ph idx="1" type="subTitle"/>
          </p:nvPr>
        </p:nvSpPr>
        <p:spPr>
          <a:xfrm>
            <a:off x="694600" y="2141050"/>
            <a:ext cx="1987800" cy="6741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6090" name="Google Shape;6090;p245"/>
          <p:cNvSpPr txBox="1"/>
          <p:nvPr>
            <p:ph idx="2" type="subTitle"/>
          </p:nvPr>
        </p:nvSpPr>
        <p:spPr>
          <a:xfrm>
            <a:off x="694600" y="1677500"/>
            <a:ext cx="1987800" cy="393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sp>
        <p:nvSpPr>
          <p:cNvPr id="6091" name="Google Shape;6091;p245"/>
          <p:cNvSpPr txBox="1"/>
          <p:nvPr>
            <p:ph idx="3" type="subTitle"/>
          </p:nvPr>
        </p:nvSpPr>
        <p:spPr>
          <a:xfrm>
            <a:off x="694600" y="3635925"/>
            <a:ext cx="1987800" cy="6741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6092" name="Google Shape;6092;p245"/>
          <p:cNvSpPr txBox="1"/>
          <p:nvPr>
            <p:ph idx="4" type="subTitle"/>
          </p:nvPr>
        </p:nvSpPr>
        <p:spPr>
          <a:xfrm>
            <a:off x="694600" y="3172375"/>
            <a:ext cx="1987800" cy="393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sp>
        <p:nvSpPr>
          <p:cNvPr id="6093" name="Google Shape;6093;p245"/>
          <p:cNvSpPr txBox="1"/>
          <p:nvPr>
            <p:ph idx="5" type="subTitle"/>
          </p:nvPr>
        </p:nvSpPr>
        <p:spPr>
          <a:xfrm>
            <a:off x="3022700" y="2141050"/>
            <a:ext cx="1987800" cy="6741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6094" name="Google Shape;6094;p245"/>
          <p:cNvSpPr txBox="1"/>
          <p:nvPr>
            <p:ph idx="6" type="subTitle"/>
          </p:nvPr>
        </p:nvSpPr>
        <p:spPr>
          <a:xfrm>
            <a:off x="3022700" y="1677500"/>
            <a:ext cx="1987800" cy="393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sp>
        <p:nvSpPr>
          <p:cNvPr id="6095" name="Google Shape;6095;p245"/>
          <p:cNvSpPr txBox="1"/>
          <p:nvPr>
            <p:ph idx="7" type="subTitle"/>
          </p:nvPr>
        </p:nvSpPr>
        <p:spPr>
          <a:xfrm>
            <a:off x="3022700" y="3635925"/>
            <a:ext cx="1987800" cy="6741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6096" name="Google Shape;6096;p245"/>
          <p:cNvSpPr txBox="1"/>
          <p:nvPr>
            <p:ph idx="8" type="subTitle"/>
          </p:nvPr>
        </p:nvSpPr>
        <p:spPr>
          <a:xfrm>
            <a:off x="3022700" y="3172375"/>
            <a:ext cx="1987800" cy="393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grpSp>
        <p:nvGrpSpPr>
          <p:cNvPr id="6097" name="Google Shape;6097;p245"/>
          <p:cNvGrpSpPr/>
          <p:nvPr/>
        </p:nvGrpSpPr>
        <p:grpSpPr>
          <a:xfrm>
            <a:off x="-1260750" y="4247400"/>
            <a:ext cx="2224933" cy="1789104"/>
            <a:chOff x="-1260750" y="4247400"/>
            <a:chExt cx="2224933" cy="1789104"/>
          </a:xfrm>
        </p:grpSpPr>
        <p:sp>
          <p:nvSpPr>
            <p:cNvPr id="6098" name="Google Shape;6098;p245"/>
            <p:cNvSpPr/>
            <p:nvPr/>
          </p:nvSpPr>
          <p:spPr>
            <a:xfrm flipH="1">
              <a:off x="-1260750" y="4247400"/>
              <a:ext cx="2224933" cy="1789104"/>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9" name="Google Shape;6099;p245"/>
            <p:cNvSpPr/>
            <p:nvPr/>
          </p:nvSpPr>
          <p:spPr>
            <a:xfrm>
              <a:off x="-708950" y="4596438"/>
              <a:ext cx="1232275" cy="1091025"/>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00" name="Google Shape;6100;p245"/>
          <p:cNvGrpSpPr/>
          <p:nvPr/>
        </p:nvGrpSpPr>
        <p:grpSpPr>
          <a:xfrm>
            <a:off x="274663" y="183250"/>
            <a:ext cx="463864" cy="572939"/>
            <a:chOff x="274663" y="183250"/>
            <a:chExt cx="463864" cy="572939"/>
          </a:xfrm>
        </p:grpSpPr>
        <p:grpSp>
          <p:nvGrpSpPr>
            <p:cNvPr id="6101" name="Google Shape;6101;p245"/>
            <p:cNvGrpSpPr/>
            <p:nvPr/>
          </p:nvGrpSpPr>
          <p:grpSpPr>
            <a:xfrm>
              <a:off x="633070" y="183250"/>
              <a:ext cx="105457" cy="105457"/>
              <a:chOff x="7812545" y="194375"/>
              <a:chExt cx="105457" cy="105457"/>
            </a:xfrm>
          </p:grpSpPr>
          <p:sp>
            <p:nvSpPr>
              <p:cNvPr id="6102" name="Google Shape;6102;p245"/>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3" name="Google Shape;6103;p245"/>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4" name="Google Shape;6104;p245"/>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5" name="Google Shape;6105;p245"/>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106" name="Google Shape;6106;p245"/>
            <p:cNvSpPr/>
            <p:nvPr/>
          </p:nvSpPr>
          <p:spPr>
            <a:xfrm>
              <a:off x="274663" y="650800"/>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07" name="Google Shape;6107;p245"/>
          <p:cNvGrpSpPr/>
          <p:nvPr/>
        </p:nvGrpSpPr>
        <p:grpSpPr>
          <a:xfrm>
            <a:off x="8458201" y="174775"/>
            <a:ext cx="450001" cy="729257"/>
            <a:chOff x="8458201" y="174775"/>
            <a:chExt cx="450001" cy="729257"/>
          </a:xfrm>
        </p:grpSpPr>
        <p:sp>
          <p:nvSpPr>
            <p:cNvPr id="6108" name="Google Shape;6108;p245"/>
            <p:cNvSpPr/>
            <p:nvPr/>
          </p:nvSpPr>
          <p:spPr>
            <a:xfrm>
              <a:off x="8458201" y="17477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6109" name="Google Shape;6109;p245"/>
            <p:cNvGrpSpPr/>
            <p:nvPr/>
          </p:nvGrpSpPr>
          <p:grpSpPr>
            <a:xfrm>
              <a:off x="8802745" y="798575"/>
              <a:ext cx="105457" cy="105457"/>
              <a:chOff x="7812545" y="194375"/>
              <a:chExt cx="105457" cy="105457"/>
            </a:xfrm>
          </p:grpSpPr>
          <p:sp>
            <p:nvSpPr>
              <p:cNvPr id="6110" name="Google Shape;6110;p245"/>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1" name="Google Shape;6111;p245"/>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2" name="Google Shape;6112;p245"/>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3" name="Google Shape;6113;p245"/>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114" name="Google Shape;6114;p245"/>
          <p:cNvGrpSpPr/>
          <p:nvPr/>
        </p:nvGrpSpPr>
        <p:grpSpPr>
          <a:xfrm>
            <a:off x="4674326" y="4643998"/>
            <a:ext cx="1462601" cy="285801"/>
            <a:chOff x="4826726" y="4646175"/>
            <a:chExt cx="1462601" cy="285801"/>
          </a:xfrm>
        </p:grpSpPr>
        <p:sp>
          <p:nvSpPr>
            <p:cNvPr id="6115" name="Google Shape;6115;p245"/>
            <p:cNvSpPr/>
            <p:nvPr/>
          </p:nvSpPr>
          <p:spPr>
            <a:xfrm>
              <a:off x="4826726" y="485402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6116" name="Google Shape;6116;p245"/>
            <p:cNvGrpSpPr/>
            <p:nvPr/>
          </p:nvGrpSpPr>
          <p:grpSpPr>
            <a:xfrm>
              <a:off x="5519620" y="4646175"/>
              <a:ext cx="105457" cy="105457"/>
              <a:chOff x="7812545" y="194375"/>
              <a:chExt cx="105457" cy="105457"/>
            </a:xfrm>
          </p:grpSpPr>
          <p:sp>
            <p:nvSpPr>
              <p:cNvPr id="6117" name="Google Shape;6117;p245"/>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8" name="Google Shape;6118;p245"/>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9" name="Google Shape;6119;p245"/>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0" name="Google Shape;6120;p245"/>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121" name="Google Shape;6121;p245"/>
            <p:cNvSpPr/>
            <p:nvPr/>
          </p:nvSpPr>
          <p:spPr>
            <a:xfrm>
              <a:off x="6211376" y="485402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spTree>
  </p:cSld>
  <p:clrMapOvr>
    <a:masterClrMapping/>
  </p:clrMapOvr>
</p:sldLayout>
</file>

<file path=ppt/slideLayouts/slideLayout2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1">
  <p:cSld name="BLANK_16">
    <p:spTree>
      <p:nvGrpSpPr>
        <p:cNvPr id="6122" name="Shape 6122"/>
        <p:cNvGrpSpPr/>
        <p:nvPr/>
      </p:nvGrpSpPr>
      <p:grpSpPr>
        <a:xfrm>
          <a:off x="0" y="0"/>
          <a:ext cx="0" cy="0"/>
          <a:chOff x="0" y="0"/>
          <a:chExt cx="0" cy="0"/>
        </a:xfrm>
      </p:grpSpPr>
      <p:sp>
        <p:nvSpPr>
          <p:cNvPr id="6123" name="Google Shape;6123;p24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6124" name="Google Shape;6124;p246"/>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125" name="Google Shape;6125;p246"/>
          <p:cNvSpPr txBox="1"/>
          <p:nvPr>
            <p:ph idx="1" type="subTitle"/>
          </p:nvPr>
        </p:nvSpPr>
        <p:spPr>
          <a:xfrm>
            <a:off x="685800" y="2234667"/>
            <a:ext cx="2249100" cy="481500"/>
          </a:xfrm>
          <a:prstGeom prst="rect">
            <a:avLst/>
          </a:prstGeom>
        </p:spPr>
        <p:txBody>
          <a:bodyPr anchorCtr="0" anchor="ctr" bIns="91425" lIns="91425" spcFirstLastPara="1" rIns="91425" wrap="square" tIns="91425">
            <a:noAutofit/>
          </a:bodyPr>
          <a:lstStyle>
            <a:lvl1pPr lvl="0" algn="r">
              <a:lnSpc>
                <a:spcPct val="100000"/>
              </a:lnSpc>
              <a:spcBef>
                <a:spcPts val="0"/>
              </a:spcBef>
              <a:spcAft>
                <a:spcPts val="0"/>
              </a:spcAft>
              <a:buSzPts val="1400"/>
              <a:buNone/>
              <a:defRPr/>
            </a:lvl1pPr>
            <a:lvl2pPr lvl="1" algn="r">
              <a:lnSpc>
                <a:spcPct val="100000"/>
              </a:lnSpc>
              <a:spcBef>
                <a:spcPts val="0"/>
              </a:spcBef>
              <a:spcAft>
                <a:spcPts val="0"/>
              </a:spcAft>
              <a:buSzPts val="1400"/>
              <a:buNone/>
              <a:defRPr/>
            </a:lvl2pPr>
            <a:lvl3pPr lvl="2" algn="r">
              <a:lnSpc>
                <a:spcPct val="100000"/>
              </a:lnSpc>
              <a:spcBef>
                <a:spcPts val="0"/>
              </a:spcBef>
              <a:spcAft>
                <a:spcPts val="0"/>
              </a:spcAft>
              <a:buSzPts val="1400"/>
              <a:buNone/>
              <a:defRPr/>
            </a:lvl3pPr>
            <a:lvl4pPr lvl="3" algn="r">
              <a:lnSpc>
                <a:spcPct val="100000"/>
              </a:lnSpc>
              <a:spcBef>
                <a:spcPts val="0"/>
              </a:spcBef>
              <a:spcAft>
                <a:spcPts val="0"/>
              </a:spcAft>
              <a:buSzPts val="1400"/>
              <a:buNone/>
              <a:defRPr/>
            </a:lvl4pPr>
            <a:lvl5pPr lvl="4" algn="r">
              <a:lnSpc>
                <a:spcPct val="100000"/>
              </a:lnSpc>
              <a:spcBef>
                <a:spcPts val="0"/>
              </a:spcBef>
              <a:spcAft>
                <a:spcPts val="0"/>
              </a:spcAft>
              <a:buSzPts val="1400"/>
              <a:buNone/>
              <a:defRPr/>
            </a:lvl5pPr>
            <a:lvl6pPr lvl="5" algn="r">
              <a:lnSpc>
                <a:spcPct val="100000"/>
              </a:lnSpc>
              <a:spcBef>
                <a:spcPts val="0"/>
              </a:spcBef>
              <a:spcAft>
                <a:spcPts val="0"/>
              </a:spcAft>
              <a:buSzPts val="1400"/>
              <a:buNone/>
              <a:defRPr/>
            </a:lvl6pPr>
            <a:lvl7pPr lvl="6" algn="r">
              <a:lnSpc>
                <a:spcPct val="100000"/>
              </a:lnSpc>
              <a:spcBef>
                <a:spcPts val="0"/>
              </a:spcBef>
              <a:spcAft>
                <a:spcPts val="0"/>
              </a:spcAft>
              <a:buSzPts val="1400"/>
              <a:buNone/>
              <a:defRPr/>
            </a:lvl7pPr>
            <a:lvl8pPr lvl="7" algn="r">
              <a:lnSpc>
                <a:spcPct val="100000"/>
              </a:lnSpc>
              <a:spcBef>
                <a:spcPts val="0"/>
              </a:spcBef>
              <a:spcAft>
                <a:spcPts val="0"/>
              </a:spcAft>
              <a:buSzPts val="1400"/>
              <a:buNone/>
              <a:defRPr/>
            </a:lvl8pPr>
            <a:lvl9pPr lvl="8" algn="r">
              <a:lnSpc>
                <a:spcPct val="100000"/>
              </a:lnSpc>
              <a:spcBef>
                <a:spcPts val="0"/>
              </a:spcBef>
              <a:spcAft>
                <a:spcPts val="0"/>
              </a:spcAft>
              <a:buSzPts val="1400"/>
              <a:buNone/>
              <a:defRPr/>
            </a:lvl9pPr>
          </a:lstStyle>
          <a:p/>
        </p:txBody>
      </p:sp>
      <p:sp>
        <p:nvSpPr>
          <p:cNvPr id="6126" name="Google Shape;6126;p246"/>
          <p:cNvSpPr txBox="1"/>
          <p:nvPr>
            <p:ph idx="2" type="subTitle"/>
          </p:nvPr>
        </p:nvSpPr>
        <p:spPr>
          <a:xfrm>
            <a:off x="685800" y="1771117"/>
            <a:ext cx="2249100" cy="393600"/>
          </a:xfrm>
          <a:prstGeom prst="rect">
            <a:avLst/>
          </a:prstGeom>
        </p:spPr>
        <p:txBody>
          <a:bodyPr anchorCtr="0" anchor="ctr" bIns="91425" lIns="91425" spcFirstLastPara="1" rIns="91425" wrap="square" tIns="91425">
            <a:noAutofit/>
          </a:bodyPr>
          <a:lstStyle>
            <a:lvl1pPr lvl="0" algn="r">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sp>
        <p:nvSpPr>
          <p:cNvPr id="6127" name="Google Shape;6127;p246"/>
          <p:cNvSpPr txBox="1"/>
          <p:nvPr>
            <p:ph idx="3" type="subTitle"/>
          </p:nvPr>
        </p:nvSpPr>
        <p:spPr>
          <a:xfrm>
            <a:off x="685800" y="3577142"/>
            <a:ext cx="2249100" cy="481500"/>
          </a:xfrm>
          <a:prstGeom prst="rect">
            <a:avLst/>
          </a:prstGeom>
        </p:spPr>
        <p:txBody>
          <a:bodyPr anchorCtr="0" anchor="ctr" bIns="91425" lIns="91425" spcFirstLastPara="1" rIns="91425" wrap="square" tIns="91425">
            <a:noAutofit/>
          </a:bodyPr>
          <a:lstStyle>
            <a:lvl1pPr lvl="0" algn="r">
              <a:lnSpc>
                <a:spcPct val="100000"/>
              </a:lnSpc>
              <a:spcBef>
                <a:spcPts val="0"/>
              </a:spcBef>
              <a:spcAft>
                <a:spcPts val="0"/>
              </a:spcAft>
              <a:buSzPts val="1400"/>
              <a:buNone/>
              <a:defRPr/>
            </a:lvl1pPr>
            <a:lvl2pPr lvl="1" algn="r">
              <a:lnSpc>
                <a:spcPct val="100000"/>
              </a:lnSpc>
              <a:spcBef>
                <a:spcPts val="0"/>
              </a:spcBef>
              <a:spcAft>
                <a:spcPts val="0"/>
              </a:spcAft>
              <a:buSzPts val="1400"/>
              <a:buNone/>
              <a:defRPr/>
            </a:lvl2pPr>
            <a:lvl3pPr lvl="2" algn="r">
              <a:lnSpc>
                <a:spcPct val="100000"/>
              </a:lnSpc>
              <a:spcBef>
                <a:spcPts val="0"/>
              </a:spcBef>
              <a:spcAft>
                <a:spcPts val="0"/>
              </a:spcAft>
              <a:buSzPts val="1400"/>
              <a:buNone/>
              <a:defRPr/>
            </a:lvl3pPr>
            <a:lvl4pPr lvl="3" algn="r">
              <a:lnSpc>
                <a:spcPct val="100000"/>
              </a:lnSpc>
              <a:spcBef>
                <a:spcPts val="0"/>
              </a:spcBef>
              <a:spcAft>
                <a:spcPts val="0"/>
              </a:spcAft>
              <a:buSzPts val="1400"/>
              <a:buNone/>
              <a:defRPr/>
            </a:lvl4pPr>
            <a:lvl5pPr lvl="4" algn="r">
              <a:lnSpc>
                <a:spcPct val="100000"/>
              </a:lnSpc>
              <a:spcBef>
                <a:spcPts val="0"/>
              </a:spcBef>
              <a:spcAft>
                <a:spcPts val="0"/>
              </a:spcAft>
              <a:buSzPts val="1400"/>
              <a:buNone/>
              <a:defRPr/>
            </a:lvl5pPr>
            <a:lvl6pPr lvl="5" algn="r">
              <a:lnSpc>
                <a:spcPct val="100000"/>
              </a:lnSpc>
              <a:spcBef>
                <a:spcPts val="0"/>
              </a:spcBef>
              <a:spcAft>
                <a:spcPts val="0"/>
              </a:spcAft>
              <a:buSzPts val="1400"/>
              <a:buNone/>
              <a:defRPr/>
            </a:lvl6pPr>
            <a:lvl7pPr lvl="6" algn="r">
              <a:lnSpc>
                <a:spcPct val="100000"/>
              </a:lnSpc>
              <a:spcBef>
                <a:spcPts val="0"/>
              </a:spcBef>
              <a:spcAft>
                <a:spcPts val="0"/>
              </a:spcAft>
              <a:buSzPts val="1400"/>
              <a:buNone/>
              <a:defRPr/>
            </a:lvl7pPr>
            <a:lvl8pPr lvl="7" algn="r">
              <a:lnSpc>
                <a:spcPct val="100000"/>
              </a:lnSpc>
              <a:spcBef>
                <a:spcPts val="0"/>
              </a:spcBef>
              <a:spcAft>
                <a:spcPts val="0"/>
              </a:spcAft>
              <a:buSzPts val="1400"/>
              <a:buNone/>
              <a:defRPr/>
            </a:lvl8pPr>
            <a:lvl9pPr lvl="8" algn="r">
              <a:lnSpc>
                <a:spcPct val="100000"/>
              </a:lnSpc>
              <a:spcBef>
                <a:spcPts val="0"/>
              </a:spcBef>
              <a:spcAft>
                <a:spcPts val="0"/>
              </a:spcAft>
              <a:buSzPts val="1400"/>
              <a:buNone/>
              <a:defRPr/>
            </a:lvl9pPr>
          </a:lstStyle>
          <a:p/>
        </p:txBody>
      </p:sp>
      <p:sp>
        <p:nvSpPr>
          <p:cNvPr id="6128" name="Google Shape;6128;p246"/>
          <p:cNvSpPr txBox="1"/>
          <p:nvPr>
            <p:ph idx="4" type="subTitle"/>
          </p:nvPr>
        </p:nvSpPr>
        <p:spPr>
          <a:xfrm>
            <a:off x="685800" y="3113592"/>
            <a:ext cx="2249100" cy="393600"/>
          </a:xfrm>
          <a:prstGeom prst="rect">
            <a:avLst/>
          </a:prstGeom>
        </p:spPr>
        <p:txBody>
          <a:bodyPr anchorCtr="0" anchor="ctr" bIns="91425" lIns="91425" spcFirstLastPara="1" rIns="91425" wrap="square" tIns="91425">
            <a:noAutofit/>
          </a:bodyPr>
          <a:lstStyle>
            <a:lvl1pPr lvl="0" algn="r">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sp>
        <p:nvSpPr>
          <p:cNvPr id="6129" name="Google Shape;6129;p246"/>
          <p:cNvSpPr txBox="1"/>
          <p:nvPr>
            <p:ph idx="5" type="subTitle"/>
          </p:nvPr>
        </p:nvSpPr>
        <p:spPr>
          <a:xfrm>
            <a:off x="6209200" y="2234667"/>
            <a:ext cx="2249100" cy="4815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6130" name="Google Shape;6130;p246"/>
          <p:cNvSpPr txBox="1"/>
          <p:nvPr>
            <p:ph idx="6" type="subTitle"/>
          </p:nvPr>
        </p:nvSpPr>
        <p:spPr>
          <a:xfrm>
            <a:off x="6209200" y="1771117"/>
            <a:ext cx="2249100" cy="393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sp>
        <p:nvSpPr>
          <p:cNvPr id="6131" name="Google Shape;6131;p246"/>
          <p:cNvSpPr txBox="1"/>
          <p:nvPr>
            <p:ph idx="7" type="subTitle"/>
          </p:nvPr>
        </p:nvSpPr>
        <p:spPr>
          <a:xfrm>
            <a:off x="6209200" y="3577142"/>
            <a:ext cx="2249100" cy="4815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6132" name="Google Shape;6132;p246"/>
          <p:cNvSpPr txBox="1"/>
          <p:nvPr>
            <p:ph idx="8" type="subTitle"/>
          </p:nvPr>
        </p:nvSpPr>
        <p:spPr>
          <a:xfrm>
            <a:off x="6209200" y="3113592"/>
            <a:ext cx="2249100" cy="393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grpSp>
        <p:nvGrpSpPr>
          <p:cNvPr id="6133" name="Google Shape;6133;p246"/>
          <p:cNvGrpSpPr/>
          <p:nvPr/>
        </p:nvGrpSpPr>
        <p:grpSpPr>
          <a:xfrm flipH="1">
            <a:off x="450425" y="4456075"/>
            <a:ext cx="1916852" cy="488594"/>
            <a:chOff x="6725000" y="4484900"/>
            <a:chExt cx="1916852" cy="488594"/>
          </a:xfrm>
        </p:grpSpPr>
        <p:sp>
          <p:nvSpPr>
            <p:cNvPr id="6134" name="Google Shape;6134;p246"/>
            <p:cNvSpPr/>
            <p:nvPr/>
          </p:nvSpPr>
          <p:spPr>
            <a:xfrm>
              <a:off x="8536400" y="4484900"/>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135" name="Google Shape;6135;p246"/>
            <p:cNvGrpSpPr/>
            <p:nvPr/>
          </p:nvGrpSpPr>
          <p:grpSpPr>
            <a:xfrm>
              <a:off x="7801920" y="4868038"/>
              <a:ext cx="105457" cy="105457"/>
              <a:chOff x="7812545" y="194375"/>
              <a:chExt cx="105457" cy="105457"/>
            </a:xfrm>
          </p:grpSpPr>
          <p:sp>
            <p:nvSpPr>
              <p:cNvPr id="6136" name="Google Shape;6136;p246"/>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7" name="Google Shape;6137;p246"/>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8" name="Google Shape;6138;p246"/>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9" name="Google Shape;6139;p246"/>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140" name="Google Shape;6140;p246"/>
            <p:cNvSpPr/>
            <p:nvPr/>
          </p:nvSpPr>
          <p:spPr>
            <a:xfrm>
              <a:off x="6725000" y="4762662"/>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41" name="Google Shape;6141;p246"/>
          <p:cNvGrpSpPr/>
          <p:nvPr/>
        </p:nvGrpSpPr>
        <p:grpSpPr>
          <a:xfrm>
            <a:off x="8072151" y="199650"/>
            <a:ext cx="727201" cy="912457"/>
            <a:chOff x="8072151" y="199650"/>
            <a:chExt cx="727201" cy="912457"/>
          </a:xfrm>
        </p:grpSpPr>
        <p:sp>
          <p:nvSpPr>
            <p:cNvPr id="6142" name="Google Shape;6142;p246"/>
            <p:cNvSpPr/>
            <p:nvPr/>
          </p:nvSpPr>
          <p:spPr>
            <a:xfrm>
              <a:off x="8072151" y="199650"/>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6143" name="Google Shape;6143;p246"/>
            <p:cNvGrpSpPr/>
            <p:nvPr/>
          </p:nvGrpSpPr>
          <p:grpSpPr>
            <a:xfrm>
              <a:off x="8645970" y="1006650"/>
              <a:ext cx="105457" cy="105457"/>
              <a:chOff x="7812545" y="194375"/>
              <a:chExt cx="105457" cy="105457"/>
            </a:xfrm>
          </p:grpSpPr>
          <p:sp>
            <p:nvSpPr>
              <p:cNvPr id="6144" name="Google Shape;6144;p246"/>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5" name="Google Shape;6145;p246"/>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6" name="Google Shape;6146;p246"/>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7" name="Google Shape;6147;p246"/>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48" name="Google Shape;6148;p246"/>
            <p:cNvGrpSpPr/>
            <p:nvPr/>
          </p:nvGrpSpPr>
          <p:grpSpPr>
            <a:xfrm>
              <a:off x="8693895" y="342525"/>
              <a:ext cx="105457" cy="105457"/>
              <a:chOff x="7812545" y="194375"/>
              <a:chExt cx="105457" cy="105457"/>
            </a:xfrm>
          </p:grpSpPr>
          <p:sp>
            <p:nvSpPr>
              <p:cNvPr id="6149" name="Google Shape;6149;p246"/>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0" name="Google Shape;6150;p246"/>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1" name="Google Shape;6151;p246"/>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2" name="Google Shape;6152;p246"/>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153" name="Google Shape;6153;p246"/>
          <p:cNvGrpSpPr/>
          <p:nvPr/>
        </p:nvGrpSpPr>
        <p:grpSpPr>
          <a:xfrm>
            <a:off x="7924782" y="4282875"/>
            <a:ext cx="1763256" cy="1268320"/>
            <a:chOff x="7924782" y="4282875"/>
            <a:chExt cx="1763256" cy="1268320"/>
          </a:xfrm>
        </p:grpSpPr>
        <p:sp>
          <p:nvSpPr>
            <p:cNvPr id="6154" name="Google Shape;6154;p246"/>
            <p:cNvSpPr/>
            <p:nvPr/>
          </p:nvSpPr>
          <p:spPr>
            <a:xfrm flipH="1">
              <a:off x="7924782" y="4282875"/>
              <a:ext cx="1463593" cy="1176898"/>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rgbClr val="F0F0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5" name="Google Shape;6155;p246"/>
            <p:cNvSpPr/>
            <p:nvPr/>
          </p:nvSpPr>
          <p:spPr>
            <a:xfrm>
              <a:off x="8471361" y="4438924"/>
              <a:ext cx="1216677" cy="1112271"/>
            </a:xfrm>
            <a:custGeom>
              <a:rect b="b" l="l" r="r" t="t"/>
              <a:pathLst>
                <a:path extrusionOk="0" h="49900" w="54584">
                  <a:moveTo>
                    <a:pt x="39803" y="0"/>
                  </a:moveTo>
                  <a:cubicBezTo>
                    <a:pt x="38029" y="0"/>
                    <a:pt x="36248" y="409"/>
                    <a:pt x="34570" y="1238"/>
                  </a:cubicBezTo>
                  <a:cubicBezTo>
                    <a:pt x="31367" y="2802"/>
                    <a:pt x="28886" y="5448"/>
                    <a:pt x="25683" y="7012"/>
                  </a:cubicBezTo>
                  <a:cubicBezTo>
                    <a:pt x="21308" y="9163"/>
                    <a:pt x="16511" y="10320"/>
                    <a:pt x="12090" y="12380"/>
                  </a:cubicBezTo>
                  <a:cubicBezTo>
                    <a:pt x="7684" y="14425"/>
                    <a:pt x="3444" y="17628"/>
                    <a:pt x="1865" y="22244"/>
                  </a:cubicBezTo>
                  <a:cubicBezTo>
                    <a:pt x="1" y="27673"/>
                    <a:pt x="647" y="34078"/>
                    <a:pt x="3504" y="39040"/>
                  </a:cubicBezTo>
                  <a:cubicBezTo>
                    <a:pt x="8069" y="46988"/>
                    <a:pt x="17031" y="49899"/>
                    <a:pt x="25743" y="49899"/>
                  </a:cubicBezTo>
                  <a:cubicBezTo>
                    <a:pt x="25898" y="49899"/>
                    <a:pt x="26054" y="49898"/>
                    <a:pt x="26209" y="49897"/>
                  </a:cubicBezTo>
                  <a:cubicBezTo>
                    <a:pt x="44945" y="49671"/>
                    <a:pt x="54583" y="26996"/>
                    <a:pt x="51531" y="10696"/>
                  </a:cubicBezTo>
                  <a:cubicBezTo>
                    <a:pt x="50869" y="7163"/>
                    <a:pt x="49230" y="3779"/>
                    <a:pt x="46118" y="1840"/>
                  </a:cubicBezTo>
                  <a:cubicBezTo>
                    <a:pt x="44160" y="620"/>
                    <a:pt x="41987" y="0"/>
                    <a:pt x="398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2">
  <p:cSld name="BLANK_21">
    <p:spTree>
      <p:nvGrpSpPr>
        <p:cNvPr id="6156" name="Shape 6156"/>
        <p:cNvGrpSpPr/>
        <p:nvPr/>
      </p:nvGrpSpPr>
      <p:grpSpPr>
        <a:xfrm>
          <a:off x="0" y="0"/>
          <a:ext cx="0" cy="0"/>
          <a:chOff x="0" y="0"/>
          <a:chExt cx="0" cy="0"/>
        </a:xfrm>
      </p:grpSpPr>
      <p:sp>
        <p:nvSpPr>
          <p:cNvPr id="6157" name="Google Shape;6157;p24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6158" name="Google Shape;6158;p247"/>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159" name="Google Shape;6159;p247"/>
          <p:cNvSpPr txBox="1"/>
          <p:nvPr>
            <p:ph idx="2" type="title"/>
          </p:nvPr>
        </p:nvSpPr>
        <p:spPr>
          <a:xfrm>
            <a:off x="685800" y="2239050"/>
            <a:ext cx="2227800" cy="3936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sz="2000">
                <a:solidFill>
                  <a:schemeClr val="accent2"/>
                </a:solidFill>
              </a:defRPr>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sp>
        <p:nvSpPr>
          <p:cNvPr id="6160" name="Google Shape;6160;p247"/>
          <p:cNvSpPr txBox="1"/>
          <p:nvPr>
            <p:ph idx="1" type="subTitle"/>
          </p:nvPr>
        </p:nvSpPr>
        <p:spPr>
          <a:xfrm>
            <a:off x="688342" y="2632650"/>
            <a:ext cx="2227800" cy="4680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6161" name="Google Shape;6161;p247"/>
          <p:cNvSpPr txBox="1"/>
          <p:nvPr>
            <p:ph hasCustomPrompt="1" idx="3" type="title"/>
          </p:nvPr>
        </p:nvSpPr>
        <p:spPr>
          <a:xfrm>
            <a:off x="685793" y="1773634"/>
            <a:ext cx="792600" cy="5283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solidFill>
                  <a:schemeClr val="accent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6162" name="Google Shape;6162;p247"/>
          <p:cNvSpPr txBox="1"/>
          <p:nvPr>
            <p:ph idx="4" type="title"/>
          </p:nvPr>
        </p:nvSpPr>
        <p:spPr>
          <a:xfrm>
            <a:off x="6230350" y="2239050"/>
            <a:ext cx="2225400" cy="393600"/>
          </a:xfrm>
          <a:prstGeom prst="rect">
            <a:avLst/>
          </a:prstGeom>
        </p:spPr>
        <p:txBody>
          <a:bodyPr anchorCtr="0" anchor="ctr" bIns="91425" lIns="91425" spcFirstLastPara="1" rIns="91425" wrap="square" tIns="91425">
            <a:noAutofit/>
          </a:bodyPr>
          <a:lstStyle>
            <a:lvl1pPr lvl="0" algn="r">
              <a:spcBef>
                <a:spcPts val="0"/>
              </a:spcBef>
              <a:spcAft>
                <a:spcPts val="0"/>
              </a:spcAft>
              <a:buSzPts val="2000"/>
              <a:buNone/>
              <a:defRPr sz="2000">
                <a:solidFill>
                  <a:schemeClr val="accent2"/>
                </a:solidFill>
              </a:defRPr>
            </a:lvl1pPr>
            <a:lvl2pPr lvl="1" algn="r">
              <a:spcBef>
                <a:spcPts val="0"/>
              </a:spcBef>
              <a:spcAft>
                <a:spcPts val="0"/>
              </a:spcAft>
              <a:buSzPts val="2000"/>
              <a:buNone/>
              <a:defRPr sz="2000"/>
            </a:lvl2pPr>
            <a:lvl3pPr lvl="2" algn="r">
              <a:spcBef>
                <a:spcPts val="0"/>
              </a:spcBef>
              <a:spcAft>
                <a:spcPts val="0"/>
              </a:spcAft>
              <a:buSzPts val="2000"/>
              <a:buNone/>
              <a:defRPr sz="2000"/>
            </a:lvl3pPr>
            <a:lvl4pPr lvl="3" algn="r">
              <a:spcBef>
                <a:spcPts val="0"/>
              </a:spcBef>
              <a:spcAft>
                <a:spcPts val="0"/>
              </a:spcAft>
              <a:buSzPts val="2000"/>
              <a:buNone/>
              <a:defRPr sz="2000"/>
            </a:lvl4pPr>
            <a:lvl5pPr lvl="4" algn="r">
              <a:spcBef>
                <a:spcPts val="0"/>
              </a:spcBef>
              <a:spcAft>
                <a:spcPts val="0"/>
              </a:spcAft>
              <a:buSzPts val="2000"/>
              <a:buNone/>
              <a:defRPr sz="2000"/>
            </a:lvl5pPr>
            <a:lvl6pPr lvl="5" algn="r">
              <a:spcBef>
                <a:spcPts val="0"/>
              </a:spcBef>
              <a:spcAft>
                <a:spcPts val="0"/>
              </a:spcAft>
              <a:buSzPts val="2000"/>
              <a:buNone/>
              <a:defRPr sz="2000"/>
            </a:lvl6pPr>
            <a:lvl7pPr lvl="6" algn="r">
              <a:spcBef>
                <a:spcPts val="0"/>
              </a:spcBef>
              <a:spcAft>
                <a:spcPts val="0"/>
              </a:spcAft>
              <a:buSzPts val="2000"/>
              <a:buNone/>
              <a:defRPr sz="2000"/>
            </a:lvl7pPr>
            <a:lvl8pPr lvl="7" algn="r">
              <a:spcBef>
                <a:spcPts val="0"/>
              </a:spcBef>
              <a:spcAft>
                <a:spcPts val="0"/>
              </a:spcAft>
              <a:buSzPts val="2000"/>
              <a:buNone/>
              <a:defRPr sz="2000"/>
            </a:lvl8pPr>
            <a:lvl9pPr lvl="8" algn="r">
              <a:spcBef>
                <a:spcPts val="0"/>
              </a:spcBef>
              <a:spcAft>
                <a:spcPts val="0"/>
              </a:spcAft>
              <a:buSzPts val="2000"/>
              <a:buNone/>
              <a:defRPr sz="2000"/>
            </a:lvl9pPr>
          </a:lstStyle>
          <a:p/>
        </p:txBody>
      </p:sp>
      <p:sp>
        <p:nvSpPr>
          <p:cNvPr id="6163" name="Google Shape;6163;p247"/>
          <p:cNvSpPr txBox="1"/>
          <p:nvPr>
            <p:ph idx="5" type="subTitle"/>
          </p:nvPr>
        </p:nvSpPr>
        <p:spPr>
          <a:xfrm>
            <a:off x="6232889" y="2632650"/>
            <a:ext cx="2225400" cy="468000"/>
          </a:xfrm>
          <a:prstGeom prst="rect">
            <a:avLst/>
          </a:prstGeom>
        </p:spPr>
        <p:txBody>
          <a:bodyPr anchorCtr="0" anchor="ctr" bIns="91425" lIns="91425" spcFirstLastPara="1" rIns="91425" wrap="square" tIns="91425">
            <a:noAutofit/>
          </a:bodyPr>
          <a:lstStyle>
            <a:lvl1pPr lvl="0" algn="r">
              <a:lnSpc>
                <a:spcPct val="100000"/>
              </a:lnSpc>
              <a:spcBef>
                <a:spcPts val="0"/>
              </a:spcBef>
              <a:spcAft>
                <a:spcPts val="0"/>
              </a:spcAft>
              <a:buSzPts val="1400"/>
              <a:buNone/>
              <a:defRPr/>
            </a:lvl1pPr>
            <a:lvl2pPr lvl="1" algn="r">
              <a:lnSpc>
                <a:spcPct val="100000"/>
              </a:lnSpc>
              <a:spcBef>
                <a:spcPts val="0"/>
              </a:spcBef>
              <a:spcAft>
                <a:spcPts val="0"/>
              </a:spcAft>
              <a:buSzPts val="1400"/>
              <a:buNone/>
              <a:defRPr/>
            </a:lvl2pPr>
            <a:lvl3pPr lvl="2" algn="r">
              <a:lnSpc>
                <a:spcPct val="100000"/>
              </a:lnSpc>
              <a:spcBef>
                <a:spcPts val="0"/>
              </a:spcBef>
              <a:spcAft>
                <a:spcPts val="0"/>
              </a:spcAft>
              <a:buSzPts val="1400"/>
              <a:buNone/>
              <a:defRPr/>
            </a:lvl3pPr>
            <a:lvl4pPr lvl="3" algn="r">
              <a:lnSpc>
                <a:spcPct val="100000"/>
              </a:lnSpc>
              <a:spcBef>
                <a:spcPts val="0"/>
              </a:spcBef>
              <a:spcAft>
                <a:spcPts val="0"/>
              </a:spcAft>
              <a:buSzPts val="1400"/>
              <a:buNone/>
              <a:defRPr/>
            </a:lvl4pPr>
            <a:lvl5pPr lvl="4" algn="r">
              <a:lnSpc>
                <a:spcPct val="100000"/>
              </a:lnSpc>
              <a:spcBef>
                <a:spcPts val="0"/>
              </a:spcBef>
              <a:spcAft>
                <a:spcPts val="0"/>
              </a:spcAft>
              <a:buSzPts val="1400"/>
              <a:buNone/>
              <a:defRPr/>
            </a:lvl5pPr>
            <a:lvl6pPr lvl="5" algn="r">
              <a:lnSpc>
                <a:spcPct val="100000"/>
              </a:lnSpc>
              <a:spcBef>
                <a:spcPts val="0"/>
              </a:spcBef>
              <a:spcAft>
                <a:spcPts val="0"/>
              </a:spcAft>
              <a:buSzPts val="1400"/>
              <a:buNone/>
              <a:defRPr/>
            </a:lvl6pPr>
            <a:lvl7pPr lvl="6" algn="r">
              <a:lnSpc>
                <a:spcPct val="100000"/>
              </a:lnSpc>
              <a:spcBef>
                <a:spcPts val="0"/>
              </a:spcBef>
              <a:spcAft>
                <a:spcPts val="0"/>
              </a:spcAft>
              <a:buSzPts val="1400"/>
              <a:buNone/>
              <a:defRPr/>
            </a:lvl7pPr>
            <a:lvl8pPr lvl="7" algn="r">
              <a:lnSpc>
                <a:spcPct val="100000"/>
              </a:lnSpc>
              <a:spcBef>
                <a:spcPts val="0"/>
              </a:spcBef>
              <a:spcAft>
                <a:spcPts val="0"/>
              </a:spcAft>
              <a:buSzPts val="1400"/>
              <a:buNone/>
              <a:defRPr/>
            </a:lvl8pPr>
            <a:lvl9pPr lvl="8" algn="r">
              <a:lnSpc>
                <a:spcPct val="100000"/>
              </a:lnSpc>
              <a:spcBef>
                <a:spcPts val="0"/>
              </a:spcBef>
              <a:spcAft>
                <a:spcPts val="0"/>
              </a:spcAft>
              <a:buSzPts val="1400"/>
              <a:buNone/>
              <a:defRPr/>
            </a:lvl9pPr>
          </a:lstStyle>
          <a:p/>
        </p:txBody>
      </p:sp>
      <p:sp>
        <p:nvSpPr>
          <p:cNvPr id="6164" name="Google Shape;6164;p247"/>
          <p:cNvSpPr txBox="1"/>
          <p:nvPr>
            <p:ph hasCustomPrompt="1" idx="6" type="title"/>
          </p:nvPr>
        </p:nvSpPr>
        <p:spPr>
          <a:xfrm>
            <a:off x="7662593" y="1773634"/>
            <a:ext cx="792600" cy="528300"/>
          </a:xfrm>
          <a:prstGeom prst="rect">
            <a:avLst/>
          </a:prstGeom>
        </p:spPr>
        <p:txBody>
          <a:bodyPr anchorCtr="0" anchor="ctr" bIns="91425" lIns="91425" spcFirstLastPara="1" rIns="91425" wrap="square" tIns="91425">
            <a:noAutofit/>
          </a:bodyPr>
          <a:lstStyle>
            <a:lvl1pPr lvl="0" algn="r">
              <a:spcBef>
                <a:spcPts val="0"/>
              </a:spcBef>
              <a:spcAft>
                <a:spcPts val="0"/>
              </a:spcAft>
              <a:buSzPts val="3000"/>
              <a:buNone/>
              <a:defRPr sz="3000">
                <a:solidFill>
                  <a:schemeClr val="accent2"/>
                </a:solidFill>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sp>
        <p:nvSpPr>
          <p:cNvPr id="6165" name="Google Shape;6165;p247"/>
          <p:cNvSpPr txBox="1"/>
          <p:nvPr>
            <p:ph idx="7" type="title"/>
          </p:nvPr>
        </p:nvSpPr>
        <p:spPr>
          <a:xfrm>
            <a:off x="687071" y="3702599"/>
            <a:ext cx="2227800" cy="3936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sz="2000">
                <a:solidFill>
                  <a:schemeClr val="accent2"/>
                </a:solidFill>
              </a:defRPr>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sp>
        <p:nvSpPr>
          <p:cNvPr id="6166" name="Google Shape;6166;p247"/>
          <p:cNvSpPr txBox="1"/>
          <p:nvPr>
            <p:ph idx="8" type="subTitle"/>
          </p:nvPr>
        </p:nvSpPr>
        <p:spPr>
          <a:xfrm>
            <a:off x="689613" y="4096199"/>
            <a:ext cx="2227800" cy="4680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6167" name="Google Shape;6167;p247"/>
          <p:cNvSpPr txBox="1"/>
          <p:nvPr>
            <p:ph hasCustomPrompt="1" idx="9" type="title"/>
          </p:nvPr>
        </p:nvSpPr>
        <p:spPr>
          <a:xfrm>
            <a:off x="685793" y="3237184"/>
            <a:ext cx="792600" cy="5283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solidFill>
                  <a:schemeClr val="accent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6168" name="Google Shape;6168;p247"/>
          <p:cNvSpPr txBox="1"/>
          <p:nvPr>
            <p:ph idx="13" type="title"/>
          </p:nvPr>
        </p:nvSpPr>
        <p:spPr>
          <a:xfrm>
            <a:off x="6230350" y="3702599"/>
            <a:ext cx="2225400" cy="393600"/>
          </a:xfrm>
          <a:prstGeom prst="rect">
            <a:avLst/>
          </a:prstGeom>
        </p:spPr>
        <p:txBody>
          <a:bodyPr anchorCtr="0" anchor="ctr" bIns="91425" lIns="91425" spcFirstLastPara="1" rIns="91425" wrap="square" tIns="91425">
            <a:noAutofit/>
          </a:bodyPr>
          <a:lstStyle>
            <a:lvl1pPr lvl="0" algn="r">
              <a:spcBef>
                <a:spcPts val="0"/>
              </a:spcBef>
              <a:spcAft>
                <a:spcPts val="0"/>
              </a:spcAft>
              <a:buSzPts val="2000"/>
              <a:buNone/>
              <a:defRPr sz="2000">
                <a:solidFill>
                  <a:schemeClr val="accent2"/>
                </a:solidFill>
              </a:defRPr>
            </a:lvl1pPr>
            <a:lvl2pPr lvl="1" algn="r">
              <a:spcBef>
                <a:spcPts val="0"/>
              </a:spcBef>
              <a:spcAft>
                <a:spcPts val="0"/>
              </a:spcAft>
              <a:buSzPts val="2000"/>
              <a:buNone/>
              <a:defRPr sz="2000"/>
            </a:lvl2pPr>
            <a:lvl3pPr lvl="2" algn="r">
              <a:spcBef>
                <a:spcPts val="0"/>
              </a:spcBef>
              <a:spcAft>
                <a:spcPts val="0"/>
              </a:spcAft>
              <a:buSzPts val="2000"/>
              <a:buNone/>
              <a:defRPr sz="2000"/>
            </a:lvl3pPr>
            <a:lvl4pPr lvl="3" algn="r">
              <a:spcBef>
                <a:spcPts val="0"/>
              </a:spcBef>
              <a:spcAft>
                <a:spcPts val="0"/>
              </a:spcAft>
              <a:buSzPts val="2000"/>
              <a:buNone/>
              <a:defRPr sz="2000"/>
            </a:lvl4pPr>
            <a:lvl5pPr lvl="4" algn="r">
              <a:spcBef>
                <a:spcPts val="0"/>
              </a:spcBef>
              <a:spcAft>
                <a:spcPts val="0"/>
              </a:spcAft>
              <a:buSzPts val="2000"/>
              <a:buNone/>
              <a:defRPr sz="2000"/>
            </a:lvl5pPr>
            <a:lvl6pPr lvl="5" algn="r">
              <a:spcBef>
                <a:spcPts val="0"/>
              </a:spcBef>
              <a:spcAft>
                <a:spcPts val="0"/>
              </a:spcAft>
              <a:buSzPts val="2000"/>
              <a:buNone/>
              <a:defRPr sz="2000"/>
            </a:lvl6pPr>
            <a:lvl7pPr lvl="6" algn="r">
              <a:spcBef>
                <a:spcPts val="0"/>
              </a:spcBef>
              <a:spcAft>
                <a:spcPts val="0"/>
              </a:spcAft>
              <a:buSzPts val="2000"/>
              <a:buNone/>
              <a:defRPr sz="2000"/>
            </a:lvl7pPr>
            <a:lvl8pPr lvl="7" algn="r">
              <a:spcBef>
                <a:spcPts val="0"/>
              </a:spcBef>
              <a:spcAft>
                <a:spcPts val="0"/>
              </a:spcAft>
              <a:buSzPts val="2000"/>
              <a:buNone/>
              <a:defRPr sz="2000"/>
            </a:lvl8pPr>
            <a:lvl9pPr lvl="8" algn="r">
              <a:spcBef>
                <a:spcPts val="0"/>
              </a:spcBef>
              <a:spcAft>
                <a:spcPts val="0"/>
              </a:spcAft>
              <a:buSzPts val="2000"/>
              <a:buNone/>
              <a:defRPr sz="2000"/>
            </a:lvl9pPr>
          </a:lstStyle>
          <a:p/>
        </p:txBody>
      </p:sp>
      <p:sp>
        <p:nvSpPr>
          <p:cNvPr id="6169" name="Google Shape;6169;p247"/>
          <p:cNvSpPr txBox="1"/>
          <p:nvPr>
            <p:ph idx="14" type="subTitle"/>
          </p:nvPr>
        </p:nvSpPr>
        <p:spPr>
          <a:xfrm>
            <a:off x="6232889" y="4096199"/>
            <a:ext cx="2225400" cy="468000"/>
          </a:xfrm>
          <a:prstGeom prst="rect">
            <a:avLst/>
          </a:prstGeom>
        </p:spPr>
        <p:txBody>
          <a:bodyPr anchorCtr="0" anchor="ctr" bIns="91425" lIns="91425" spcFirstLastPara="1" rIns="91425" wrap="square" tIns="91425">
            <a:noAutofit/>
          </a:bodyPr>
          <a:lstStyle>
            <a:lvl1pPr lvl="0" algn="r">
              <a:lnSpc>
                <a:spcPct val="100000"/>
              </a:lnSpc>
              <a:spcBef>
                <a:spcPts val="0"/>
              </a:spcBef>
              <a:spcAft>
                <a:spcPts val="0"/>
              </a:spcAft>
              <a:buSzPts val="1400"/>
              <a:buNone/>
              <a:defRPr/>
            </a:lvl1pPr>
            <a:lvl2pPr lvl="1" algn="r">
              <a:lnSpc>
                <a:spcPct val="100000"/>
              </a:lnSpc>
              <a:spcBef>
                <a:spcPts val="0"/>
              </a:spcBef>
              <a:spcAft>
                <a:spcPts val="0"/>
              </a:spcAft>
              <a:buSzPts val="1400"/>
              <a:buNone/>
              <a:defRPr/>
            </a:lvl2pPr>
            <a:lvl3pPr lvl="2" algn="r">
              <a:lnSpc>
                <a:spcPct val="100000"/>
              </a:lnSpc>
              <a:spcBef>
                <a:spcPts val="0"/>
              </a:spcBef>
              <a:spcAft>
                <a:spcPts val="0"/>
              </a:spcAft>
              <a:buSzPts val="1400"/>
              <a:buNone/>
              <a:defRPr/>
            </a:lvl3pPr>
            <a:lvl4pPr lvl="3" algn="r">
              <a:lnSpc>
                <a:spcPct val="100000"/>
              </a:lnSpc>
              <a:spcBef>
                <a:spcPts val="0"/>
              </a:spcBef>
              <a:spcAft>
                <a:spcPts val="0"/>
              </a:spcAft>
              <a:buSzPts val="1400"/>
              <a:buNone/>
              <a:defRPr/>
            </a:lvl4pPr>
            <a:lvl5pPr lvl="4" algn="r">
              <a:lnSpc>
                <a:spcPct val="100000"/>
              </a:lnSpc>
              <a:spcBef>
                <a:spcPts val="0"/>
              </a:spcBef>
              <a:spcAft>
                <a:spcPts val="0"/>
              </a:spcAft>
              <a:buSzPts val="1400"/>
              <a:buNone/>
              <a:defRPr/>
            </a:lvl5pPr>
            <a:lvl6pPr lvl="5" algn="r">
              <a:lnSpc>
                <a:spcPct val="100000"/>
              </a:lnSpc>
              <a:spcBef>
                <a:spcPts val="0"/>
              </a:spcBef>
              <a:spcAft>
                <a:spcPts val="0"/>
              </a:spcAft>
              <a:buSzPts val="1400"/>
              <a:buNone/>
              <a:defRPr/>
            </a:lvl6pPr>
            <a:lvl7pPr lvl="6" algn="r">
              <a:lnSpc>
                <a:spcPct val="100000"/>
              </a:lnSpc>
              <a:spcBef>
                <a:spcPts val="0"/>
              </a:spcBef>
              <a:spcAft>
                <a:spcPts val="0"/>
              </a:spcAft>
              <a:buSzPts val="1400"/>
              <a:buNone/>
              <a:defRPr/>
            </a:lvl7pPr>
            <a:lvl8pPr lvl="7" algn="r">
              <a:lnSpc>
                <a:spcPct val="100000"/>
              </a:lnSpc>
              <a:spcBef>
                <a:spcPts val="0"/>
              </a:spcBef>
              <a:spcAft>
                <a:spcPts val="0"/>
              </a:spcAft>
              <a:buSzPts val="1400"/>
              <a:buNone/>
              <a:defRPr/>
            </a:lvl8pPr>
            <a:lvl9pPr lvl="8" algn="r">
              <a:lnSpc>
                <a:spcPct val="100000"/>
              </a:lnSpc>
              <a:spcBef>
                <a:spcPts val="0"/>
              </a:spcBef>
              <a:spcAft>
                <a:spcPts val="0"/>
              </a:spcAft>
              <a:buSzPts val="1400"/>
              <a:buNone/>
              <a:defRPr/>
            </a:lvl9pPr>
          </a:lstStyle>
          <a:p/>
        </p:txBody>
      </p:sp>
      <p:sp>
        <p:nvSpPr>
          <p:cNvPr id="6170" name="Google Shape;6170;p247"/>
          <p:cNvSpPr txBox="1"/>
          <p:nvPr>
            <p:ph hasCustomPrompt="1" idx="15" type="title"/>
          </p:nvPr>
        </p:nvSpPr>
        <p:spPr>
          <a:xfrm>
            <a:off x="7662593" y="3237184"/>
            <a:ext cx="792600" cy="528300"/>
          </a:xfrm>
          <a:prstGeom prst="rect">
            <a:avLst/>
          </a:prstGeom>
        </p:spPr>
        <p:txBody>
          <a:bodyPr anchorCtr="0" anchor="ctr" bIns="91425" lIns="91425" spcFirstLastPara="1" rIns="91425" wrap="square" tIns="91425">
            <a:noAutofit/>
          </a:bodyPr>
          <a:lstStyle>
            <a:lvl1pPr lvl="0" algn="r">
              <a:spcBef>
                <a:spcPts val="0"/>
              </a:spcBef>
              <a:spcAft>
                <a:spcPts val="0"/>
              </a:spcAft>
              <a:buSzPts val="3000"/>
              <a:buNone/>
              <a:defRPr sz="3000">
                <a:solidFill>
                  <a:schemeClr val="accent2"/>
                </a:solidFill>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grpSp>
        <p:nvGrpSpPr>
          <p:cNvPr id="6171" name="Google Shape;6171;p247"/>
          <p:cNvGrpSpPr/>
          <p:nvPr/>
        </p:nvGrpSpPr>
        <p:grpSpPr>
          <a:xfrm>
            <a:off x="-1069154" y="4407897"/>
            <a:ext cx="1878379" cy="1510434"/>
            <a:chOff x="-1069154" y="4407897"/>
            <a:chExt cx="1878379" cy="1510434"/>
          </a:xfrm>
        </p:grpSpPr>
        <p:sp>
          <p:nvSpPr>
            <p:cNvPr id="6172" name="Google Shape;6172;p247"/>
            <p:cNvSpPr/>
            <p:nvPr/>
          </p:nvSpPr>
          <p:spPr>
            <a:xfrm flipH="1">
              <a:off x="-1069154" y="4407897"/>
              <a:ext cx="1878379" cy="1510434"/>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3" name="Google Shape;6173;p247"/>
            <p:cNvSpPr/>
            <p:nvPr/>
          </p:nvSpPr>
          <p:spPr>
            <a:xfrm>
              <a:off x="-603318" y="4702573"/>
              <a:ext cx="1040410" cy="921152"/>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74" name="Google Shape;6174;p247"/>
          <p:cNvGrpSpPr/>
          <p:nvPr/>
        </p:nvGrpSpPr>
        <p:grpSpPr>
          <a:xfrm flipH="1" rot="10800000">
            <a:off x="8455188" y="183250"/>
            <a:ext cx="463864" cy="572939"/>
            <a:chOff x="274663" y="183250"/>
            <a:chExt cx="463864" cy="572939"/>
          </a:xfrm>
        </p:grpSpPr>
        <p:grpSp>
          <p:nvGrpSpPr>
            <p:cNvPr id="6175" name="Google Shape;6175;p247"/>
            <p:cNvGrpSpPr/>
            <p:nvPr/>
          </p:nvGrpSpPr>
          <p:grpSpPr>
            <a:xfrm>
              <a:off x="633070" y="183250"/>
              <a:ext cx="105457" cy="105457"/>
              <a:chOff x="7812545" y="194375"/>
              <a:chExt cx="105457" cy="105457"/>
            </a:xfrm>
          </p:grpSpPr>
          <p:sp>
            <p:nvSpPr>
              <p:cNvPr id="6176" name="Google Shape;6176;p247"/>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7" name="Google Shape;6177;p247"/>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8" name="Google Shape;6178;p247"/>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9" name="Google Shape;6179;p247"/>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180" name="Google Shape;6180;p247"/>
            <p:cNvSpPr/>
            <p:nvPr/>
          </p:nvSpPr>
          <p:spPr>
            <a:xfrm>
              <a:off x="274663" y="650800"/>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181" name="Google Shape;6181;p247"/>
          <p:cNvSpPr/>
          <p:nvPr/>
        </p:nvSpPr>
        <p:spPr>
          <a:xfrm rot="10800000">
            <a:off x="8055478" y="4564201"/>
            <a:ext cx="1683999" cy="1354130"/>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182" name="Google Shape;6182;p247"/>
          <p:cNvGrpSpPr/>
          <p:nvPr/>
        </p:nvGrpSpPr>
        <p:grpSpPr>
          <a:xfrm>
            <a:off x="167651" y="174775"/>
            <a:ext cx="719526" cy="729257"/>
            <a:chOff x="167651" y="174775"/>
            <a:chExt cx="719526" cy="729257"/>
          </a:xfrm>
        </p:grpSpPr>
        <p:sp>
          <p:nvSpPr>
            <p:cNvPr id="6183" name="Google Shape;6183;p247"/>
            <p:cNvSpPr/>
            <p:nvPr/>
          </p:nvSpPr>
          <p:spPr>
            <a:xfrm flipH="1" rot="10800000">
              <a:off x="167651" y="826080"/>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6184" name="Google Shape;6184;p247"/>
            <p:cNvGrpSpPr/>
            <p:nvPr/>
          </p:nvGrpSpPr>
          <p:grpSpPr>
            <a:xfrm flipH="1" rot="10800000">
              <a:off x="512195" y="174775"/>
              <a:ext cx="105457" cy="105457"/>
              <a:chOff x="7812545" y="194375"/>
              <a:chExt cx="105457" cy="105457"/>
            </a:xfrm>
          </p:grpSpPr>
          <p:sp>
            <p:nvSpPr>
              <p:cNvPr id="6185" name="Google Shape;6185;p247"/>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6" name="Google Shape;6186;p247"/>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7" name="Google Shape;6187;p247"/>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8" name="Google Shape;6188;p247"/>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189" name="Google Shape;6189;p247"/>
            <p:cNvSpPr/>
            <p:nvPr/>
          </p:nvSpPr>
          <p:spPr>
            <a:xfrm flipH="1" rot="10800000">
              <a:off x="809226" y="58245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spTree>
  </p:cSld>
  <p:clrMapOvr>
    <a:masterClrMapping/>
  </p:clrMapOvr>
</p:sldLayout>
</file>

<file path=ppt/slideLayouts/slideLayout2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BLANK_8">
    <p:spTree>
      <p:nvGrpSpPr>
        <p:cNvPr id="6190" name="Shape 6190"/>
        <p:cNvGrpSpPr/>
        <p:nvPr/>
      </p:nvGrpSpPr>
      <p:grpSpPr>
        <a:xfrm>
          <a:off x="0" y="0"/>
          <a:ext cx="0" cy="0"/>
          <a:chOff x="0" y="0"/>
          <a:chExt cx="0" cy="0"/>
        </a:xfrm>
      </p:grpSpPr>
      <p:sp>
        <p:nvSpPr>
          <p:cNvPr id="6191" name="Google Shape;6191;p24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6192" name="Google Shape;6192;p248"/>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193" name="Google Shape;6193;p248"/>
          <p:cNvSpPr txBox="1"/>
          <p:nvPr>
            <p:ph idx="1" type="subTitle"/>
          </p:nvPr>
        </p:nvSpPr>
        <p:spPr>
          <a:xfrm>
            <a:off x="3601100" y="1757449"/>
            <a:ext cx="2063100" cy="4815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6194" name="Google Shape;6194;p248"/>
          <p:cNvSpPr txBox="1"/>
          <p:nvPr>
            <p:ph idx="2" type="subTitle"/>
          </p:nvPr>
        </p:nvSpPr>
        <p:spPr>
          <a:xfrm>
            <a:off x="3601100" y="1346150"/>
            <a:ext cx="2063100" cy="393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sp>
        <p:nvSpPr>
          <p:cNvPr id="6195" name="Google Shape;6195;p248"/>
          <p:cNvSpPr txBox="1"/>
          <p:nvPr>
            <p:ph idx="3" type="subTitle"/>
          </p:nvPr>
        </p:nvSpPr>
        <p:spPr>
          <a:xfrm>
            <a:off x="3601100" y="2860349"/>
            <a:ext cx="2063100" cy="4815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6196" name="Google Shape;6196;p248"/>
          <p:cNvSpPr txBox="1"/>
          <p:nvPr>
            <p:ph idx="4" type="subTitle"/>
          </p:nvPr>
        </p:nvSpPr>
        <p:spPr>
          <a:xfrm>
            <a:off x="3601100" y="2449051"/>
            <a:ext cx="2063100" cy="393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sp>
        <p:nvSpPr>
          <p:cNvPr id="6197" name="Google Shape;6197;p248"/>
          <p:cNvSpPr txBox="1"/>
          <p:nvPr>
            <p:ph idx="5" type="subTitle"/>
          </p:nvPr>
        </p:nvSpPr>
        <p:spPr>
          <a:xfrm>
            <a:off x="3601100" y="3963250"/>
            <a:ext cx="2063100" cy="4815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6198" name="Google Shape;6198;p248"/>
          <p:cNvSpPr txBox="1"/>
          <p:nvPr>
            <p:ph idx="6" type="subTitle"/>
          </p:nvPr>
        </p:nvSpPr>
        <p:spPr>
          <a:xfrm>
            <a:off x="3601100" y="3551951"/>
            <a:ext cx="2063100" cy="393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sp>
        <p:nvSpPr>
          <p:cNvPr id="6199" name="Google Shape;6199;p248"/>
          <p:cNvSpPr txBox="1"/>
          <p:nvPr>
            <p:ph idx="7" type="subTitle"/>
          </p:nvPr>
        </p:nvSpPr>
        <p:spPr>
          <a:xfrm>
            <a:off x="6395100" y="1757449"/>
            <a:ext cx="2063100" cy="4815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6200" name="Google Shape;6200;p248"/>
          <p:cNvSpPr txBox="1"/>
          <p:nvPr>
            <p:ph idx="8" type="subTitle"/>
          </p:nvPr>
        </p:nvSpPr>
        <p:spPr>
          <a:xfrm>
            <a:off x="6395100" y="1346150"/>
            <a:ext cx="2063100" cy="393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sp>
        <p:nvSpPr>
          <p:cNvPr id="6201" name="Google Shape;6201;p248"/>
          <p:cNvSpPr txBox="1"/>
          <p:nvPr>
            <p:ph idx="9" type="subTitle"/>
          </p:nvPr>
        </p:nvSpPr>
        <p:spPr>
          <a:xfrm>
            <a:off x="6395100" y="2860349"/>
            <a:ext cx="2063100" cy="4815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6202" name="Google Shape;6202;p248"/>
          <p:cNvSpPr txBox="1"/>
          <p:nvPr>
            <p:ph idx="13" type="subTitle"/>
          </p:nvPr>
        </p:nvSpPr>
        <p:spPr>
          <a:xfrm>
            <a:off x="6395100" y="2449051"/>
            <a:ext cx="2063100" cy="393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sp>
        <p:nvSpPr>
          <p:cNvPr id="6203" name="Google Shape;6203;p248"/>
          <p:cNvSpPr txBox="1"/>
          <p:nvPr>
            <p:ph idx="14" type="subTitle"/>
          </p:nvPr>
        </p:nvSpPr>
        <p:spPr>
          <a:xfrm>
            <a:off x="6395100" y="3963250"/>
            <a:ext cx="2063100" cy="4815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6204" name="Google Shape;6204;p248"/>
          <p:cNvSpPr txBox="1"/>
          <p:nvPr>
            <p:ph idx="15" type="subTitle"/>
          </p:nvPr>
        </p:nvSpPr>
        <p:spPr>
          <a:xfrm>
            <a:off x="6395100" y="3551951"/>
            <a:ext cx="2063100" cy="393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grpSp>
        <p:nvGrpSpPr>
          <p:cNvPr id="6205" name="Google Shape;6205;p248"/>
          <p:cNvGrpSpPr/>
          <p:nvPr/>
        </p:nvGrpSpPr>
        <p:grpSpPr>
          <a:xfrm>
            <a:off x="8140895" y="199900"/>
            <a:ext cx="767307" cy="704132"/>
            <a:chOff x="8140895" y="199900"/>
            <a:chExt cx="767307" cy="704132"/>
          </a:xfrm>
        </p:grpSpPr>
        <p:sp>
          <p:nvSpPr>
            <p:cNvPr id="6206" name="Google Shape;6206;p248"/>
            <p:cNvSpPr/>
            <p:nvPr/>
          </p:nvSpPr>
          <p:spPr>
            <a:xfrm>
              <a:off x="8724801" y="261850"/>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6207" name="Google Shape;6207;p248"/>
            <p:cNvGrpSpPr/>
            <p:nvPr/>
          </p:nvGrpSpPr>
          <p:grpSpPr>
            <a:xfrm>
              <a:off x="8802745" y="798575"/>
              <a:ext cx="105457" cy="105457"/>
              <a:chOff x="7812545" y="194375"/>
              <a:chExt cx="105457" cy="105457"/>
            </a:xfrm>
          </p:grpSpPr>
          <p:sp>
            <p:nvSpPr>
              <p:cNvPr id="6208" name="Google Shape;6208;p248"/>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9" name="Google Shape;6209;p248"/>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0" name="Google Shape;6210;p248"/>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1" name="Google Shape;6211;p248"/>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212" name="Google Shape;6212;p248"/>
            <p:cNvGrpSpPr/>
            <p:nvPr/>
          </p:nvGrpSpPr>
          <p:grpSpPr>
            <a:xfrm>
              <a:off x="8140895" y="199900"/>
              <a:ext cx="105457" cy="105457"/>
              <a:chOff x="7812545" y="194375"/>
              <a:chExt cx="105457" cy="105457"/>
            </a:xfrm>
          </p:grpSpPr>
          <p:sp>
            <p:nvSpPr>
              <p:cNvPr id="6213" name="Google Shape;6213;p248"/>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4" name="Google Shape;6214;p248"/>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5" name="Google Shape;6215;p248"/>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6" name="Google Shape;6216;p248"/>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217" name="Google Shape;6217;p248"/>
          <p:cNvGrpSpPr/>
          <p:nvPr/>
        </p:nvGrpSpPr>
        <p:grpSpPr>
          <a:xfrm>
            <a:off x="198551" y="248100"/>
            <a:ext cx="340151" cy="550476"/>
            <a:chOff x="198551" y="248100"/>
            <a:chExt cx="340151" cy="550476"/>
          </a:xfrm>
        </p:grpSpPr>
        <p:sp>
          <p:nvSpPr>
            <p:cNvPr id="6218" name="Google Shape;6218;p248"/>
            <p:cNvSpPr/>
            <p:nvPr/>
          </p:nvSpPr>
          <p:spPr>
            <a:xfrm>
              <a:off x="198551" y="72062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6219" name="Google Shape;6219;p248"/>
            <p:cNvGrpSpPr/>
            <p:nvPr/>
          </p:nvGrpSpPr>
          <p:grpSpPr>
            <a:xfrm>
              <a:off x="433245" y="248100"/>
              <a:ext cx="105457" cy="105457"/>
              <a:chOff x="7812545" y="194375"/>
              <a:chExt cx="105457" cy="105457"/>
            </a:xfrm>
          </p:grpSpPr>
          <p:sp>
            <p:nvSpPr>
              <p:cNvPr id="6220" name="Google Shape;6220;p248"/>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1" name="Google Shape;6221;p248"/>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2" name="Google Shape;6222;p248"/>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3" name="Google Shape;6223;p248"/>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6224" name="Google Shape;6224;p248"/>
          <p:cNvSpPr/>
          <p:nvPr/>
        </p:nvSpPr>
        <p:spPr>
          <a:xfrm flipH="1">
            <a:off x="8724788" y="4527038"/>
            <a:ext cx="1232275" cy="1091025"/>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225" name="Google Shape;6225;p248"/>
          <p:cNvGrpSpPr/>
          <p:nvPr/>
        </p:nvGrpSpPr>
        <p:grpSpPr>
          <a:xfrm>
            <a:off x="2880351" y="4654848"/>
            <a:ext cx="2357201" cy="285801"/>
            <a:chOff x="2880351" y="4654848"/>
            <a:chExt cx="2357201" cy="285801"/>
          </a:xfrm>
        </p:grpSpPr>
        <p:sp>
          <p:nvSpPr>
            <p:cNvPr id="6226" name="Google Shape;6226;p248"/>
            <p:cNvSpPr/>
            <p:nvPr/>
          </p:nvSpPr>
          <p:spPr>
            <a:xfrm>
              <a:off x="2880351" y="4862698"/>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6227" name="Google Shape;6227;p248"/>
            <p:cNvGrpSpPr/>
            <p:nvPr/>
          </p:nvGrpSpPr>
          <p:grpSpPr>
            <a:xfrm>
              <a:off x="3601095" y="4654848"/>
              <a:ext cx="105457" cy="105457"/>
              <a:chOff x="7812545" y="194375"/>
              <a:chExt cx="105457" cy="105457"/>
            </a:xfrm>
          </p:grpSpPr>
          <p:sp>
            <p:nvSpPr>
              <p:cNvPr id="6228" name="Google Shape;6228;p248"/>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9" name="Google Shape;6229;p248"/>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0" name="Google Shape;6230;p248"/>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1" name="Google Shape;6231;p248"/>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232" name="Google Shape;6232;p248"/>
            <p:cNvSpPr/>
            <p:nvPr/>
          </p:nvSpPr>
          <p:spPr>
            <a:xfrm>
              <a:off x="4343376" y="4862698"/>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6233" name="Google Shape;6233;p248"/>
            <p:cNvGrpSpPr/>
            <p:nvPr/>
          </p:nvGrpSpPr>
          <p:grpSpPr>
            <a:xfrm>
              <a:off x="5132095" y="4654848"/>
              <a:ext cx="105457" cy="105457"/>
              <a:chOff x="7812545" y="194375"/>
              <a:chExt cx="105457" cy="105457"/>
            </a:xfrm>
          </p:grpSpPr>
          <p:sp>
            <p:nvSpPr>
              <p:cNvPr id="6234" name="Google Shape;6234;p248"/>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5" name="Google Shape;6235;p248"/>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6" name="Google Shape;6236;p248"/>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7" name="Google Shape;6237;p248"/>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BLANK_9">
    <p:spTree>
      <p:nvGrpSpPr>
        <p:cNvPr id="6238" name="Shape 6238"/>
        <p:cNvGrpSpPr/>
        <p:nvPr/>
      </p:nvGrpSpPr>
      <p:grpSpPr>
        <a:xfrm>
          <a:off x="0" y="0"/>
          <a:ext cx="0" cy="0"/>
          <a:chOff x="0" y="0"/>
          <a:chExt cx="0" cy="0"/>
        </a:xfrm>
      </p:grpSpPr>
      <p:sp>
        <p:nvSpPr>
          <p:cNvPr id="6239" name="Google Shape;6239;p24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6240" name="Google Shape;6240;p249"/>
          <p:cNvSpPr txBox="1"/>
          <p:nvPr>
            <p:ph type="title"/>
          </p:nvPr>
        </p:nvSpPr>
        <p:spPr>
          <a:xfrm>
            <a:off x="685800" y="1976850"/>
            <a:ext cx="3598800" cy="5355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241" name="Google Shape;6241;p249"/>
          <p:cNvSpPr txBox="1"/>
          <p:nvPr>
            <p:ph idx="1" type="subTitle"/>
          </p:nvPr>
        </p:nvSpPr>
        <p:spPr>
          <a:xfrm>
            <a:off x="685800" y="2627175"/>
            <a:ext cx="3598800" cy="7518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nSpc>
                <a:spcPct val="100000"/>
              </a:lnSpc>
              <a:spcBef>
                <a:spcPts val="0"/>
              </a:spcBef>
              <a:spcAft>
                <a:spcPts val="0"/>
              </a:spcAft>
              <a:buSzPts val="2100"/>
              <a:buNone/>
              <a:defRPr sz="2100"/>
            </a:lvl2pPr>
            <a:lvl3pPr lvl="2">
              <a:lnSpc>
                <a:spcPct val="100000"/>
              </a:lnSpc>
              <a:spcBef>
                <a:spcPts val="0"/>
              </a:spcBef>
              <a:spcAft>
                <a:spcPts val="0"/>
              </a:spcAft>
              <a:buSzPts val="2100"/>
              <a:buNone/>
              <a:defRPr sz="2100"/>
            </a:lvl3pPr>
            <a:lvl4pPr lvl="3">
              <a:lnSpc>
                <a:spcPct val="100000"/>
              </a:lnSpc>
              <a:spcBef>
                <a:spcPts val="0"/>
              </a:spcBef>
              <a:spcAft>
                <a:spcPts val="0"/>
              </a:spcAft>
              <a:buSzPts val="2100"/>
              <a:buNone/>
              <a:defRPr sz="2100"/>
            </a:lvl4pPr>
            <a:lvl5pPr lvl="4">
              <a:lnSpc>
                <a:spcPct val="100000"/>
              </a:lnSpc>
              <a:spcBef>
                <a:spcPts val="0"/>
              </a:spcBef>
              <a:spcAft>
                <a:spcPts val="0"/>
              </a:spcAft>
              <a:buSzPts val="2100"/>
              <a:buNone/>
              <a:defRPr sz="2100"/>
            </a:lvl5pPr>
            <a:lvl6pPr lvl="5">
              <a:lnSpc>
                <a:spcPct val="100000"/>
              </a:lnSpc>
              <a:spcBef>
                <a:spcPts val="0"/>
              </a:spcBef>
              <a:spcAft>
                <a:spcPts val="0"/>
              </a:spcAft>
              <a:buSzPts val="2100"/>
              <a:buNone/>
              <a:defRPr sz="2100"/>
            </a:lvl6pPr>
            <a:lvl7pPr lvl="6">
              <a:lnSpc>
                <a:spcPct val="100000"/>
              </a:lnSpc>
              <a:spcBef>
                <a:spcPts val="0"/>
              </a:spcBef>
              <a:spcAft>
                <a:spcPts val="0"/>
              </a:spcAft>
              <a:buSzPts val="2100"/>
              <a:buNone/>
              <a:defRPr sz="2100"/>
            </a:lvl7pPr>
            <a:lvl8pPr lvl="7">
              <a:lnSpc>
                <a:spcPct val="100000"/>
              </a:lnSpc>
              <a:spcBef>
                <a:spcPts val="0"/>
              </a:spcBef>
              <a:spcAft>
                <a:spcPts val="0"/>
              </a:spcAft>
              <a:buSzPts val="2100"/>
              <a:buNone/>
              <a:defRPr sz="2100"/>
            </a:lvl8pPr>
            <a:lvl9pPr lvl="8">
              <a:lnSpc>
                <a:spcPct val="100000"/>
              </a:lnSpc>
              <a:spcBef>
                <a:spcPts val="0"/>
              </a:spcBef>
              <a:spcAft>
                <a:spcPts val="0"/>
              </a:spcAft>
              <a:buSzPts val="2100"/>
              <a:buNone/>
              <a:defRPr sz="2100"/>
            </a:lvl9pPr>
          </a:lstStyle>
          <a:p/>
        </p:txBody>
      </p:sp>
      <p:grpSp>
        <p:nvGrpSpPr>
          <p:cNvPr id="6242" name="Google Shape;6242;p249"/>
          <p:cNvGrpSpPr/>
          <p:nvPr/>
        </p:nvGrpSpPr>
        <p:grpSpPr>
          <a:xfrm>
            <a:off x="203282" y="217187"/>
            <a:ext cx="801319" cy="855707"/>
            <a:chOff x="203282" y="217187"/>
            <a:chExt cx="801319" cy="855707"/>
          </a:xfrm>
        </p:grpSpPr>
        <p:sp>
          <p:nvSpPr>
            <p:cNvPr id="6243" name="Google Shape;6243;p249"/>
            <p:cNvSpPr/>
            <p:nvPr/>
          </p:nvSpPr>
          <p:spPr>
            <a:xfrm>
              <a:off x="899150" y="217187"/>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244" name="Google Shape;6244;p249"/>
            <p:cNvGrpSpPr/>
            <p:nvPr/>
          </p:nvGrpSpPr>
          <p:grpSpPr>
            <a:xfrm>
              <a:off x="203282" y="967438"/>
              <a:ext cx="105457" cy="105457"/>
              <a:chOff x="7812545" y="194375"/>
              <a:chExt cx="105457" cy="105457"/>
            </a:xfrm>
          </p:grpSpPr>
          <p:sp>
            <p:nvSpPr>
              <p:cNvPr id="6245" name="Google Shape;6245;p249"/>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6" name="Google Shape;6246;p249"/>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7" name="Google Shape;6247;p249"/>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8" name="Google Shape;6248;p249"/>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249" name="Google Shape;6249;p249"/>
          <p:cNvGrpSpPr/>
          <p:nvPr/>
        </p:nvGrpSpPr>
        <p:grpSpPr>
          <a:xfrm>
            <a:off x="-486246" y="4538820"/>
            <a:ext cx="1490848" cy="877511"/>
            <a:chOff x="-486246" y="4538820"/>
            <a:chExt cx="1490848" cy="877511"/>
          </a:xfrm>
        </p:grpSpPr>
        <p:sp>
          <p:nvSpPr>
            <p:cNvPr id="6250" name="Google Shape;6250;p249"/>
            <p:cNvSpPr/>
            <p:nvPr/>
          </p:nvSpPr>
          <p:spPr>
            <a:xfrm>
              <a:off x="-486246" y="4538820"/>
              <a:ext cx="991119" cy="877511"/>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1" name="Google Shape;6251;p249"/>
            <p:cNvSpPr/>
            <p:nvPr/>
          </p:nvSpPr>
          <p:spPr>
            <a:xfrm>
              <a:off x="899150" y="4850137"/>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BLANK_11">
    <p:spTree>
      <p:nvGrpSpPr>
        <p:cNvPr id="6252" name="Shape 6252"/>
        <p:cNvGrpSpPr/>
        <p:nvPr/>
      </p:nvGrpSpPr>
      <p:grpSpPr>
        <a:xfrm>
          <a:off x="0" y="0"/>
          <a:ext cx="0" cy="0"/>
          <a:chOff x="0" y="0"/>
          <a:chExt cx="0" cy="0"/>
        </a:xfrm>
      </p:grpSpPr>
      <p:sp>
        <p:nvSpPr>
          <p:cNvPr id="6253" name="Google Shape;6253;p25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6254" name="Google Shape;6254;p250"/>
          <p:cNvSpPr txBox="1"/>
          <p:nvPr>
            <p:ph type="title"/>
          </p:nvPr>
        </p:nvSpPr>
        <p:spPr>
          <a:xfrm>
            <a:off x="4859400" y="1976850"/>
            <a:ext cx="3598800" cy="5355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255" name="Google Shape;6255;p250"/>
          <p:cNvSpPr txBox="1"/>
          <p:nvPr>
            <p:ph idx="1" type="subTitle"/>
          </p:nvPr>
        </p:nvSpPr>
        <p:spPr>
          <a:xfrm>
            <a:off x="4859400" y="2627175"/>
            <a:ext cx="3598800" cy="7518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nSpc>
                <a:spcPct val="100000"/>
              </a:lnSpc>
              <a:spcBef>
                <a:spcPts val="0"/>
              </a:spcBef>
              <a:spcAft>
                <a:spcPts val="0"/>
              </a:spcAft>
              <a:buSzPts val="2100"/>
              <a:buNone/>
              <a:defRPr sz="2100"/>
            </a:lvl2pPr>
            <a:lvl3pPr lvl="2">
              <a:lnSpc>
                <a:spcPct val="100000"/>
              </a:lnSpc>
              <a:spcBef>
                <a:spcPts val="0"/>
              </a:spcBef>
              <a:spcAft>
                <a:spcPts val="0"/>
              </a:spcAft>
              <a:buSzPts val="2100"/>
              <a:buNone/>
              <a:defRPr sz="2100"/>
            </a:lvl3pPr>
            <a:lvl4pPr lvl="3">
              <a:lnSpc>
                <a:spcPct val="100000"/>
              </a:lnSpc>
              <a:spcBef>
                <a:spcPts val="0"/>
              </a:spcBef>
              <a:spcAft>
                <a:spcPts val="0"/>
              </a:spcAft>
              <a:buSzPts val="2100"/>
              <a:buNone/>
              <a:defRPr sz="2100"/>
            </a:lvl4pPr>
            <a:lvl5pPr lvl="4">
              <a:lnSpc>
                <a:spcPct val="100000"/>
              </a:lnSpc>
              <a:spcBef>
                <a:spcPts val="0"/>
              </a:spcBef>
              <a:spcAft>
                <a:spcPts val="0"/>
              </a:spcAft>
              <a:buSzPts val="2100"/>
              <a:buNone/>
              <a:defRPr sz="2100"/>
            </a:lvl5pPr>
            <a:lvl6pPr lvl="5">
              <a:lnSpc>
                <a:spcPct val="100000"/>
              </a:lnSpc>
              <a:spcBef>
                <a:spcPts val="0"/>
              </a:spcBef>
              <a:spcAft>
                <a:spcPts val="0"/>
              </a:spcAft>
              <a:buSzPts val="2100"/>
              <a:buNone/>
              <a:defRPr sz="2100"/>
            </a:lvl6pPr>
            <a:lvl7pPr lvl="6">
              <a:lnSpc>
                <a:spcPct val="100000"/>
              </a:lnSpc>
              <a:spcBef>
                <a:spcPts val="0"/>
              </a:spcBef>
              <a:spcAft>
                <a:spcPts val="0"/>
              </a:spcAft>
              <a:buSzPts val="2100"/>
              <a:buNone/>
              <a:defRPr sz="2100"/>
            </a:lvl7pPr>
            <a:lvl8pPr lvl="7">
              <a:lnSpc>
                <a:spcPct val="100000"/>
              </a:lnSpc>
              <a:spcBef>
                <a:spcPts val="0"/>
              </a:spcBef>
              <a:spcAft>
                <a:spcPts val="0"/>
              </a:spcAft>
              <a:buSzPts val="2100"/>
              <a:buNone/>
              <a:defRPr sz="2100"/>
            </a:lvl8pPr>
            <a:lvl9pPr lvl="8">
              <a:lnSpc>
                <a:spcPct val="100000"/>
              </a:lnSpc>
              <a:spcBef>
                <a:spcPts val="0"/>
              </a:spcBef>
              <a:spcAft>
                <a:spcPts val="0"/>
              </a:spcAft>
              <a:buSzPts val="2100"/>
              <a:buNone/>
              <a:defRPr sz="2100"/>
            </a:lvl9pPr>
          </a:lstStyle>
          <a:p/>
        </p:txBody>
      </p:sp>
      <p:grpSp>
        <p:nvGrpSpPr>
          <p:cNvPr id="6256" name="Google Shape;6256;p250"/>
          <p:cNvGrpSpPr/>
          <p:nvPr/>
        </p:nvGrpSpPr>
        <p:grpSpPr>
          <a:xfrm>
            <a:off x="4267201" y="4281023"/>
            <a:ext cx="2862276" cy="557407"/>
            <a:chOff x="4267201" y="4281023"/>
            <a:chExt cx="2862276" cy="557407"/>
          </a:xfrm>
        </p:grpSpPr>
        <p:sp>
          <p:nvSpPr>
            <p:cNvPr id="6257" name="Google Shape;6257;p250"/>
            <p:cNvSpPr/>
            <p:nvPr/>
          </p:nvSpPr>
          <p:spPr>
            <a:xfrm>
              <a:off x="4267201" y="4746723"/>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6258" name="Google Shape;6258;p250"/>
            <p:cNvGrpSpPr/>
            <p:nvPr/>
          </p:nvGrpSpPr>
          <p:grpSpPr>
            <a:xfrm>
              <a:off x="5127270" y="4281023"/>
              <a:ext cx="105457" cy="105457"/>
              <a:chOff x="7812545" y="194375"/>
              <a:chExt cx="105457" cy="105457"/>
            </a:xfrm>
          </p:grpSpPr>
          <p:sp>
            <p:nvSpPr>
              <p:cNvPr id="6259" name="Google Shape;6259;p250"/>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0" name="Google Shape;6260;p250"/>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1" name="Google Shape;6261;p250"/>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2" name="Google Shape;6262;p250"/>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263" name="Google Shape;6263;p250"/>
            <p:cNvSpPr/>
            <p:nvPr/>
          </p:nvSpPr>
          <p:spPr>
            <a:xfrm>
              <a:off x="6165650" y="4487449"/>
              <a:ext cx="171626" cy="171626"/>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6264" name="Google Shape;6264;p250"/>
            <p:cNvGrpSpPr/>
            <p:nvPr/>
          </p:nvGrpSpPr>
          <p:grpSpPr>
            <a:xfrm>
              <a:off x="7024020" y="4732973"/>
              <a:ext cx="105457" cy="105457"/>
              <a:chOff x="7812545" y="194375"/>
              <a:chExt cx="105457" cy="105457"/>
            </a:xfrm>
          </p:grpSpPr>
          <p:sp>
            <p:nvSpPr>
              <p:cNvPr id="6265" name="Google Shape;6265;p250"/>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6" name="Google Shape;6266;p250"/>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7" name="Google Shape;6267;p250"/>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8" name="Google Shape;6268;p250"/>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6269" name="Google Shape;6269;p250"/>
          <p:cNvSpPr/>
          <p:nvPr/>
        </p:nvSpPr>
        <p:spPr>
          <a:xfrm rot="5828238">
            <a:off x="712226" y="4219055"/>
            <a:ext cx="1085117" cy="2077472"/>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0" name="Google Shape;6270;p250"/>
          <p:cNvSpPr/>
          <p:nvPr/>
        </p:nvSpPr>
        <p:spPr>
          <a:xfrm flipH="1">
            <a:off x="8516050" y="4487450"/>
            <a:ext cx="1172375" cy="942725"/>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271" name="Google Shape;6271;p250"/>
          <p:cNvGrpSpPr/>
          <p:nvPr/>
        </p:nvGrpSpPr>
        <p:grpSpPr>
          <a:xfrm>
            <a:off x="8176604" y="-179030"/>
            <a:ext cx="1421198" cy="1325909"/>
            <a:chOff x="8176604" y="-179030"/>
            <a:chExt cx="1421198" cy="1325909"/>
          </a:xfrm>
        </p:grpSpPr>
        <p:sp>
          <p:nvSpPr>
            <p:cNvPr id="6272" name="Google Shape;6272;p250"/>
            <p:cNvSpPr/>
            <p:nvPr/>
          </p:nvSpPr>
          <p:spPr>
            <a:xfrm flipH="1">
              <a:off x="8606683" y="-179030"/>
              <a:ext cx="991119" cy="877511"/>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3" name="Google Shape;6273;p250"/>
            <p:cNvSpPr/>
            <p:nvPr/>
          </p:nvSpPr>
          <p:spPr>
            <a:xfrm flipH="1">
              <a:off x="8176604" y="349987"/>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274" name="Google Shape;6274;p250"/>
            <p:cNvGrpSpPr/>
            <p:nvPr/>
          </p:nvGrpSpPr>
          <p:grpSpPr>
            <a:xfrm>
              <a:off x="8732620" y="1041423"/>
              <a:ext cx="105457" cy="105457"/>
              <a:chOff x="7812545" y="194375"/>
              <a:chExt cx="105457" cy="105457"/>
            </a:xfrm>
          </p:grpSpPr>
          <p:sp>
            <p:nvSpPr>
              <p:cNvPr id="6275" name="Google Shape;6275;p250"/>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6" name="Google Shape;6276;p250"/>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7" name="Google Shape;6277;p250"/>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8" name="Google Shape;6278;p250"/>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6279" name="Google Shape;6279;p250"/>
          <p:cNvSpPr/>
          <p:nvPr/>
        </p:nvSpPr>
        <p:spPr>
          <a:xfrm>
            <a:off x="-1881050" y="-618725"/>
            <a:ext cx="6399210" cy="5209061"/>
          </a:xfrm>
          <a:custGeom>
            <a:rect b="b" l="l" r="r" t="t"/>
            <a:pathLst>
              <a:path extrusionOk="0" h="48924" w="60102">
                <a:moveTo>
                  <a:pt x="31550" y="1"/>
                </a:moveTo>
                <a:cubicBezTo>
                  <a:pt x="28688" y="1"/>
                  <a:pt x="25391" y="541"/>
                  <a:pt x="22089" y="2238"/>
                </a:cubicBezTo>
                <a:cubicBezTo>
                  <a:pt x="12977" y="6900"/>
                  <a:pt x="8196" y="17230"/>
                  <a:pt x="4091" y="25485"/>
                </a:cubicBezTo>
                <a:cubicBezTo>
                  <a:pt x="1" y="33725"/>
                  <a:pt x="2016" y="42612"/>
                  <a:pt x="8767" y="47123"/>
                </a:cubicBezTo>
                <a:cubicBezTo>
                  <a:pt x="10764" y="48461"/>
                  <a:pt x="12590" y="48924"/>
                  <a:pt x="14421" y="48924"/>
                </a:cubicBezTo>
                <a:cubicBezTo>
                  <a:pt x="18514" y="48924"/>
                  <a:pt x="22630" y="46611"/>
                  <a:pt x="28730" y="46611"/>
                </a:cubicBezTo>
                <a:cubicBezTo>
                  <a:pt x="29125" y="46611"/>
                  <a:pt x="29527" y="46621"/>
                  <a:pt x="29939" y="46641"/>
                </a:cubicBezTo>
                <a:cubicBezTo>
                  <a:pt x="34134" y="46851"/>
                  <a:pt x="36984" y="47278"/>
                  <a:pt x="39535" y="47278"/>
                </a:cubicBezTo>
                <a:cubicBezTo>
                  <a:pt x="42835" y="47278"/>
                  <a:pt x="45637" y="46563"/>
                  <a:pt x="50208" y="43739"/>
                </a:cubicBezTo>
                <a:cubicBezTo>
                  <a:pt x="58328" y="38732"/>
                  <a:pt x="60102" y="25500"/>
                  <a:pt x="54042" y="15140"/>
                </a:cubicBezTo>
                <a:cubicBezTo>
                  <a:pt x="47997" y="4779"/>
                  <a:pt x="40254" y="1667"/>
                  <a:pt x="40254" y="1667"/>
                </a:cubicBezTo>
                <a:cubicBezTo>
                  <a:pt x="40254" y="1667"/>
                  <a:pt x="36573" y="1"/>
                  <a:pt x="31550"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BLANK_13">
    <p:spTree>
      <p:nvGrpSpPr>
        <p:cNvPr id="6280" name="Shape 6280"/>
        <p:cNvGrpSpPr/>
        <p:nvPr/>
      </p:nvGrpSpPr>
      <p:grpSpPr>
        <a:xfrm>
          <a:off x="0" y="0"/>
          <a:ext cx="0" cy="0"/>
          <a:chOff x="0" y="0"/>
          <a:chExt cx="0" cy="0"/>
        </a:xfrm>
      </p:grpSpPr>
      <p:sp>
        <p:nvSpPr>
          <p:cNvPr id="6281" name="Google Shape;6281;p251"/>
          <p:cNvSpPr/>
          <p:nvPr/>
        </p:nvSpPr>
        <p:spPr>
          <a:xfrm flipH="1" rot="10800000">
            <a:off x="708675" y="219590"/>
            <a:ext cx="7726638" cy="4704323"/>
          </a:xfrm>
          <a:custGeom>
            <a:rect b="b" l="l" r="r" t="t"/>
            <a:pathLst>
              <a:path extrusionOk="0" h="49900" w="54584">
                <a:moveTo>
                  <a:pt x="39803" y="0"/>
                </a:moveTo>
                <a:cubicBezTo>
                  <a:pt x="38029" y="0"/>
                  <a:pt x="36248" y="409"/>
                  <a:pt x="34570" y="1238"/>
                </a:cubicBezTo>
                <a:cubicBezTo>
                  <a:pt x="31367" y="2802"/>
                  <a:pt x="28886" y="5448"/>
                  <a:pt x="25683" y="7012"/>
                </a:cubicBezTo>
                <a:cubicBezTo>
                  <a:pt x="21308" y="9163"/>
                  <a:pt x="16511" y="10320"/>
                  <a:pt x="12090" y="12380"/>
                </a:cubicBezTo>
                <a:cubicBezTo>
                  <a:pt x="7684" y="14425"/>
                  <a:pt x="3444" y="17628"/>
                  <a:pt x="1865" y="22244"/>
                </a:cubicBezTo>
                <a:cubicBezTo>
                  <a:pt x="1" y="27673"/>
                  <a:pt x="647" y="34078"/>
                  <a:pt x="3504" y="39040"/>
                </a:cubicBezTo>
                <a:cubicBezTo>
                  <a:pt x="8069" y="46988"/>
                  <a:pt x="17031" y="49899"/>
                  <a:pt x="25743" y="49899"/>
                </a:cubicBezTo>
                <a:cubicBezTo>
                  <a:pt x="25898" y="49899"/>
                  <a:pt x="26054" y="49898"/>
                  <a:pt x="26209" y="49897"/>
                </a:cubicBezTo>
                <a:cubicBezTo>
                  <a:pt x="44945" y="49671"/>
                  <a:pt x="54583" y="26996"/>
                  <a:pt x="51531" y="10696"/>
                </a:cubicBezTo>
                <a:cubicBezTo>
                  <a:pt x="50869" y="7163"/>
                  <a:pt x="49230" y="3779"/>
                  <a:pt x="46118" y="1840"/>
                </a:cubicBezTo>
                <a:cubicBezTo>
                  <a:pt x="44160" y="620"/>
                  <a:pt x="41987" y="0"/>
                  <a:pt x="3980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2" name="Google Shape;6282;p25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6283" name="Google Shape;6283;p251"/>
          <p:cNvSpPr txBox="1"/>
          <p:nvPr>
            <p:ph type="title"/>
          </p:nvPr>
        </p:nvSpPr>
        <p:spPr>
          <a:xfrm>
            <a:off x="1342950" y="1382675"/>
            <a:ext cx="6458100" cy="12486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accent2"/>
              </a:buClr>
              <a:buSzPts val="10000"/>
              <a:buNone/>
              <a:defRPr sz="10000">
                <a:solidFill>
                  <a:schemeClr val="accent2"/>
                </a:solidFill>
              </a:defRPr>
            </a:lvl1pPr>
            <a:lvl2pPr lvl="1">
              <a:spcBef>
                <a:spcPts val="0"/>
              </a:spcBef>
              <a:spcAft>
                <a:spcPts val="0"/>
              </a:spcAft>
              <a:buClr>
                <a:schemeClr val="accent2"/>
              </a:buClr>
              <a:buSzPts val="10000"/>
              <a:buNone/>
              <a:defRPr sz="10000">
                <a:solidFill>
                  <a:schemeClr val="accent2"/>
                </a:solidFill>
              </a:defRPr>
            </a:lvl2pPr>
            <a:lvl3pPr lvl="2">
              <a:spcBef>
                <a:spcPts val="0"/>
              </a:spcBef>
              <a:spcAft>
                <a:spcPts val="0"/>
              </a:spcAft>
              <a:buClr>
                <a:schemeClr val="accent2"/>
              </a:buClr>
              <a:buSzPts val="10000"/>
              <a:buNone/>
              <a:defRPr sz="10000">
                <a:solidFill>
                  <a:schemeClr val="accent2"/>
                </a:solidFill>
              </a:defRPr>
            </a:lvl3pPr>
            <a:lvl4pPr lvl="3">
              <a:spcBef>
                <a:spcPts val="0"/>
              </a:spcBef>
              <a:spcAft>
                <a:spcPts val="0"/>
              </a:spcAft>
              <a:buClr>
                <a:schemeClr val="accent2"/>
              </a:buClr>
              <a:buSzPts val="10000"/>
              <a:buNone/>
              <a:defRPr sz="10000">
                <a:solidFill>
                  <a:schemeClr val="accent2"/>
                </a:solidFill>
              </a:defRPr>
            </a:lvl4pPr>
            <a:lvl5pPr lvl="4">
              <a:spcBef>
                <a:spcPts val="0"/>
              </a:spcBef>
              <a:spcAft>
                <a:spcPts val="0"/>
              </a:spcAft>
              <a:buClr>
                <a:schemeClr val="accent2"/>
              </a:buClr>
              <a:buSzPts val="10000"/>
              <a:buNone/>
              <a:defRPr sz="10000">
                <a:solidFill>
                  <a:schemeClr val="accent2"/>
                </a:solidFill>
              </a:defRPr>
            </a:lvl5pPr>
            <a:lvl6pPr lvl="5">
              <a:spcBef>
                <a:spcPts val="0"/>
              </a:spcBef>
              <a:spcAft>
                <a:spcPts val="0"/>
              </a:spcAft>
              <a:buClr>
                <a:schemeClr val="accent2"/>
              </a:buClr>
              <a:buSzPts val="10000"/>
              <a:buNone/>
              <a:defRPr sz="10000">
                <a:solidFill>
                  <a:schemeClr val="accent2"/>
                </a:solidFill>
              </a:defRPr>
            </a:lvl6pPr>
            <a:lvl7pPr lvl="6">
              <a:spcBef>
                <a:spcPts val="0"/>
              </a:spcBef>
              <a:spcAft>
                <a:spcPts val="0"/>
              </a:spcAft>
              <a:buClr>
                <a:schemeClr val="accent2"/>
              </a:buClr>
              <a:buSzPts val="10000"/>
              <a:buNone/>
              <a:defRPr sz="10000">
                <a:solidFill>
                  <a:schemeClr val="accent2"/>
                </a:solidFill>
              </a:defRPr>
            </a:lvl7pPr>
            <a:lvl8pPr lvl="7">
              <a:spcBef>
                <a:spcPts val="0"/>
              </a:spcBef>
              <a:spcAft>
                <a:spcPts val="0"/>
              </a:spcAft>
              <a:buClr>
                <a:schemeClr val="accent2"/>
              </a:buClr>
              <a:buSzPts val="10000"/>
              <a:buNone/>
              <a:defRPr sz="10000">
                <a:solidFill>
                  <a:schemeClr val="accent2"/>
                </a:solidFill>
              </a:defRPr>
            </a:lvl8pPr>
            <a:lvl9pPr lvl="8">
              <a:spcBef>
                <a:spcPts val="0"/>
              </a:spcBef>
              <a:spcAft>
                <a:spcPts val="0"/>
              </a:spcAft>
              <a:buClr>
                <a:schemeClr val="accent2"/>
              </a:buClr>
              <a:buSzPts val="10000"/>
              <a:buNone/>
              <a:defRPr sz="10000">
                <a:solidFill>
                  <a:schemeClr val="accent2"/>
                </a:solidFill>
              </a:defRPr>
            </a:lvl9pPr>
          </a:lstStyle>
          <a:p/>
        </p:txBody>
      </p:sp>
      <p:sp>
        <p:nvSpPr>
          <p:cNvPr id="6284" name="Google Shape;6284;p251"/>
          <p:cNvSpPr txBox="1"/>
          <p:nvPr>
            <p:ph idx="1" type="subTitle"/>
          </p:nvPr>
        </p:nvSpPr>
        <p:spPr>
          <a:xfrm>
            <a:off x="2011650" y="2844800"/>
            <a:ext cx="5120700" cy="4470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8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6285" name="Google Shape;6285;p251"/>
          <p:cNvGrpSpPr/>
          <p:nvPr/>
        </p:nvGrpSpPr>
        <p:grpSpPr>
          <a:xfrm>
            <a:off x="-491969" y="3889601"/>
            <a:ext cx="2426346" cy="1766101"/>
            <a:chOff x="-491969" y="3889601"/>
            <a:chExt cx="2426346" cy="1766101"/>
          </a:xfrm>
        </p:grpSpPr>
        <p:sp>
          <p:nvSpPr>
            <p:cNvPr id="6286" name="Google Shape;6286;p251"/>
            <p:cNvSpPr/>
            <p:nvPr/>
          </p:nvSpPr>
          <p:spPr>
            <a:xfrm>
              <a:off x="-261950" y="3889601"/>
              <a:ext cx="2196327" cy="1766101"/>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7" name="Google Shape;6287;p251"/>
            <p:cNvSpPr/>
            <p:nvPr/>
          </p:nvSpPr>
          <p:spPr>
            <a:xfrm flipH="1">
              <a:off x="-491969" y="4265416"/>
              <a:ext cx="1463670" cy="1338068"/>
            </a:xfrm>
            <a:custGeom>
              <a:rect b="b" l="l" r="r" t="t"/>
              <a:pathLst>
                <a:path extrusionOk="0" h="49900" w="54584">
                  <a:moveTo>
                    <a:pt x="39803" y="0"/>
                  </a:moveTo>
                  <a:cubicBezTo>
                    <a:pt x="38029" y="0"/>
                    <a:pt x="36248" y="409"/>
                    <a:pt x="34570" y="1238"/>
                  </a:cubicBezTo>
                  <a:cubicBezTo>
                    <a:pt x="31367" y="2802"/>
                    <a:pt x="28886" y="5448"/>
                    <a:pt x="25683" y="7012"/>
                  </a:cubicBezTo>
                  <a:cubicBezTo>
                    <a:pt x="21308" y="9163"/>
                    <a:pt x="16511" y="10320"/>
                    <a:pt x="12090" y="12380"/>
                  </a:cubicBezTo>
                  <a:cubicBezTo>
                    <a:pt x="7684" y="14425"/>
                    <a:pt x="3444" y="17628"/>
                    <a:pt x="1865" y="22244"/>
                  </a:cubicBezTo>
                  <a:cubicBezTo>
                    <a:pt x="1" y="27673"/>
                    <a:pt x="647" y="34078"/>
                    <a:pt x="3504" y="39040"/>
                  </a:cubicBezTo>
                  <a:cubicBezTo>
                    <a:pt x="8069" y="46988"/>
                    <a:pt x="17031" y="49899"/>
                    <a:pt x="25743" y="49899"/>
                  </a:cubicBezTo>
                  <a:cubicBezTo>
                    <a:pt x="25898" y="49899"/>
                    <a:pt x="26054" y="49898"/>
                    <a:pt x="26209" y="49897"/>
                  </a:cubicBezTo>
                  <a:cubicBezTo>
                    <a:pt x="44945" y="49671"/>
                    <a:pt x="54583" y="26996"/>
                    <a:pt x="51531" y="10696"/>
                  </a:cubicBezTo>
                  <a:cubicBezTo>
                    <a:pt x="50869" y="7163"/>
                    <a:pt x="49230" y="3779"/>
                    <a:pt x="46118" y="1840"/>
                  </a:cubicBezTo>
                  <a:cubicBezTo>
                    <a:pt x="44160" y="620"/>
                    <a:pt x="41987" y="0"/>
                    <a:pt x="398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288" name="Google Shape;6288;p251"/>
          <p:cNvGrpSpPr/>
          <p:nvPr/>
        </p:nvGrpSpPr>
        <p:grpSpPr>
          <a:xfrm>
            <a:off x="8112408" y="-304605"/>
            <a:ext cx="1502819" cy="1131369"/>
            <a:chOff x="8112408" y="-304605"/>
            <a:chExt cx="1502819" cy="1131369"/>
          </a:xfrm>
        </p:grpSpPr>
        <p:sp>
          <p:nvSpPr>
            <p:cNvPr id="6289" name="Google Shape;6289;p251"/>
            <p:cNvSpPr/>
            <p:nvPr/>
          </p:nvSpPr>
          <p:spPr>
            <a:xfrm flipH="1">
              <a:off x="8112408" y="-304600"/>
              <a:ext cx="1406967" cy="1131364"/>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0" name="Google Shape;6290;p251"/>
            <p:cNvSpPr/>
            <p:nvPr/>
          </p:nvSpPr>
          <p:spPr>
            <a:xfrm flipH="1">
              <a:off x="8624108" y="-304605"/>
              <a:ext cx="991119" cy="877511"/>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291" name="Google Shape;6291;p251"/>
          <p:cNvGrpSpPr/>
          <p:nvPr/>
        </p:nvGrpSpPr>
        <p:grpSpPr>
          <a:xfrm>
            <a:off x="356395" y="307050"/>
            <a:ext cx="1124357" cy="1900014"/>
            <a:chOff x="356395" y="307050"/>
            <a:chExt cx="1124357" cy="1900014"/>
          </a:xfrm>
        </p:grpSpPr>
        <p:grpSp>
          <p:nvGrpSpPr>
            <p:cNvPr id="6292" name="Google Shape;6292;p251"/>
            <p:cNvGrpSpPr/>
            <p:nvPr/>
          </p:nvGrpSpPr>
          <p:grpSpPr>
            <a:xfrm>
              <a:off x="356395" y="1077175"/>
              <a:ext cx="105457" cy="105457"/>
              <a:chOff x="7812545" y="194375"/>
              <a:chExt cx="105457" cy="105457"/>
            </a:xfrm>
          </p:grpSpPr>
          <p:sp>
            <p:nvSpPr>
              <p:cNvPr id="6293" name="Google Shape;6293;p251"/>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4" name="Google Shape;6294;p251"/>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5" name="Google Shape;6295;p251"/>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6" name="Google Shape;6296;p251"/>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297" name="Google Shape;6297;p251"/>
            <p:cNvSpPr/>
            <p:nvPr/>
          </p:nvSpPr>
          <p:spPr>
            <a:xfrm>
              <a:off x="525263" y="2101675"/>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8" name="Google Shape;6298;p251"/>
            <p:cNvSpPr/>
            <p:nvPr/>
          </p:nvSpPr>
          <p:spPr>
            <a:xfrm>
              <a:off x="886526" y="307050"/>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6299" name="Google Shape;6299;p251"/>
            <p:cNvGrpSpPr/>
            <p:nvPr/>
          </p:nvGrpSpPr>
          <p:grpSpPr>
            <a:xfrm>
              <a:off x="1375295" y="1834350"/>
              <a:ext cx="105457" cy="105457"/>
              <a:chOff x="7812545" y="194375"/>
              <a:chExt cx="105457" cy="105457"/>
            </a:xfrm>
          </p:grpSpPr>
          <p:sp>
            <p:nvSpPr>
              <p:cNvPr id="6300" name="Google Shape;6300;p251"/>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1" name="Google Shape;6301;p251"/>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2" name="Google Shape;6302;p251"/>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3" name="Google Shape;6303;p251"/>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304" name="Google Shape;6304;p251"/>
          <p:cNvGrpSpPr/>
          <p:nvPr/>
        </p:nvGrpSpPr>
        <p:grpSpPr>
          <a:xfrm>
            <a:off x="7287120" y="3141625"/>
            <a:ext cx="1552557" cy="1766094"/>
            <a:chOff x="7400320" y="248200"/>
            <a:chExt cx="1552557" cy="1766094"/>
          </a:xfrm>
        </p:grpSpPr>
        <p:sp>
          <p:nvSpPr>
            <p:cNvPr id="6305" name="Google Shape;6305;p251"/>
            <p:cNvSpPr/>
            <p:nvPr/>
          </p:nvSpPr>
          <p:spPr>
            <a:xfrm>
              <a:off x="8405475" y="1190225"/>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6" name="Google Shape;6306;p251"/>
            <p:cNvSpPr/>
            <p:nvPr/>
          </p:nvSpPr>
          <p:spPr>
            <a:xfrm>
              <a:off x="8861176" y="248200"/>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6307" name="Google Shape;6307;p251"/>
            <p:cNvGrpSpPr/>
            <p:nvPr/>
          </p:nvGrpSpPr>
          <p:grpSpPr>
            <a:xfrm>
              <a:off x="8847420" y="1908838"/>
              <a:ext cx="105457" cy="105457"/>
              <a:chOff x="7812545" y="194375"/>
              <a:chExt cx="105457" cy="105457"/>
            </a:xfrm>
          </p:grpSpPr>
          <p:sp>
            <p:nvSpPr>
              <p:cNvPr id="6308" name="Google Shape;6308;p251"/>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9" name="Google Shape;6309;p251"/>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0" name="Google Shape;6310;p251"/>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1" name="Google Shape;6311;p251"/>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312" name="Google Shape;6312;p251"/>
            <p:cNvGrpSpPr/>
            <p:nvPr/>
          </p:nvGrpSpPr>
          <p:grpSpPr>
            <a:xfrm>
              <a:off x="7400320" y="473138"/>
              <a:ext cx="105457" cy="105457"/>
              <a:chOff x="7812545" y="194375"/>
              <a:chExt cx="105457" cy="105457"/>
            </a:xfrm>
          </p:grpSpPr>
          <p:sp>
            <p:nvSpPr>
              <p:cNvPr id="6313" name="Google Shape;6313;p251"/>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4" name="Google Shape;6314;p251"/>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5" name="Google Shape;6315;p251"/>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6" name="Google Shape;6316;p251"/>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317" name="Google Shape;6317;p251"/>
          <p:cNvGrpSpPr/>
          <p:nvPr/>
        </p:nvGrpSpPr>
        <p:grpSpPr>
          <a:xfrm>
            <a:off x="6039884" y="307038"/>
            <a:ext cx="1761155" cy="1002727"/>
            <a:chOff x="6039884" y="307038"/>
            <a:chExt cx="1761155" cy="1002727"/>
          </a:xfrm>
        </p:grpSpPr>
        <p:sp>
          <p:nvSpPr>
            <p:cNvPr id="6318" name="Google Shape;6318;p251"/>
            <p:cNvSpPr/>
            <p:nvPr/>
          </p:nvSpPr>
          <p:spPr>
            <a:xfrm flipH="1">
              <a:off x="6039884" y="455902"/>
              <a:ext cx="1463616" cy="468662"/>
            </a:xfrm>
            <a:custGeom>
              <a:rect b="b" l="l" r="r" t="t"/>
              <a:pathLst>
                <a:path extrusionOk="0" fill="none" h="4647" w="14511">
                  <a:moveTo>
                    <a:pt x="13894" y="3805"/>
                  </a:moveTo>
                  <a:cubicBezTo>
                    <a:pt x="13263" y="3459"/>
                    <a:pt x="12977" y="3744"/>
                    <a:pt x="12766" y="3459"/>
                  </a:cubicBezTo>
                  <a:cubicBezTo>
                    <a:pt x="12541" y="3173"/>
                    <a:pt x="13383" y="2436"/>
                    <a:pt x="11684" y="1699"/>
                  </a:cubicBezTo>
                  <a:cubicBezTo>
                    <a:pt x="11684" y="1699"/>
                    <a:pt x="11578" y="121"/>
                    <a:pt x="9248" y="60"/>
                  </a:cubicBezTo>
                  <a:cubicBezTo>
                    <a:pt x="6917" y="0"/>
                    <a:pt x="7549" y="1654"/>
                    <a:pt x="6917" y="2045"/>
                  </a:cubicBezTo>
                  <a:cubicBezTo>
                    <a:pt x="6286" y="2436"/>
                    <a:pt x="6120" y="1820"/>
                    <a:pt x="5504" y="2211"/>
                  </a:cubicBezTo>
                  <a:cubicBezTo>
                    <a:pt x="4872" y="2617"/>
                    <a:pt x="5158" y="3399"/>
                    <a:pt x="4647" y="3519"/>
                  </a:cubicBezTo>
                  <a:cubicBezTo>
                    <a:pt x="4135" y="3624"/>
                    <a:pt x="3459" y="3008"/>
                    <a:pt x="2842" y="3399"/>
                  </a:cubicBezTo>
                  <a:cubicBezTo>
                    <a:pt x="2211" y="3805"/>
                    <a:pt x="2211" y="4135"/>
                    <a:pt x="1925" y="4135"/>
                  </a:cubicBezTo>
                  <a:cubicBezTo>
                    <a:pt x="1654" y="4135"/>
                    <a:pt x="1083" y="3910"/>
                    <a:pt x="737" y="4135"/>
                  </a:cubicBezTo>
                  <a:cubicBezTo>
                    <a:pt x="406" y="4376"/>
                    <a:pt x="0" y="4647"/>
                    <a:pt x="0" y="4647"/>
                  </a:cubicBezTo>
                  <a:lnTo>
                    <a:pt x="14345" y="4647"/>
                  </a:lnTo>
                  <a:cubicBezTo>
                    <a:pt x="14345" y="4647"/>
                    <a:pt x="14511" y="4135"/>
                    <a:pt x="13894" y="3805"/>
                  </a:cubicBezTo>
                  <a:close/>
                </a:path>
              </a:pathLst>
            </a:custGeom>
            <a:solidFill>
              <a:schemeClr val="lt1"/>
            </a:solid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9" name="Google Shape;6319;p251"/>
            <p:cNvSpPr/>
            <p:nvPr/>
          </p:nvSpPr>
          <p:spPr>
            <a:xfrm>
              <a:off x="7695588" y="1204375"/>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20" name="Google Shape;6320;p251"/>
            <p:cNvGrpSpPr/>
            <p:nvPr/>
          </p:nvGrpSpPr>
          <p:grpSpPr>
            <a:xfrm>
              <a:off x="7398045" y="307038"/>
              <a:ext cx="105457" cy="105457"/>
              <a:chOff x="7812545" y="194375"/>
              <a:chExt cx="105457" cy="105457"/>
            </a:xfrm>
          </p:grpSpPr>
          <p:sp>
            <p:nvSpPr>
              <p:cNvPr id="6321" name="Google Shape;6321;p251"/>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2" name="Google Shape;6322;p251"/>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3" name="Google Shape;6323;p251"/>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4" name="Google Shape;6324;p251"/>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BLANK_14">
    <p:spTree>
      <p:nvGrpSpPr>
        <p:cNvPr id="6325" name="Shape 6325"/>
        <p:cNvGrpSpPr/>
        <p:nvPr/>
      </p:nvGrpSpPr>
      <p:grpSpPr>
        <a:xfrm>
          <a:off x="0" y="0"/>
          <a:ext cx="0" cy="0"/>
          <a:chOff x="0" y="0"/>
          <a:chExt cx="0" cy="0"/>
        </a:xfrm>
      </p:grpSpPr>
      <p:sp>
        <p:nvSpPr>
          <p:cNvPr id="6326" name="Google Shape;6326;p25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6327" name="Google Shape;6327;p252"/>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lgn="ctr">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328" name="Google Shape;6328;p252"/>
          <p:cNvSpPr txBox="1"/>
          <p:nvPr>
            <p:ph idx="1" type="subTitle"/>
          </p:nvPr>
        </p:nvSpPr>
        <p:spPr>
          <a:xfrm>
            <a:off x="685800" y="3831709"/>
            <a:ext cx="3651000" cy="393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6329" name="Google Shape;6329;p252"/>
          <p:cNvSpPr txBox="1"/>
          <p:nvPr>
            <p:ph idx="2" type="subTitle"/>
          </p:nvPr>
        </p:nvSpPr>
        <p:spPr>
          <a:xfrm>
            <a:off x="2129250" y="2403350"/>
            <a:ext cx="4885500" cy="393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6330" name="Google Shape;6330;p252"/>
          <p:cNvSpPr txBox="1"/>
          <p:nvPr>
            <p:ph idx="3" type="subTitle"/>
          </p:nvPr>
        </p:nvSpPr>
        <p:spPr>
          <a:xfrm>
            <a:off x="4807243" y="3831709"/>
            <a:ext cx="3651000" cy="393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6331" name="Google Shape;6331;p252"/>
          <p:cNvSpPr txBox="1"/>
          <p:nvPr>
            <p:ph hasCustomPrompt="1" idx="4" type="title"/>
          </p:nvPr>
        </p:nvSpPr>
        <p:spPr>
          <a:xfrm>
            <a:off x="685800" y="3117675"/>
            <a:ext cx="3651000" cy="635700"/>
          </a:xfrm>
          <a:prstGeom prst="rect">
            <a:avLst/>
          </a:prstGeom>
        </p:spPr>
        <p:txBody>
          <a:bodyPr anchorCtr="0" anchor="ctr" bIns="91425" lIns="91425" spcFirstLastPara="1" rIns="91425" wrap="square" tIns="91425">
            <a:noAutofit/>
          </a:bodyPr>
          <a:lstStyle>
            <a:lvl1pPr lvl="0" algn="ctr">
              <a:spcBef>
                <a:spcPts val="0"/>
              </a:spcBef>
              <a:spcAft>
                <a:spcPts val="0"/>
              </a:spcAft>
              <a:buSzPts val="5000"/>
              <a:buNone/>
              <a:defRPr sz="6000">
                <a:solidFill>
                  <a:schemeClr val="accent2"/>
                </a:solidFill>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sp>
        <p:nvSpPr>
          <p:cNvPr id="6332" name="Google Shape;6332;p252"/>
          <p:cNvSpPr txBox="1"/>
          <p:nvPr>
            <p:ph hasCustomPrompt="1" idx="5" type="title"/>
          </p:nvPr>
        </p:nvSpPr>
        <p:spPr>
          <a:xfrm>
            <a:off x="2129250" y="1691873"/>
            <a:ext cx="4885500" cy="635700"/>
          </a:xfrm>
          <a:prstGeom prst="rect">
            <a:avLst/>
          </a:prstGeom>
        </p:spPr>
        <p:txBody>
          <a:bodyPr anchorCtr="0" anchor="ctr" bIns="91425" lIns="91425" spcFirstLastPara="1" rIns="91425" wrap="square" tIns="91425">
            <a:noAutofit/>
          </a:bodyPr>
          <a:lstStyle>
            <a:lvl1pPr lvl="0" algn="ctr">
              <a:spcBef>
                <a:spcPts val="0"/>
              </a:spcBef>
              <a:spcAft>
                <a:spcPts val="0"/>
              </a:spcAft>
              <a:buSzPts val="5000"/>
              <a:buNone/>
              <a:defRPr sz="6000">
                <a:solidFill>
                  <a:schemeClr val="accent2"/>
                </a:solidFill>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sp>
        <p:nvSpPr>
          <p:cNvPr id="6333" name="Google Shape;6333;p252"/>
          <p:cNvSpPr txBox="1"/>
          <p:nvPr>
            <p:ph hasCustomPrompt="1" idx="6" type="title"/>
          </p:nvPr>
        </p:nvSpPr>
        <p:spPr>
          <a:xfrm>
            <a:off x="4807125" y="3117675"/>
            <a:ext cx="3651000" cy="635700"/>
          </a:xfrm>
          <a:prstGeom prst="rect">
            <a:avLst/>
          </a:prstGeom>
        </p:spPr>
        <p:txBody>
          <a:bodyPr anchorCtr="0" anchor="ctr" bIns="91425" lIns="91425" spcFirstLastPara="1" rIns="91425" wrap="square" tIns="91425">
            <a:noAutofit/>
          </a:bodyPr>
          <a:lstStyle>
            <a:lvl1pPr lvl="0" algn="ctr">
              <a:spcBef>
                <a:spcPts val="0"/>
              </a:spcBef>
              <a:spcAft>
                <a:spcPts val="0"/>
              </a:spcAft>
              <a:buSzPts val="5000"/>
              <a:buNone/>
              <a:defRPr sz="6000">
                <a:solidFill>
                  <a:schemeClr val="accent2"/>
                </a:solidFill>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sp>
        <p:nvSpPr>
          <p:cNvPr id="6334" name="Google Shape;6334;p252"/>
          <p:cNvSpPr/>
          <p:nvPr/>
        </p:nvSpPr>
        <p:spPr>
          <a:xfrm flipH="1">
            <a:off x="-379375" y="-260675"/>
            <a:ext cx="1172375" cy="942725"/>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5" name="Google Shape;6335;p252"/>
          <p:cNvSpPr/>
          <p:nvPr/>
        </p:nvSpPr>
        <p:spPr>
          <a:xfrm>
            <a:off x="8191050" y="4377350"/>
            <a:ext cx="1232275" cy="1091025"/>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BLANK_6">
    <p:spTree>
      <p:nvGrpSpPr>
        <p:cNvPr id="6336" name="Shape 6336"/>
        <p:cNvGrpSpPr/>
        <p:nvPr/>
      </p:nvGrpSpPr>
      <p:grpSpPr>
        <a:xfrm>
          <a:off x="0" y="0"/>
          <a:ext cx="0" cy="0"/>
          <a:chOff x="0" y="0"/>
          <a:chExt cx="0" cy="0"/>
        </a:xfrm>
      </p:grpSpPr>
      <p:sp>
        <p:nvSpPr>
          <p:cNvPr id="6337" name="Google Shape;6337;p25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6338" name="Google Shape;6338;p253"/>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grpSp>
        <p:nvGrpSpPr>
          <p:cNvPr id="6339" name="Google Shape;6339;p253"/>
          <p:cNvGrpSpPr/>
          <p:nvPr/>
        </p:nvGrpSpPr>
        <p:grpSpPr>
          <a:xfrm>
            <a:off x="286211" y="261301"/>
            <a:ext cx="678453" cy="565475"/>
            <a:chOff x="286211" y="261301"/>
            <a:chExt cx="678453" cy="565475"/>
          </a:xfrm>
        </p:grpSpPr>
        <p:sp>
          <p:nvSpPr>
            <p:cNvPr id="6340" name="Google Shape;6340;p253"/>
            <p:cNvSpPr/>
            <p:nvPr/>
          </p:nvSpPr>
          <p:spPr>
            <a:xfrm>
              <a:off x="319288" y="721387"/>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41" name="Google Shape;6341;p253"/>
            <p:cNvGrpSpPr/>
            <p:nvPr/>
          </p:nvGrpSpPr>
          <p:grpSpPr>
            <a:xfrm>
              <a:off x="859207" y="294338"/>
              <a:ext cx="105457" cy="105457"/>
              <a:chOff x="7812545" y="194375"/>
              <a:chExt cx="105457" cy="105457"/>
            </a:xfrm>
          </p:grpSpPr>
          <p:sp>
            <p:nvSpPr>
              <p:cNvPr id="6342" name="Google Shape;6342;p253"/>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3" name="Google Shape;6343;p253"/>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4" name="Google Shape;6344;p253"/>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5" name="Google Shape;6345;p253"/>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346" name="Google Shape;6346;p253"/>
            <p:cNvSpPr/>
            <p:nvPr/>
          </p:nvSpPr>
          <p:spPr>
            <a:xfrm>
              <a:off x="286211" y="261301"/>
              <a:ext cx="171626" cy="171542"/>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347" name="Google Shape;6347;p253"/>
          <p:cNvSpPr/>
          <p:nvPr/>
        </p:nvSpPr>
        <p:spPr>
          <a:xfrm rot="5828238">
            <a:off x="8273326" y="4219055"/>
            <a:ext cx="1085117" cy="2077472"/>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48" name="Google Shape;6348;p253"/>
          <p:cNvGrpSpPr/>
          <p:nvPr/>
        </p:nvGrpSpPr>
        <p:grpSpPr>
          <a:xfrm>
            <a:off x="319295" y="4308988"/>
            <a:ext cx="750832" cy="656232"/>
            <a:chOff x="319295" y="4308988"/>
            <a:chExt cx="750832" cy="656232"/>
          </a:xfrm>
        </p:grpSpPr>
        <p:grpSp>
          <p:nvGrpSpPr>
            <p:cNvPr id="6349" name="Google Shape;6349;p253"/>
            <p:cNvGrpSpPr/>
            <p:nvPr/>
          </p:nvGrpSpPr>
          <p:grpSpPr>
            <a:xfrm>
              <a:off x="964670" y="4859763"/>
              <a:ext cx="105457" cy="105457"/>
              <a:chOff x="7812545" y="194375"/>
              <a:chExt cx="105457" cy="105457"/>
            </a:xfrm>
          </p:grpSpPr>
          <p:sp>
            <p:nvSpPr>
              <p:cNvPr id="6350" name="Google Shape;6350;p253"/>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1" name="Google Shape;6351;p253"/>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2" name="Google Shape;6352;p253"/>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3" name="Google Shape;6353;p253"/>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354" name="Google Shape;6354;p253"/>
            <p:cNvSpPr/>
            <p:nvPr/>
          </p:nvSpPr>
          <p:spPr>
            <a:xfrm>
              <a:off x="424749" y="4721876"/>
              <a:ext cx="171626" cy="171542"/>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55" name="Google Shape;6355;p253"/>
            <p:cNvGrpSpPr/>
            <p:nvPr/>
          </p:nvGrpSpPr>
          <p:grpSpPr>
            <a:xfrm>
              <a:off x="319295" y="4308988"/>
              <a:ext cx="105457" cy="105457"/>
              <a:chOff x="7812545" y="194375"/>
              <a:chExt cx="105457" cy="105457"/>
            </a:xfrm>
          </p:grpSpPr>
          <p:sp>
            <p:nvSpPr>
              <p:cNvPr id="6356" name="Google Shape;6356;p253"/>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7" name="Google Shape;6357;p253"/>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8" name="Google Shape;6358;p253"/>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9" name="Google Shape;6359;p253"/>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360" name="Google Shape;6360;p253"/>
          <p:cNvGrpSpPr/>
          <p:nvPr/>
        </p:nvGrpSpPr>
        <p:grpSpPr>
          <a:xfrm>
            <a:off x="8112408" y="-304605"/>
            <a:ext cx="1502819" cy="1131369"/>
            <a:chOff x="8112408" y="-304605"/>
            <a:chExt cx="1502819" cy="1131369"/>
          </a:xfrm>
        </p:grpSpPr>
        <p:sp>
          <p:nvSpPr>
            <p:cNvPr id="6361" name="Google Shape;6361;p253"/>
            <p:cNvSpPr/>
            <p:nvPr/>
          </p:nvSpPr>
          <p:spPr>
            <a:xfrm flipH="1">
              <a:off x="8112408" y="-304600"/>
              <a:ext cx="1406967" cy="1131364"/>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2" name="Google Shape;6362;p253"/>
            <p:cNvSpPr/>
            <p:nvPr/>
          </p:nvSpPr>
          <p:spPr>
            <a:xfrm flipH="1">
              <a:off x="8624108" y="-304605"/>
              <a:ext cx="991119" cy="877511"/>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BLANK_15">
    <p:spTree>
      <p:nvGrpSpPr>
        <p:cNvPr id="6363" name="Shape 6363"/>
        <p:cNvGrpSpPr/>
        <p:nvPr/>
      </p:nvGrpSpPr>
      <p:grpSpPr>
        <a:xfrm>
          <a:off x="0" y="0"/>
          <a:ext cx="0" cy="0"/>
          <a:chOff x="0" y="0"/>
          <a:chExt cx="0" cy="0"/>
        </a:xfrm>
      </p:grpSpPr>
      <p:sp>
        <p:nvSpPr>
          <p:cNvPr id="6364" name="Google Shape;6364;p25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6365" name="Google Shape;6365;p254"/>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366" name="Google Shape;6366;p254"/>
          <p:cNvSpPr/>
          <p:nvPr/>
        </p:nvSpPr>
        <p:spPr>
          <a:xfrm flipH="1" rot="10800000">
            <a:off x="5573502" y="2080275"/>
            <a:ext cx="5049319" cy="4110228"/>
          </a:xfrm>
          <a:custGeom>
            <a:rect b="b" l="l" r="r" t="t"/>
            <a:pathLst>
              <a:path extrusionOk="0" h="48924" w="60102">
                <a:moveTo>
                  <a:pt x="31550" y="1"/>
                </a:moveTo>
                <a:cubicBezTo>
                  <a:pt x="28688" y="1"/>
                  <a:pt x="25391" y="541"/>
                  <a:pt x="22089" y="2238"/>
                </a:cubicBezTo>
                <a:cubicBezTo>
                  <a:pt x="12977" y="6900"/>
                  <a:pt x="8196" y="17230"/>
                  <a:pt x="4091" y="25485"/>
                </a:cubicBezTo>
                <a:cubicBezTo>
                  <a:pt x="1" y="33725"/>
                  <a:pt x="2016" y="42612"/>
                  <a:pt x="8767" y="47123"/>
                </a:cubicBezTo>
                <a:cubicBezTo>
                  <a:pt x="10764" y="48461"/>
                  <a:pt x="12590" y="48924"/>
                  <a:pt x="14421" y="48924"/>
                </a:cubicBezTo>
                <a:cubicBezTo>
                  <a:pt x="18514" y="48924"/>
                  <a:pt x="22630" y="46611"/>
                  <a:pt x="28730" y="46611"/>
                </a:cubicBezTo>
                <a:cubicBezTo>
                  <a:pt x="29125" y="46611"/>
                  <a:pt x="29527" y="46621"/>
                  <a:pt x="29939" y="46641"/>
                </a:cubicBezTo>
                <a:cubicBezTo>
                  <a:pt x="34134" y="46851"/>
                  <a:pt x="36984" y="47278"/>
                  <a:pt x="39535" y="47278"/>
                </a:cubicBezTo>
                <a:cubicBezTo>
                  <a:pt x="42835" y="47278"/>
                  <a:pt x="45637" y="46563"/>
                  <a:pt x="50208" y="43739"/>
                </a:cubicBezTo>
                <a:cubicBezTo>
                  <a:pt x="58328" y="38732"/>
                  <a:pt x="60102" y="25500"/>
                  <a:pt x="54042" y="15140"/>
                </a:cubicBezTo>
                <a:cubicBezTo>
                  <a:pt x="47997" y="4779"/>
                  <a:pt x="40254" y="1667"/>
                  <a:pt x="40254" y="1667"/>
                </a:cubicBezTo>
                <a:cubicBezTo>
                  <a:pt x="40254" y="1667"/>
                  <a:pt x="36573" y="1"/>
                  <a:pt x="31550"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7" name="Google Shape;6367;p254"/>
          <p:cNvSpPr/>
          <p:nvPr/>
        </p:nvSpPr>
        <p:spPr>
          <a:xfrm rot="5828238">
            <a:off x="8273326" y="4219055"/>
            <a:ext cx="1085117" cy="2077472"/>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68" name="Google Shape;6368;p254"/>
          <p:cNvGrpSpPr/>
          <p:nvPr/>
        </p:nvGrpSpPr>
        <p:grpSpPr>
          <a:xfrm>
            <a:off x="319295" y="4308988"/>
            <a:ext cx="750832" cy="656232"/>
            <a:chOff x="319295" y="4308988"/>
            <a:chExt cx="750832" cy="656232"/>
          </a:xfrm>
        </p:grpSpPr>
        <p:grpSp>
          <p:nvGrpSpPr>
            <p:cNvPr id="6369" name="Google Shape;6369;p254"/>
            <p:cNvGrpSpPr/>
            <p:nvPr/>
          </p:nvGrpSpPr>
          <p:grpSpPr>
            <a:xfrm>
              <a:off x="964670" y="4859763"/>
              <a:ext cx="105457" cy="105457"/>
              <a:chOff x="7812545" y="194375"/>
              <a:chExt cx="105457" cy="105457"/>
            </a:xfrm>
          </p:grpSpPr>
          <p:sp>
            <p:nvSpPr>
              <p:cNvPr id="6370" name="Google Shape;6370;p254"/>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1" name="Google Shape;6371;p254"/>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2" name="Google Shape;6372;p254"/>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3" name="Google Shape;6373;p254"/>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374" name="Google Shape;6374;p254"/>
            <p:cNvSpPr/>
            <p:nvPr/>
          </p:nvSpPr>
          <p:spPr>
            <a:xfrm>
              <a:off x="424749" y="4721876"/>
              <a:ext cx="171626" cy="171542"/>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75" name="Google Shape;6375;p254"/>
            <p:cNvGrpSpPr/>
            <p:nvPr/>
          </p:nvGrpSpPr>
          <p:grpSpPr>
            <a:xfrm>
              <a:off x="319295" y="4308988"/>
              <a:ext cx="105457" cy="105457"/>
              <a:chOff x="7812545" y="194375"/>
              <a:chExt cx="105457" cy="105457"/>
            </a:xfrm>
          </p:grpSpPr>
          <p:sp>
            <p:nvSpPr>
              <p:cNvPr id="6376" name="Google Shape;6376;p254"/>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7" name="Google Shape;6377;p254"/>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8" name="Google Shape;6378;p254"/>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9" name="Google Shape;6379;p254"/>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380" name="Google Shape;6380;p254"/>
          <p:cNvGrpSpPr/>
          <p:nvPr/>
        </p:nvGrpSpPr>
        <p:grpSpPr>
          <a:xfrm>
            <a:off x="319295" y="181363"/>
            <a:ext cx="698582" cy="835057"/>
            <a:chOff x="319295" y="181363"/>
            <a:chExt cx="698582" cy="835057"/>
          </a:xfrm>
        </p:grpSpPr>
        <p:grpSp>
          <p:nvGrpSpPr>
            <p:cNvPr id="6381" name="Google Shape;6381;p254"/>
            <p:cNvGrpSpPr/>
            <p:nvPr/>
          </p:nvGrpSpPr>
          <p:grpSpPr>
            <a:xfrm>
              <a:off x="912420" y="181363"/>
              <a:ext cx="105457" cy="105457"/>
              <a:chOff x="7812545" y="194375"/>
              <a:chExt cx="105457" cy="105457"/>
            </a:xfrm>
          </p:grpSpPr>
          <p:sp>
            <p:nvSpPr>
              <p:cNvPr id="6382" name="Google Shape;6382;p254"/>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3" name="Google Shape;6383;p254"/>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4" name="Google Shape;6384;p254"/>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5" name="Google Shape;6385;p254"/>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386" name="Google Shape;6386;p254"/>
            <p:cNvSpPr/>
            <p:nvPr/>
          </p:nvSpPr>
          <p:spPr>
            <a:xfrm>
              <a:off x="319299" y="331076"/>
              <a:ext cx="171626" cy="171542"/>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87" name="Google Shape;6387;p254"/>
            <p:cNvGrpSpPr/>
            <p:nvPr/>
          </p:nvGrpSpPr>
          <p:grpSpPr>
            <a:xfrm>
              <a:off x="319295" y="910963"/>
              <a:ext cx="105457" cy="105457"/>
              <a:chOff x="7812545" y="194375"/>
              <a:chExt cx="105457" cy="105457"/>
            </a:xfrm>
          </p:grpSpPr>
          <p:sp>
            <p:nvSpPr>
              <p:cNvPr id="6388" name="Google Shape;6388;p254"/>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9" name="Google Shape;6389;p254"/>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0" name="Google Shape;6390;p254"/>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1" name="Google Shape;6391;p254"/>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BLANK_3">
    <p:spTree>
      <p:nvGrpSpPr>
        <p:cNvPr id="6392" name="Shape 6392"/>
        <p:cNvGrpSpPr/>
        <p:nvPr/>
      </p:nvGrpSpPr>
      <p:grpSpPr>
        <a:xfrm>
          <a:off x="0" y="0"/>
          <a:ext cx="0" cy="0"/>
          <a:chOff x="0" y="0"/>
          <a:chExt cx="0" cy="0"/>
        </a:xfrm>
      </p:grpSpPr>
      <p:sp>
        <p:nvSpPr>
          <p:cNvPr id="6393" name="Google Shape;6393;p255"/>
          <p:cNvSpPr/>
          <p:nvPr/>
        </p:nvSpPr>
        <p:spPr>
          <a:xfrm flipH="1">
            <a:off x="437224" y="87075"/>
            <a:ext cx="8269551" cy="4798437"/>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4" name="Google Shape;6394;p25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6395" name="Google Shape;6395;p255"/>
          <p:cNvSpPr txBox="1"/>
          <p:nvPr>
            <p:ph type="title"/>
          </p:nvPr>
        </p:nvSpPr>
        <p:spPr>
          <a:xfrm>
            <a:off x="1505550" y="920400"/>
            <a:ext cx="6132900" cy="871500"/>
          </a:xfrm>
          <a:prstGeom prst="rect">
            <a:avLst/>
          </a:prstGeom>
        </p:spPr>
        <p:txBody>
          <a:bodyPr anchorCtr="0" anchor="ctr" bIns="91425" lIns="91425" spcFirstLastPara="1" rIns="91425" wrap="square" tIns="91425">
            <a:noAutofit/>
          </a:bodyPr>
          <a:lstStyle>
            <a:lvl1pPr lvl="0" algn="ctr">
              <a:spcBef>
                <a:spcPts val="0"/>
              </a:spcBef>
              <a:spcAft>
                <a:spcPts val="0"/>
              </a:spcAft>
              <a:buSzPts val="2800"/>
              <a:buNone/>
              <a:defRPr sz="6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396" name="Google Shape;6396;p255"/>
          <p:cNvSpPr txBox="1"/>
          <p:nvPr>
            <p:ph idx="1" type="subTitle"/>
          </p:nvPr>
        </p:nvSpPr>
        <p:spPr>
          <a:xfrm>
            <a:off x="2549400" y="1842175"/>
            <a:ext cx="4045200" cy="10122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6397" name="Google Shape;6397;p255"/>
          <p:cNvSpPr txBox="1"/>
          <p:nvPr/>
        </p:nvSpPr>
        <p:spPr>
          <a:xfrm>
            <a:off x="2549400" y="3439165"/>
            <a:ext cx="4045200" cy="670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CA" sz="1200">
                <a:solidFill>
                  <a:schemeClr val="dk1"/>
                </a:solidFill>
                <a:latin typeface="Lato"/>
                <a:ea typeface="Lato"/>
                <a:cs typeface="Lato"/>
                <a:sym typeface="Lato"/>
              </a:rPr>
              <a:t>CREDITS:</a:t>
            </a:r>
            <a:r>
              <a:rPr lang="en-CA" sz="1200">
                <a:solidFill>
                  <a:schemeClr val="dk1"/>
                </a:solidFill>
                <a:latin typeface="Lato"/>
                <a:ea typeface="Lato"/>
                <a:cs typeface="Lato"/>
                <a:sym typeface="Lato"/>
              </a:rPr>
              <a:t> This presentation template was created by </a:t>
            </a:r>
            <a:r>
              <a:rPr b="1" lang="en-CA" sz="1200">
                <a:solidFill>
                  <a:schemeClr val="dk1"/>
                </a:solidFill>
                <a:uFill>
                  <a:noFill/>
                </a:uFill>
                <a:latin typeface="Lato"/>
                <a:ea typeface="Lato"/>
                <a:cs typeface="Lato"/>
                <a:sym typeface="Lato"/>
                <a:hlinkClick r:id="rId2">
                  <a:extLst>
                    <a:ext uri="{A12FA001-AC4F-418D-AE19-62706E023703}">
                      <ahyp:hlinkClr val="tx"/>
                    </a:ext>
                  </a:extLst>
                </a:hlinkClick>
              </a:rPr>
              <a:t>Slidesgo</a:t>
            </a:r>
            <a:r>
              <a:rPr b="1" lang="en-CA" sz="1200">
                <a:solidFill>
                  <a:schemeClr val="dk1"/>
                </a:solidFill>
                <a:latin typeface="Lato"/>
                <a:ea typeface="Lato"/>
                <a:cs typeface="Lato"/>
                <a:sym typeface="Lato"/>
              </a:rPr>
              <a:t>,</a:t>
            </a:r>
            <a:r>
              <a:rPr lang="en-CA" sz="1200">
                <a:solidFill>
                  <a:schemeClr val="dk1"/>
                </a:solidFill>
                <a:latin typeface="Lato"/>
                <a:ea typeface="Lato"/>
                <a:cs typeface="Lato"/>
                <a:sym typeface="Lato"/>
              </a:rPr>
              <a:t> including icons by </a:t>
            </a:r>
            <a:r>
              <a:rPr b="1" lang="en-CA" sz="1200">
                <a:solidFill>
                  <a:schemeClr val="dk1"/>
                </a:solidFill>
                <a:uFill>
                  <a:noFill/>
                </a:uFill>
                <a:latin typeface="Lato"/>
                <a:ea typeface="Lato"/>
                <a:cs typeface="Lato"/>
                <a:sym typeface="Lato"/>
                <a:hlinkClick r:id="rId3">
                  <a:extLst>
                    <a:ext uri="{A12FA001-AC4F-418D-AE19-62706E023703}">
                      <ahyp:hlinkClr val="tx"/>
                    </a:ext>
                  </a:extLst>
                </a:hlinkClick>
              </a:rPr>
              <a:t>Flaticon</a:t>
            </a:r>
            <a:r>
              <a:rPr lang="en-CA" sz="1200">
                <a:solidFill>
                  <a:schemeClr val="dk1"/>
                </a:solidFill>
                <a:latin typeface="Lato"/>
                <a:ea typeface="Lato"/>
                <a:cs typeface="Lato"/>
                <a:sym typeface="Lato"/>
              </a:rPr>
              <a:t>, infographics &amp; images by </a:t>
            </a:r>
            <a:r>
              <a:rPr b="1" lang="en-CA" sz="1200">
                <a:solidFill>
                  <a:schemeClr val="dk1"/>
                </a:solidFill>
                <a:uFill>
                  <a:noFill/>
                </a:uFill>
                <a:latin typeface="Lato"/>
                <a:ea typeface="Lato"/>
                <a:cs typeface="Lato"/>
                <a:sym typeface="Lato"/>
                <a:hlinkClick r:id="rId4">
                  <a:extLst>
                    <a:ext uri="{A12FA001-AC4F-418D-AE19-62706E023703}">
                      <ahyp:hlinkClr val="tx"/>
                    </a:ext>
                  </a:extLst>
                </a:hlinkClick>
              </a:rPr>
              <a:t>Freepik</a:t>
            </a:r>
            <a:r>
              <a:rPr lang="en-CA" sz="1200">
                <a:solidFill>
                  <a:schemeClr val="dk1"/>
                </a:solidFill>
                <a:latin typeface="Lato"/>
                <a:ea typeface="Lato"/>
                <a:cs typeface="Lato"/>
                <a:sym typeface="Lato"/>
              </a:rPr>
              <a:t> and illustrations by </a:t>
            </a:r>
            <a:r>
              <a:rPr b="1" lang="en-CA" sz="1200">
                <a:solidFill>
                  <a:schemeClr val="dk1"/>
                </a:solidFill>
                <a:uFill>
                  <a:noFill/>
                </a:uFill>
                <a:latin typeface="Lato"/>
                <a:ea typeface="Lato"/>
                <a:cs typeface="Lato"/>
                <a:sym typeface="Lato"/>
                <a:hlinkClick r:id="rId5">
                  <a:extLst>
                    <a:ext uri="{A12FA001-AC4F-418D-AE19-62706E023703}">
                      <ahyp:hlinkClr val="tx"/>
                    </a:ext>
                  </a:extLst>
                </a:hlinkClick>
              </a:rPr>
              <a:t>Storyset</a:t>
            </a:r>
            <a:r>
              <a:rPr lang="en-CA" sz="1200">
                <a:solidFill>
                  <a:schemeClr val="dk1"/>
                </a:solidFill>
                <a:latin typeface="Lato"/>
                <a:ea typeface="Lato"/>
                <a:cs typeface="Lato"/>
                <a:sym typeface="Lato"/>
              </a:rPr>
              <a:t>.</a:t>
            </a:r>
            <a:endParaRPr>
              <a:solidFill>
                <a:schemeClr val="dk1"/>
              </a:solidFill>
              <a:latin typeface="Lato"/>
              <a:ea typeface="Lato"/>
              <a:cs typeface="Lato"/>
              <a:sym typeface="Lato"/>
            </a:endParaRPr>
          </a:p>
        </p:txBody>
      </p:sp>
      <p:grpSp>
        <p:nvGrpSpPr>
          <p:cNvPr id="6398" name="Google Shape;6398;p255"/>
          <p:cNvGrpSpPr/>
          <p:nvPr/>
        </p:nvGrpSpPr>
        <p:grpSpPr>
          <a:xfrm>
            <a:off x="-324289" y="3240517"/>
            <a:ext cx="2492715" cy="2684735"/>
            <a:chOff x="-324289" y="3240517"/>
            <a:chExt cx="2492715" cy="2684735"/>
          </a:xfrm>
        </p:grpSpPr>
        <p:sp>
          <p:nvSpPr>
            <p:cNvPr id="6399" name="Google Shape;6399;p255"/>
            <p:cNvSpPr/>
            <p:nvPr/>
          </p:nvSpPr>
          <p:spPr>
            <a:xfrm rot="10800000">
              <a:off x="-324289" y="3240517"/>
              <a:ext cx="2492715" cy="2278933"/>
            </a:xfrm>
            <a:custGeom>
              <a:rect b="b" l="l" r="r" t="t"/>
              <a:pathLst>
                <a:path extrusionOk="0" h="49900" w="54584">
                  <a:moveTo>
                    <a:pt x="39803" y="0"/>
                  </a:moveTo>
                  <a:cubicBezTo>
                    <a:pt x="38029" y="0"/>
                    <a:pt x="36248" y="409"/>
                    <a:pt x="34570" y="1238"/>
                  </a:cubicBezTo>
                  <a:cubicBezTo>
                    <a:pt x="31367" y="2802"/>
                    <a:pt x="28886" y="5448"/>
                    <a:pt x="25683" y="7012"/>
                  </a:cubicBezTo>
                  <a:cubicBezTo>
                    <a:pt x="21308" y="9163"/>
                    <a:pt x="16511" y="10320"/>
                    <a:pt x="12090" y="12380"/>
                  </a:cubicBezTo>
                  <a:cubicBezTo>
                    <a:pt x="7684" y="14425"/>
                    <a:pt x="3444" y="17628"/>
                    <a:pt x="1865" y="22244"/>
                  </a:cubicBezTo>
                  <a:cubicBezTo>
                    <a:pt x="1" y="27673"/>
                    <a:pt x="647" y="34078"/>
                    <a:pt x="3504" y="39040"/>
                  </a:cubicBezTo>
                  <a:cubicBezTo>
                    <a:pt x="8069" y="46988"/>
                    <a:pt x="17031" y="49899"/>
                    <a:pt x="25743" y="49899"/>
                  </a:cubicBezTo>
                  <a:cubicBezTo>
                    <a:pt x="25898" y="49899"/>
                    <a:pt x="26054" y="49898"/>
                    <a:pt x="26209" y="49897"/>
                  </a:cubicBezTo>
                  <a:cubicBezTo>
                    <a:pt x="44945" y="49671"/>
                    <a:pt x="54583" y="26996"/>
                    <a:pt x="51531" y="10696"/>
                  </a:cubicBezTo>
                  <a:cubicBezTo>
                    <a:pt x="50869" y="7163"/>
                    <a:pt x="49230" y="3779"/>
                    <a:pt x="46118" y="1840"/>
                  </a:cubicBezTo>
                  <a:cubicBezTo>
                    <a:pt x="44160" y="620"/>
                    <a:pt x="41987" y="0"/>
                    <a:pt x="39803"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0" name="Google Shape;6400;p255"/>
            <p:cNvSpPr/>
            <p:nvPr/>
          </p:nvSpPr>
          <p:spPr>
            <a:xfrm rot="5828238">
              <a:off x="251851" y="4219055"/>
              <a:ext cx="1085117" cy="2077472"/>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401" name="Google Shape;6401;p255"/>
          <p:cNvSpPr/>
          <p:nvPr/>
        </p:nvSpPr>
        <p:spPr>
          <a:xfrm rot="899878">
            <a:off x="-523899" y="-362625"/>
            <a:ext cx="1102774" cy="971749"/>
          </a:xfrm>
          <a:custGeom>
            <a:rect b="b" l="l" r="r" t="t"/>
            <a:pathLst>
              <a:path extrusionOk="0" h="49357" w="56012">
                <a:moveTo>
                  <a:pt x="29954" y="0"/>
                </a:moveTo>
                <a:cubicBezTo>
                  <a:pt x="26409" y="0"/>
                  <a:pt x="22321" y="902"/>
                  <a:pt x="17654" y="3034"/>
                </a:cubicBezTo>
                <a:cubicBezTo>
                  <a:pt x="17654" y="3034"/>
                  <a:pt x="8827" y="7530"/>
                  <a:pt x="4406" y="14477"/>
                </a:cubicBezTo>
                <a:cubicBezTo>
                  <a:pt x="1" y="21424"/>
                  <a:pt x="347" y="30340"/>
                  <a:pt x="5715" y="36971"/>
                </a:cubicBezTo>
                <a:cubicBezTo>
                  <a:pt x="11068" y="43588"/>
                  <a:pt x="21308" y="42730"/>
                  <a:pt x="29878" y="46926"/>
                </a:cubicBezTo>
                <a:cubicBezTo>
                  <a:pt x="33082" y="48494"/>
                  <a:pt x="36410" y="49356"/>
                  <a:pt x="39533" y="49356"/>
                </a:cubicBezTo>
                <a:cubicBezTo>
                  <a:pt x="44766" y="49356"/>
                  <a:pt x="49425" y="46936"/>
                  <a:pt x="51967" y="41362"/>
                </a:cubicBezTo>
                <a:cubicBezTo>
                  <a:pt x="56012" y="32476"/>
                  <a:pt x="49907" y="29137"/>
                  <a:pt x="48854" y="18852"/>
                </a:cubicBezTo>
                <a:cubicBezTo>
                  <a:pt x="48037" y="10867"/>
                  <a:pt x="42263" y="0"/>
                  <a:pt x="29954"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402" name="Google Shape;6402;p255"/>
          <p:cNvGrpSpPr/>
          <p:nvPr/>
        </p:nvGrpSpPr>
        <p:grpSpPr>
          <a:xfrm>
            <a:off x="298009" y="1164970"/>
            <a:ext cx="1121498" cy="1129498"/>
            <a:chOff x="298009" y="1164970"/>
            <a:chExt cx="1121498" cy="1129498"/>
          </a:xfrm>
        </p:grpSpPr>
        <p:grpSp>
          <p:nvGrpSpPr>
            <p:cNvPr id="6403" name="Google Shape;6403;p255"/>
            <p:cNvGrpSpPr/>
            <p:nvPr/>
          </p:nvGrpSpPr>
          <p:grpSpPr>
            <a:xfrm flipH="1">
              <a:off x="298009" y="1309538"/>
              <a:ext cx="93234" cy="93234"/>
              <a:chOff x="7812545" y="194375"/>
              <a:chExt cx="105457" cy="105457"/>
            </a:xfrm>
          </p:grpSpPr>
          <p:sp>
            <p:nvSpPr>
              <p:cNvPr id="6404" name="Google Shape;6404;p255"/>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5" name="Google Shape;6405;p255"/>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6" name="Google Shape;6406;p255"/>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7" name="Google Shape;6407;p255"/>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408" name="Google Shape;6408;p255"/>
            <p:cNvSpPr/>
            <p:nvPr/>
          </p:nvSpPr>
          <p:spPr>
            <a:xfrm flipH="1">
              <a:off x="1326276" y="1164970"/>
              <a:ext cx="93231" cy="93173"/>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9" name="Google Shape;6409;p255"/>
            <p:cNvSpPr/>
            <p:nvPr/>
          </p:nvSpPr>
          <p:spPr>
            <a:xfrm flipH="1">
              <a:off x="685826" y="2201295"/>
              <a:ext cx="93231" cy="93173"/>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410" name="Google Shape;6410;p255"/>
          <p:cNvGrpSpPr/>
          <p:nvPr/>
        </p:nvGrpSpPr>
        <p:grpSpPr>
          <a:xfrm>
            <a:off x="7297176" y="3655625"/>
            <a:ext cx="2210428" cy="1863813"/>
            <a:chOff x="7297176" y="3655625"/>
            <a:chExt cx="2210428" cy="1863813"/>
          </a:xfrm>
        </p:grpSpPr>
        <p:sp>
          <p:nvSpPr>
            <p:cNvPr id="6411" name="Google Shape;6411;p255"/>
            <p:cNvSpPr/>
            <p:nvPr/>
          </p:nvSpPr>
          <p:spPr>
            <a:xfrm rot="899878">
              <a:off x="8297876" y="4421550"/>
              <a:ext cx="1102774" cy="971749"/>
            </a:xfrm>
            <a:custGeom>
              <a:rect b="b" l="l" r="r" t="t"/>
              <a:pathLst>
                <a:path extrusionOk="0" h="49357" w="56012">
                  <a:moveTo>
                    <a:pt x="29954" y="0"/>
                  </a:moveTo>
                  <a:cubicBezTo>
                    <a:pt x="26409" y="0"/>
                    <a:pt x="22321" y="902"/>
                    <a:pt x="17654" y="3034"/>
                  </a:cubicBezTo>
                  <a:cubicBezTo>
                    <a:pt x="17654" y="3034"/>
                    <a:pt x="8827" y="7530"/>
                    <a:pt x="4406" y="14477"/>
                  </a:cubicBezTo>
                  <a:cubicBezTo>
                    <a:pt x="1" y="21424"/>
                    <a:pt x="347" y="30340"/>
                    <a:pt x="5715" y="36971"/>
                  </a:cubicBezTo>
                  <a:cubicBezTo>
                    <a:pt x="11068" y="43588"/>
                    <a:pt x="21308" y="42730"/>
                    <a:pt x="29878" y="46926"/>
                  </a:cubicBezTo>
                  <a:cubicBezTo>
                    <a:pt x="33082" y="48494"/>
                    <a:pt x="36410" y="49356"/>
                    <a:pt x="39533" y="49356"/>
                  </a:cubicBezTo>
                  <a:cubicBezTo>
                    <a:pt x="44766" y="49356"/>
                    <a:pt x="49425" y="46936"/>
                    <a:pt x="51967" y="41362"/>
                  </a:cubicBezTo>
                  <a:cubicBezTo>
                    <a:pt x="56012" y="32476"/>
                    <a:pt x="49907" y="29137"/>
                    <a:pt x="48854" y="18852"/>
                  </a:cubicBezTo>
                  <a:cubicBezTo>
                    <a:pt x="48037" y="10867"/>
                    <a:pt x="42263" y="0"/>
                    <a:pt x="29954"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412" name="Google Shape;6412;p255"/>
            <p:cNvGrpSpPr/>
            <p:nvPr/>
          </p:nvGrpSpPr>
          <p:grpSpPr>
            <a:xfrm>
              <a:off x="7297176" y="3655625"/>
              <a:ext cx="1024368" cy="981280"/>
              <a:chOff x="7297176" y="3655625"/>
              <a:chExt cx="1024368" cy="981280"/>
            </a:xfrm>
          </p:grpSpPr>
          <p:grpSp>
            <p:nvGrpSpPr>
              <p:cNvPr id="6413" name="Google Shape;6413;p255"/>
              <p:cNvGrpSpPr/>
              <p:nvPr/>
            </p:nvGrpSpPr>
            <p:grpSpPr>
              <a:xfrm flipH="1">
                <a:off x="8228309" y="3655625"/>
                <a:ext cx="93234" cy="93234"/>
                <a:chOff x="7812545" y="194375"/>
                <a:chExt cx="105457" cy="105457"/>
              </a:xfrm>
            </p:grpSpPr>
            <p:sp>
              <p:nvSpPr>
                <p:cNvPr id="6414" name="Google Shape;6414;p255"/>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5" name="Google Shape;6415;p255"/>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6" name="Google Shape;6416;p255"/>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7" name="Google Shape;6417;p255"/>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418" name="Google Shape;6418;p255"/>
              <p:cNvSpPr/>
              <p:nvPr/>
            </p:nvSpPr>
            <p:spPr>
              <a:xfrm flipH="1">
                <a:off x="7297176" y="4543733"/>
                <a:ext cx="93231" cy="93173"/>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20">
    <p:spTree>
      <p:nvGrpSpPr>
        <p:cNvPr id="6419" name="Shape 6419"/>
        <p:cNvGrpSpPr/>
        <p:nvPr/>
      </p:nvGrpSpPr>
      <p:grpSpPr>
        <a:xfrm>
          <a:off x="0" y="0"/>
          <a:ext cx="0" cy="0"/>
          <a:chOff x="0" y="0"/>
          <a:chExt cx="0" cy="0"/>
        </a:xfrm>
      </p:grpSpPr>
      <p:sp>
        <p:nvSpPr>
          <p:cNvPr id="6420" name="Google Shape;6420;p25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grpSp>
        <p:nvGrpSpPr>
          <p:cNvPr id="6421" name="Google Shape;6421;p256"/>
          <p:cNvGrpSpPr/>
          <p:nvPr/>
        </p:nvGrpSpPr>
        <p:grpSpPr>
          <a:xfrm>
            <a:off x="319295" y="4308988"/>
            <a:ext cx="750832" cy="656232"/>
            <a:chOff x="319295" y="4308988"/>
            <a:chExt cx="750832" cy="656232"/>
          </a:xfrm>
        </p:grpSpPr>
        <p:grpSp>
          <p:nvGrpSpPr>
            <p:cNvPr id="6422" name="Google Shape;6422;p256"/>
            <p:cNvGrpSpPr/>
            <p:nvPr/>
          </p:nvGrpSpPr>
          <p:grpSpPr>
            <a:xfrm>
              <a:off x="964670" y="4859763"/>
              <a:ext cx="105457" cy="105457"/>
              <a:chOff x="7812545" y="194375"/>
              <a:chExt cx="105457" cy="105457"/>
            </a:xfrm>
          </p:grpSpPr>
          <p:sp>
            <p:nvSpPr>
              <p:cNvPr id="6423" name="Google Shape;6423;p256"/>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4" name="Google Shape;6424;p256"/>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5" name="Google Shape;6425;p256"/>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6" name="Google Shape;6426;p256"/>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427" name="Google Shape;6427;p256"/>
            <p:cNvSpPr/>
            <p:nvPr/>
          </p:nvSpPr>
          <p:spPr>
            <a:xfrm>
              <a:off x="424749" y="4721876"/>
              <a:ext cx="171626" cy="171542"/>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428" name="Google Shape;6428;p256"/>
            <p:cNvGrpSpPr/>
            <p:nvPr/>
          </p:nvGrpSpPr>
          <p:grpSpPr>
            <a:xfrm>
              <a:off x="319295" y="4308988"/>
              <a:ext cx="105457" cy="105457"/>
              <a:chOff x="7812545" y="194375"/>
              <a:chExt cx="105457" cy="105457"/>
            </a:xfrm>
          </p:grpSpPr>
          <p:sp>
            <p:nvSpPr>
              <p:cNvPr id="6429" name="Google Shape;6429;p256"/>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0" name="Google Shape;6430;p256"/>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1" name="Google Shape;6431;p256"/>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2" name="Google Shape;6432;p256"/>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433" name="Google Shape;6433;p256"/>
          <p:cNvGrpSpPr/>
          <p:nvPr/>
        </p:nvGrpSpPr>
        <p:grpSpPr>
          <a:xfrm>
            <a:off x="8176604" y="-179030"/>
            <a:ext cx="1421198" cy="1325909"/>
            <a:chOff x="8176604" y="-179030"/>
            <a:chExt cx="1421198" cy="1325909"/>
          </a:xfrm>
        </p:grpSpPr>
        <p:sp>
          <p:nvSpPr>
            <p:cNvPr id="6434" name="Google Shape;6434;p256"/>
            <p:cNvSpPr/>
            <p:nvPr/>
          </p:nvSpPr>
          <p:spPr>
            <a:xfrm flipH="1">
              <a:off x="8606683" y="-179030"/>
              <a:ext cx="991119" cy="877511"/>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5" name="Google Shape;6435;p256"/>
            <p:cNvSpPr/>
            <p:nvPr/>
          </p:nvSpPr>
          <p:spPr>
            <a:xfrm flipH="1">
              <a:off x="8176604" y="349987"/>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436" name="Google Shape;6436;p256"/>
            <p:cNvGrpSpPr/>
            <p:nvPr/>
          </p:nvGrpSpPr>
          <p:grpSpPr>
            <a:xfrm>
              <a:off x="8732620" y="1041423"/>
              <a:ext cx="105457" cy="105457"/>
              <a:chOff x="7812545" y="194375"/>
              <a:chExt cx="105457" cy="105457"/>
            </a:xfrm>
          </p:grpSpPr>
          <p:sp>
            <p:nvSpPr>
              <p:cNvPr id="6437" name="Google Shape;6437;p256"/>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8" name="Google Shape;6438;p256"/>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9" name="Google Shape;6439;p256"/>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0" name="Google Shape;6440;p256"/>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19">
    <p:spTree>
      <p:nvGrpSpPr>
        <p:cNvPr id="6441" name="Shape 6441"/>
        <p:cNvGrpSpPr/>
        <p:nvPr/>
      </p:nvGrpSpPr>
      <p:grpSpPr>
        <a:xfrm>
          <a:off x="0" y="0"/>
          <a:ext cx="0" cy="0"/>
          <a:chOff x="0" y="0"/>
          <a:chExt cx="0" cy="0"/>
        </a:xfrm>
      </p:grpSpPr>
      <p:sp>
        <p:nvSpPr>
          <p:cNvPr id="6442" name="Google Shape;6442;p25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6443" name="Google Shape;6443;p257"/>
          <p:cNvSpPr/>
          <p:nvPr/>
        </p:nvSpPr>
        <p:spPr>
          <a:xfrm rot="5828238">
            <a:off x="712226" y="4219055"/>
            <a:ext cx="1085117" cy="2077472"/>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4" name="Google Shape;6444;p257"/>
          <p:cNvSpPr/>
          <p:nvPr/>
        </p:nvSpPr>
        <p:spPr>
          <a:xfrm flipH="1">
            <a:off x="8516050" y="4487450"/>
            <a:ext cx="1172375" cy="942725"/>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445" name="Google Shape;6445;p257"/>
          <p:cNvGrpSpPr/>
          <p:nvPr/>
        </p:nvGrpSpPr>
        <p:grpSpPr>
          <a:xfrm>
            <a:off x="-1252300" y="-775500"/>
            <a:ext cx="2224933" cy="1789104"/>
            <a:chOff x="-1260750" y="4247400"/>
            <a:chExt cx="2224933" cy="1789104"/>
          </a:xfrm>
        </p:grpSpPr>
        <p:sp>
          <p:nvSpPr>
            <p:cNvPr id="6446" name="Google Shape;6446;p257"/>
            <p:cNvSpPr/>
            <p:nvPr/>
          </p:nvSpPr>
          <p:spPr>
            <a:xfrm flipH="1">
              <a:off x="-1260750" y="4247400"/>
              <a:ext cx="2224933" cy="1789104"/>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7" name="Google Shape;6447;p257"/>
            <p:cNvSpPr/>
            <p:nvPr/>
          </p:nvSpPr>
          <p:spPr>
            <a:xfrm>
              <a:off x="-708950" y="4596438"/>
              <a:ext cx="1232275" cy="1091025"/>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448" name="Google Shape;6448;p257"/>
          <p:cNvGrpSpPr/>
          <p:nvPr/>
        </p:nvGrpSpPr>
        <p:grpSpPr>
          <a:xfrm flipH="1" rot="10800000">
            <a:off x="8455188" y="183250"/>
            <a:ext cx="463864" cy="572939"/>
            <a:chOff x="274663" y="183250"/>
            <a:chExt cx="463864" cy="572939"/>
          </a:xfrm>
        </p:grpSpPr>
        <p:grpSp>
          <p:nvGrpSpPr>
            <p:cNvPr id="6449" name="Google Shape;6449;p257"/>
            <p:cNvGrpSpPr/>
            <p:nvPr/>
          </p:nvGrpSpPr>
          <p:grpSpPr>
            <a:xfrm>
              <a:off x="633070" y="183250"/>
              <a:ext cx="105457" cy="105457"/>
              <a:chOff x="7812545" y="194375"/>
              <a:chExt cx="105457" cy="105457"/>
            </a:xfrm>
          </p:grpSpPr>
          <p:sp>
            <p:nvSpPr>
              <p:cNvPr id="6450" name="Google Shape;6450;p257"/>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1" name="Google Shape;6451;p257"/>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2" name="Google Shape;6452;p257"/>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3" name="Google Shape;6453;p257"/>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454" name="Google Shape;6454;p257"/>
            <p:cNvSpPr/>
            <p:nvPr/>
          </p:nvSpPr>
          <p:spPr>
            <a:xfrm>
              <a:off x="274663" y="650800"/>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459" name="Shape 6459"/>
        <p:cNvGrpSpPr/>
        <p:nvPr/>
      </p:nvGrpSpPr>
      <p:grpSpPr>
        <a:xfrm>
          <a:off x="0" y="0"/>
          <a:ext cx="0" cy="0"/>
          <a:chOff x="0" y="0"/>
          <a:chExt cx="0" cy="0"/>
        </a:xfrm>
      </p:grpSpPr>
      <p:sp>
        <p:nvSpPr>
          <p:cNvPr id="6460" name="Google Shape;6460;p259"/>
          <p:cNvSpPr/>
          <p:nvPr/>
        </p:nvSpPr>
        <p:spPr>
          <a:xfrm>
            <a:off x="-298976" y="-442224"/>
            <a:ext cx="6067158" cy="4878696"/>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1" name="Google Shape;6461;p259"/>
          <p:cNvSpPr/>
          <p:nvPr/>
        </p:nvSpPr>
        <p:spPr>
          <a:xfrm>
            <a:off x="-418150" y="-442225"/>
            <a:ext cx="1232275" cy="1091025"/>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2" name="Google Shape;6462;p259"/>
          <p:cNvSpPr txBox="1"/>
          <p:nvPr>
            <p:ph type="ctrTitle"/>
          </p:nvPr>
        </p:nvSpPr>
        <p:spPr>
          <a:xfrm>
            <a:off x="1041050" y="995375"/>
            <a:ext cx="4159800" cy="2145600"/>
          </a:xfrm>
          <a:prstGeom prst="rect">
            <a:avLst/>
          </a:prstGeom>
        </p:spPr>
        <p:txBody>
          <a:bodyPr anchorCtr="0" anchor="ctr" bIns="91425" lIns="91425" spcFirstLastPara="1" rIns="91425" wrap="square" tIns="91425">
            <a:noAutofit/>
          </a:bodyPr>
          <a:lstStyle>
            <a:lvl1pPr lvl="0">
              <a:lnSpc>
                <a:spcPct val="90000"/>
              </a:lnSpc>
              <a:spcBef>
                <a:spcPts val="0"/>
              </a:spcBef>
              <a:spcAft>
                <a:spcPts val="0"/>
              </a:spcAft>
              <a:buSzPts val="5200"/>
              <a:buNone/>
              <a:defRPr sz="5200"/>
            </a:lvl1pPr>
            <a:lvl2pPr lvl="1">
              <a:spcBef>
                <a:spcPts val="0"/>
              </a:spcBef>
              <a:spcAft>
                <a:spcPts val="0"/>
              </a:spcAft>
              <a:buSzPts val="5200"/>
              <a:buNone/>
              <a:defRPr sz="5200"/>
            </a:lvl2pPr>
            <a:lvl3pPr lvl="2">
              <a:spcBef>
                <a:spcPts val="0"/>
              </a:spcBef>
              <a:spcAft>
                <a:spcPts val="0"/>
              </a:spcAft>
              <a:buSzPts val="5200"/>
              <a:buNone/>
              <a:defRPr sz="5200"/>
            </a:lvl3pPr>
            <a:lvl4pPr lvl="3">
              <a:spcBef>
                <a:spcPts val="0"/>
              </a:spcBef>
              <a:spcAft>
                <a:spcPts val="0"/>
              </a:spcAft>
              <a:buSzPts val="5200"/>
              <a:buNone/>
              <a:defRPr sz="5200"/>
            </a:lvl4pPr>
            <a:lvl5pPr lvl="4">
              <a:spcBef>
                <a:spcPts val="0"/>
              </a:spcBef>
              <a:spcAft>
                <a:spcPts val="0"/>
              </a:spcAft>
              <a:buSzPts val="5200"/>
              <a:buNone/>
              <a:defRPr sz="5200"/>
            </a:lvl5pPr>
            <a:lvl6pPr lvl="5">
              <a:spcBef>
                <a:spcPts val="0"/>
              </a:spcBef>
              <a:spcAft>
                <a:spcPts val="0"/>
              </a:spcAft>
              <a:buSzPts val="5200"/>
              <a:buNone/>
              <a:defRPr sz="5200"/>
            </a:lvl6pPr>
            <a:lvl7pPr lvl="6">
              <a:spcBef>
                <a:spcPts val="0"/>
              </a:spcBef>
              <a:spcAft>
                <a:spcPts val="0"/>
              </a:spcAft>
              <a:buSzPts val="5200"/>
              <a:buNone/>
              <a:defRPr sz="5200"/>
            </a:lvl7pPr>
            <a:lvl8pPr lvl="7">
              <a:spcBef>
                <a:spcPts val="0"/>
              </a:spcBef>
              <a:spcAft>
                <a:spcPts val="0"/>
              </a:spcAft>
              <a:buSzPts val="5200"/>
              <a:buNone/>
              <a:defRPr sz="5200"/>
            </a:lvl8pPr>
            <a:lvl9pPr lvl="8">
              <a:spcBef>
                <a:spcPts val="0"/>
              </a:spcBef>
              <a:spcAft>
                <a:spcPts val="0"/>
              </a:spcAft>
              <a:buSzPts val="5200"/>
              <a:buNone/>
              <a:defRPr sz="5200"/>
            </a:lvl9pPr>
          </a:lstStyle>
          <a:p/>
        </p:txBody>
      </p:sp>
      <p:sp>
        <p:nvSpPr>
          <p:cNvPr id="6463" name="Google Shape;6463;p259"/>
          <p:cNvSpPr txBox="1"/>
          <p:nvPr>
            <p:ph idx="1" type="subTitle"/>
          </p:nvPr>
        </p:nvSpPr>
        <p:spPr>
          <a:xfrm>
            <a:off x="1041050" y="3140985"/>
            <a:ext cx="5488500" cy="336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800"/>
              <a:buNone/>
              <a:defRPr sz="18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6464" name="Google Shape;6464;p25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grpSp>
        <p:nvGrpSpPr>
          <p:cNvPr id="6465" name="Google Shape;6465;p259"/>
          <p:cNvGrpSpPr/>
          <p:nvPr/>
        </p:nvGrpSpPr>
        <p:grpSpPr>
          <a:xfrm>
            <a:off x="-1113715" y="3104082"/>
            <a:ext cx="3240940" cy="3045231"/>
            <a:chOff x="-1113715" y="3104082"/>
            <a:chExt cx="3240940" cy="3045231"/>
          </a:xfrm>
        </p:grpSpPr>
        <p:sp>
          <p:nvSpPr>
            <p:cNvPr id="6466" name="Google Shape;6466;p259"/>
            <p:cNvSpPr/>
            <p:nvPr/>
          </p:nvSpPr>
          <p:spPr>
            <a:xfrm rot="-6150387">
              <a:off x="-934264" y="3408221"/>
              <a:ext cx="2578600" cy="2436953"/>
            </a:xfrm>
            <a:custGeom>
              <a:rect b="b" l="l" r="r" t="t"/>
              <a:pathLst>
                <a:path extrusionOk="0" h="49900" w="54584">
                  <a:moveTo>
                    <a:pt x="39803" y="0"/>
                  </a:moveTo>
                  <a:cubicBezTo>
                    <a:pt x="38029" y="0"/>
                    <a:pt x="36248" y="409"/>
                    <a:pt x="34570" y="1238"/>
                  </a:cubicBezTo>
                  <a:cubicBezTo>
                    <a:pt x="31367" y="2802"/>
                    <a:pt x="28886" y="5448"/>
                    <a:pt x="25683" y="7012"/>
                  </a:cubicBezTo>
                  <a:cubicBezTo>
                    <a:pt x="21308" y="9163"/>
                    <a:pt x="16511" y="10320"/>
                    <a:pt x="12090" y="12380"/>
                  </a:cubicBezTo>
                  <a:cubicBezTo>
                    <a:pt x="7684" y="14425"/>
                    <a:pt x="3444" y="17628"/>
                    <a:pt x="1865" y="22244"/>
                  </a:cubicBezTo>
                  <a:cubicBezTo>
                    <a:pt x="1" y="27673"/>
                    <a:pt x="647" y="34078"/>
                    <a:pt x="3504" y="39040"/>
                  </a:cubicBezTo>
                  <a:cubicBezTo>
                    <a:pt x="8069" y="46988"/>
                    <a:pt x="17031" y="49899"/>
                    <a:pt x="25743" y="49899"/>
                  </a:cubicBezTo>
                  <a:cubicBezTo>
                    <a:pt x="25898" y="49899"/>
                    <a:pt x="26054" y="49898"/>
                    <a:pt x="26209" y="49897"/>
                  </a:cubicBezTo>
                  <a:cubicBezTo>
                    <a:pt x="44945" y="49671"/>
                    <a:pt x="54583" y="26996"/>
                    <a:pt x="51531" y="10696"/>
                  </a:cubicBezTo>
                  <a:cubicBezTo>
                    <a:pt x="50869" y="7163"/>
                    <a:pt x="49230" y="3779"/>
                    <a:pt x="46118" y="1840"/>
                  </a:cubicBezTo>
                  <a:cubicBezTo>
                    <a:pt x="44160" y="620"/>
                    <a:pt x="41987" y="0"/>
                    <a:pt x="39803"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7" name="Google Shape;6467;p259"/>
            <p:cNvSpPr/>
            <p:nvPr/>
          </p:nvSpPr>
          <p:spPr>
            <a:xfrm rot="5828283">
              <a:off x="677849" y="4406018"/>
              <a:ext cx="958577" cy="1835297"/>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468" name="Shape 6468"/>
        <p:cNvGrpSpPr/>
        <p:nvPr/>
      </p:nvGrpSpPr>
      <p:grpSpPr>
        <a:xfrm>
          <a:off x="0" y="0"/>
          <a:ext cx="0" cy="0"/>
          <a:chOff x="0" y="0"/>
          <a:chExt cx="0" cy="0"/>
        </a:xfrm>
      </p:grpSpPr>
      <p:sp>
        <p:nvSpPr>
          <p:cNvPr id="6469" name="Google Shape;6469;p260"/>
          <p:cNvSpPr txBox="1"/>
          <p:nvPr>
            <p:ph type="title"/>
          </p:nvPr>
        </p:nvSpPr>
        <p:spPr>
          <a:xfrm>
            <a:off x="3920952" y="2223325"/>
            <a:ext cx="4551600" cy="749100"/>
          </a:xfrm>
          <a:prstGeom prst="rect">
            <a:avLst/>
          </a:prstGeom>
        </p:spPr>
        <p:txBody>
          <a:bodyPr anchorCtr="0" anchor="ctr" bIns="91425" lIns="91425" spcFirstLastPara="1" rIns="91425" wrap="square" tIns="91425">
            <a:noAutofit/>
          </a:bodyPr>
          <a:lstStyle>
            <a:lvl1pPr lvl="0">
              <a:spcBef>
                <a:spcPts val="0"/>
              </a:spcBef>
              <a:spcAft>
                <a:spcPts val="0"/>
              </a:spcAft>
              <a:buSzPts val="3600"/>
              <a:buNone/>
              <a:defRPr sz="4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6470" name="Google Shape;6470;p26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6471" name="Google Shape;6471;p260"/>
          <p:cNvSpPr txBox="1"/>
          <p:nvPr>
            <p:ph idx="1" type="subTitle"/>
          </p:nvPr>
        </p:nvSpPr>
        <p:spPr>
          <a:xfrm>
            <a:off x="3907975" y="2905550"/>
            <a:ext cx="4551600" cy="383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800"/>
              <a:buNone/>
              <a:defRPr sz="18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6472" name="Google Shape;6472;p260"/>
          <p:cNvSpPr txBox="1"/>
          <p:nvPr>
            <p:ph hasCustomPrompt="1" idx="2" type="title"/>
          </p:nvPr>
        </p:nvSpPr>
        <p:spPr>
          <a:xfrm>
            <a:off x="3907970" y="1278475"/>
            <a:ext cx="1595700" cy="898500"/>
          </a:xfrm>
          <a:prstGeom prst="rect">
            <a:avLst/>
          </a:prstGeom>
        </p:spPr>
        <p:txBody>
          <a:bodyPr anchorCtr="0" anchor="ctr" bIns="91425" lIns="91425" spcFirstLastPara="1" rIns="91425" wrap="square" tIns="91425">
            <a:noAutofit/>
          </a:bodyPr>
          <a:lstStyle>
            <a:lvl1pPr lvl="0">
              <a:spcBef>
                <a:spcPts val="0"/>
              </a:spcBef>
              <a:spcAft>
                <a:spcPts val="0"/>
              </a:spcAft>
              <a:buSzPts val="8000"/>
              <a:buNone/>
              <a:defRPr sz="8000">
                <a:solidFill>
                  <a:schemeClr val="accent2"/>
                </a:solidFill>
              </a:defRPr>
            </a:lvl1pPr>
            <a:lvl2pPr lvl="1" algn="ctr">
              <a:spcBef>
                <a:spcPts val="0"/>
              </a:spcBef>
              <a:spcAft>
                <a:spcPts val="0"/>
              </a:spcAft>
              <a:buSzPts val="8000"/>
              <a:buNone/>
              <a:defRPr sz="8000"/>
            </a:lvl2pPr>
            <a:lvl3pPr lvl="2" algn="ctr">
              <a:spcBef>
                <a:spcPts val="0"/>
              </a:spcBef>
              <a:spcAft>
                <a:spcPts val="0"/>
              </a:spcAft>
              <a:buSzPts val="8000"/>
              <a:buNone/>
              <a:defRPr sz="8000"/>
            </a:lvl3pPr>
            <a:lvl4pPr lvl="3" algn="ctr">
              <a:spcBef>
                <a:spcPts val="0"/>
              </a:spcBef>
              <a:spcAft>
                <a:spcPts val="0"/>
              </a:spcAft>
              <a:buSzPts val="8000"/>
              <a:buNone/>
              <a:defRPr sz="8000"/>
            </a:lvl4pPr>
            <a:lvl5pPr lvl="4" algn="ctr">
              <a:spcBef>
                <a:spcPts val="0"/>
              </a:spcBef>
              <a:spcAft>
                <a:spcPts val="0"/>
              </a:spcAft>
              <a:buSzPts val="8000"/>
              <a:buNone/>
              <a:defRPr sz="8000"/>
            </a:lvl5pPr>
            <a:lvl6pPr lvl="5" algn="ctr">
              <a:spcBef>
                <a:spcPts val="0"/>
              </a:spcBef>
              <a:spcAft>
                <a:spcPts val="0"/>
              </a:spcAft>
              <a:buSzPts val="8000"/>
              <a:buNone/>
              <a:defRPr sz="8000"/>
            </a:lvl6pPr>
            <a:lvl7pPr lvl="6" algn="ctr">
              <a:spcBef>
                <a:spcPts val="0"/>
              </a:spcBef>
              <a:spcAft>
                <a:spcPts val="0"/>
              </a:spcAft>
              <a:buSzPts val="8000"/>
              <a:buNone/>
              <a:defRPr sz="8000"/>
            </a:lvl7pPr>
            <a:lvl8pPr lvl="7" algn="ctr">
              <a:spcBef>
                <a:spcPts val="0"/>
              </a:spcBef>
              <a:spcAft>
                <a:spcPts val="0"/>
              </a:spcAft>
              <a:buSzPts val="8000"/>
              <a:buNone/>
              <a:defRPr sz="8000"/>
            </a:lvl8pPr>
            <a:lvl9pPr lvl="8" algn="ctr">
              <a:spcBef>
                <a:spcPts val="0"/>
              </a:spcBef>
              <a:spcAft>
                <a:spcPts val="0"/>
              </a:spcAft>
              <a:buSzPts val="8000"/>
              <a:buNone/>
              <a:defRPr sz="8000"/>
            </a:lvl9pPr>
          </a:lstStyle>
          <a:p>
            <a:r>
              <a:t>xx%</a:t>
            </a:r>
          </a:p>
        </p:txBody>
      </p:sp>
      <p:grpSp>
        <p:nvGrpSpPr>
          <p:cNvPr id="6473" name="Google Shape;6473;p260"/>
          <p:cNvGrpSpPr/>
          <p:nvPr/>
        </p:nvGrpSpPr>
        <p:grpSpPr>
          <a:xfrm>
            <a:off x="8269426" y="4107105"/>
            <a:ext cx="1691968" cy="1546775"/>
            <a:chOff x="8269426" y="4107105"/>
            <a:chExt cx="1691968" cy="1546775"/>
          </a:xfrm>
        </p:grpSpPr>
        <p:sp>
          <p:nvSpPr>
            <p:cNvPr id="6474" name="Google Shape;6474;p260"/>
            <p:cNvSpPr/>
            <p:nvPr/>
          </p:nvSpPr>
          <p:spPr>
            <a:xfrm>
              <a:off x="8269426" y="4107105"/>
              <a:ext cx="1691968" cy="1546775"/>
            </a:xfrm>
            <a:custGeom>
              <a:rect b="b" l="l" r="r" t="t"/>
              <a:pathLst>
                <a:path extrusionOk="0" h="49900" w="54584">
                  <a:moveTo>
                    <a:pt x="39803" y="0"/>
                  </a:moveTo>
                  <a:cubicBezTo>
                    <a:pt x="38029" y="0"/>
                    <a:pt x="36248" y="409"/>
                    <a:pt x="34570" y="1238"/>
                  </a:cubicBezTo>
                  <a:cubicBezTo>
                    <a:pt x="31367" y="2802"/>
                    <a:pt x="28886" y="5448"/>
                    <a:pt x="25683" y="7012"/>
                  </a:cubicBezTo>
                  <a:cubicBezTo>
                    <a:pt x="21308" y="9163"/>
                    <a:pt x="16511" y="10320"/>
                    <a:pt x="12090" y="12380"/>
                  </a:cubicBezTo>
                  <a:cubicBezTo>
                    <a:pt x="7684" y="14425"/>
                    <a:pt x="3444" y="17628"/>
                    <a:pt x="1865" y="22244"/>
                  </a:cubicBezTo>
                  <a:cubicBezTo>
                    <a:pt x="1" y="27673"/>
                    <a:pt x="647" y="34078"/>
                    <a:pt x="3504" y="39040"/>
                  </a:cubicBezTo>
                  <a:cubicBezTo>
                    <a:pt x="8069" y="46988"/>
                    <a:pt x="17031" y="49899"/>
                    <a:pt x="25743" y="49899"/>
                  </a:cubicBezTo>
                  <a:cubicBezTo>
                    <a:pt x="25898" y="49899"/>
                    <a:pt x="26054" y="49898"/>
                    <a:pt x="26209" y="49897"/>
                  </a:cubicBezTo>
                  <a:cubicBezTo>
                    <a:pt x="44945" y="49671"/>
                    <a:pt x="54583" y="26996"/>
                    <a:pt x="51531" y="10696"/>
                  </a:cubicBezTo>
                  <a:cubicBezTo>
                    <a:pt x="50869" y="7163"/>
                    <a:pt x="49230" y="3779"/>
                    <a:pt x="46118" y="1840"/>
                  </a:cubicBezTo>
                  <a:cubicBezTo>
                    <a:pt x="44160" y="620"/>
                    <a:pt x="41987" y="0"/>
                    <a:pt x="39803" y="0"/>
                  </a:cubicBezTo>
                  <a:close/>
                </a:path>
              </a:pathLst>
            </a:custGeom>
            <a:solidFill>
              <a:srgbClr val="F0F0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5" name="Google Shape;6475;p260"/>
            <p:cNvSpPr/>
            <p:nvPr/>
          </p:nvSpPr>
          <p:spPr>
            <a:xfrm>
              <a:off x="8602429" y="4538820"/>
              <a:ext cx="991119" cy="877511"/>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476" name="Google Shape;6476;p260"/>
          <p:cNvGrpSpPr/>
          <p:nvPr/>
        </p:nvGrpSpPr>
        <p:grpSpPr>
          <a:xfrm>
            <a:off x="6194195" y="289400"/>
            <a:ext cx="2508782" cy="1009939"/>
            <a:chOff x="6194195" y="289400"/>
            <a:chExt cx="2508782" cy="1009939"/>
          </a:xfrm>
        </p:grpSpPr>
        <p:sp>
          <p:nvSpPr>
            <p:cNvPr id="6477" name="Google Shape;6477;p260"/>
            <p:cNvSpPr/>
            <p:nvPr/>
          </p:nvSpPr>
          <p:spPr>
            <a:xfrm>
              <a:off x="7081200" y="1193950"/>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8" name="Google Shape;6478;p260"/>
            <p:cNvSpPr/>
            <p:nvPr/>
          </p:nvSpPr>
          <p:spPr>
            <a:xfrm>
              <a:off x="7997076" y="289400"/>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6479" name="Google Shape;6479;p260"/>
            <p:cNvGrpSpPr/>
            <p:nvPr/>
          </p:nvGrpSpPr>
          <p:grpSpPr>
            <a:xfrm>
              <a:off x="8597520" y="1140738"/>
              <a:ext cx="105457" cy="105457"/>
              <a:chOff x="7812545" y="194375"/>
              <a:chExt cx="105457" cy="105457"/>
            </a:xfrm>
          </p:grpSpPr>
          <p:sp>
            <p:nvSpPr>
              <p:cNvPr id="6480" name="Google Shape;6480;p260"/>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1" name="Google Shape;6481;p260"/>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2" name="Google Shape;6482;p260"/>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3" name="Google Shape;6483;p260"/>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484" name="Google Shape;6484;p260"/>
            <p:cNvGrpSpPr/>
            <p:nvPr/>
          </p:nvGrpSpPr>
          <p:grpSpPr>
            <a:xfrm>
              <a:off x="6194195" y="551338"/>
              <a:ext cx="105457" cy="105457"/>
              <a:chOff x="7812545" y="194375"/>
              <a:chExt cx="105457" cy="105457"/>
            </a:xfrm>
          </p:grpSpPr>
          <p:sp>
            <p:nvSpPr>
              <p:cNvPr id="6485" name="Google Shape;6485;p260"/>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6" name="Google Shape;6486;p260"/>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7" name="Google Shape;6487;p260"/>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8" name="Google Shape;6488;p260"/>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489" name="Google Shape;6489;p260"/>
          <p:cNvGrpSpPr/>
          <p:nvPr/>
        </p:nvGrpSpPr>
        <p:grpSpPr>
          <a:xfrm>
            <a:off x="5001120" y="3928038"/>
            <a:ext cx="1828507" cy="817002"/>
            <a:chOff x="5001120" y="3928038"/>
            <a:chExt cx="1828507" cy="817002"/>
          </a:xfrm>
        </p:grpSpPr>
        <p:sp>
          <p:nvSpPr>
            <p:cNvPr id="6490" name="Google Shape;6490;p260"/>
            <p:cNvSpPr/>
            <p:nvPr/>
          </p:nvSpPr>
          <p:spPr>
            <a:xfrm>
              <a:off x="6724175" y="4639650"/>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491" name="Google Shape;6491;p260"/>
            <p:cNvGrpSpPr/>
            <p:nvPr/>
          </p:nvGrpSpPr>
          <p:grpSpPr>
            <a:xfrm>
              <a:off x="5001120" y="3928038"/>
              <a:ext cx="105457" cy="105457"/>
              <a:chOff x="7812545" y="194375"/>
              <a:chExt cx="105457" cy="105457"/>
            </a:xfrm>
          </p:grpSpPr>
          <p:sp>
            <p:nvSpPr>
              <p:cNvPr id="6492" name="Google Shape;6492;p260"/>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3" name="Google Shape;6493;p260"/>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4" name="Google Shape;6494;p260"/>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5" name="Google Shape;6495;p260"/>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496" name="Shape 6496"/>
        <p:cNvGrpSpPr/>
        <p:nvPr/>
      </p:nvGrpSpPr>
      <p:grpSpPr>
        <a:xfrm>
          <a:off x="0" y="0"/>
          <a:ext cx="0" cy="0"/>
          <a:chOff x="0" y="0"/>
          <a:chExt cx="0" cy="0"/>
        </a:xfrm>
      </p:grpSpPr>
      <p:sp>
        <p:nvSpPr>
          <p:cNvPr id="6497" name="Google Shape;6497;p261"/>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498" name="Google Shape;6498;p261"/>
          <p:cNvSpPr txBox="1"/>
          <p:nvPr>
            <p:ph idx="1" type="body"/>
          </p:nvPr>
        </p:nvSpPr>
        <p:spPr>
          <a:xfrm>
            <a:off x="685800" y="1152475"/>
            <a:ext cx="7786800" cy="3416400"/>
          </a:xfrm>
          <a:prstGeom prst="rect">
            <a:avLst/>
          </a:prstGeom>
        </p:spPr>
        <p:txBody>
          <a:bodyPr anchorCtr="0" anchor="t" bIns="91425" lIns="91425" spcFirstLastPara="1" rIns="91425" wrap="square" tIns="91425">
            <a:noAutofit/>
          </a:bodyPr>
          <a:lstStyle>
            <a:lvl1pPr indent="-304800" lvl="0" marL="457200">
              <a:lnSpc>
                <a:spcPct val="100000"/>
              </a:lnSpc>
              <a:spcBef>
                <a:spcPts val="0"/>
              </a:spcBef>
              <a:spcAft>
                <a:spcPts val="0"/>
              </a:spcAft>
              <a:buSzPts val="1200"/>
              <a:buChar char="●"/>
              <a:defRPr sz="1200"/>
            </a:lvl1pPr>
            <a:lvl2pPr indent="-304800" lvl="1" marL="914400">
              <a:lnSpc>
                <a:spcPct val="100000"/>
              </a:lnSpc>
              <a:spcBef>
                <a:spcPts val="0"/>
              </a:spcBef>
              <a:spcAft>
                <a:spcPts val="0"/>
              </a:spcAft>
              <a:buSzPts val="1200"/>
              <a:buChar char="○"/>
              <a:defRPr sz="1200"/>
            </a:lvl2pPr>
            <a:lvl3pPr indent="-304800" lvl="2" marL="1371600">
              <a:lnSpc>
                <a:spcPct val="100000"/>
              </a:lnSpc>
              <a:spcBef>
                <a:spcPts val="0"/>
              </a:spcBef>
              <a:spcAft>
                <a:spcPts val="0"/>
              </a:spcAft>
              <a:buSzPts val="1200"/>
              <a:buChar char="■"/>
              <a:defRPr sz="1200"/>
            </a:lvl3pPr>
            <a:lvl4pPr indent="-304800" lvl="3" marL="1828800">
              <a:lnSpc>
                <a:spcPct val="100000"/>
              </a:lnSpc>
              <a:spcBef>
                <a:spcPts val="0"/>
              </a:spcBef>
              <a:spcAft>
                <a:spcPts val="0"/>
              </a:spcAft>
              <a:buSzPts val="1200"/>
              <a:buChar char="●"/>
              <a:defRPr sz="1200"/>
            </a:lvl4pPr>
            <a:lvl5pPr indent="-304800" lvl="4" marL="2286000">
              <a:lnSpc>
                <a:spcPct val="100000"/>
              </a:lnSpc>
              <a:spcBef>
                <a:spcPts val="0"/>
              </a:spcBef>
              <a:spcAft>
                <a:spcPts val="0"/>
              </a:spcAft>
              <a:buSzPts val="1200"/>
              <a:buChar char="○"/>
              <a:defRPr sz="1200"/>
            </a:lvl5pPr>
            <a:lvl6pPr indent="-304800" lvl="5" marL="2743200">
              <a:lnSpc>
                <a:spcPct val="100000"/>
              </a:lnSpc>
              <a:spcBef>
                <a:spcPts val="0"/>
              </a:spcBef>
              <a:spcAft>
                <a:spcPts val="0"/>
              </a:spcAft>
              <a:buSzPts val="1200"/>
              <a:buChar char="■"/>
              <a:defRPr sz="1200"/>
            </a:lvl6pPr>
            <a:lvl7pPr indent="-304800" lvl="6" marL="3200400">
              <a:lnSpc>
                <a:spcPct val="100000"/>
              </a:lnSpc>
              <a:spcBef>
                <a:spcPts val="0"/>
              </a:spcBef>
              <a:spcAft>
                <a:spcPts val="0"/>
              </a:spcAft>
              <a:buSzPts val="1200"/>
              <a:buChar char="●"/>
              <a:defRPr sz="1200"/>
            </a:lvl7pPr>
            <a:lvl8pPr indent="-304800" lvl="7" marL="3657600">
              <a:lnSpc>
                <a:spcPct val="100000"/>
              </a:lnSpc>
              <a:spcBef>
                <a:spcPts val="0"/>
              </a:spcBef>
              <a:spcAft>
                <a:spcPts val="0"/>
              </a:spcAft>
              <a:buSzPts val="1200"/>
              <a:buChar char="○"/>
              <a:defRPr sz="1200"/>
            </a:lvl8pPr>
            <a:lvl9pPr indent="-304800" lvl="8" marL="4114800">
              <a:lnSpc>
                <a:spcPct val="100000"/>
              </a:lnSpc>
              <a:spcBef>
                <a:spcPts val="0"/>
              </a:spcBef>
              <a:spcAft>
                <a:spcPts val="0"/>
              </a:spcAft>
              <a:buSzPts val="1200"/>
              <a:buChar char="■"/>
              <a:defRPr sz="1200"/>
            </a:lvl9pPr>
          </a:lstStyle>
          <a:p/>
        </p:txBody>
      </p:sp>
      <p:sp>
        <p:nvSpPr>
          <p:cNvPr id="6499" name="Google Shape;6499;p26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grpSp>
        <p:nvGrpSpPr>
          <p:cNvPr id="6500" name="Google Shape;6500;p261"/>
          <p:cNvGrpSpPr/>
          <p:nvPr/>
        </p:nvGrpSpPr>
        <p:grpSpPr>
          <a:xfrm>
            <a:off x="215745" y="152937"/>
            <a:ext cx="470057" cy="586177"/>
            <a:chOff x="215745" y="152938"/>
            <a:chExt cx="470057" cy="586177"/>
          </a:xfrm>
        </p:grpSpPr>
        <p:sp>
          <p:nvSpPr>
            <p:cNvPr id="6501" name="Google Shape;6501;p261"/>
            <p:cNvSpPr/>
            <p:nvPr/>
          </p:nvSpPr>
          <p:spPr>
            <a:xfrm>
              <a:off x="215750" y="633725"/>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2" name="Google Shape;6502;p261"/>
            <p:cNvSpPr/>
            <p:nvPr/>
          </p:nvSpPr>
          <p:spPr>
            <a:xfrm>
              <a:off x="607851" y="22487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6503" name="Google Shape;6503;p261"/>
            <p:cNvGrpSpPr/>
            <p:nvPr/>
          </p:nvGrpSpPr>
          <p:grpSpPr>
            <a:xfrm>
              <a:off x="215745" y="152938"/>
              <a:ext cx="105457" cy="105457"/>
              <a:chOff x="7812545" y="194375"/>
              <a:chExt cx="105457" cy="105457"/>
            </a:xfrm>
          </p:grpSpPr>
          <p:sp>
            <p:nvSpPr>
              <p:cNvPr id="6504" name="Google Shape;6504;p261"/>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5" name="Google Shape;6505;p261"/>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6" name="Google Shape;6506;p261"/>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7" name="Google Shape;6507;p261"/>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508" name="Google Shape;6508;p261"/>
          <p:cNvGrpSpPr/>
          <p:nvPr/>
        </p:nvGrpSpPr>
        <p:grpSpPr>
          <a:xfrm rot="10800000">
            <a:off x="8496297" y="4349552"/>
            <a:ext cx="470057" cy="586177"/>
            <a:chOff x="215745" y="152938"/>
            <a:chExt cx="470057" cy="586177"/>
          </a:xfrm>
        </p:grpSpPr>
        <p:sp>
          <p:nvSpPr>
            <p:cNvPr id="6509" name="Google Shape;6509;p261"/>
            <p:cNvSpPr/>
            <p:nvPr/>
          </p:nvSpPr>
          <p:spPr>
            <a:xfrm>
              <a:off x="215750" y="633725"/>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0" name="Google Shape;6510;p261"/>
            <p:cNvSpPr/>
            <p:nvPr/>
          </p:nvSpPr>
          <p:spPr>
            <a:xfrm>
              <a:off x="607851" y="22487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6511" name="Google Shape;6511;p261"/>
            <p:cNvGrpSpPr/>
            <p:nvPr/>
          </p:nvGrpSpPr>
          <p:grpSpPr>
            <a:xfrm>
              <a:off x="215745" y="152938"/>
              <a:ext cx="105457" cy="105457"/>
              <a:chOff x="7812545" y="194375"/>
              <a:chExt cx="105457" cy="105457"/>
            </a:xfrm>
          </p:grpSpPr>
          <p:sp>
            <p:nvSpPr>
              <p:cNvPr id="6512" name="Google Shape;6512;p261"/>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3" name="Google Shape;6513;p261"/>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4" name="Google Shape;6514;p261"/>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5" name="Google Shape;6515;p261"/>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516" name="Google Shape;6516;p261"/>
          <p:cNvGrpSpPr/>
          <p:nvPr/>
        </p:nvGrpSpPr>
        <p:grpSpPr>
          <a:xfrm>
            <a:off x="7610270" y="-737025"/>
            <a:ext cx="2476138" cy="1789104"/>
            <a:chOff x="7610270" y="-737025"/>
            <a:chExt cx="2476138" cy="1789104"/>
          </a:xfrm>
        </p:grpSpPr>
        <p:sp>
          <p:nvSpPr>
            <p:cNvPr id="6517" name="Google Shape;6517;p261"/>
            <p:cNvSpPr/>
            <p:nvPr/>
          </p:nvSpPr>
          <p:spPr>
            <a:xfrm flipH="1">
              <a:off x="7861475" y="-737025"/>
              <a:ext cx="2224933" cy="1789104"/>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8" name="Google Shape;6518;p261"/>
            <p:cNvSpPr/>
            <p:nvPr/>
          </p:nvSpPr>
          <p:spPr>
            <a:xfrm flipH="1">
              <a:off x="8506983" y="-551625"/>
              <a:ext cx="1232275" cy="1091025"/>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519" name="Google Shape;6519;p261"/>
            <p:cNvGrpSpPr/>
            <p:nvPr/>
          </p:nvGrpSpPr>
          <p:grpSpPr>
            <a:xfrm>
              <a:off x="7610270" y="211113"/>
              <a:ext cx="105457" cy="105457"/>
              <a:chOff x="7812545" y="194375"/>
              <a:chExt cx="105457" cy="105457"/>
            </a:xfrm>
          </p:grpSpPr>
          <p:sp>
            <p:nvSpPr>
              <p:cNvPr id="6520" name="Google Shape;6520;p261"/>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1" name="Google Shape;6521;p261"/>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2" name="Google Shape;6522;p261"/>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3" name="Google Shape;6523;p261"/>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6524" name="Google Shape;6524;p261"/>
          <p:cNvSpPr/>
          <p:nvPr/>
        </p:nvSpPr>
        <p:spPr>
          <a:xfrm rot="-6150494">
            <a:off x="-869858" y="4348040"/>
            <a:ext cx="1855548" cy="1753582"/>
          </a:xfrm>
          <a:custGeom>
            <a:rect b="b" l="l" r="r" t="t"/>
            <a:pathLst>
              <a:path extrusionOk="0" h="49900" w="54584">
                <a:moveTo>
                  <a:pt x="39803" y="0"/>
                </a:moveTo>
                <a:cubicBezTo>
                  <a:pt x="38029" y="0"/>
                  <a:pt x="36248" y="409"/>
                  <a:pt x="34570" y="1238"/>
                </a:cubicBezTo>
                <a:cubicBezTo>
                  <a:pt x="31367" y="2802"/>
                  <a:pt x="28886" y="5448"/>
                  <a:pt x="25683" y="7012"/>
                </a:cubicBezTo>
                <a:cubicBezTo>
                  <a:pt x="21308" y="9163"/>
                  <a:pt x="16511" y="10320"/>
                  <a:pt x="12090" y="12380"/>
                </a:cubicBezTo>
                <a:cubicBezTo>
                  <a:pt x="7684" y="14425"/>
                  <a:pt x="3444" y="17628"/>
                  <a:pt x="1865" y="22244"/>
                </a:cubicBezTo>
                <a:cubicBezTo>
                  <a:pt x="1" y="27673"/>
                  <a:pt x="647" y="34078"/>
                  <a:pt x="3504" y="39040"/>
                </a:cubicBezTo>
                <a:cubicBezTo>
                  <a:pt x="8069" y="46988"/>
                  <a:pt x="17031" y="49899"/>
                  <a:pt x="25743" y="49899"/>
                </a:cubicBezTo>
                <a:cubicBezTo>
                  <a:pt x="25898" y="49899"/>
                  <a:pt x="26054" y="49898"/>
                  <a:pt x="26209" y="49897"/>
                </a:cubicBezTo>
                <a:cubicBezTo>
                  <a:pt x="44945" y="49671"/>
                  <a:pt x="54583" y="26996"/>
                  <a:pt x="51531" y="10696"/>
                </a:cubicBezTo>
                <a:cubicBezTo>
                  <a:pt x="50869" y="7163"/>
                  <a:pt x="49230" y="3779"/>
                  <a:pt x="46118" y="1840"/>
                </a:cubicBezTo>
                <a:cubicBezTo>
                  <a:pt x="44160" y="620"/>
                  <a:pt x="41987" y="0"/>
                  <a:pt x="39803" y="0"/>
                </a:cubicBezTo>
                <a:close/>
              </a:path>
            </a:pathLst>
          </a:custGeom>
          <a:solidFill>
            <a:srgbClr val="DED0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525" name="Shape 6525"/>
        <p:cNvGrpSpPr/>
        <p:nvPr/>
      </p:nvGrpSpPr>
      <p:grpSpPr>
        <a:xfrm>
          <a:off x="0" y="0"/>
          <a:ext cx="0" cy="0"/>
          <a:chOff x="0" y="0"/>
          <a:chExt cx="0" cy="0"/>
        </a:xfrm>
      </p:grpSpPr>
      <p:sp>
        <p:nvSpPr>
          <p:cNvPr id="6526" name="Google Shape;6526;p262"/>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527" name="Google Shape;6527;p26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6528" name="Google Shape;6528;p262"/>
          <p:cNvSpPr txBox="1"/>
          <p:nvPr>
            <p:ph idx="1" type="subTitle"/>
          </p:nvPr>
        </p:nvSpPr>
        <p:spPr>
          <a:xfrm>
            <a:off x="1516375" y="2804150"/>
            <a:ext cx="2554500" cy="387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800"/>
              <a:buNone/>
              <a:defRPr b="1" sz="2000">
                <a:solidFill>
                  <a:schemeClr val="accent2"/>
                </a:solidFill>
                <a:latin typeface="Barlow"/>
                <a:ea typeface="Barlow"/>
                <a:cs typeface="Barlow"/>
                <a:sym typeface="Barlow"/>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6529" name="Google Shape;6529;p262"/>
          <p:cNvSpPr txBox="1"/>
          <p:nvPr>
            <p:ph idx="2" type="subTitle"/>
          </p:nvPr>
        </p:nvSpPr>
        <p:spPr>
          <a:xfrm>
            <a:off x="5073125" y="2804150"/>
            <a:ext cx="2554500" cy="387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800"/>
              <a:buNone/>
              <a:defRPr b="1" sz="2000">
                <a:solidFill>
                  <a:schemeClr val="accent2"/>
                </a:solidFill>
                <a:latin typeface="Barlow"/>
                <a:ea typeface="Barlow"/>
                <a:cs typeface="Barlow"/>
                <a:sym typeface="Barlow"/>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6530" name="Google Shape;6530;p262"/>
          <p:cNvSpPr txBox="1"/>
          <p:nvPr>
            <p:ph idx="3" type="subTitle"/>
          </p:nvPr>
        </p:nvSpPr>
        <p:spPr>
          <a:xfrm>
            <a:off x="1516375" y="3198215"/>
            <a:ext cx="2554500" cy="9405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8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6531" name="Google Shape;6531;p262"/>
          <p:cNvSpPr txBox="1"/>
          <p:nvPr>
            <p:ph idx="4" type="subTitle"/>
          </p:nvPr>
        </p:nvSpPr>
        <p:spPr>
          <a:xfrm>
            <a:off x="5073125" y="3198215"/>
            <a:ext cx="2554500" cy="9405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8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6532" name="Google Shape;6532;p262"/>
          <p:cNvGrpSpPr/>
          <p:nvPr/>
        </p:nvGrpSpPr>
        <p:grpSpPr>
          <a:xfrm>
            <a:off x="-1307617" y="3655381"/>
            <a:ext cx="2984172" cy="2871184"/>
            <a:chOff x="-1307617" y="3655381"/>
            <a:chExt cx="2984172" cy="2871184"/>
          </a:xfrm>
        </p:grpSpPr>
        <p:sp>
          <p:nvSpPr>
            <p:cNvPr id="6533" name="Google Shape;6533;p262"/>
            <p:cNvSpPr/>
            <p:nvPr/>
          </p:nvSpPr>
          <p:spPr>
            <a:xfrm flipH="1" rot="638420">
              <a:off x="-1104798" y="3872484"/>
              <a:ext cx="2578535" cy="2436978"/>
            </a:xfrm>
            <a:custGeom>
              <a:rect b="b" l="l" r="r" t="t"/>
              <a:pathLst>
                <a:path extrusionOk="0" h="49900" w="54584">
                  <a:moveTo>
                    <a:pt x="39803" y="0"/>
                  </a:moveTo>
                  <a:cubicBezTo>
                    <a:pt x="38029" y="0"/>
                    <a:pt x="36248" y="409"/>
                    <a:pt x="34570" y="1238"/>
                  </a:cubicBezTo>
                  <a:cubicBezTo>
                    <a:pt x="31367" y="2802"/>
                    <a:pt x="28886" y="5448"/>
                    <a:pt x="25683" y="7012"/>
                  </a:cubicBezTo>
                  <a:cubicBezTo>
                    <a:pt x="21308" y="9163"/>
                    <a:pt x="16511" y="10320"/>
                    <a:pt x="12090" y="12380"/>
                  </a:cubicBezTo>
                  <a:cubicBezTo>
                    <a:pt x="7684" y="14425"/>
                    <a:pt x="3444" y="17628"/>
                    <a:pt x="1865" y="22244"/>
                  </a:cubicBezTo>
                  <a:cubicBezTo>
                    <a:pt x="1" y="27673"/>
                    <a:pt x="647" y="34078"/>
                    <a:pt x="3504" y="39040"/>
                  </a:cubicBezTo>
                  <a:cubicBezTo>
                    <a:pt x="8069" y="46988"/>
                    <a:pt x="17031" y="49899"/>
                    <a:pt x="25743" y="49899"/>
                  </a:cubicBezTo>
                  <a:cubicBezTo>
                    <a:pt x="25898" y="49899"/>
                    <a:pt x="26054" y="49898"/>
                    <a:pt x="26209" y="49897"/>
                  </a:cubicBezTo>
                  <a:cubicBezTo>
                    <a:pt x="44945" y="49671"/>
                    <a:pt x="54583" y="26996"/>
                    <a:pt x="51531" y="10696"/>
                  </a:cubicBezTo>
                  <a:cubicBezTo>
                    <a:pt x="50869" y="7163"/>
                    <a:pt x="49230" y="3779"/>
                    <a:pt x="46118" y="1840"/>
                  </a:cubicBezTo>
                  <a:cubicBezTo>
                    <a:pt x="44160" y="620"/>
                    <a:pt x="41987" y="0"/>
                    <a:pt x="3980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4" name="Google Shape;6534;p262"/>
            <p:cNvSpPr/>
            <p:nvPr/>
          </p:nvSpPr>
          <p:spPr>
            <a:xfrm rot="7710264">
              <a:off x="-15001" y="4173334"/>
              <a:ext cx="958502" cy="1835274"/>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35" name="Google Shape;6535;p262"/>
          <p:cNvGrpSpPr/>
          <p:nvPr/>
        </p:nvGrpSpPr>
        <p:grpSpPr>
          <a:xfrm>
            <a:off x="8526097" y="4420947"/>
            <a:ext cx="396476" cy="526844"/>
            <a:chOff x="8526097" y="4420947"/>
            <a:chExt cx="396476" cy="526844"/>
          </a:xfrm>
        </p:grpSpPr>
        <p:sp>
          <p:nvSpPr>
            <p:cNvPr id="6536" name="Google Shape;6536;p262"/>
            <p:cNvSpPr/>
            <p:nvPr/>
          </p:nvSpPr>
          <p:spPr>
            <a:xfrm rot="10800000">
              <a:off x="8526097" y="4842402"/>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7" name="Google Shape;6537;p262"/>
            <p:cNvSpPr/>
            <p:nvPr/>
          </p:nvSpPr>
          <p:spPr>
            <a:xfrm rot="10800000">
              <a:off x="8844622" y="462626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6538" name="Google Shape;6538;p262"/>
            <p:cNvGrpSpPr/>
            <p:nvPr/>
          </p:nvGrpSpPr>
          <p:grpSpPr>
            <a:xfrm rot="10800000">
              <a:off x="8526097" y="4420947"/>
              <a:ext cx="105457" cy="105457"/>
              <a:chOff x="7812545" y="194375"/>
              <a:chExt cx="105457" cy="105457"/>
            </a:xfrm>
          </p:grpSpPr>
          <p:sp>
            <p:nvSpPr>
              <p:cNvPr id="6539" name="Google Shape;6539;p262"/>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0" name="Google Shape;6540;p262"/>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1" name="Google Shape;6541;p262"/>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2" name="Google Shape;6542;p262"/>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543" name="Google Shape;6543;p262"/>
          <p:cNvGrpSpPr/>
          <p:nvPr/>
        </p:nvGrpSpPr>
        <p:grpSpPr>
          <a:xfrm>
            <a:off x="7917051" y="-242512"/>
            <a:ext cx="1773412" cy="1460069"/>
            <a:chOff x="7917051" y="-242512"/>
            <a:chExt cx="1773412" cy="1460069"/>
          </a:xfrm>
        </p:grpSpPr>
        <p:sp>
          <p:nvSpPr>
            <p:cNvPr id="6544" name="Google Shape;6544;p262"/>
            <p:cNvSpPr/>
            <p:nvPr/>
          </p:nvSpPr>
          <p:spPr>
            <a:xfrm flipH="1">
              <a:off x="8458188" y="-242512"/>
              <a:ext cx="1232275" cy="1091025"/>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5" name="Google Shape;6545;p262"/>
            <p:cNvSpPr/>
            <p:nvPr/>
          </p:nvSpPr>
          <p:spPr>
            <a:xfrm>
              <a:off x="7917051" y="19137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6546" name="Google Shape;6546;p262"/>
            <p:cNvGrpSpPr/>
            <p:nvPr/>
          </p:nvGrpSpPr>
          <p:grpSpPr>
            <a:xfrm>
              <a:off x="8723170" y="1112100"/>
              <a:ext cx="105457" cy="105457"/>
              <a:chOff x="7812545" y="194375"/>
              <a:chExt cx="105457" cy="105457"/>
            </a:xfrm>
          </p:grpSpPr>
          <p:sp>
            <p:nvSpPr>
              <p:cNvPr id="6547" name="Google Shape;6547;p262"/>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8" name="Google Shape;6548;p262"/>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9" name="Google Shape;6549;p262"/>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0" name="Google Shape;6550;p262"/>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551" name="Shape 6551"/>
        <p:cNvGrpSpPr/>
        <p:nvPr/>
      </p:nvGrpSpPr>
      <p:grpSpPr>
        <a:xfrm>
          <a:off x="0" y="0"/>
          <a:ext cx="0" cy="0"/>
          <a:chOff x="0" y="0"/>
          <a:chExt cx="0" cy="0"/>
        </a:xfrm>
      </p:grpSpPr>
      <p:sp>
        <p:nvSpPr>
          <p:cNvPr id="6552" name="Google Shape;6552;p263"/>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553" name="Google Shape;6553;p26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grpSp>
        <p:nvGrpSpPr>
          <p:cNvPr id="6554" name="Google Shape;6554;p263"/>
          <p:cNvGrpSpPr/>
          <p:nvPr/>
        </p:nvGrpSpPr>
        <p:grpSpPr>
          <a:xfrm>
            <a:off x="7254626" y="137295"/>
            <a:ext cx="1638498" cy="1140836"/>
            <a:chOff x="7254626" y="137295"/>
            <a:chExt cx="1638498" cy="1140836"/>
          </a:xfrm>
        </p:grpSpPr>
        <p:sp>
          <p:nvSpPr>
            <p:cNvPr id="6555" name="Google Shape;6555;p263"/>
            <p:cNvSpPr/>
            <p:nvPr/>
          </p:nvSpPr>
          <p:spPr>
            <a:xfrm>
              <a:off x="7602574" y="286875"/>
              <a:ext cx="1254440" cy="401698"/>
            </a:xfrm>
            <a:custGeom>
              <a:rect b="b" l="l" r="r" t="t"/>
              <a:pathLst>
                <a:path extrusionOk="0" fill="none" h="4647" w="14511">
                  <a:moveTo>
                    <a:pt x="13894" y="3805"/>
                  </a:moveTo>
                  <a:cubicBezTo>
                    <a:pt x="13263" y="3459"/>
                    <a:pt x="12977" y="3744"/>
                    <a:pt x="12766" y="3459"/>
                  </a:cubicBezTo>
                  <a:cubicBezTo>
                    <a:pt x="12541" y="3173"/>
                    <a:pt x="13383" y="2436"/>
                    <a:pt x="11684" y="1699"/>
                  </a:cubicBezTo>
                  <a:cubicBezTo>
                    <a:pt x="11684" y="1699"/>
                    <a:pt x="11578" y="121"/>
                    <a:pt x="9248" y="60"/>
                  </a:cubicBezTo>
                  <a:cubicBezTo>
                    <a:pt x="6917" y="0"/>
                    <a:pt x="7549" y="1654"/>
                    <a:pt x="6917" y="2045"/>
                  </a:cubicBezTo>
                  <a:cubicBezTo>
                    <a:pt x="6286" y="2436"/>
                    <a:pt x="6120" y="1820"/>
                    <a:pt x="5504" y="2211"/>
                  </a:cubicBezTo>
                  <a:cubicBezTo>
                    <a:pt x="4872" y="2617"/>
                    <a:pt x="5158" y="3399"/>
                    <a:pt x="4647" y="3519"/>
                  </a:cubicBezTo>
                  <a:cubicBezTo>
                    <a:pt x="4135" y="3624"/>
                    <a:pt x="3459" y="3008"/>
                    <a:pt x="2842" y="3399"/>
                  </a:cubicBezTo>
                  <a:cubicBezTo>
                    <a:pt x="2211" y="3805"/>
                    <a:pt x="2211" y="4135"/>
                    <a:pt x="1925" y="4135"/>
                  </a:cubicBezTo>
                  <a:cubicBezTo>
                    <a:pt x="1654" y="4135"/>
                    <a:pt x="1083" y="3910"/>
                    <a:pt x="737" y="4135"/>
                  </a:cubicBezTo>
                  <a:cubicBezTo>
                    <a:pt x="406" y="4376"/>
                    <a:pt x="0" y="4647"/>
                    <a:pt x="0" y="4647"/>
                  </a:cubicBezTo>
                  <a:lnTo>
                    <a:pt x="14345" y="4647"/>
                  </a:lnTo>
                  <a:cubicBezTo>
                    <a:pt x="14345" y="4647"/>
                    <a:pt x="14511" y="4135"/>
                    <a:pt x="13894" y="3805"/>
                  </a:cubicBezTo>
                  <a:close/>
                </a:path>
              </a:pathLst>
            </a:custGeom>
            <a:solidFill>
              <a:schemeClr val="lt1"/>
            </a:solid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556" name="Google Shape;6556;p263"/>
            <p:cNvGrpSpPr/>
            <p:nvPr/>
          </p:nvGrpSpPr>
          <p:grpSpPr>
            <a:xfrm flipH="1">
              <a:off x="8799889" y="1184897"/>
              <a:ext cx="93234" cy="93234"/>
              <a:chOff x="7812545" y="194375"/>
              <a:chExt cx="105457" cy="105457"/>
            </a:xfrm>
          </p:grpSpPr>
          <p:sp>
            <p:nvSpPr>
              <p:cNvPr id="6557" name="Google Shape;6557;p263"/>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8" name="Google Shape;6558;p263"/>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9" name="Google Shape;6559;p263"/>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0" name="Google Shape;6560;p263"/>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561" name="Google Shape;6561;p263"/>
            <p:cNvSpPr/>
            <p:nvPr/>
          </p:nvSpPr>
          <p:spPr>
            <a:xfrm flipH="1">
              <a:off x="7254626" y="137295"/>
              <a:ext cx="93231" cy="93173"/>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62" name="Google Shape;6562;p263"/>
          <p:cNvGrpSpPr/>
          <p:nvPr/>
        </p:nvGrpSpPr>
        <p:grpSpPr>
          <a:xfrm>
            <a:off x="-390446" y="-390230"/>
            <a:ext cx="991119" cy="1268681"/>
            <a:chOff x="-390446" y="-390230"/>
            <a:chExt cx="991119" cy="1268681"/>
          </a:xfrm>
        </p:grpSpPr>
        <p:sp>
          <p:nvSpPr>
            <p:cNvPr id="6563" name="Google Shape;6563;p263"/>
            <p:cNvSpPr/>
            <p:nvPr/>
          </p:nvSpPr>
          <p:spPr>
            <a:xfrm flipH="1">
              <a:off x="-390446" y="-390230"/>
              <a:ext cx="991119" cy="877511"/>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4" name="Google Shape;6564;p263"/>
            <p:cNvSpPr/>
            <p:nvPr/>
          </p:nvSpPr>
          <p:spPr>
            <a:xfrm>
              <a:off x="289550" y="773062"/>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65" name="Google Shape;6565;p263"/>
          <p:cNvGrpSpPr/>
          <p:nvPr/>
        </p:nvGrpSpPr>
        <p:grpSpPr>
          <a:xfrm>
            <a:off x="289550" y="4060749"/>
            <a:ext cx="1207951" cy="872639"/>
            <a:chOff x="289550" y="4060749"/>
            <a:chExt cx="1207951" cy="872639"/>
          </a:xfrm>
        </p:grpSpPr>
        <p:sp>
          <p:nvSpPr>
            <p:cNvPr id="6566" name="Google Shape;6566;p263"/>
            <p:cNvSpPr/>
            <p:nvPr/>
          </p:nvSpPr>
          <p:spPr>
            <a:xfrm>
              <a:off x="289550" y="4060749"/>
              <a:ext cx="171626" cy="171626"/>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6567" name="Google Shape;6567;p263"/>
            <p:cNvGrpSpPr/>
            <p:nvPr/>
          </p:nvGrpSpPr>
          <p:grpSpPr>
            <a:xfrm>
              <a:off x="322632" y="4794848"/>
              <a:ext cx="105457" cy="105457"/>
              <a:chOff x="7812545" y="194375"/>
              <a:chExt cx="105457" cy="105457"/>
            </a:xfrm>
          </p:grpSpPr>
          <p:sp>
            <p:nvSpPr>
              <p:cNvPr id="6568" name="Google Shape;6568;p263"/>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9" name="Google Shape;6569;p263"/>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0" name="Google Shape;6570;p263"/>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1" name="Google Shape;6571;p263"/>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572" name="Google Shape;6572;p263"/>
            <p:cNvSpPr/>
            <p:nvPr/>
          </p:nvSpPr>
          <p:spPr>
            <a:xfrm>
              <a:off x="1325875" y="4761762"/>
              <a:ext cx="171626" cy="171626"/>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grpSp>
        <p:nvGrpSpPr>
          <p:cNvPr id="6573" name="Google Shape;6573;p263"/>
          <p:cNvGrpSpPr/>
          <p:nvPr/>
        </p:nvGrpSpPr>
        <p:grpSpPr>
          <a:xfrm>
            <a:off x="8567767" y="4635659"/>
            <a:ext cx="1140940" cy="858935"/>
            <a:chOff x="8112408" y="-304605"/>
            <a:chExt cx="1502819" cy="1131369"/>
          </a:xfrm>
        </p:grpSpPr>
        <p:sp>
          <p:nvSpPr>
            <p:cNvPr id="6574" name="Google Shape;6574;p263"/>
            <p:cNvSpPr/>
            <p:nvPr/>
          </p:nvSpPr>
          <p:spPr>
            <a:xfrm flipH="1">
              <a:off x="8112408" y="-304600"/>
              <a:ext cx="1406967" cy="1131364"/>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5" name="Google Shape;6575;p263"/>
            <p:cNvSpPr/>
            <p:nvPr/>
          </p:nvSpPr>
          <p:spPr>
            <a:xfrm flipH="1">
              <a:off x="8624108" y="-304605"/>
              <a:ext cx="991119" cy="877511"/>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576" name="Shape 6576"/>
        <p:cNvGrpSpPr/>
        <p:nvPr/>
      </p:nvGrpSpPr>
      <p:grpSpPr>
        <a:xfrm>
          <a:off x="0" y="0"/>
          <a:ext cx="0" cy="0"/>
          <a:chOff x="0" y="0"/>
          <a:chExt cx="0" cy="0"/>
        </a:xfrm>
      </p:grpSpPr>
      <p:sp>
        <p:nvSpPr>
          <p:cNvPr id="6577" name="Google Shape;6577;p26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6578" name="Google Shape;6578;p264"/>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579" name="Google Shape;6579;p264"/>
          <p:cNvSpPr txBox="1"/>
          <p:nvPr>
            <p:ph idx="1" type="subTitle"/>
          </p:nvPr>
        </p:nvSpPr>
        <p:spPr>
          <a:xfrm>
            <a:off x="685800" y="1760150"/>
            <a:ext cx="4574100" cy="22353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accent1"/>
              </a:buClr>
              <a:buSzPts val="1400"/>
              <a:buChar char="●"/>
              <a:defRPr/>
            </a:lvl1pPr>
            <a:lvl2pPr lvl="1" algn="ctr">
              <a:lnSpc>
                <a:spcPct val="100000"/>
              </a:lnSpc>
              <a:spcBef>
                <a:spcPts val="0"/>
              </a:spcBef>
              <a:spcAft>
                <a:spcPts val="0"/>
              </a:spcAft>
              <a:buSzPts val="2100"/>
              <a:buChar char="○"/>
              <a:defRPr sz="2100"/>
            </a:lvl2pPr>
            <a:lvl3pPr lvl="2" algn="ctr">
              <a:lnSpc>
                <a:spcPct val="100000"/>
              </a:lnSpc>
              <a:spcBef>
                <a:spcPts val="0"/>
              </a:spcBef>
              <a:spcAft>
                <a:spcPts val="0"/>
              </a:spcAft>
              <a:buSzPts val="2100"/>
              <a:buChar char="■"/>
              <a:defRPr sz="2100"/>
            </a:lvl3pPr>
            <a:lvl4pPr lvl="3" algn="ctr">
              <a:lnSpc>
                <a:spcPct val="100000"/>
              </a:lnSpc>
              <a:spcBef>
                <a:spcPts val="0"/>
              </a:spcBef>
              <a:spcAft>
                <a:spcPts val="0"/>
              </a:spcAft>
              <a:buSzPts val="2100"/>
              <a:buChar char="●"/>
              <a:defRPr sz="2100"/>
            </a:lvl4pPr>
            <a:lvl5pPr lvl="4" algn="ctr">
              <a:lnSpc>
                <a:spcPct val="100000"/>
              </a:lnSpc>
              <a:spcBef>
                <a:spcPts val="0"/>
              </a:spcBef>
              <a:spcAft>
                <a:spcPts val="0"/>
              </a:spcAft>
              <a:buSzPts val="2100"/>
              <a:buChar char="○"/>
              <a:defRPr sz="2100"/>
            </a:lvl5pPr>
            <a:lvl6pPr lvl="5" algn="ctr">
              <a:lnSpc>
                <a:spcPct val="100000"/>
              </a:lnSpc>
              <a:spcBef>
                <a:spcPts val="0"/>
              </a:spcBef>
              <a:spcAft>
                <a:spcPts val="0"/>
              </a:spcAft>
              <a:buSzPts val="2100"/>
              <a:buChar char="■"/>
              <a:defRPr sz="2100"/>
            </a:lvl6pPr>
            <a:lvl7pPr lvl="6" algn="ctr">
              <a:lnSpc>
                <a:spcPct val="100000"/>
              </a:lnSpc>
              <a:spcBef>
                <a:spcPts val="0"/>
              </a:spcBef>
              <a:spcAft>
                <a:spcPts val="0"/>
              </a:spcAft>
              <a:buSzPts val="2100"/>
              <a:buChar char="●"/>
              <a:defRPr sz="2100"/>
            </a:lvl7pPr>
            <a:lvl8pPr lvl="7" algn="ctr">
              <a:lnSpc>
                <a:spcPct val="100000"/>
              </a:lnSpc>
              <a:spcBef>
                <a:spcPts val="0"/>
              </a:spcBef>
              <a:spcAft>
                <a:spcPts val="0"/>
              </a:spcAft>
              <a:buSzPts val="2100"/>
              <a:buChar char="○"/>
              <a:defRPr sz="2100"/>
            </a:lvl8pPr>
            <a:lvl9pPr lvl="8" algn="ctr">
              <a:lnSpc>
                <a:spcPct val="100000"/>
              </a:lnSpc>
              <a:spcBef>
                <a:spcPts val="0"/>
              </a:spcBef>
              <a:spcAft>
                <a:spcPts val="0"/>
              </a:spcAft>
              <a:buSzPts val="2100"/>
              <a:buChar char="■"/>
              <a:defRPr sz="2100"/>
            </a:lvl9pPr>
          </a:lstStyle>
          <a:p/>
        </p:txBody>
      </p:sp>
      <p:grpSp>
        <p:nvGrpSpPr>
          <p:cNvPr id="6580" name="Google Shape;6580;p264"/>
          <p:cNvGrpSpPr/>
          <p:nvPr/>
        </p:nvGrpSpPr>
        <p:grpSpPr>
          <a:xfrm flipH="1">
            <a:off x="-534624" y="-277337"/>
            <a:ext cx="1773412" cy="1460069"/>
            <a:chOff x="7917051" y="-242512"/>
            <a:chExt cx="1773412" cy="1460069"/>
          </a:xfrm>
        </p:grpSpPr>
        <p:sp>
          <p:nvSpPr>
            <p:cNvPr id="6581" name="Google Shape;6581;p264"/>
            <p:cNvSpPr/>
            <p:nvPr/>
          </p:nvSpPr>
          <p:spPr>
            <a:xfrm flipH="1">
              <a:off x="8458188" y="-242512"/>
              <a:ext cx="1232275" cy="1091025"/>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2" name="Google Shape;6582;p264"/>
            <p:cNvSpPr/>
            <p:nvPr/>
          </p:nvSpPr>
          <p:spPr>
            <a:xfrm>
              <a:off x="7917051" y="19137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6583" name="Google Shape;6583;p264"/>
            <p:cNvGrpSpPr/>
            <p:nvPr/>
          </p:nvGrpSpPr>
          <p:grpSpPr>
            <a:xfrm>
              <a:off x="8723170" y="1112100"/>
              <a:ext cx="105457" cy="105457"/>
              <a:chOff x="7812545" y="194375"/>
              <a:chExt cx="105457" cy="105457"/>
            </a:xfrm>
          </p:grpSpPr>
          <p:sp>
            <p:nvSpPr>
              <p:cNvPr id="6584" name="Google Shape;6584;p264"/>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5" name="Google Shape;6585;p264"/>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6" name="Google Shape;6586;p264"/>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7" name="Google Shape;6587;p264"/>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588" name="Google Shape;6588;p264"/>
          <p:cNvGrpSpPr/>
          <p:nvPr/>
        </p:nvGrpSpPr>
        <p:grpSpPr>
          <a:xfrm>
            <a:off x="259745" y="4220645"/>
            <a:ext cx="5232560" cy="653431"/>
            <a:chOff x="259745" y="4220645"/>
            <a:chExt cx="5232560" cy="653431"/>
          </a:xfrm>
        </p:grpSpPr>
        <p:grpSp>
          <p:nvGrpSpPr>
            <p:cNvPr id="6589" name="Google Shape;6589;p264"/>
            <p:cNvGrpSpPr/>
            <p:nvPr/>
          </p:nvGrpSpPr>
          <p:grpSpPr>
            <a:xfrm flipH="1" rot="10800000">
              <a:off x="5399081" y="4220645"/>
              <a:ext cx="93224" cy="93255"/>
              <a:chOff x="7812545" y="194375"/>
              <a:chExt cx="105457" cy="105457"/>
            </a:xfrm>
          </p:grpSpPr>
          <p:sp>
            <p:nvSpPr>
              <p:cNvPr id="6590" name="Google Shape;6590;p264"/>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1" name="Google Shape;6591;p264"/>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2" name="Google Shape;6592;p264"/>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3" name="Google Shape;6593;p264"/>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594" name="Google Shape;6594;p264"/>
            <p:cNvSpPr/>
            <p:nvPr/>
          </p:nvSpPr>
          <p:spPr>
            <a:xfrm>
              <a:off x="4106676" y="4640545"/>
              <a:ext cx="93231" cy="93173"/>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595" name="Google Shape;6595;p264"/>
            <p:cNvGrpSpPr/>
            <p:nvPr/>
          </p:nvGrpSpPr>
          <p:grpSpPr>
            <a:xfrm>
              <a:off x="259745" y="4407982"/>
              <a:ext cx="735782" cy="466094"/>
              <a:chOff x="259745" y="4407982"/>
              <a:chExt cx="735782" cy="466094"/>
            </a:xfrm>
          </p:grpSpPr>
          <p:sp>
            <p:nvSpPr>
              <p:cNvPr id="6596" name="Google Shape;6596;p264"/>
              <p:cNvSpPr/>
              <p:nvPr/>
            </p:nvSpPr>
            <p:spPr>
              <a:xfrm flipH="1" rot="10800000">
                <a:off x="917576" y="479612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6597" name="Google Shape;6597;p264"/>
              <p:cNvGrpSpPr/>
              <p:nvPr/>
            </p:nvGrpSpPr>
            <p:grpSpPr>
              <a:xfrm flipH="1" rot="10800000">
                <a:off x="259745" y="4407982"/>
                <a:ext cx="105457" cy="105457"/>
                <a:chOff x="7812545" y="194375"/>
                <a:chExt cx="105457" cy="105457"/>
              </a:xfrm>
            </p:grpSpPr>
            <p:sp>
              <p:nvSpPr>
                <p:cNvPr id="6598" name="Google Shape;6598;p264"/>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9" name="Google Shape;6599;p264"/>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0" name="Google Shape;6600;p264"/>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1" name="Google Shape;6601;p264"/>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spTree>
  </p:cSld>
  <p:clrMapOvr>
    <a:masterClrMapping/>
  </p:clrMapOvr>
</p:sldLayout>
</file>

<file path=ppt/slideLayouts/slideLayout2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602" name="Shape 6602"/>
        <p:cNvGrpSpPr/>
        <p:nvPr/>
      </p:nvGrpSpPr>
      <p:grpSpPr>
        <a:xfrm>
          <a:off x="0" y="0"/>
          <a:ext cx="0" cy="0"/>
          <a:chOff x="0" y="0"/>
          <a:chExt cx="0" cy="0"/>
        </a:xfrm>
      </p:grpSpPr>
      <p:sp>
        <p:nvSpPr>
          <p:cNvPr id="6603" name="Google Shape;6603;p265"/>
          <p:cNvSpPr/>
          <p:nvPr/>
        </p:nvSpPr>
        <p:spPr>
          <a:xfrm>
            <a:off x="969350" y="330918"/>
            <a:ext cx="7205328" cy="4511037"/>
          </a:xfrm>
          <a:custGeom>
            <a:rect b="b" l="l" r="r" t="t"/>
            <a:pathLst>
              <a:path extrusionOk="0" h="48924" w="60102">
                <a:moveTo>
                  <a:pt x="31550" y="1"/>
                </a:moveTo>
                <a:cubicBezTo>
                  <a:pt x="28688" y="1"/>
                  <a:pt x="25391" y="541"/>
                  <a:pt x="22089" y="2238"/>
                </a:cubicBezTo>
                <a:cubicBezTo>
                  <a:pt x="12977" y="6900"/>
                  <a:pt x="8196" y="17230"/>
                  <a:pt x="4091" y="25485"/>
                </a:cubicBezTo>
                <a:cubicBezTo>
                  <a:pt x="1" y="33725"/>
                  <a:pt x="2016" y="42612"/>
                  <a:pt x="8767" y="47123"/>
                </a:cubicBezTo>
                <a:cubicBezTo>
                  <a:pt x="10764" y="48461"/>
                  <a:pt x="12590" y="48924"/>
                  <a:pt x="14421" y="48924"/>
                </a:cubicBezTo>
                <a:cubicBezTo>
                  <a:pt x="18514" y="48924"/>
                  <a:pt x="22630" y="46611"/>
                  <a:pt x="28730" y="46611"/>
                </a:cubicBezTo>
                <a:cubicBezTo>
                  <a:pt x="29125" y="46611"/>
                  <a:pt x="29527" y="46621"/>
                  <a:pt x="29939" y="46641"/>
                </a:cubicBezTo>
                <a:cubicBezTo>
                  <a:pt x="34134" y="46851"/>
                  <a:pt x="36984" y="47278"/>
                  <a:pt x="39535" y="47278"/>
                </a:cubicBezTo>
                <a:cubicBezTo>
                  <a:pt x="42835" y="47278"/>
                  <a:pt x="45637" y="46563"/>
                  <a:pt x="50208" y="43739"/>
                </a:cubicBezTo>
                <a:cubicBezTo>
                  <a:pt x="58328" y="38732"/>
                  <a:pt x="60102" y="25500"/>
                  <a:pt x="54042" y="15140"/>
                </a:cubicBezTo>
                <a:cubicBezTo>
                  <a:pt x="47997" y="4779"/>
                  <a:pt x="40254" y="1667"/>
                  <a:pt x="40254" y="1667"/>
                </a:cubicBezTo>
                <a:cubicBezTo>
                  <a:pt x="40254" y="1667"/>
                  <a:pt x="36573" y="1"/>
                  <a:pt x="31550"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604" name="Google Shape;6604;p265"/>
          <p:cNvGrpSpPr/>
          <p:nvPr/>
        </p:nvGrpSpPr>
        <p:grpSpPr>
          <a:xfrm flipH="1">
            <a:off x="6191707" y="2901140"/>
            <a:ext cx="3799354" cy="3569925"/>
            <a:chOff x="-1113715" y="3104082"/>
            <a:chExt cx="3240940" cy="3045231"/>
          </a:xfrm>
        </p:grpSpPr>
        <p:sp>
          <p:nvSpPr>
            <p:cNvPr id="6605" name="Google Shape;6605;p265"/>
            <p:cNvSpPr/>
            <p:nvPr/>
          </p:nvSpPr>
          <p:spPr>
            <a:xfrm rot="-6150387">
              <a:off x="-934264" y="3408221"/>
              <a:ext cx="2578600" cy="2436953"/>
            </a:xfrm>
            <a:custGeom>
              <a:rect b="b" l="l" r="r" t="t"/>
              <a:pathLst>
                <a:path extrusionOk="0" h="49900" w="54584">
                  <a:moveTo>
                    <a:pt x="39803" y="0"/>
                  </a:moveTo>
                  <a:cubicBezTo>
                    <a:pt x="38029" y="0"/>
                    <a:pt x="36248" y="409"/>
                    <a:pt x="34570" y="1238"/>
                  </a:cubicBezTo>
                  <a:cubicBezTo>
                    <a:pt x="31367" y="2802"/>
                    <a:pt x="28886" y="5448"/>
                    <a:pt x="25683" y="7012"/>
                  </a:cubicBezTo>
                  <a:cubicBezTo>
                    <a:pt x="21308" y="9163"/>
                    <a:pt x="16511" y="10320"/>
                    <a:pt x="12090" y="12380"/>
                  </a:cubicBezTo>
                  <a:cubicBezTo>
                    <a:pt x="7684" y="14425"/>
                    <a:pt x="3444" y="17628"/>
                    <a:pt x="1865" y="22244"/>
                  </a:cubicBezTo>
                  <a:cubicBezTo>
                    <a:pt x="1" y="27673"/>
                    <a:pt x="647" y="34078"/>
                    <a:pt x="3504" y="39040"/>
                  </a:cubicBezTo>
                  <a:cubicBezTo>
                    <a:pt x="8069" y="46988"/>
                    <a:pt x="17031" y="49899"/>
                    <a:pt x="25743" y="49899"/>
                  </a:cubicBezTo>
                  <a:cubicBezTo>
                    <a:pt x="25898" y="49899"/>
                    <a:pt x="26054" y="49898"/>
                    <a:pt x="26209" y="49897"/>
                  </a:cubicBezTo>
                  <a:cubicBezTo>
                    <a:pt x="44945" y="49671"/>
                    <a:pt x="54583" y="26996"/>
                    <a:pt x="51531" y="10696"/>
                  </a:cubicBezTo>
                  <a:cubicBezTo>
                    <a:pt x="50869" y="7163"/>
                    <a:pt x="49230" y="3779"/>
                    <a:pt x="46118" y="1840"/>
                  </a:cubicBezTo>
                  <a:cubicBezTo>
                    <a:pt x="44160" y="620"/>
                    <a:pt x="41987" y="0"/>
                    <a:pt x="39803"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6" name="Google Shape;6606;p265"/>
            <p:cNvSpPr/>
            <p:nvPr/>
          </p:nvSpPr>
          <p:spPr>
            <a:xfrm rot="5828283">
              <a:off x="677849" y="4406018"/>
              <a:ext cx="958577" cy="1835297"/>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07" name="Google Shape;6607;p265"/>
          <p:cNvSpPr txBox="1"/>
          <p:nvPr>
            <p:ph type="title"/>
          </p:nvPr>
        </p:nvSpPr>
        <p:spPr>
          <a:xfrm>
            <a:off x="1483650" y="1518095"/>
            <a:ext cx="6176700" cy="21222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SzPts val="4800"/>
              <a:buNone/>
              <a:defRPr sz="80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6608" name="Google Shape;6608;p26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grpSp>
        <p:nvGrpSpPr>
          <p:cNvPr id="6609" name="Google Shape;6609;p265"/>
          <p:cNvGrpSpPr/>
          <p:nvPr/>
        </p:nvGrpSpPr>
        <p:grpSpPr>
          <a:xfrm>
            <a:off x="271470" y="2863025"/>
            <a:ext cx="1124357" cy="1900014"/>
            <a:chOff x="271470" y="2863025"/>
            <a:chExt cx="1124357" cy="1900014"/>
          </a:xfrm>
        </p:grpSpPr>
        <p:grpSp>
          <p:nvGrpSpPr>
            <p:cNvPr id="6610" name="Google Shape;6610;p265"/>
            <p:cNvGrpSpPr/>
            <p:nvPr/>
          </p:nvGrpSpPr>
          <p:grpSpPr>
            <a:xfrm>
              <a:off x="271470" y="3633150"/>
              <a:ext cx="105457" cy="105457"/>
              <a:chOff x="7812545" y="194375"/>
              <a:chExt cx="105457" cy="105457"/>
            </a:xfrm>
          </p:grpSpPr>
          <p:sp>
            <p:nvSpPr>
              <p:cNvPr id="6611" name="Google Shape;6611;p265"/>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2" name="Google Shape;6612;p265"/>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3" name="Google Shape;6613;p265"/>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4" name="Google Shape;6614;p265"/>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15" name="Google Shape;6615;p265"/>
            <p:cNvSpPr/>
            <p:nvPr/>
          </p:nvSpPr>
          <p:spPr>
            <a:xfrm>
              <a:off x="440338" y="4657650"/>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6" name="Google Shape;6616;p265"/>
            <p:cNvSpPr/>
            <p:nvPr/>
          </p:nvSpPr>
          <p:spPr>
            <a:xfrm>
              <a:off x="801601" y="286302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6617" name="Google Shape;6617;p265"/>
            <p:cNvGrpSpPr/>
            <p:nvPr/>
          </p:nvGrpSpPr>
          <p:grpSpPr>
            <a:xfrm>
              <a:off x="1290370" y="4390325"/>
              <a:ext cx="105457" cy="105457"/>
              <a:chOff x="7812545" y="194375"/>
              <a:chExt cx="105457" cy="105457"/>
            </a:xfrm>
          </p:grpSpPr>
          <p:sp>
            <p:nvSpPr>
              <p:cNvPr id="6618" name="Google Shape;6618;p265"/>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9" name="Google Shape;6619;p265"/>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0" name="Google Shape;6620;p265"/>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1" name="Google Shape;6621;p265"/>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6622" name="Google Shape;6622;p265"/>
          <p:cNvSpPr/>
          <p:nvPr/>
        </p:nvSpPr>
        <p:spPr>
          <a:xfrm rot="5400000">
            <a:off x="-437566" y="-329796"/>
            <a:ext cx="1400300" cy="1233925"/>
          </a:xfrm>
          <a:custGeom>
            <a:rect b="b" l="l" r="r" t="t"/>
            <a:pathLst>
              <a:path extrusionOk="0" h="49357" w="56012">
                <a:moveTo>
                  <a:pt x="29954" y="0"/>
                </a:moveTo>
                <a:cubicBezTo>
                  <a:pt x="26409" y="0"/>
                  <a:pt x="22321" y="902"/>
                  <a:pt x="17654" y="3034"/>
                </a:cubicBezTo>
                <a:cubicBezTo>
                  <a:pt x="17654" y="3034"/>
                  <a:pt x="8827" y="7530"/>
                  <a:pt x="4406" y="14477"/>
                </a:cubicBezTo>
                <a:cubicBezTo>
                  <a:pt x="1" y="21424"/>
                  <a:pt x="347" y="30340"/>
                  <a:pt x="5715" y="36971"/>
                </a:cubicBezTo>
                <a:cubicBezTo>
                  <a:pt x="11068" y="43588"/>
                  <a:pt x="21308" y="42730"/>
                  <a:pt x="29878" y="46926"/>
                </a:cubicBezTo>
                <a:cubicBezTo>
                  <a:pt x="33082" y="48494"/>
                  <a:pt x="36410" y="49356"/>
                  <a:pt x="39533" y="49356"/>
                </a:cubicBezTo>
                <a:cubicBezTo>
                  <a:pt x="44766" y="49356"/>
                  <a:pt x="49425" y="46936"/>
                  <a:pt x="51967" y="41362"/>
                </a:cubicBezTo>
                <a:cubicBezTo>
                  <a:pt x="56012" y="32476"/>
                  <a:pt x="49907" y="29137"/>
                  <a:pt x="48854" y="18852"/>
                </a:cubicBezTo>
                <a:cubicBezTo>
                  <a:pt x="48037" y="10867"/>
                  <a:pt x="42263" y="0"/>
                  <a:pt x="29954"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623" name="Google Shape;6623;p265"/>
          <p:cNvGrpSpPr/>
          <p:nvPr/>
        </p:nvGrpSpPr>
        <p:grpSpPr>
          <a:xfrm>
            <a:off x="7400320" y="248200"/>
            <a:ext cx="1552557" cy="1766094"/>
            <a:chOff x="7400320" y="248200"/>
            <a:chExt cx="1552557" cy="1766094"/>
          </a:xfrm>
        </p:grpSpPr>
        <p:sp>
          <p:nvSpPr>
            <p:cNvPr id="6624" name="Google Shape;6624;p265"/>
            <p:cNvSpPr/>
            <p:nvPr/>
          </p:nvSpPr>
          <p:spPr>
            <a:xfrm>
              <a:off x="8405475" y="1190225"/>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5" name="Google Shape;6625;p265"/>
            <p:cNvSpPr/>
            <p:nvPr/>
          </p:nvSpPr>
          <p:spPr>
            <a:xfrm>
              <a:off x="8861176" y="248200"/>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6626" name="Google Shape;6626;p265"/>
            <p:cNvGrpSpPr/>
            <p:nvPr/>
          </p:nvGrpSpPr>
          <p:grpSpPr>
            <a:xfrm>
              <a:off x="8847420" y="1908838"/>
              <a:ext cx="105457" cy="105457"/>
              <a:chOff x="7812545" y="194375"/>
              <a:chExt cx="105457" cy="105457"/>
            </a:xfrm>
          </p:grpSpPr>
          <p:sp>
            <p:nvSpPr>
              <p:cNvPr id="6627" name="Google Shape;6627;p265"/>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8" name="Google Shape;6628;p265"/>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9" name="Google Shape;6629;p265"/>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0" name="Google Shape;6630;p265"/>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31" name="Google Shape;6631;p265"/>
            <p:cNvGrpSpPr/>
            <p:nvPr/>
          </p:nvGrpSpPr>
          <p:grpSpPr>
            <a:xfrm>
              <a:off x="7400320" y="473138"/>
              <a:ext cx="105457" cy="105457"/>
              <a:chOff x="7812545" y="194375"/>
              <a:chExt cx="105457" cy="105457"/>
            </a:xfrm>
          </p:grpSpPr>
          <p:sp>
            <p:nvSpPr>
              <p:cNvPr id="6632" name="Google Shape;6632;p265"/>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3" name="Google Shape;6633;p265"/>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4" name="Google Shape;6634;p265"/>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5" name="Google Shape;6635;p265"/>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636" name="Shape 6636"/>
        <p:cNvGrpSpPr/>
        <p:nvPr/>
      </p:nvGrpSpPr>
      <p:grpSpPr>
        <a:xfrm>
          <a:off x="0" y="0"/>
          <a:ext cx="0" cy="0"/>
          <a:chOff x="0" y="0"/>
          <a:chExt cx="0" cy="0"/>
        </a:xfrm>
      </p:grpSpPr>
      <p:sp>
        <p:nvSpPr>
          <p:cNvPr id="6637" name="Google Shape;6637;p266"/>
          <p:cNvSpPr txBox="1"/>
          <p:nvPr>
            <p:ph type="title"/>
          </p:nvPr>
        </p:nvSpPr>
        <p:spPr>
          <a:xfrm>
            <a:off x="685800" y="1577467"/>
            <a:ext cx="4045200" cy="934800"/>
          </a:xfrm>
          <a:prstGeom prst="rect">
            <a:avLst/>
          </a:prstGeom>
        </p:spPr>
        <p:txBody>
          <a:bodyPr anchorCtr="0" anchor="ctr" bIns="91425" lIns="91425" spcFirstLastPara="1" rIns="91425" wrap="square" tIns="91425">
            <a:noAutofit/>
          </a:bodyPr>
          <a:lstStyle>
            <a:lvl1pPr lvl="0" algn="ctr">
              <a:spcBef>
                <a:spcPts val="0"/>
              </a:spcBef>
              <a:spcAft>
                <a:spcPts val="0"/>
              </a:spcAft>
              <a:buSzPts val="2800"/>
              <a:buNone/>
              <a:defRPr/>
            </a:lvl1pPr>
            <a:lvl2pPr lvl="1" algn="ctr">
              <a:spcBef>
                <a:spcPts val="0"/>
              </a:spcBef>
              <a:spcAft>
                <a:spcPts val="0"/>
              </a:spcAft>
              <a:buSzPts val="2800"/>
              <a:buNone/>
              <a:defRPr/>
            </a:lvl2pPr>
            <a:lvl3pPr lvl="2" algn="ctr">
              <a:spcBef>
                <a:spcPts val="0"/>
              </a:spcBef>
              <a:spcAft>
                <a:spcPts val="0"/>
              </a:spcAft>
              <a:buSzPts val="2800"/>
              <a:buNone/>
              <a:defRPr/>
            </a:lvl3pPr>
            <a:lvl4pPr lvl="3" algn="ctr">
              <a:spcBef>
                <a:spcPts val="0"/>
              </a:spcBef>
              <a:spcAft>
                <a:spcPts val="0"/>
              </a:spcAft>
              <a:buSzPts val="2800"/>
              <a:buNone/>
              <a:defRPr/>
            </a:lvl4pPr>
            <a:lvl5pPr lvl="4" algn="ctr">
              <a:spcBef>
                <a:spcPts val="0"/>
              </a:spcBef>
              <a:spcAft>
                <a:spcPts val="0"/>
              </a:spcAft>
              <a:buSzPts val="2800"/>
              <a:buNone/>
              <a:defRPr/>
            </a:lvl5pPr>
            <a:lvl6pPr lvl="5" algn="ctr">
              <a:spcBef>
                <a:spcPts val="0"/>
              </a:spcBef>
              <a:spcAft>
                <a:spcPts val="0"/>
              </a:spcAft>
              <a:buSzPts val="2800"/>
              <a:buNone/>
              <a:defRPr/>
            </a:lvl6pPr>
            <a:lvl7pPr lvl="6" algn="ctr">
              <a:spcBef>
                <a:spcPts val="0"/>
              </a:spcBef>
              <a:spcAft>
                <a:spcPts val="0"/>
              </a:spcAft>
              <a:buSzPts val="2800"/>
              <a:buNone/>
              <a:defRPr/>
            </a:lvl7pPr>
            <a:lvl8pPr lvl="7" algn="ctr">
              <a:spcBef>
                <a:spcPts val="0"/>
              </a:spcBef>
              <a:spcAft>
                <a:spcPts val="0"/>
              </a:spcAft>
              <a:buSzPts val="2800"/>
              <a:buNone/>
              <a:defRPr/>
            </a:lvl8pPr>
            <a:lvl9pPr lvl="8" algn="ctr">
              <a:spcBef>
                <a:spcPts val="0"/>
              </a:spcBef>
              <a:spcAft>
                <a:spcPts val="0"/>
              </a:spcAft>
              <a:buSzPts val="2800"/>
              <a:buNone/>
              <a:defRPr/>
            </a:lvl9pPr>
          </a:lstStyle>
          <a:p/>
        </p:txBody>
      </p:sp>
      <p:sp>
        <p:nvSpPr>
          <p:cNvPr id="6638" name="Google Shape;6638;p266"/>
          <p:cNvSpPr txBox="1"/>
          <p:nvPr>
            <p:ph idx="1" type="subTitle"/>
          </p:nvPr>
        </p:nvSpPr>
        <p:spPr>
          <a:xfrm>
            <a:off x="685800" y="2627166"/>
            <a:ext cx="4045200" cy="9348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6639" name="Google Shape;6639;p26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grpSp>
        <p:nvGrpSpPr>
          <p:cNvPr id="6640" name="Google Shape;6640;p266"/>
          <p:cNvGrpSpPr/>
          <p:nvPr/>
        </p:nvGrpSpPr>
        <p:grpSpPr>
          <a:xfrm flipH="1">
            <a:off x="-534624" y="-277337"/>
            <a:ext cx="1773412" cy="1460069"/>
            <a:chOff x="7917051" y="-242512"/>
            <a:chExt cx="1773412" cy="1460069"/>
          </a:xfrm>
        </p:grpSpPr>
        <p:sp>
          <p:nvSpPr>
            <p:cNvPr id="6641" name="Google Shape;6641;p266"/>
            <p:cNvSpPr/>
            <p:nvPr/>
          </p:nvSpPr>
          <p:spPr>
            <a:xfrm flipH="1">
              <a:off x="8458188" y="-242512"/>
              <a:ext cx="1232275" cy="1091025"/>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2" name="Google Shape;6642;p266"/>
            <p:cNvSpPr/>
            <p:nvPr/>
          </p:nvSpPr>
          <p:spPr>
            <a:xfrm>
              <a:off x="7917051" y="19137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6643" name="Google Shape;6643;p266"/>
            <p:cNvGrpSpPr/>
            <p:nvPr/>
          </p:nvGrpSpPr>
          <p:grpSpPr>
            <a:xfrm>
              <a:off x="8723170" y="1112100"/>
              <a:ext cx="105457" cy="105457"/>
              <a:chOff x="7812545" y="194375"/>
              <a:chExt cx="105457" cy="105457"/>
            </a:xfrm>
          </p:grpSpPr>
          <p:sp>
            <p:nvSpPr>
              <p:cNvPr id="6644" name="Google Shape;6644;p266"/>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5" name="Google Shape;6645;p266"/>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6" name="Google Shape;6646;p266"/>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7" name="Google Shape;6647;p266"/>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648" name="Google Shape;6648;p266"/>
          <p:cNvGrpSpPr/>
          <p:nvPr/>
        </p:nvGrpSpPr>
        <p:grpSpPr>
          <a:xfrm>
            <a:off x="-1490517" y="3598506"/>
            <a:ext cx="2984172" cy="2871184"/>
            <a:chOff x="-1307617" y="3655381"/>
            <a:chExt cx="2984172" cy="2871184"/>
          </a:xfrm>
        </p:grpSpPr>
        <p:sp>
          <p:nvSpPr>
            <p:cNvPr id="6649" name="Google Shape;6649;p266"/>
            <p:cNvSpPr/>
            <p:nvPr/>
          </p:nvSpPr>
          <p:spPr>
            <a:xfrm flipH="1" rot="638420">
              <a:off x="-1104798" y="3872484"/>
              <a:ext cx="2578535" cy="2436978"/>
            </a:xfrm>
            <a:custGeom>
              <a:rect b="b" l="l" r="r" t="t"/>
              <a:pathLst>
                <a:path extrusionOk="0" h="49900" w="54584">
                  <a:moveTo>
                    <a:pt x="39803" y="0"/>
                  </a:moveTo>
                  <a:cubicBezTo>
                    <a:pt x="38029" y="0"/>
                    <a:pt x="36248" y="409"/>
                    <a:pt x="34570" y="1238"/>
                  </a:cubicBezTo>
                  <a:cubicBezTo>
                    <a:pt x="31367" y="2802"/>
                    <a:pt x="28886" y="5448"/>
                    <a:pt x="25683" y="7012"/>
                  </a:cubicBezTo>
                  <a:cubicBezTo>
                    <a:pt x="21308" y="9163"/>
                    <a:pt x="16511" y="10320"/>
                    <a:pt x="12090" y="12380"/>
                  </a:cubicBezTo>
                  <a:cubicBezTo>
                    <a:pt x="7684" y="14425"/>
                    <a:pt x="3444" y="17628"/>
                    <a:pt x="1865" y="22244"/>
                  </a:cubicBezTo>
                  <a:cubicBezTo>
                    <a:pt x="1" y="27673"/>
                    <a:pt x="647" y="34078"/>
                    <a:pt x="3504" y="39040"/>
                  </a:cubicBezTo>
                  <a:cubicBezTo>
                    <a:pt x="8069" y="46988"/>
                    <a:pt x="17031" y="49899"/>
                    <a:pt x="25743" y="49899"/>
                  </a:cubicBezTo>
                  <a:cubicBezTo>
                    <a:pt x="25898" y="49899"/>
                    <a:pt x="26054" y="49898"/>
                    <a:pt x="26209" y="49897"/>
                  </a:cubicBezTo>
                  <a:cubicBezTo>
                    <a:pt x="44945" y="49671"/>
                    <a:pt x="54583" y="26996"/>
                    <a:pt x="51531" y="10696"/>
                  </a:cubicBezTo>
                  <a:cubicBezTo>
                    <a:pt x="50869" y="7163"/>
                    <a:pt x="49230" y="3779"/>
                    <a:pt x="46118" y="1840"/>
                  </a:cubicBezTo>
                  <a:cubicBezTo>
                    <a:pt x="44160" y="620"/>
                    <a:pt x="41987" y="0"/>
                    <a:pt x="3980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0" name="Google Shape;6650;p266"/>
            <p:cNvSpPr/>
            <p:nvPr/>
          </p:nvSpPr>
          <p:spPr>
            <a:xfrm rot="7710264">
              <a:off x="-15001" y="4173334"/>
              <a:ext cx="958502" cy="1835274"/>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51" name="Google Shape;6651;p266"/>
          <p:cNvGrpSpPr/>
          <p:nvPr/>
        </p:nvGrpSpPr>
        <p:grpSpPr>
          <a:xfrm>
            <a:off x="5096454" y="406120"/>
            <a:ext cx="3821429" cy="1518424"/>
            <a:chOff x="5096454" y="406120"/>
            <a:chExt cx="3821429" cy="1518424"/>
          </a:xfrm>
        </p:grpSpPr>
        <p:sp>
          <p:nvSpPr>
            <p:cNvPr id="6652" name="Google Shape;6652;p266"/>
            <p:cNvSpPr/>
            <p:nvPr/>
          </p:nvSpPr>
          <p:spPr>
            <a:xfrm>
              <a:off x="5096454" y="539393"/>
              <a:ext cx="1089450" cy="348874"/>
            </a:xfrm>
            <a:custGeom>
              <a:rect b="b" l="l" r="r" t="t"/>
              <a:pathLst>
                <a:path extrusionOk="0" fill="none" h="4647" w="14511">
                  <a:moveTo>
                    <a:pt x="13894" y="3805"/>
                  </a:moveTo>
                  <a:cubicBezTo>
                    <a:pt x="13263" y="3459"/>
                    <a:pt x="12977" y="3744"/>
                    <a:pt x="12766" y="3459"/>
                  </a:cubicBezTo>
                  <a:cubicBezTo>
                    <a:pt x="12541" y="3173"/>
                    <a:pt x="13383" y="2436"/>
                    <a:pt x="11684" y="1699"/>
                  </a:cubicBezTo>
                  <a:cubicBezTo>
                    <a:pt x="11684" y="1699"/>
                    <a:pt x="11578" y="121"/>
                    <a:pt x="9248" y="60"/>
                  </a:cubicBezTo>
                  <a:cubicBezTo>
                    <a:pt x="6917" y="0"/>
                    <a:pt x="7549" y="1654"/>
                    <a:pt x="6917" y="2045"/>
                  </a:cubicBezTo>
                  <a:cubicBezTo>
                    <a:pt x="6286" y="2436"/>
                    <a:pt x="6120" y="1820"/>
                    <a:pt x="5504" y="2211"/>
                  </a:cubicBezTo>
                  <a:cubicBezTo>
                    <a:pt x="4872" y="2617"/>
                    <a:pt x="5158" y="3399"/>
                    <a:pt x="4647" y="3519"/>
                  </a:cubicBezTo>
                  <a:cubicBezTo>
                    <a:pt x="4135" y="3624"/>
                    <a:pt x="3459" y="3008"/>
                    <a:pt x="2842" y="3399"/>
                  </a:cubicBezTo>
                  <a:cubicBezTo>
                    <a:pt x="2211" y="3805"/>
                    <a:pt x="2211" y="4135"/>
                    <a:pt x="1925" y="4135"/>
                  </a:cubicBezTo>
                  <a:cubicBezTo>
                    <a:pt x="1654" y="4135"/>
                    <a:pt x="1083" y="3910"/>
                    <a:pt x="737" y="4135"/>
                  </a:cubicBezTo>
                  <a:cubicBezTo>
                    <a:pt x="406" y="4376"/>
                    <a:pt x="0" y="4647"/>
                    <a:pt x="0" y="4647"/>
                  </a:cubicBezTo>
                  <a:lnTo>
                    <a:pt x="14345" y="4647"/>
                  </a:lnTo>
                  <a:cubicBezTo>
                    <a:pt x="14345" y="4647"/>
                    <a:pt x="14511" y="4135"/>
                    <a:pt x="13894" y="3805"/>
                  </a:cubicBezTo>
                  <a:close/>
                </a:path>
              </a:pathLst>
            </a:custGeom>
            <a:solidFill>
              <a:schemeClr val="lt1"/>
            </a:solid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3" name="Google Shape;6653;p266"/>
            <p:cNvSpPr/>
            <p:nvPr/>
          </p:nvSpPr>
          <p:spPr>
            <a:xfrm flipH="1">
              <a:off x="7828433" y="748130"/>
              <a:ext cx="1089450" cy="348874"/>
            </a:xfrm>
            <a:custGeom>
              <a:rect b="b" l="l" r="r" t="t"/>
              <a:pathLst>
                <a:path extrusionOk="0" fill="none" h="4647" w="14511">
                  <a:moveTo>
                    <a:pt x="13894" y="3805"/>
                  </a:moveTo>
                  <a:cubicBezTo>
                    <a:pt x="13263" y="3459"/>
                    <a:pt x="12977" y="3744"/>
                    <a:pt x="12766" y="3459"/>
                  </a:cubicBezTo>
                  <a:cubicBezTo>
                    <a:pt x="12541" y="3173"/>
                    <a:pt x="13383" y="2436"/>
                    <a:pt x="11684" y="1699"/>
                  </a:cubicBezTo>
                  <a:cubicBezTo>
                    <a:pt x="11684" y="1699"/>
                    <a:pt x="11578" y="121"/>
                    <a:pt x="9248" y="60"/>
                  </a:cubicBezTo>
                  <a:cubicBezTo>
                    <a:pt x="6917" y="0"/>
                    <a:pt x="7549" y="1654"/>
                    <a:pt x="6917" y="2045"/>
                  </a:cubicBezTo>
                  <a:cubicBezTo>
                    <a:pt x="6286" y="2436"/>
                    <a:pt x="6120" y="1820"/>
                    <a:pt x="5504" y="2211"/>
                  </a:cubicBezTo>
                  <a:cubicBezTo>
                    <a:pt x="4872" y="2617"/>
                    <a:pt x="5158" y="3399"/>
                    <a:pt x="4647" y="3519"/>
                  </a:cubicBezTo>
                  <a:cubicBezTo>
                    <a:pt x="4135" y="3624"/>
                    <a:pt x="3459" y="3008"/>
                    <a:pt x="2842" y="3399"/>
                  </a:cubicBezTo>
                  <a:cubicBezTo>
                    <a:pt x="2211" y="3805"/>
                    <a:pt x="2211" y="4135"/>
                    <a:pt x="1925" y="4135"/>
                  </a:cubicBezTo>
                  <a:cubicBezTo>
                    <a:pt x="1654" y="4135"/>
                    <a:pt x="1083" y="3910"/>
                    <a:pt x="737" y="4135"/>
                  </a:cubicBezTo>
                  <a:cubicBezTo>
                    <a:pt x="406" y="4376"/>
                    <a:pt x="0" y="4647"/>
                    <a:pt x="0" y="4647"/>
                  </a:cubicBezTo>
                  <a:lnTo>
                    <a:pt x="14345" y="4647"/>
                  </a:lnTo>
                  <a:cubicBezTo>
                    <a:pt x="14345" y="4647"/>
                    <a:pt x="14511" y="4135"/>
                    <a:pt x="13894" y="3805"/>
                  </a:cubicBezTo>
                  <a:close/>
                </a:path>
              </a:pathLst>
            </a:custGeom>
            <a:solidFill>
              <a:schemeClr val="lt1"/>
            </a:solid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4" name="Google Shape;6654;p266"/>
            <p:cNvSpPr/>
            <p:nvPr/>
          </p:nvSpPr>
          <p:spPr>
            <a:xfrm>
              <a:off x="8824638" y="406120"/>
              <a:ext cx="93231" cy="93173"/>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655" name="Google Shape;6655;p266"/>
            <p:cNvGrpSpPr/>
            <p:nvPr/>
          </p:nvGrpSpPr>
          <p:grpSpPr>
            <a:xfrm>
              <a:off x="8629946" y="1831310"/>
              <a:ext cx="93234" cy="93234"/>
              <a:chOff x="7812545" y="194375"/>
              <a:chExt cx="105457" cy="105457"/>
            </a:xfrm>
          </p:grpSpPr>
          <p:sp>
            <p:nvSpPr>
              <p:cNvPr id="6656" name="Google Shape;6656;p266"/>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7" name="Google Shape;6657;p266"/>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8" name="Google Shape;6658;p266"/>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9" name="Google Shape;6659;p266"/>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60" name="Google Shape;6660;p266"/>
            <p:cNvGrpSpPr/>
            <p:nvPr/>
          </p:nvGrpSpPr>
          <p:grpSpPr>
            <a:xfrm flipH="1" rot="10800000">
              <a:off x="7254006" y="492770"/>
              <a:ext cx="93224" cy="93255"/>
              <a:chOff x="7812545" y="194375"/>
              <a:chExt cx="105457" cy="105457"/>
            </a:xfrm>
          </p:grpSpPr>
          <p:sp>
            <p:nvSpPr>
              <p:cNvPr id="6661" name="Google Shape;6661;p266"/>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2" name="Google Shape;6662;p266"/>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3" name="Google Shape;6663;p266"/>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4" name="Google Shape;6664;p266"/>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665" name="Shape 6665"/>
        <p:cNvGrpSpPr/>
        <p:nvPr/>
      </p:nvGrpSpPr>
      <p:grpSpPr>
        <a:xfrm>
          <a:off x="0" y="0"/>
          <a:ext cx="0" cy="0"/>
          <a:chOff x="0" y="0"/>
          <a:chExt cx="0" cy="0"/>
        </a:xfrm>
      </p:grpSpPr>
      <p:sp>
        <p:nvSpPr>
          <p:cNvPr id="6666" name="Google Shape;6666;p267"/>
          <p:cNvSpPr txBox="1"/>
          <p:nvPr>
            <p:ph idx="1" type="body"/>
          </p:nvPr>
        </p:nvSpPr>
        <p:spPr>
          <a:xfrm>
            <a:off x="685800" y="3601550"/>
            <a:ext cx="2993100" cy="8235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2000"/>
              <a:buFont typeface="Barlow"/>
              <a:buNone/>
              <a:defRPr b="1" sz="2200">
                <a:latin typeface="Barlow"/>
                <a:ea typeface="Barlow"/>
                <a:cs typeface="Barlow"/>
                <a:sym typeface="Barlow"/>
              </a:defRPr>
            </a:lvl1pPr>
          </a:lstStyle>
          <a:p/>
        </p:txBody>
      </p:sp>
      <p:sp>
        <p:nvSpPr>
          <p:cNvPr id="6667" name="Google Shape;6667;p26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2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668" name="Shape 6668"/>
        <p:cNvGrpSpPr/>
        <p:nvPr/>
      </p:nvGrpSpPr>
      <p:grpSpPr>
        <a:xfrm>
          <a:off x="0" y="0"/>
          <a:ext cx="0" cy="0"/>
          <a:chOff x="0" y="0"/>
          <a:chExt cx="0" cy="0"/>
        </a:xfrm>
      </p:grpSpPr>
      <p:sp>
        <p:nvSpPr>
          <p:cNvPr id="6669" name="Google Shape;6669;p268"/>
          <p:cNvSpPr txBox="1"/>
          <p:nvPr>
            <p:ph hasCustomPrompt="1" type="title"/>
          </p:nvPr>
        </p:nvSpPr>
        <p:spPr>
          <a:xfrm>
            <a:off x="1226850" y="1830050"/>
            <a:ext cx="6690300" cy="1113600"/>
          </a:xfrm>
          <a:prstGeom prst="rect">
            <a:avLst/>
          </a:prstGeom>
        </p:spPr>
        <p:txBody>
          <a:bodyPr anchorCtr="0" anchor="ctr" bIns="91425" lIns="91425" spcFirstLastPara="1" rIns="91425" wrap="square" tIns="91425">
            <a:noAutofit/>
          </a:bodyPr>
          <a:lstStyle>
            <a:lvl1pPr lvl="0" algn="ctr">
              <a:spcBef>
                <a:spcPts val="0"/>
              </a:spcBef>
              <a:spcAft>
                <a:spcPts val="0"/>
              </a:spcAft>
              <a:buSzPts val="8000"/>
              <a:buNone/>
              <a:defRPr sz="9000">
                <a:solidFill>
                  <a:schemeClr val="accent2"/>
                </a:solidFill>
              </a:defRPr>
            </a:lvl1pPr>
            <a:lvl2pPr lvl="1" algn="ctr">
              <a:spcBef>
                <a:spcPts val="0"/>
              </a:spcBef>
              <a:spcAft>
                <a:spcPts val="0"/>
              </a:spcAft>
              <a:buSzPts val="8000"/>
              <a:buNone/>
              <a:defRPr sz="8000"/>
            </a:lvl2pPr>
            <a:lvl3pPr lvl="2" algn="ctr">
              <a:spcBef>
                <a:spcPts val="0"/>
              </a:spcBef>
              <a:spcAft>
                <a:spcPts val="0"/>
              </a:spcAft>
              <a:buSzPts val="8000"/>
              <a:buNone/>
              <a:defRPr sz="8000"/>
            </a:lvl3pPr>
            <a:lvl4pPr lvl="3" algn="ctr">
              <a:spcBef>
                <a:spcPts val="0"/>
              </a:spcBef>
              <a:spcAft>
                <a:spcPts val="0"/>
              </a:spcAft>
              <a:buSzPts val="8000"/>
              <a:buNone/>
              <a:defRPr sz="8000"/>
            </a:lvl4pPr>
            <a:lvl5pPr lvl="4" algn="ctr">
              <a:spcBef>
                <a:spcPts val="0"/>
              </a:spcBef>
              <a:spcAft>
                <a:spcPts val="0"/>
              </a:spcAft>
              <a:buSzPts val="8000"/>
              <a:buNone/>
              <a:defRPr sz="8000"/>
            </a:lvl5pPr>
            <a:lvl6pPr lvl="5" algn="ctr">
              <a:spcBef>
                <a:spcPts val="0"/>
              </a:spcBef>
              <a:spcAft>
                <a:spcPts val="0"/>
              </a:spcAft>
              <a:buSzPts val="8000"/>
              <a:buNone/>
              <a:defRPr sz="8000"/>
            </a:lvl6pPr>
            <a:lvl7pPr lvl="6" algn="ctr">
              <a:spcBef>
                <a:spcPts val="0"/>
              </a:spcBef>
              <a:spcAft>
                <a:spcPts val="0"/>
              </a:spcAft>
              <a:buSzPts val="8000"/>
              <a:buNone/>
              <a:defRPr sz="8000"/>
            </a:lvl7pPr>
            <a:lvl8pPr lvl="7" algn="ctr">
              <a:spcBef>
                <a:spcPts val="0"/>
              </a:spcBef>
              <a:spcAft>
                <a:spcPts val="0"/>
              </a:spcAft>
              <a:buSzPts val="8000"/>
              <a:buNone/>
              <a:defRPr sz="8000"/>
            </a:lvl8pPr>
            <a:lvl9pPr lvl="8" algn="ctr">
              <a:spcBef>
                <a:spcPts val="0"/>
              </a:spcBef>
              <a:spcAft>
                <a:spcPts val="0"/>
              </a:spcAft>
              <a:buSzPts val="8000"/>
              <a:buNone/>
              <a:defRPr sz="8000"/>
            </a:lvl9pPr>
          </a:lstStyle>
          <a:p>
            <a:r>
              <a:t>xx%</a:t>
            </a:r>
          </a:p>
        </p:txBody>
      </p:sp>
      <p:sp>
        <p:nvSpPr>
          <p:cNvPr id="6670" name="Google Shape;6670;p26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6671" name="Google Shape;6671;p268"/>
          <p:cNvSpPr txBox="1"/>
          <p:nvPr>
            <p:ph idx="1" type="subTitle"/>
          </p:nvPr>
        </p:nvSpPr>
        <p:spPr>
          <a:xfrm>
            <a:off x="1516375" y="3002275"/>
            <a:ext cx="6144300" cy="3417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8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6672" name="Google Shape;6672;p268"/>
          <p:cNvSpPr/>
          <p:nvPr/>
        </p:nvSpPr>
        <p:spPr>
          <a:xfrm rot="2700000">
            <a:off x="5376368" y="-1160318"/>
            <a:ext cx="5591744" cy="3399428"/>
          </a:xfrm>
          <a:custGeom>
            <a:rect b="b" l="l" r="r" t="t"/>
            <a:pathLst>
              <a:path extrusionOk="0" h="48924" w="60102">
                <a:moveTo>
                  <a:pt x="31550" y="1"/>
                </a:moveTo>
                <a:cubicBezTo>
                  <a:pt x="28688" y="1"/>
                  <a:pt x="25391" y="541"/>
                  <a:pt x="22089" y="2238"/>
                </a:cubicBezTo>
                <a:cubicBezTo>
                  <a:pt x="12977" y="6900"/>
                  <a:pt x="8196" y="17230"/>
                  <a:pt x="4091" y="25485"/>
                </a:cubicBezTo>
                <a:cubicBezTo>
                  <a:pt x="1" y="33725"/>
                  <a:pt x="2016" y="42612"/>
                  <a:pt x="8767" y="47123"/>
                </a:cubicBezTo>
                <a:cubicBezTo>
                  <a:pt x="10764" y="48461"/>
                  <a:pt x="12590" y="48924"/>
                  <a:pt x="14421" y="48924"/>
                </a:cubicBezTo>
                <a:cubicBezTo>
                  <a:pt x="18514" y="48924"/>
                  <a:pt x="22630" y="46611"/>
                  <a:pt x="28730" y="46611"/>
                </a:cubicBezTo>
                <a:cubicBezTo>
                  <a:pt x="29125" y="46611"/>
                  <a:pt x="29527" y="46621"/>
                  <a:pt x="29939" y="46641"/>
                </a:cubicBezTo>
                <a:cubicBezTo>
                  <a:pt x="34134" y="46851"/>
                  <a:pt x="36984" y="47278"/>
                  <a:pt x="39535" y="47278"/>
                </a:cubicBezTo>
                <a:cubicBezTo>
                  <a:pt x="42835" y="47278"/>
                  <a:pt x="45637" y="46563"/>
                  <a:pt x="50208" y="43739"/>
                </a:cubicBezTo>
                <a:cubicBezTo>
                  <a:pt x="58328" y="38732"/>
                  <a:pt x="60102" y="25500"/>
                  <a:pt x="54042" y="15140"/>
                </a:cubicBezTo>
                <a:cubicBezTo>
                  <a:pt x="47997" y="4779"/>
                  <a:pt x="40254" y="1667"/>
                  <a:pt x="40254" y="1667"/>
                </a:cubicBezTo>
                <a:cubicBezTo>
                  <a:pt x="40254" y="1667"/>
                  <a:pt x="36573" y="1"/>
                  <a:pt x="31550"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673" name="Google Shape;6673;p268"/>
          <p:cNvGrpSpPr/>
          <p:nvPr/>
        </p:nvGrpSpPr>
        <p:grpSpPr>
          <a:xfrm>
            <a:off x="405960" y="-304605"/>
            <a:ext cx="9209266" cy="1854619"/>
            <a:chOff x="405960" y="-304605"/>
            <a:chExt cx="9209266" cy="1854619"/>
          </a:xfrm>
        </p:grpSpPr>
        <p:sp>
          <p:nvSpPr>
            <p:cNvPr id="6674" name="Google Shape;6674;p268"/>
            <p:cNvSpPr/>
            <p:nvPr/>
          </p:nvSpPr>
          <p:spPr>
            <a:xfrm>
              <a:off x="6209226" y="478878"/>
              <a:ext cx="1324564" cy="424178"/>
            </a:xfrm>
            <a:custGeom>
              <a:rect b="b" l="l" r="r" t="t"/>
              <a:pathLst>
                <a:path extrusionOk="0" fill="none" h="4647" w="14511">
                  <a:moveTo>
                    <a:pt x="13894" y="3805"/>
                  </a:moveTo>
                  <a:cubicBezTo>
                    <a:pt x="13263" y="3459"/>
                    <a:pt x="12977" y="3744"/>
                    <a:pt x="12766" y="3459"/>
                  </a:cubicBezTo>
                  <a:cubicBezTo>
                    <a:pt x="12541" y="3173"/>
                    <a:pt x="13383" y="2436"/>
                    <a:pt x="11684" y="1699"/>
                  </a:cubicBezTo>
                  <a:cubicBezTo>
                    <a:pt x="11684" y="1699"/>
                    <a:pt x="11578" y="121"/>
                    <a:pt x="9248" y="60"/>
                  </a:cubicBezTo>
                  <a:cubicBezTo>
                    <a:pt x="6917" y="0"/>
                    <a:pt x="7549" y="1654"/>
                    <a:pt x="6917" y="2045"/>
                  </a:cubicBezTo>
                  <a:cubicBezTo>
                    <a:pt x="6286" y="2436"/>
                    <a:pt x="6120" y="1820"/>
                    <a:pt x="5504" y="2211"/>
                  </a:cubicBezTo>
                  <a:cubicBezTo>
                    <a:pt x="4872" y="2617"/>
                    <a:pt x="5158" y="3399"/>
                    <a:pt x="4647" y="3519"/>
                  </a:cubicBezTo>
                  <a:cubicBezTo>
                    <a:pt x="4135" y="3624"/>
                    <a:pt x="3459" y="3008"/>
                    <a:pt x="2842" y="3399"/>
                  </a:cubicBezTo>
                  <a:cubicBezTo>
                    <a:pt x="2211" y="3805"/>
                    <a:pt x="2211" y="4135"/>
                    <a:pt x="1925" y="4135"/>
                  </a:cubicBezTo>
                  <a:cubicBezTo>
                    <a:pt x="1654" y="4135"/>
                    <a:pt x="1083" y="3910"/>
                    <a:pt x="737" y="4135"/>
                  </a:cubicBezTo>
                  <a:cubicBezTo>
                    <a:pt x="406" y="4376"/>
                    <a:pt x="0" y="4647"/>
                    <a:pt x="0" y="4647"/>
                  </a:cubicBezTo>
                  <a:lnTo>
                    <a:pt x="14345" y="4647"/>
                  </a:lnTo>
                  <a:cubicBezTo>
                    <a:pt x="14345" y="4647"/>
                    <a:pt x="14511" y="4135"/>
                    <a:pt x="13894" y="3805"/>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5" name="Google Shape;6675;p268"/>
            <p:cNvSpPr/>
            <p:nvPr/>
          </p:nvSpPr>
          <p:spPr>
            <a:xfrm flipH="1">
              <a:off x="405960" y="399116"/>
              <a:ext cx="991138" cy="317437"/>
            </a:xfrm>
            <a:custGeom>
              <a:rect b="b" l="l" r="r" t="t"/>
              <a:pathLst>
                <a:path extrusionOk="0" fill="none" h="4647" w="14511">
                  <a:moveTo>
                    <a:pt x="13894" y="3805"/>
                  </a:moveTo>
                  <a:cubicBezTo>
                    <a:pt x="13263" y="3459"/>
                    <a:pt x="12977" y="3744"/>
                    <a:pt x="12766" y="3459"/>
                  </a:cubicBezTo>
                  <a:cubicBezTo>
                    <a:pt x="12541" y="3173"/>
                    <a:pt x="13383" y="2436"/>
                    <a:pt x="11684" y="1699"/>
                  </a:cubicBezTo>
                  <a:cubicBezTo>
                    <a:pt x="11684" y="1699"/>
                    <a:pt x="11578" y="121"/>
                    <a:pt x="9248" y="60"/>
                  </a:cubicBezTo>
                  <a:cubicBezTo>
                    <a:pt x="6917" y="0"/>
                    <a:pt x="7549" y="1654"/>
                    <a:pt x="6917" y="2045"/>
                  </a:cubicBezTo>
                  <a:cubicBezTo>
                    <a:pt x="6286" y="2436"/>
                    <a:pt x="6120" y="1820"/>
                    <a:pt x="5504" y="2211"/>
                  </a:cubicBezTo>
                  <a:cubicBezTo>
                    <a:pt x="4872" y="2617"/>
                    <a:pt x="5158" y="3399"/>
                    <a:pt x="4647" y="3519"/>
                  </a:cubicBezTo>
                  <a:cubicBezTo>
                    <a:pt x="4135" y="3624"/>
                    <a:pt x="3459" y="3008"/>
                    <a:pt x="2842" y="3399"/>
                  </a:cubicBezTo>
                  <a:cubicBezTo>
                    <a:pt x="2211" y="3805"/>
                    <a:pt x="2211" y="4135"/>
                    <a:pt x="1925" y="4135"/>
                  </a:cubicBezTo>
                  <a:cubicBezTo>
                    <a:pt x="1654" y="4135"/>
                    <a:pt x="1083" y="3910"/>
                    <a:pt x="737" y="4135"/>
                  </a:cubicBezTo>
                  <a:cubicBezTo>
                    <a:pt x="406" y="4376"/>
                    <a:pt x="0" y="4647"/>
                    <a:pt x="0" y="4647"/>
                  </a:cubicBezTo>
                  <a:lnTo>
                    <a:pt x="14345" y="4647"/>
                  </a:lnTo>
                  <a:cubicBezTo>
                    <a:pt x="14345" y="4647"/>
                    <a:pt x="14511" y="4135"/>
                    <a:pt x="13894" y="3805"/>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6" name="Google Shape;6676;p268"/>
            <p:cNvSpPr/>
            <p:nvPr/>
          </p:nvSpPr>
          <p:spPr>
            <a:xfrm>
              <a:off x="3935325" y="338641"/>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677" name="Google Shape;6677;p268"/>
            <p:cNvGrpSpPr/>
            <p:nvPr/>
          </p:nvGrpSpPr>
          <p:grpSpPr>
            <a:xfrm>
              <a:off x="2179520" y="1113216"/>
              <a:ext cx="105457" cy="105457"/>
              <a:chOff x="7812545" y="194375"/>
              <a:chExt cx="105457" cy="105457"/>
            </a:xfrm>
          </p:grpSpPr>
          <p:sp>
            <p:nvSpPr>
              <p:cNvPr id="6678" name="Google Shape;6678;p268"/>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9" name="Google Shape;6679;p268"/>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0" name="Google Shape;6680;p268"/>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1" name="Google Shape;6681;p268"/>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82" name="Google Shape;6682;p268"/>
            <p:cNvGrpSpPr/>
            <p:nvPr/>
          </p:nvGrpSpPr>
          <p:grpSpPr>
            <a:xfrm>
              <a:off x="5288520" y="1007766"/>
              <a:ext cx="105457" cy="105457"/>
              <a:chOff x="7812545" y="194375"/>
              <a:chExt cx="105457" cy="105457"/>
            </a:xfrm>
          </p:grpSpPr>
          <p:sp>
            <p:nvSpPr>
              <p:cNvPr id="6683" name="Google Shape;6683;p268"/>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4" name="Google Shape;6684;p268"/>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5" name="Google Shape;6685;p268"/>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6" name="Google Shape;6686;p268"/>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87" name="Google Shape;6687;p268"/>
            <p:cNvSpPr/>
            <p:nvPr/>
          </p:nvSpPr>
          <p:spPr>
            <a:xfrm>
              <a:off x="8211200" y="1444625"/>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688" name="Google Shape;6688;p268"/>
            <p:cNvGrpSpPr/>
            <p:nvPr/>
          </p:nvGrpSpPr>
          <p:grpSpPr>
            <a:xfrm>
              <a:off x="7988195" y="154325"/>
              <a:ext cx="105457" cy="105457"/>
              <a:chOff x="7812545" y="194375"/>
              <a:chExt cx="105457" cy="105457"/>
            </a:xfrm>
          </p:grpSpPr>
          <p:sp>
            <p:nvSpPr>
              <p:cNvPr id="6689" name="Google Shape;6689;p268"/>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0" name="Google Shape;6690;p268"/>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1" name="Google Shape;6691;p268"/>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2" name="Google Shape;6692;p268"/>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93" name="Google Shape;6693;p268"/>
            <p:cNvSpPr/>
            <p:nvPr/>
          </p:nvSpPr>
          <p:spPr>
            <a:xfrm flipH="1">
              <a:off x="8624108" y="-304605"/>
              <a:ext cx="991119" cy="877511"/>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94" name="Google Shape;6694;p268"/>
          <p:cNvGrpSpPr/>
          <p:nvPr/>
        </p:nvGrpSpPr>
        <p:grpSpPr>
          <a:xfrm>
            <a:off x="-1391383" y="2943501"/>
            <a:ext cx="2967633" cy="3117497"/>
            <a:chOff x="-1391383" y="2943501"/>
            <a:chExt cx="2967633" cy="3117497"/>
          </a:xfrm>
        </p:grpSpPr>
        <p:sp>
          <p:nvSpPr>
            <p:cNvPr id="6695" name="Google Shape;6695;p268"/>
            <p:cNvSpPr/>
            <p:nvPr/>
          </p:nvSpPr>
          <p:spPr>
            <a:xfrm flipH="1">
              <a:off x="-1391383" y="2943501"/>
              <a:ext cx="2967633" cy="3117497"/>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6" name="Google Shape;6696;p268"/>
            <p:cNvSpPr/>
            <p:nvPr/>
          </p:nvSpPr>
          <p:spPr>
            <a:xfrm>
              <a:off x="-533479" y="4183785"/>
              <a:ext cx="1643608" cy="1455209"/>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697" name="Google Shape;6697;p268"/>
            <p:cNvGrpSpPr/>
            <p:nvPr/>
          </p:nvGrpSpPr>
          <p:grpSpPr>
            <a:xfrm>
              <a:off x="448432" y="3524550"/>
              <a:ext cx="105457" cy="105457"/>
              <a:chOff x="7812545" y="194375"/>
              <a:chExt cx="105457" cy="105457"/>
            </a:xfrm>
          </p:grpSpPr>
          <p:sp>
            <p:nvSpPr>
              <p:cNvPr id="6698" name="Google Shape;6698;p268"/>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9" name="Google Shape;6699;p268"/>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0" name="Google Shape;6700;p268"/>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1" name="Google Shape;6701;p268"/>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702" name="Google Shape;6702;p268"/>
          <p:cNvGrpSpPr/>
          <p:nvPr/>
        </p:nvGrpSpPr>
        <p:grpSpPr>
          <a:xfrm rot="10800000">
            <a:off x="8496297" y="4349552"/>
            <a:ext cx="470057" cy="586177"/>
            <a:chOff x="215745" y="152938"/>
            <a:chExt cx="470057" cy="586177"/>
          </a:xfrm>
        </p:grpSpPr>
        <p:sp>
          <p:nvSpPr>
            <p:cNvPr id="6703" name="Google Shape;6703;p268"/>
            <p:cNvSpPr/>
            <p:nvPr/>
          </p:nvSpPr>
          <p:spPr>
            <a:xfrm>
              <a:off x="215750" y="633725"/>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4" name="Google Shape;6704;p268"/>
            <p:cNvSpPr/>
            <p:nvPr/>
          </p:nvSpPr>
          <p:spPr>
            <a:xfrm>
              <a:off x="607851" y="22487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6705" name="Google Shape;6705;p268"/>
            <p:cNvGrpSpPr/>
            <p:nvPr/>
          </p:nvGrpSpPr>
          <p:grpSpPr>
            <a:xfrm>
              <a:off x="215745" y="152938"/>
              <a:ext cx="105457" cy="105457"/>
              <a:chOff x="7812545" y="194375"/>
              <a:chExt cx="105457" cy="105457"/>
            </a:xfrm>
          </p:grpSpPr>
          <p:sp>
            <p:nvSpPr>
              <p:cNvPr id="6706" name="Google Shape;6706;p268"/>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7" name="Google Shape;6707;p268"/>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8" name="Google Shape;6708;p268"/>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9" name="Google Shape;6709;p268"/>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710" name="Google Shape;6710;p268"/>
          <p:cNvGrpSpPr/>
          <p:nvPr/>
        </p:nvGrpSpPr>
        <p:grpSpPr>
          <a:xfrm>
            <a:off x="3186400" y="4032125"/>
            <a:ext cx="3326023" cy="808356"/>
            <a:chOff x="3186400" y="4032125"/>
            <a:chExt cx="3326023" cy="808356"/>
          </a:xfrm>
        </p:grpSpPr>
        <p:sp>
          <p:nvSpPr>
            <p:cNvPr id="6711" name="Google Shape;6711;p268"/>
            <p:cNvSpPr/>
            <p:nvPr/>
          </p:nvSpPr>
          <p:spPr>
            <a:xfrm>
              <a:off x="3186400" y="4234775"/>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712" name="Google Shape;6712;p268"/>
            <p:cNvGrpSpPr/>
            <p:nvPr/>
          </p:nvGrpSpPr>
          <p:grpSpPr>
            <a:xfrm>
              <a:off x="4750482" y="4735025"/>
              <a:ext cx="105457" cy="105457"/>
              <a:chOff x="7812545" y="194375"/>
              <a:chExt cx="105457" cy="105457"/>
            </a:xfrm>
          </p:grpSpPr>
          <p:sp>
            <p:nvSpPr>
              <p:cNvPr id="6713" name="Google Shape;6713;p268"/>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4" name="Google Shape;6714;p268"/>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5" name="Google Shape;6715;p268"/>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6" name="Google Shape;6716;p268"/>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717" name="Google Shape;6717;p268"/>
            <p:cNvSpPr/>
            <p:nvPr/>
          </p:nvSpPr>
          <p:spPr>
            <a:xfrm flipH="1">
              <a:off x="5521285" y="4032125"/>
              <a:ext cx="991138" cy="317437"/>
            </a:xfrm>
            <a:custGeom>
              <a:rect b="b" l="l" r="r" t="t"/>
              <a:pathLst>
                <a:path extrusionOk="0" fill="none" h="4647" w="14511">
                  <a:moveTo>
                    <a:pt x="13894" y="3805"/>
                  </a:moveTo>
                  <a:cubicBezTo>
                    <a:pt x="13263" y="3459"/>
                    <a:pt x="12977" y="3744"/>
                    <a:pt x="12766" y="3459"/>
                  </a:cubicBezTo>
                  <a:cubicBezTo>
                    <a:pt x="12541" y="3173"/>
                    <a:pt x="13383" y="2436"/>
                    <a:pt x="11684" y="1699"/>
                  </a:cubicBezTo>
                  <a:cubicBezTo>
                    <a:pt x="11684" y="1699"/>
                    <a:pt x="11578" y="121"/>
                    <a:pt x="9248" y="60"/>
                  </a:cubicBezTo>
                  <a:cubicBezTo>
                    <a:pt x="6917" y="0"/>
                    <a:pt x="7549" y="1654"/>
                    <a:pt x="6917" y="2045"/>
                  </a:cubicBezTo>
                  <a:cubicBezTo>
                    <a:pt x="6286" y="2436"/>
                    <a:pt x="6120" y="1820"/>
                    <a:pt x="5504" y="2211"/>
                  </a:cubicBezTo>
                  <a:cubicBezTo>
                    <a:pt x="4872" y="2617"/>
                    <a:pt x="5158" y="3399"/>
                    <a:pt x="4647" y="3519"/>
                  </a:cubicBezTo>
                  <a:cubicBezTo>
                    <a:pt x="4135" y="3624"/>
                    <a:pt x="3459" y="3008"/>
                    <a:pt x="2842" y="3399"/>
                  </a:cubicBezTo>
                  <a:cubicBezTo>
                    <a:pt x="2211" y="3805"/>
                    <a:pt x="2211" y="4135"/>
                    <a:pt x="1925" y="4135"/>
                  </a:cubicBezTo>
                  <a:cubicBezTo>
                    <a:pt x="1654" y="4135"/>
                    <a:pt x="1083" y="3910"/>
                    <a:pt x="737" y="4135"/>
                  </a:cubicBezTo>
                  <a:cubicBezTo>
                    <a:pt x="406" y="4376"/>
                    <a:pt x="0" y="4647"/>
                    <a:pt x="0" y="4647"/>
                  </a:cubicBezTo>
                  <a:lnTo>
                    <a:pt x="14345" y="4647"/>
                  </a:lnTo>
                  <a:cubicBezTo>
                    <a:pt x="14345" y="4647"/>
                    <a:pt x="14511" y="4135"/>
                    <a:pt x="13894" y="3805"/>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lt1"/>
        </a:solidFill>
      </p:bgPr>
    </p:bg>
    <p:spTree>
      <p:nvGrpSpPr>
        <p:cNvPr id="6718" name="Shape 6718"/>
        <p:cNvGrpSpPr/>
        <p:nvPr/>
      </p:nvGrpSpPr>
      <p:grpSpPr>
        <a:xfrm>
          <a:off x="0" y="0"/>
          <a:ext cx="0" cy="0"/>
          <a:chOff x="0" y="0"/>
          <a:chExt cx="0" cy="0"/>
        </a:xfrm>
      </p:grpSpPr>
      <p:sp>
        <p:nvSpPr>
          <p:cNvPr id="6719" name="Google Shape;6719;p26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2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BLANK_10">
    <p:spTree>
      <p:nvGrpSpPr>
        <p:cNvPr id="6720" name="Shape 6720"/>
        <p:cNvGrpSpPr/>
        <p:nvPr/>
      </p:nvGrpSpPr>
      <p:grpSpPr>
        <a:xfrm>
          <a:off x="0" y="0"/>
          <a:ext cx="0" cy="0"/>
          <a:chOff x="0" y="0"/>
          <a:chExt cx="0" cy="0"/>
        </a:xfrm>
      </p:grpSpPr>
      <p:sp>
        <p:nvSpPr>
          <p:cNvPr id="6721" name="Google Shape;6721;p27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6722" name="Google Shape;6722;p270"/>
          <p:cNvSpPr txBox="1"/>
          <p:nvPr>
            <p:ph type="title"/>
          </p:nvPr>
        </p:nvSpPr>
        <p:spPr>
          <a:xfrm>
            <a:off x="698777" y="2223325"/>
            <a:ext cx="4551600" cy="749100"/>
          </a:xfrm>
          <a:prstGeom prst="rect">
            <a:avLst/>
          </a:prstGeom>
        </p:spPr>
        <p:txBody>
          <a:bodyPr anchorCtr="0" anchor="ctr" bIns="91425" lIns="91425" spcFirstLastPara="1" rIns="91425" wrap="square" tIns="91425">
            <a:noAutofit/>
          </a:bodyPr>
          <a:lstStyle>
            <a:lvl1pPr lvl="0">
              <a:spcBef>
                <a:spcPts val="0"/>
              </a:spcBef>
              <a:spcAft>
                <a:spcPts val="0"/>
              </a:spcAft>
              <a:buSzPts val="3600"/>
              <a:buNone/>
              <a:defRPr sz="4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6723" name="Google Shape;6723;p270"/>
          <p:cNvSpPr txBox="1"/>
          <p:nvPr>
            <p:ph idx="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6724" name="Google Shape;6724;p270"/>
          <p:cNvSpPr txBox="1"/>
          <p:nvPr>
            <p:ph idx="1" type="subTitle"/>
          </p:nvPr>
        </p:nvSpPr>
        <p:spPr>
          <a:xfrm>
            <a:off x="685800" y="2905550"/>
            <a:ext cx="4551600" cy="383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800"/>
              <a:buNone/>
              <a:defRPr sz="18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6725" name="Google Shape;6725;p270"/>
          <p:cNvSpPr txBox="1"/>
          <p:nvPr>
            <p:ph hasCustomPrompt="1" idx="3" type="title"/>
          </p:nvPr>
        </p:nvSpPr>
        <p:spPr>
          <a:xfrm>
            <a:off x="685795" y="1278475"/>
            <a:ext cx="1595700" cy="898500"/>
          </a:xfrm>
          <a:prstGeom prst="rect">
            <a:avLst/>
          </a:prstGeom>
        </p:spPr>
        <p:txBody>
          <a:bodyPr anchorCtr="0" anchor="ctr" bIns="91425" lIns="91425" spcFirstLastPara="1" rIns="91425" wrap="square" tIns="91425">
            <a:noAutofit/>
          </a:bodyPr>
          <a:lstStyle>
            <a:lvl1pPr lvl="0">
              <a:spcBef>
                <a:spcPts val="0"/>
              </a:spcBef>
              <a:spcAft>
                <a:spcPts val="0"/>
              </a:spcAft>
              <a:buSzPts val="8000"/>
              <a:buNone/>
              <a:defRPr sz="8000">
                <a:solidFill>
                  <a:schemeClr val="accent2"/>
                </a:solidFill>
              </a:defRPr>
            </a:lvl1pPr>
            <a:lvl2pPr lvl="1" algn="ctr">
              <a:spcBef>
                <a:spcPts val="0"/>
              </a:spcBef>
              <a:spcAft>
                <a:spcPts val="0"/>
              </a:spcAft>
              <a:buSzPts val="8000"/>
              <a:buNone/>
              <a:defRPr sz="8000"/>
            </a:lvl2pPr>
            <a:lvl3pPr lvl="2" algn="ctr">
              <a:spcBef>
                <a:spcPts val="0"/>
              </a:spcBef>
              <a:spcAft>
                <a:spcPts val="0"/>
              </a:spcAft>
              <a:buSzPts val="8000"/>
              <a:buNone/>
              <a:defRPr sz="8000"/>
            </a:lvl3pPr>
            <a:lvl4pPr lvl="3" algn="ctr">
              <a:spcBef>
                <a:spcPts val="0"/>
              </a:spcBef>
              <a:spcAft>
                <a:spcPts val="0"/>
              </a:spcAft>
              <a:buSzPts val="8000"/>
              <a:buNone/>
              <a:defRPr sz="8000"/>
            </a:lvl4pPr>
            <a:lvl5pPr lvl="4" algn="ctr">
              <a:spcBef>
                <a:spcPts val="0"/>
              </a:spcBef>
              <a:spcAft>
                <a:spcPts val="0"/>
              </a:spcAft>
              <a:buSzPts val="8000"/>
              <a:buNone/>
              <a:defRPr sz="8000"/>
            </a:lvl5pPr>
            <a:lvl6pPr lvl="5" algn="ctr">
              <a:spcBef>
                <a:spcPts val="0"/>
              </a:spcBef>
              <a:spcAft>
                <a:spcPts val="0"/>
              </a:spcAft>
              <a:buSzPts val="8000"/>
              <a:buNone/>
              <a:defRPr sz="8000"/>
            </a:lvl6pPr>
            <a:lvl7pPr lvl="6" algn="ctr">
              <a:spcBef>
                <a:spcPts val="0"/>
              </a:spcBef>
              <a:spcAft>
                <a:spcPts val="0"/>
              </a:spcAft>
              <a:buSzPts val="8000"/>
              <a:buNone/>
              <a:defRPr sz="8000"/>
            </a:lvl7pPr>
            <a:lvl8pPr lvl="7" algn="ctr">
              <a:spcBef>
                <a:spcPts val="0"/>
              </a:spcBef>
              <a:spcAft>
                <a:spcPts val="0"/>
              </a:spcAft>
              <a:buSzPts val="8000"/>
              <a:buNone/>
              <a:defRPr sz="8000"/>
            </a:lvl8pPr>
            <a:lvl9pPr lvl="8" algn="ctr">
              <a:spcBef>
                <a:spcPts val="0"/>
              </a:spcBef>
              <a:spcAft>
                <a:spcPts val="0"/>
              </a:spcAft>
              <a:buSzPts val="8000"/>
              <a:buNone/>
              <a:defRPr sz="8000"/>
            </a:lvl9pPr>
          </a:lstStyle>
          <a:p>
            <a:r>
              <a:t>xx%</a:t>
            </a:r>
          </a:p>
        </p:txBody>
      </p:sp>
      <p:grpSp>
        <p:nvGrpSpPr>
          <p:cNvPr id="6726" name="Google Shape;6726;p270"/>
          <p:cNvGrpSpPr/>
          <p:nvPr/>
        </p:nvGrpSpPr>
        <p:grpSpPr>
          <a:xfrm>
            <a:off x="-354378" y="3834438"/>
            <a:ext cx="3893180" cy="1785854"/>
            <a:chOff x="-354378" y="3834438"/>
            <a:chExt cx="3893180" cy="1785854"/>
          </a:xfrm>
        </p:grpSpPr>
        <p:sp>
          <p:nvSpPr>
            <p:cNvPr id="6727" name="Google Shape;6727;p270"/>
            <p:cNvSpPr/>
            <p:nvPr/>
          </p:nvSpPr>
          <p:spPr>
            <a:xfrm>
              <a:off x="1835075" y="4676425"/>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8" name="Google Shape;6728;p270"/>
            <p:cNvSpPr/>
            <p:nvPr/>
          </p:nvSpPr>
          <p:spPr>
            <a:xfrm>
              <a:off x="2382226" y="394162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6729" name="Google Shape;6729;p270"/>
            <p:cNvGrpSpPr/>
            <p:nvPr/>
          </p:nvGrpSpPr>
          <p:grpSpPr>
            <a:xfrm>
              <a:off x="3433345" y="4523988"/>
              <a:ext cx="105457" cy="105457"/>
              <a:chOff x="7812545" y="194375"/>
              <a:chExt cx="105457" cy="105457"/>
            </a:xfrm>
          </p:grpSpPr>
          <p:sp>
            <p:nvSpPr>
              <p:cNvPr id="6730" name="Google Shape;6730;p270"/>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1" name="Google Shape;6731;p270"/>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2" name="Google Shape;6732;p270"/>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3" name="Google Shape;6733;p270"/>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34" name="Google Shape;6734;p270"/>
            <p:cNvGrpSpPr/>
            <p:nvPr/>
          </p:nvGrpSpPr>
          <p:grpSpPr>
            <a:xfrm>
              <a:off x="385570" y="3834438"/>
              <a:ext cx="105457" cy="105457"/>
              <a:chOff x="7812545" y="194375"/>
              <a:chExt cx="105457" cy="105457"/>
            </a:xfrm>
          </p:grpSpPr>
          <p:sp>
            <p:nvSpPr>
              <p:cNvPr id="6735" name="Google Shape;6735;p270"/>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6" name="Google Shape;6736;p270"/>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7" name="Google Shape;6737;p270"/>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8" name="Google Shape;6738;p270"/>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739" name="Google Shape;6739;p270"/>
            <p:cNvSpPr/>
            <p:nvPr/>
          </p:nvSpPr>
          <p:spPr>
            <a:xfrm rot="5400000">
              <a:off x="-437566" y="4303179"/>
              <a:ext cx="1400300" cy="1233925"/>
            </a:xfrm>
            <a:custGeom>
              <a:rect b="b" l="l" r="r" t="t"/>
              <a:pathLst>
                <a:path extrusionOk="0" h="49357" w="56012">
                  <a:moveTo>
                    <a:pt x="29954" y="0"/>
                  </a:moveTo>
                  <a:cubicBezTo>
                    <a:pt x="26409" y="0"/>
                    <a:pt x="22321" y="902"/>
                    <a:pt x="17654" y="3034"/>
                  </a:cubicBezTo>
                  <a:cubicBezTo>
                    <a:pt x="17654" y="3034"/>
                    <a:pt x="8827" y="7530"/>
                    <a:pt x="4406" y="14477"/>
                  </a:cubicBezTo>
                  <a:cubicBezTo>
                    <a:pt x="1" y="21424"/>
                    <a:pt x="347" y="30340"/>
                    <a:pt x="5715" y="36971"/>
                  </a:cubicBezTo>
                  <a:cubicBezTo>
                    <a:pt x="11068" y="43588"/>
                    <a:pt x="21308" y="42730"/>
                    <a:pt x="29878" y="46926"/>
                  </a:cubicBezTo>
                  <a:cubicBezTo>
                    <a:pt x="33082" y="48494"/>
                    <a:pt x="36410" y="49356"/>
                    <a:pt x="39533" y="49356"/>
                  </a:cubicBezTo>
                  <a:cubicBezTo>
                    <a:pt x="44766" y="49356"/>
                    <a:pt x="49425" y="46936"/>
                    <a:pt x="51967" y="41362"/>
                  </a:cubicBezTo>
                  <a:cubicBezTo>
                    <a:pt x="56012" y="32476"/>
                    <a:pt x="49907" y="29137"/>
                    <a:pt x="48854" y="18852"/>
                  </a:cubicBezTo>
                  <a:cubicBezTo>
                    <a:pt x="48037" y="10867"/>
                    <a:pt x="42263" y="0"/>
                    <a:pt x="29954"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
    <p:spTree>
      <p:nvGrpSpPr>
        <p:cNvPr id="6740" name="Shape 6740"/>
        <p:cNvGrpSpPr/>
        <p:nvPr/>
      </p:nvGrpSpPr>
      <p:grpSpPr>
        <a:xfrm>
          <a:off x="0" y="0"/>
          <a:ext cx="0" cy="0"/>
          <a:chOff x="0" y="0"/>
          <a:chExt cx="0" cy="0"/>
        </a:xfrm>
      </p:grpSpPr>
      <p:sp>
        <p:nvSpPr>
          <p:cNvPr id="6741" name="Google Shape;6741;p27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6742" name="Google Shape;6742;p271"/>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743" name="Google Shape;6743;p271"/>
          <p:cNvSpPr txBox="1"/>
          <p:nvPr>
            <p:ph idx="2" type="title"/>
          </p:nvPr>
        </p:nvSpPr>
        <p:spPr>
          <a:xfrm>
            <a:off x="1850175" y="2086662"/>
            <a:ext cx="2629200" cy="3936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sz="2000">
                <a:solidFill>
                  <a:schemeClr val="accent2"/>
                </a:solidFill>
              </a:defRPr>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sp>
        <p:nvSpPr>
          <p:cNvPr id="6744" name="Google Shape;6744;p271"/>
          <p:cNvSpPr txBox="1"/>
          <p:nvPr>
            <p:ph idx="1" type="subTitle"/>
          </p:nvPr>
        </p:nvSpPr>
        <p:spPr>
          <a:xfrm>
            <a:off x="1853175" y="2480262"/>
            <a:ext cx="2629200" cy="4680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6745" name="Google Shape;6745;p271"/>
          <p:cNvSpPr txBox="1"/>
          <p:nvPr>
            <p:ph hasCustomPrompt="1" idx="3" type="title"/>
          </p:nvPr>
        </p:nvSpPr>
        <p:spPr>
          <a:xfrm>
            <a:off x="1776168" y="1586400"/>
            <a:ext cx="792600" cy="528300"/>
          </a:xfrm>
          <a:prstGeom prst="rect">
            <a:avLst/>
          </a:prstGeom>
        </p:spPr>
        <p:txBody>
          <a:bodyPr anchorCtr="0" anchor="ctr" bIns="91425" lIns="91425" spcFirstLastPara="1" rIns="91425" wrap="square" tIns="91425">
            <a:noAutofit/>
          </a:bodyPr>
          <a:lstStyle>
            <a:lvl1pPr lvl="0" algn="r">
              <a:spcBef>
                <a:spcPts val="0"/>
              </a:spcBef>
              <a:spcAft>
                <a:spcPts val="0"/>
              </a:spcAft>
              <a:buSzPts val="3000"/>
              <a:buNone/>
              <a:defRPr sz="3000"/>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grpSp>
        <p:nvGrpSpPr>
          <p:cNvPr id="6746" name="Google Shape;6746;p271"/>
          <p:cNvGrpSpPr/>
          <p:nvPr/>
        </p:nvGrpSpPr>
        <p:grpSpPr>
          <a:xfrm>
            <a:off x="-1260750" y="4247400"/>
            <a:ext cx="2224933" cy="1789104"/>
            <a:chOff x="-1260750" y="4247400"/>
            <a:chExt cx="2224933" cy="1789104"/>
          </a:xfrm>
        </p:grpSpPr>
        <p:sp>
          <p:nvSpPr>
            <p:cNvPr id="6747" name="Google Shape;6747;p271"/>
            <p:cNvSpPr/>
            <p:nvPr/>
          </p:nvSpPr>
          <p:spPr>
            <a:xfrm flipH="1">
              <a:off x="-1260750" y="4247400"/>
              <a:ext cx="2224933" cy="1789104"/>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8" name="Google Shape;6748;p271"/>
            <p:cNvSpPr/>
            <p:nvPr/>
          </p:nvSpPr>
          <p:spPr>
            <a:xfrm>
              <a:off x="-708950" y="4596438"/>
              <a:ext cx="1232275" cy="1091025"/>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749" name="Google Shape;6749;p271"/>
          <p:cNvSpPr/>
          <p:nvPr/>
        </p:nvSpPr>
        <p:spPr>
          <a:xfrm>
            <a:off x="-708950" y="-242512"/>
            <a:ext cx="1232275" cy="1091025"/>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0" name="Google Shape;6750;p271"/>
          <p:cNvSpPr txBox="1"/>
          <p:nvPr>
            <p:ph idx="4" type="title"/>
          </p:nvPr>
        </p:nvSpPr>
        <p:spPr>
          <a:xfrm>
            <a:off x="5162350" y="2086662"/>
            <a:ext cx="2629200" cy="3936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sz="2000">
                <a:solidFill>
                  <a:schemeClr val="accent2"/>
                </a:solidFill>
              </a:defRPr>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sp>
        <p:nvSpPr>
          <p:cNvPr id="6751" name="Google Shape;6751;p271"/>
          <p:cNvSpPr txBox="1"/>
          <p:nvPr>
            <p:ph idx="5" type="subTitle"/>
          </p:nvPr>
        </p:nvSpPr>
        <p:spPr>
          <a:xfrm>
            <a:off x="5165350" y="2480262"/>
            <a:ext cx="2629200" cy="4680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6752" name="Google Shape;6752;p271"/>
          <p:cNvSpPr txBox="1"/>
          <p:nvPr>
            <p:ph hasCustomPrompt="1" idx="6" type="title"/>
          </p:nvPr>
        </p:nvSpPr>
        <p:spPr>
          <a:xfrm>
            <a:off x="5088343" y="1586400"/>
            <a:ext cx="792600" cy="528300"/>
          </a:xfrm>
          <a:prstGeom prst="rect">
            <a:avLst/>
          </a:prstGeom>
        </p:spPr>
        <p:txBody>
          <a:bodyPr anchorCtr="0" anchor="ctr" bIns="91425" lIns="91425" spcFirstLastPara="1" rIns="91425" wrap="square" tIns="91425">
            <a:noAutofit/>
          </a:bodyPr>
          <a:lstStyle>
            <a:lvl1pPr lvl="0" algn="r">
              <a:spcBef>
                <a:spcPts val="0"/>
              </a:spcBef>
              <a:spcAft>
                <a:spcPts val="0"/>
              </a:spcAft>
              <a:buSzPts val="3000"/>
              <a:buNone/>
              <a:defRPr sz="3000"/>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sp>
        <p:nvSpPr>
          <p:cNvPr id="6753" name="Google Shape;6753;p271"/>
          <p:cNvSpPr txBox="1"/>
          <p:nvPr>
            <p:ph idx="7" type="title"/>
          </p:nvPr>
        </p:nvSpPr>
        <p:spPr>
          <a:xfrm>
            <a:off x="1850175" y="3728737"/>
            <a:ext cx="2629200" cy="3936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sz="2000">
                <a:solidFill>
                  <a:schemeClr val="accent2"/>
                </a:solidFill>
              </a:defRPr>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sp>
        <p:nvSpPr>
          <p:cNvPr id="6754" name="Google Shape;6754;p271"/>
          <p:cNvSpPr txBox="1"/>
          <p:nvPr>
            <p:ph idx="8" type="subTitle"/>
          </p:nvPr>
        </p:nvSpPr>
        <p:spPr>
          <a:xfrm>
            <a:off x="1853175" y="4122337"/>
            <a:ext cx="2629200" cy="4680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6755" name="Google Shape;6755;p271"/>
          <p:cNvSpPr txBox="1"/>
          <p:nvPr>
            <p:ph hasCustomPrompt="1" idx="9" type="title"/>
          </p:nvPr>
        </p:nvSpPr>
        <p:spPr>
          <a:xfrm>
            <a:off x="1776168" y="3228475"/>
            <a:ext cx="792600" cy="528300"/>
          </a:xfrm>
          <a:prstGeom prst="rect">
            <a:avLst/>
          </a:prstGeom>
        </p:spPr>
        <p:txBody>
          <a:bodyPr anchorCtr="0" anchor="ctr" bIns="91425" lIns="91425" spcFirstLastPara="1" rIns="91425" wrap="square" tIns="91425">
            <a:noAutofit/>
          </a:bodyPr>
          <a:lstStyle>
            <a:lvl1pPr lvl="0" algn="r">
              <a:spcBef>
                <a:spcPts val="0"/>
              </a:spcBef>
              <a:spcAft>
                <a:spcPts val="0"/>
              </a:spcAft>
              <a:buSzPts val="3000"/>
              <a:buNone/>
              <a:defRPr sz="3000"/>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sp>
        <p:nvSpPr>
          <p:cNvPr id="6756" name="Google Shape;6756;p271"/>
          <p:cNvSpPr txBox="1"/>
          <p:nvPr>
            <p:ph idx="13" type="title"/>
          </p:nvPr>
        </p:nvSpPr>
        <p:spPr>
          <a:xfrm>
            <a:off x="5162350" y="3728737"/>
            <a:ext cx="2629200" cy="3936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sz="2000">
                <a:solidFill>
                  <a:schemeClr val="accent2"/>
                </a:solidFill>
              </a:defRPr>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sp>
        <p:nvSpPr>
          <p:cNvPr id="6757" name="Google Shape;6757;p271"/>
          <p:cNvSpPr txBox="1"/>
          <p:nvPr>
            <p:ph idx="14" type="subTitle"/>
          </p:nvPr>
        </p:nvSpPr>
        <p:spPr>
          <a:xfrm>
            <a:off x="5165350" y="4122337"/>
            <a:ext cx="2629200" cy="4680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6758" name="Google Shape;6758;p271"/>
          <p:cNvSpPr txBox="1"/>
          <p:nvPr>
            <p:ph hasCustomPrompt="1" idx="15" type="title"/>
          </p:nvPr>
        </p:nvSpPr>
        <p:spPr>
          <a:xfrm>
            <a:off x="5088343" y="3228475"/>
            <a:ext cx="792600" cy="528300"/>
          </a:xfrm>
          <a:prstGeom prst="rect">
            <a:avLst/>
          </a:prstGeom>
        </p:spPr>
        <p:txBody>
          <a:bodyPr anchorCtr="0" anchor="ctr" bIns="91425" lIns="91425" spcFirstLastPara="1" rIns="91425" wrap="square" tIns="91425">
            <a:noAutofit/>
          </a:bodyPr>
          <a:lstStyle>
            <a:lvl1pPr lvl="0" algn="r">
              <a:spcBef>
                <a:spcPts val="0"/>
              </a:spcBef>
              <a:spcAft>
                <a:spcPts val="0"/>
              </a:spcAft>
              <a:buSzPts val="3000"/>
              <a:buNone/>
              <a:defRPr sz="3000"/>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grpSp>
        <p:nvGrpSpPr>
          <p:cNvPr id="6759" name="Google Shape;6759;p271"/>
          <p:cNvGrpSpPr/>
          <p:nvPr/>
        </p:nvGrpSpPr>
        <p:grpSpPr>
          <a:xfrm>
            <a:off x="7034570" y="168075"/>
            <a:ext cx="1757682" cy="951244"/>
            <a:chOff x="7034570" y="168075"/>
            <a:chExt cx="1757682" cy="951244"/>
          </a:xfrm>
        </p:grpSpPr>
        <p:sp>
          <p:nvSpPr>
            <p:cNvPr id="6760" name="Google Shape;6760;p271"/>
            <p:cNvSpPr/>
            <p:nvPr/>
          </p:nvSpPr>
          <p:spPr>
            <a:xfrm flipH="1">
              <a:off x="7187129" y="453924"/>
              <a:ext cx="1232274" cy="394612"/>
            </a:xfrm>
            <a:custGeom>
              <a:rect b="b" l="l" r="r" t="t"/>
              <a:pathLst>
                <a:path extrusionOk="0" fill="none" h="4647" w="14511">
                  <a:moveTo>
                    <a:pt x="13894" y="3805"/>
                  </a:moveTo>
                  <a:cubicBezTo>
                    <a:pt x="13263" y="3459"/>
                    <a:pt x="12977" y="3744"/>
                    <a:pt x="12766" y="3459"/>
                  </a:cubicBezTo>
                  <a:cubicBezTo>
                    <a:pt x="12541" y="3173"/>
                    <a:pt x="13383" y="2436"/>
                    <a:pt x="11684" y="1699"/>
                  </a:cubicBezTo>
                  <a:cubicBezTo>
                    <a:pt x="11684" y="1699"/>
                    <a:pt x="11578" y="121"/>
                    <a:pt x="9248" y="60"/>
                  </a:cubicBezTo>
                  <a:cubicBezTo>
                    <a:pt x="6917" y="0"/>
                    <a:pt x="7549" y="1654"/>
                    <a:pt x="6917" y="2045"/>
                  </a:cubicBezTo>
                  <a:cubicBezTo>
                    <a:pt x="6286" y="2436"/>
                    <a:pt x="6120" y="1820"/>
                    <a:pt x="5504" y="2211"/>
                  </a:cubicBezTo>
                  <a:cubicBezTo>
                    <a:pt x="4872" y="2617"/>
                    <a:pt x="5158" y="3399"/>
                    <a:pt x="4647" y="3519"/>
                  </a:cubicBezTo>
                  <a:cubicBezTo>
                    <a:pt x="4135" y="3624"/>
                    <a:pt x="3459" y="3008"/>
                    <a:pt x="2842" y="3399"/>
                  </a:cubicBezTo>
                  <a:cubicBezTo>
                    <a:pt x="2211" y="3805"/>
                    <a:pt x="2211" y="4135"/>
                    <a:pt x="1925" y="4135"/>
                  </a:cubicBezTo>
                  <a:cubicBezTo>
                    <a:pt x="1654" y="4135"/>
                    <a:pt x="1083" y="3910"/>
                    <a:pt x="737" y="4135"/>
                  </a:cubicBezTo>
                  <a:cubicBezTo>
                    <a:pt x="406" y="4376"/>
                    <a:pt x="0" y="4647"/>
                    <a:pt x="0" y="4647"/>
                  </a:cubicBezTo>
                  <a:lnTo>
                    <a:pt x="14345" y="4647"/>
                  </a:lnTo>
                  <a:cubicBezTo>
                    <a:pt x="14345" y="4647"/>
                    <a:pt x="14511" y="4135"/>
                    <a:pt x="13894" y="3805"/>
                  </a:cubicBezTo>
                  <a:close/>
                </a:path>
              </a:pathLst>
            </a:custGeom>
            <a:solidFill>
              <a:schemeClr val="lt1"/>
            </a:solid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1" name="Google Shape;6761;p271"/>
            <p:cNvSpPr/>
            <p:nvPr/>
          </p:nvSpPr>
          <p:spPr>
            <a:xfrm>
              <a:off x="8655275" y="168075"/>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762" name="Google Shape;6762;p271"/>
            <p:cNvGrpSpPr/>
            <p:nvPr/>
          </p:nvGrpSpPr>
          <p:grpSpPr>
            <a:xfrm>
              <a:off x="8686795" y="1013863"/>
              <a:ext cx="105457" cy="105457"/>
              <a:chOff x="7812545" y="194375"/>
              <a:chExt cx="105457" cy="105457"/>
            </a:xfrm>
          </p:grpSpPr>
          <p:sp>
            <p:nvSpPr>
              <p:cNvPr id="6763" name="Google Shape;6763;p271"/>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4" name="Google Shape;6764;p271"/>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5" name="Google Shape;6765;p271"/>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6" name="Google Shape;6766;p271"/>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67" name="Google Shape;6767;p271"/>
            <p:cNvGrpSpPr/>
            <p:nvPr/>
          </p:nvGrpSpPr>
          <p:grpSpPr>
            <a:xfrm>
              <a:off x="7034570" y="192113"/>
              <a:ext cx="105457" cy="105457"/>
              <a:chOff x="7812545" y="194375"/>
              <a:chExt cx="105457" cy="105457"/>
            </a:xfrm>
          </p:grpSpPr>
          <p:sp>
            <p:nvSpPr>
              <p:cNvPr id="6768" name="Google Shape;6768;p271"/>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9" name="Google Shape;6769;p271"/>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0" name="Google Shape;6770;p271"/>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1" name="Google Shape;6771;p271"/>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772" name="Google Shape;6772;p271"/>
          <p:cNvGrpSpPr/>
          <p:nvPr/>
        </p:nvGrpSpPr>
        <p:grpSpPr>
          <a:xfrm>
            <a:off x="8587992" y="4703163"/>
            <a:ext cx="172728" cy="172727"/>
            <a:chOff x="7812545" y="194375"/>
            <a:chExt cx="105457" cy="105457"/>
          </a:xfrm>
        </p:grpSpPr>
        <p:sp>
          <p:nvSpPr>
            <p:cNvPr id="6773" name="Google Shape;6773;p271"/>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4" name="Google Shape;6774;p271"/>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5" name="Google Shape;6775;p271"/>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6" name="Google Shape;6776;p271"/>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2">
    <p:spTree>
      <p:nvGrpSpPr>
        <p:cNvPr id="6777" name="Shape 6777"/>
        <p:cNvGrpSpPr/>
        <p:nvPr/>
      </p:nvGrpSpPr>
      <p:grpSpPr>
        <a:xfrm>
          <a:off x="0" y="0"/>
          <a:ext cx="0" cy="0"/>
          <a:chOff x="0" y="0"/>
          <a:chExt cx="0" cy="0"/>
        </a:xfrm>
      </p:grpSpPr>
      <p:sp>
        <p:nvSpPr>
          <p:cNvPr id="6778" name="Google Shape;6778;p27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6779" name="Google Shape;6779;p272"/>
          <p:cNvSpPr txBox="1"/>
          <p:nvPr>
            <p:ph type="title"/>
          </p:nvPr>
        </p:nvSpPr>
        <p:spPr>
          <a:xfrm>
            <a:off x="685800" y="3668238"/>
            <a:ext cx="3936300" cy="3936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sz="2000"/>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sp>
        <p:nvSpPr>
          <p:cNvPr id="6780" name="Google Shape;6780;p272"/>
          <p:cNvSpPr txBox="1"/>
          <p:nvPr>
            <p:ph idx="1" type="subTitle"/>
          </p:nvPr>
        </p:nvSpPr>
        <p:spPr>
          <a:xfrm>
            <a:off x="685800" y="1386463"/>
            <a:ext cx="6442500" cy="21948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800"/>
              <a:buFont typeface="Barlow"/>
              <a:buNone/>
              <a:defRPr b="1" sz="3400">
                <a:solidFill>
                  <a:schemeClr val="accent2"/>
                </a:solidFill>
              </a:defRPr>
            </a:lvl1pPr>
            <a:lvl2pPr lvl="1" algn="ctr">
              <a:lnSpc>
                <a:spcPct val="100000"/>
              </a:lnSpc>
              <a:spcBef>
                <a:spcPts val="0"/>
              </a:spcBef>
              <a:spcAft>
                <a:spcPts val="0"/>
              </a:spcAft>
              <a:buSzPts val="2800"/>
              <a:buFont typeface="Barlow"/>
              <a:buNone/>
              <a:defRPr b="1" sz="2800">
                <a:latin typeface="Barlow"/>
                <a:ea typeface="Barlow"/>
                <a:cs typeface="Barlow"/>
                <a:sym typeface="Barlow"/>
              </a:defRPr>
            </a:lvl2pPr>
            <a:lvl3pPr lvl="2" algn="ctr">
              <a:lnSpc>
                <a:spcPct val="100000"/>
              </a:lnSpc>
              <a:spcBef>
                <a:spcPts val="0"/>
              </a:spcBef>
              <a:spcAft>
                <a:spcPts val="0"/>
              </a:spcAft>
              <a:buSzPts val="2800"/>
              <a:buFont typeface="Barlow"/>
              <a:buNone/>
              <a:defRPr b="1" sz="2800">
                <a:latin typeface="Barlow"/>
                <a:ea typeface="Barlow"/>
                <a:cs typeface="Barlow"/>
                <a:sym typeface="Barlow"/>
              </a:defRPr>
            </a:lvl3pPr>
            <a:lvl4pPr lvl="3" algn="ctr">
              <a:lnSpc>
                <a:spcPct val="100000"/>
              </a:lnSpc>
              <a:spcBef>
                <a:spcPts val="0"/>
              </a:spcBef>
              <a:spcAft>
                <a:spcPts val="0"/>
              </a:spcAft>
              <a:buSzPts val="2800"/>
              <a:buFont typeface="Barlow"/>
              <a:buNone/>
              <a:defRPr b="1" sz="2800">
                <a:latin typeface="Barlow"/>
                <a:ea typeface="Barlow"/>
                <a:cs typeface="Barlow"/>
                <a:sym typeface="Barlow"/>
              </a:defRPr>
            </a:lvl4pPr>
            <a:lvl5pPr lvl="4" algn="ctr">
              <a:lnSpc>
                <a:spcPct val="100000"/>
              </a:lnSpc>
              <a:spcBef>
                <a:spcPts val="0"/>
              </a:spcBef>
              <a:spcAft>
                <a:spcPts val="0"/>
              </a:spcAft>
              <a:buSzPts val="2800"/>
              <a:buFont typeface="Barlow"/>
              <a:buNone/>
              <a:defRPr b="1" sz="2800">
                <a:latin typeface="Barlow"/>
                <a:ea typeface="Barlow"/>
                <a:cs typeface="Barlow"/>
                <a:sym typeface="Barlow"/>
              </a:defRPr>
            </a:lvl5pPr>
            <a:lvl6pPr lvl="5" algn="ctr">
              <a:lnSpc>
                <a:spcPct val="100000"/>
              </a:lnSpc>
              <a:spcBef>
                <a:spcPts val="0"/>
              </a:spcBef>
              <a:spcAft>
                <a:spcPts val="0"/>
              </a:spcAft>
              <a:buSzPts val="2800"/>
              <a:buFont typeface="Barlow"/>
              <a:buNone/>
              <a:defRPr b="1" sz="2800">
                <a:latin typeface="Barlow"/>
                <a:ea typeface="Barlow"/>
                <a:cs typeface="Barlow"/>
                <a:sym typeface="Barlow"/>
              </a:defRPr>
            </a:lvl6pPr>
            <a:lvl7pPr lvl="6" algn="ctr">
              <a:lnSpc>
                <a:spcPct val="100000"/>
              </a:lnSpc>
              <a:spcBef>
                <a:spcPts val="0"/>
              </a:spcBef>
              <a:spcAft>
                <a:spcPts val="0"/>
              </a:spcAft>
              <a:buSzPts val="2800"/>
              <a:buFont typeface="Barlow"/>
              <a:buNone/>
              <a:defRPr b="1" sz="2800">
                <a:latin typeface="Barlow"/>
                <a:ea typeface="Barlow"/>
                <a:cs typeface="Barlow"/>
                <a:sym typeface="Barlow"/>
              </a:defRPr>
            </a:lvl7pPr>
            <a:lvl8pPr lvl="7" algn="ctr">
              <a:lnSpc>
                <a:spcPct val="100000"/>
              </a:lnSpc>
              <a:spcBef>
                <a:spcPts val="0"/>
              </a:spcBef>
              <a:spcAft>
                <a:spcPts val="0"/>
              </a:spcAft>
              <a:buSzPts val="2800"/>
              <a:buFont typeface="Barlow"/>
              <a:buNone/>
              <a:defRPr b="1" sz="2800">
                <a:latin typeface="Barlow"/>
                <a:ea typeface="Barlow"/>
                <a:cs typeface="Barlow"/>
                <a:sym typeface="Barlow"/>
              </a:defRPr>
            </a:lvl8pPr>
            <a:lvl9pPr lvl="8" algn="ctr">
              <a:lnSpc>
                <a:spcPct val="100000"/>
              </a:lnSpc>
              <a:spcBef>
                <a:spcPts val="0"/>
              </a:spcBef>
              <a:spcAft>
                <a:spcPts val="0"/>
              </a:spcAft>
              <a:buSzPts val="2800"/>
              <a:buFont typeface="Barlow"/>
              <a:buNone/>
              <a:defRPr b="1" sz="2800">
                <a:latin typeface="Barlow"/>
                <a:ea typeface="Barlow"/>
                <a:cs typeface="Barlow"/>
                <a:sym typeface="Barlow"/>
              </a:defRPr>
            </a:lvl9pPr>
          </a:lstStyle>
          <a:p/>
        </p:txBody>
      </p:sp>
      <p:grpSp>
        <p:nvGrpSpPr>
          <p:cNvPr id="6781" name="Google Shape;6781;p272"/>
          <p:cNvGrpSpPr/>
          <p:nvPr/>
        </p:nvGrpSpPr>
        <p:grpSpPr>
          <a:xfrm>
            <a:off x="-270492" y="4323675"/>
            <a:ext cx="2205369" cy="1645127"/>
            <a:chOff x="-270492" y="4323675"/>
            <a:chExt cx="2205369" cy="1645127"/>
          </a:xfrm>
        </p:grpSpPr>
        <p:sp>
          <p:nvSpPr>
            <p:cNvPr id="6782" name="Google Shape;6782;p272"/>
            <p:cNvSpPr/>
            <p:nvPr/>
          </p:nvSpPr>
          <p:spPr>
            <a:xfrm flipH="1">
              <a:off x="-270492" y="4323675"/>
              <a:ext cx="1406967" cy="1131364"/>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3" name="Google Shape;6783;p272"/>
            <p:cNvSpPr/>
            <p:nvPr/>
          </p:nvSpPr>
          <p:spPr>
            <a:xfrm rot="5828238">
              <a:off x="294226" y="4262605"/>
              <a:ext cx="1085117" cy="2077472"/>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84" name="Google Shape;6784;p272"/>
          <p:cNvGrpSpPr/>
          <p:nvPr/>
        </p:nvGrpSpPr>
        <p:grpSpPr>
          <a:xfrm>
            <a:off x="380257" y="228264"/>
            <a:ext cx="797231" cy="676888"/>
            <a:chOff x="380257" y="228264"/>
            <a:chExt cx="797231" cy="676888"/>
          </a:xfrm>
        </p:grpSpPr>
        <p:sp>
          <p:nvSpPr>
            <p:cNvPr id="6785" name="Google Shape;6785;p272"/>
            <p:cNvSpPr/>
            <p:nvPr/>
          </p:nvSpPr>
          <p:spPr>
            <a:xfrm>
              <a:off x="380263" y="799762"/>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786" name="Google Shape;6786;p272"/>
            <p:cNvGrpSpPr/>
            <p:nvPr/>
          </p:nvGrpSpPr>
          <p:grpSpPr>
            <a:xfrm>
              <a:off x="380257" y="294338"/>
              <a:ext cx="105457" cy="105457"/>
              <a:chOff x="7812545" y="194375"/>
              <a:chExt cx="105457" cy="105457"/>
            </a:xfrm>
          </p:grpSpPr>
          <p:sp>
            <p:nvSpPr>
              <p:cNvPr id="6787" name="Google Shape;6787;p272"/>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8" name="Google Shape;6788;p272"/>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9" name="Google Shape;6789;p272"/>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0" name="Google Shape;6790;p272"/>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791" name="Google Shape;6791;p272"/>
            <p:cNvSpPr/>
            <p:nvPr/>
          </p:nvSpPr>
          <p:spPr>
            <a:xfrm>
              <a:off x="1005861" y="228264"/>
              <a:ext cx="171626" cy="171542"/>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BLANK_7">
    <p:spTree>
      <p:nvGrpSpPr>
        <p:cNvPr id="6792" name="Shape 6792"/>
        <p:cNvGrpSpPr/>
        <p:nvPr/>
      </p:nvGrpSpPr>
      <p:grpSpPr>
        <a:xfrm>
          <a:off x="0" y="0"/>
          <a:ext cx="0" cy="0"/>
          <a:chOff x="0" y="0"/>
          <a:chExt cx="0" cy="0"/>
        </a:xfrm>
      </p:grpSpPr>
      <p:sp>
        <p:nvSpPr>
          <p:cNvPr id="6793" name="Google Shape;6793;p27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6794" name="Google Shape;6794;p273"/>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795" name="Google Shape;6795;p273"/>
          <p:cNvSpPr txBox="1"/>
          <p:nvPr>
            <p:ph idx="1" type="subTitle"/>
          </p:nvPr>
        </p:nvSpPr>
        <p:spPr>
          <a:xfrm>
            <a:off x="5284651" y="3218278"/>
            <a:ext cx="2538600" cy="38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800"/>
              <a:buNone/>
              <a:defRPr b="1" sz="2000">
                <a:solidFill>
                  <a:schemeClr val="accent2"/>
                </a:solidFill>
                <a:latin typeface="Barlow"/>
                <a:ea typeface="Barlow"/>
                <a:cs typeface="Barlow"/>
                <a:sym typeface="Barlow"/>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6796" name="Google Shape;6796;p273"/>
          <p:cNvSpPr txBox="1"/>
          <p:nvPr>
            <p:ph idx="2" type="subTitle"/>
          </p:nvPr>
        </p:nvSpPr>
        <p:spPr>
          <a:xfrm>
            <a:off x="5284651" y="3612350"/>
            <a:ext cx="2538600" cy="497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8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6797" name="Google Shape;6797;p273"/>
          <p:cNvSpPr txBox="1"/>
          <p:nvPr>
            <p:ph idx="3" type="subTitle"/>
          </p:nvPr>
        </p:nvSpPr>
        <p:spPr>
          <a:xfrm>
            <a:off x="5284651" y="1917775"/>
            <a:ext cx="2538600" cy="38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800"/>
              <a:buNone/>
              <a:defRPr b="1" sz="2000">
                <a:solidFill>
                  <a:schemeClr val="accent2"/>
                </a:solidFill>
                <a:latin typeface="Barlow"/>
                <a:ea typeface="Barlow"/>
                <a:cs typeface="Barlow"/>
                <a:sym typeface="Barlow"/>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6798" name="Google Shape;6798;p273"/>
          <p:cNvSpPr txBox="1"/>
          <p:nvPr>
            <p:ph idx="4" type="subTitle"/>
          </p:nvPr>
        </p:nvSpPr>
        <p:spPr>
          <a:xfrm>
            <a:off x="5284651" y="2311850"/>
            <a:ext cx="2538600" cy="497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8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6799" name="Google Shape;6799;p273"/>
          <p:cNvSpPr/>
          <p:nvPr/>
        </p:nvSpPr>
        <p:spPr>
          <a:xfrm rot="-1858022">
            <a:off x="-666282" y="4523640"/>
            <a:ext cx="1257303" cy="1273910"/>
          </a:xfrm>
          <a:custGeom>
            <a:rect b="b" l="l" r="r" t="t"/>
            <a:pathLst>
              <a:path extrusionOk="0" h="49357" w="56012">
                <a:moveTo>
                  <a:pt x="29954" y="0"/>
                </a:moveTo>
                <a:cubicBezTo>
                  <a:pt x="26409" y="0"/>
                  <a:pt x="22321" y="902"/>
                  <a:pt x="17654" y="3034"/>
                </a:cubicBezTo>
                <a:cubicBezTo>
                  <a:pt x="17654" y="3034"/>
                  <a:pt x="8827" y="7530"/>
                  <a:pt x="4406" y="14477"/>
                </a:cubicBezTo>
                <a:cubicBezTo>
                  <a:pt x="1" y="21424"/>
                  <a:pt x="347" y="30340"/>
                  <a:pt x="5715" y="36971"/>
                </a:cubicBezTo>
                <a:cubicBezTo>
                  <a:pt x="11068" y="43588"/>
                  <a:pt x="21308" y="42730"/>
                  <a:pt x="29878" y="46926"/>
                </a:cubicBezTo>
                <a:cubicBezTo>
                  <a:pt x="33082" y="48494"/>
                  <a:pt x="36410" y="49356"/>
                  <a:pt x="39533" y="49356"/>
                </a:cubicBezTo>
                <a:cubicBezTo>
                  <a:pt x="44766" y="49356"/>
                  <a:pt x="49425" y="46936"/>
                  <a:pt x="51967" y="41362"/>
                </a:cubicBezTo>
                <a:cubicBezTo>
                  <a:pt x="56012" y="32476"/>
                  <a:pt x="49907" y="29137"/>
                  <a:pt x="48854" y="18852"/>
                </a:cubicBezTo>
                <a:cubicBezTo>
                  <a:pt x="48037" y="10867"/>
                  <a:pt x="42263" y="0"/>
                  <a:pt x="29954"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800" name="Google Shape;6800;p273"/>
          <p:cNvGrpSpPr/>
          <p:nvPr/>
        </p:nvGrpSpPr>
        <p:grpSpPr>
          <a:xfrm>
            <a:off x="7421634" y="154775"/>
            <a:ext cx="1313073" cy="580503"/>
            <a:chOff x="7421634" y="154775"/>
            <a:chExt cx="1313073" cy="580503"/>
          </a:xfrm>
        </p:grpSpPr>
        <p:sp>
          <p:nvSpPr>
            <p:cNvPr id="6801" name="Google Shape;6801;p273"/>
            <p:cNvSpPr/>
            <p:nvPr/>
          </p:nvSpPr>
          <p:spPr>
            <a:xfrm>
              <a:off x="7421637" y="386405"/>
              <a:ext cx="1089450" cy="348874"/>
            </a:xfrm>
            <a:custGeom>
              <a:rect b="b" l="l" r="r" t="t"/>
              <a:pathLst>
                <a:path extrusionOk="0" fill="none" h="4647" w="14511">
                  <a:moveTo>
                    <a:pt x="13894" y="3805"/>
                  </a:moveTo>
                  <a:cubicBezTo>
                    <a:pt x="13263" y="3459"/>
                    <a:pt x="12977" y="3744"/>
                    <a:pt x="12766" y="3459"/>
                  </a:cubicBezTo>
                  <a:cubicBezTo>
                    <a:pt x="12541" y="3173"/>
                    <a:pt x="13383" y="2436"/>
                    <a:pt x="11684" y="1699"/>
                  </a:cubicBezTo>
                  <a:cubicBezTo>
                    <a:pt x="11684" y="1699"/>
                    <a:pt x="11578" y="121"/>
                    <a:pt x="9248" y="60"/>
                  </a:cubicBezTo>
                  <a:cubicBezTo>
                    <a:pt x="6917" y="0"/>
                    <a:pt x="7549" y="1654"/>
                    <a:pt x="6917" y="2045"/>
                  </a:cubicBezTo>
                  <a:cubicBezTo>
                    <a:pt x="6286" y="2436"/>
                    <a:pt x="6120" y="1820"/>
                    <a:pt x="5504" y="2211"/>
                  </a:cubicBezTo>
                  <a:cubicBezTo>
                    <a:pt x="4872" y="2617"/>
                    <a:pt x="5158" y="3399"/>
                    <a:pt x="4647" y="3519"/>
                  </a:cubicBezTo>
                  <a:cubicBezTo>
                    <a:pt x="4135" y="3624"/>
                    <a:pt x="3459" y="3008"/>
                    <a:pt x="2842" y="3399"/>
                  </a:cubicBezTo>
                  <a:cubicBezTo>
                    <a:pt x="2211" y="3805"/>
                    <a:pt x="2211" y="4135"/>
                    <a:pt x="1925" y="4135"/>
                  </a:cubicBezTo>
                  <a:cubicBezTo>
                    <a:pt x="1654" y="4135"/>
                    <a:pt x="1083" y="3910"/>
                    <a:pt x="737" y="4135"/>
                  </a:cubicBezTo>
                  <a:cubicBezTo>
                    <a:pt x="406" y="4376"/>
                    <a:pt x="0" y="4647"/>
                    <a:pt x="0" y="4647"/>
                  </a:cubicBezTo>
                  <a:lnTo>
                    <a:pt x="14345" y="4647"/>
                  </a:lnTo>
                  <a:cubicBezTo>
                    <a:pt x="14345" y="4647"/>
                    <a:pt x="14511" y="4135"/>
                    <a:pt x="13894" y="3805"/>
                  </a:cubicBezTo>
                  <a:close/>
                </a:path>
              </a:pathLst>
            </a:custGeom>
            <a:solidFill>
              <a:schemeClr val="lt1"/>
            </a:solid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802" name="Google Shape;6802;p273"/>
            <p:cNvGrpSpPr/>
            <p:nvPr/>
          </p:nvGrpSpPr>
          <p:grpSpPr>
            <a:xfrm flipH="1">
              <a:off x="7421634" y="154775"/>
              <a:ext cx="93234" cy="93234"/>
              <a:chOff x="7812545" y="194375"/>
              <a:chExt cx="105457" cy="105457"/>
            </a:xfrm>
          </p:grpSpPr>
          <p:sp>
            <p:nvSpPr>
              <p:cNvPr id="6803" name="Google Shape;6803;p273"/>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4" name="Google Shape;6804;p273"/>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5" name="Google Shape;6805;p273"/>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6" name="Google Shape;6806;p273"/>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807" name="Google Shape;6807;p273"/>
            <p:cNvSpPr/>
            <p:nvPr/>
          </p:nvSpPr>
          <p:spPr>
            <a:xfrm flipH="1">
              <a:off x="8641476" y="154795"/>
              <a:ext cx="93231" cy="93173"/>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08" name="Google Shape;6808;p273"/>
          <p:cNvGrpSpPr/>
          <p:nvPr/>
        </p:nvGrpSpPr>
        <p:grpSpPr>
          <a:xfrm>
            <a:off x="7319770" y="4322625"/>
            <a:ext cx="1421044" cy="650202"/>
            <a:chOff x="7319770" y="4322625"/>
            <a:chExt cx="1421044" cy="650202"/>
          </a:xfrm>
        </p:grpSpPr>
        <p:sp>
          <p:nvSpPr>
            <p:cNvPr id="6809" name="Google Shape;6809;p273"/>
            <p:cNvSpPr/>
            <p:nvPr/>
          </p:nvSpPr>
          <p:spPr>
            <a:xfrm>
              <a:off x="8205375" y="4867437"/>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0" name="Google Shape;6810;p273"/>
            <p:cNvSpPr/>
            <p:nvPr/>
          </p:nvSpPr>
          <p:spPr>
            <a:xfrm>
              <a:off x="7868626" y="432262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6811" name="Google Shape;6811;p273"/>
            <p:cNvGrpSpPr/>
            <p:nvPr/>
          </p:nvGrpSpPr>
          <p:grpSpPr>
            <a:xfrm>
              <a:off x="8635357" y="4441263"/>
              <a:ext cx="105457" cy="105457"/>
              <a:chOff x="7812545" y="194375"/>
              <a:chExt cx="105457" cy="105457"/>
            </a:xfrm>
          </p:grpSpPr>
          <p:sp>
            <p:nvSpPr>
              <p:cNvPr id="6812" name="Google Shape;6812;p273"/>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3" name="Google Shape;6813;p273"/>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4" name="Google Shape;6814;p273"/>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5" name="Google Shape;6815;p273"/>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16" name="Google Shape;6816;p273"/>
            <p:cNvGrpSpPr/>
            <p:nvPr/>
          </p:nvGrpSpPr>
          <p:grpSpPr>
            <a:xfrm>
              <a:off x="7319770" y="4672638"/>
              <a:ext cx="105457" cy="105457"/>
              <a:chOff x="7812545" y="194375"/>
              <a:chExt cx="105457" cy="105457"/>
            </a:xfrm>
          </p:grpSpPr>
          <p:sp>
            <p:nvSpPr>
              <p:cNvPr id="6817" name="Google Shape;6817;p273"/>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8" name="Google Shape;6818;p273"/>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9" name="Google Shape;6819;p273"/>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0" name="Google Shape;6820;p273"/>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821" name="Google Shape;6821;p273"/>
          <p:cNvGrpSpPr/>
          <p:nvPr/>
        </p:nvGrpSpPr>
        <p:grpSpPr>
          <a:xfrm>
            <a:off x="-761575" y="-488764"/>
            <a:ext cx="1578128" cy="1318359"/>
            <a:chOff x="-761575" y="-488764"/>
            <a:chExt cx="1578128" cy="1318359"/>
          </a:xfrm>
        </p:grpSpPr>
        <p:sp>
          <p:nvSpPr>
            <p:cNvPr id="6822" name="Google Shape;6822;p273"/>
            <p:cNvSpPr/>
            <p:nvPr/>
          </p:nvSpPr>
          <p:spPr>
            <a:xfrm>
              <a:off x="-761575" y="-455027"/>
              <a:ext cx="1578128" cy="1284622"/>
            </a:xfrm>
            <a:custGeom>
              <a:rect b="b" l="l" r="r" t="t"/>
              <a:pathLst>
                <a:path extrusionOk="0" h="48924" w="60102">
                  <a:moveTo>
                    <a:pt x="31550" y="1"/>
                  </a:moveTo>
                  <a:cubicBezTo>
                    <a:pt x="28688" y="1"/>
                    <a:pt x="25391" y="541"/>
                    <a:pt x="22089" y="2238"/>
                  </a:cubicBezTo>
                  <a:cubicBezTo>
                    <a:pt x="12977" y="6900"/>
                    <a:pt x="8196" y="17230"/>
                    <a:pt x="4091" y="25485"/>
                  </a:cubicBezTo>
                  <a:cubicBezTo>
                    <a:pt x="1" y="33725"/>
                    <a:pt x="2016" y="42612"/>
                    <a:pt x="8767" y="47123"/>
                  </a:cubicBezTo>
                  <a:cubicBezTo>
                    <a:pt x="10764" y="48461"/>
                    <a:pt x="12590" y="48924"/>
                    <a:pt x="14421" y="48924"/>
                  </a:cubicBezTo>
                  <a:cubicBezTo>
                    <a:pt x="18514" y="48924"/>
                    <a:pt x="22630" y="46611"/>
                    <a:pt x="28730" y="46611"/>
                  </a:cubicBezTo>
                  <a:cubicBezTo>
                    <a:pt x="29125" y="46611"/>
                    <a:pt x="29527" y="46621"/>
                    <a:pt x="29939" y="46641"/>
                  </a:cubicBezTo>
                  <a:cubicBezTo>
                    <a:pt x="34134" y="46851"/>
                    <a:pt x="36984" y="47278"/>
                    <a:pt x="39535" y="47278"/>
                  </a:cubicBezTo>
                  <a:cubicBezTo>
                    <a:pt x="42835" y="47278"/>
                    <a:pt x="45637" y="46563"/>
                    <a:pt x="50208" y="43739"/>
                  </a:cubicBezTo>
                  <a:cubicBezTo>
                    <a:pt x="58328" y="38732"/>
                    <a:pt x="60102" y="25500"/>
                    <a:pt x="54042" y="15140"/>
                  </a:cubicBezTo>
                  <a:cubicBezTo>
                    <a:pt x="47997" y="4779"/>
                    <a:pt x="40254" y="1667"/>
                    <a:pt x="40254" y="1667"/>
                  </a:cubicBezTo>
                  <a:cubicBezTo>
                    <a:pt x="40254" y="1667"/>
                    <a:pt x="36573" y="1"/>
                    <a:pt x="31550"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3" name="Google Shape;6823;p273"/>
            <p:cNvSpPr/>
            <p:nvPr/>
          </p:nvSpPr>
          <p:spPr>
            <a:xfrm rot="899878">
              <a:off x="-523899" y="-362625"/>
              <a:ext cx="1102774" cy="971749"/>
            </a:xfrm>
            <a:custGeom>
              <a:rect b="b" l="l" r="r" t="t"/>
              <a:pathLst>
                <a:path extrusionOk="0" h="49357" w="56012">
                  <a:moveTo>
                    <a:pt x="29954" y="0"/>
                  </a:moveTo>
                  <a:cubicBezTo>
                    <a:pt x="26409" y="0"/>
                    <a:pt x="22321" y="902"/>
                    <a:pt x="17654" y="3034"/>
                  </a:cubicBezTo>
                  <a:cubicBezTo>
                    <a:pt x="17654" y="3034"/>
                    <a:pt x="8827" y="7530"/>
                    <a:pt x="4406" y="14477"/>
                  </a:cubicBezTo>
                  <a:cubicBezTo>
                    <a:pt x="1" y="21424"/>
                    <a:pt x="347" y="30340"/>
                    <a:pt x="5715" y="36971"/>
                  </a:cubicBezTo>
                  <a:cubicBezTo>
                    <a:pt x="11068" y="43588"/>
                    <a:pt x="21308" y="42730"/>
                    <a:pt x="29878" y="46926"/>
                  </a:cubicBezTo>
                  <a:cubicBezTo>
                    <a:pt x="33082" y="48494"/>
                    <a:pt x="36410" y="49356"/>
                    <a:pt x="39533" y="49356"/>
                  </a:cubicBezTo>
                  <a:cubicBezTo>
                    <a:pt x="44766" y="49356"/>
                    <a:pt x="49425" y="46936"/>
                    <a:pt x="51967" y="41362"/>
                  </a:cubicBezTo>
                  <a:cubicBezTo>
                    <a:pt x="56012" y="32476"/>
                    <a:pt x="49907" y="29137"/>
                    <a:pt x="48854" y="18852"/>
                  </a:cubicBezTo>
                  <a:cubicBezTo>
                    <a:pt x="48037" y="10867"/>
                    <a:pt x="42263" y="0"/>
                    <a:pt x="29954"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BLANK_18">
    <p:spTree>
      <p:nvGrpSpPr>
        <p:cNvPr id="6824" name="Shape 6824"/>
        <p:cNvGrpSpPr/>
        <p:nvPr/>
      </p:nvGrpSpPr>
      <p:grpSpPr>
        <a:xfrm>
          <a:off x="0" y="0"/>
          <a:ext cx="0" cy="0"/>
          <a:chOff x="0" y="0"/>
          <a:chExt cx="0" cy="0"/>
        </a:xfrm>
      </p:grpSpPr>
      <p:sp>
        <p:nvSpPr>
          <p:cNvPr id="6825" name="Google Shape;6825;p27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6826" name="Google Shape;6826;p274"/>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827" name="Google Shape;6827;p274"/>
          <p:cNvSpPr txBox="1"/>
          <p:nvPr>
            <p:ph idx="1" type="subTitle"/>
          </p:nvPr>
        </p:nvSpPr>
        <p:spPr>
          <a:xfrm>
            <a:off x="4998625" y="1632940"/>
            <a:ext cx="3459600" cy="38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800"/>
              <a:buNone/>
              <a:defRPr b="1" sz="2000">
                <a:solidFill>
                  <a:schemeClr val="accent2"/>
                </a:solidFill>
                <a:latin typeface="Barlow"/>
                <a:ea typeface="Barlow"/>
                <a:cs typeface="Barlow"/>
                <a:sym typeface="Barlow"/>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6828" name="Google Shape;6828;p274"/>
          <p:cNvSpPr txBox="1"/>
          <p:nvPr>
            <p:ph idx="2" type="subTitle"/>
          </p:nvPr>
        </p:nvSpPr>
        <p:spPr>
          <a:xfrm>
            <a:off x="4998625" y="2118453"/>
            <a:ext cx="3459600" cy="20013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accent1"/>
              </a:buClr>
              <a:buSzPts val="1800"/>
              <a:buChar char="●"/>
              <a:defRPr/>
            </a:lvl1pPr>
            <a:lvl2pPr lvl="1" algn="ctr">
              <a:lnSpc>
                <a:spcPct val="100000"/>
              </a:lnSpc>
              <a:spcBef>
                <a:spcPts val="0"/>
              </a:spcBef>
              <a:spcAft>
                <a:spcPts val="0"/>
              </a:spcAft>
              <a:buSzPts val="1800"/>
              <a:buChar char="○"/>
              <a:defRPr sz="1800"/>
            </a:lvl2pPr>
            <a:lvl3pPr lvl="2" algn="ctr">
              <a:lnSpc>
                <a:spcPct val="100000"/>
              </a:lnSpc>
              <a:spcBef>
                <a:spcPts val="0"/>
              </a:spcBef>
              <a:spcAft>
                <a:spcPts val="0"/>
              </a:spcAft>
              <a:buSzPts val="1800"/>
              <a:buChar char="■"/>
              <a:defRPr sz="1800"/>
            </a:lvl3pPr>
            <a:lvl4pPr lvl="3" algn="ctr">
              <a:lnSpc>
                <a:spcPct val="100000"/>
              </a:lnSpc>
              <a:spcBef>
                <a:spcPts val="0"/>
              </a:spcBef>
              <a:spcAft>
                <a:spcPts val="0"/>
              </a:spcAft>
              <a:buSzPts val="1800"/>
              <a:buChar char="●"/>
              <a:defRPr sz="1800"/>
            </a:lvl4pPr>
            <a:lvl5pPr lvl="4" algn="ctr">
              <a:lnSpc>
                <a:spcPct val="100000"/>
              </a:lnSpc>
              <a:spcBef>
                <a:spcPts val="0"/>
              </a:spcBef>
              <a:spcAft>
                <a:spcPts val="0"/>
              </a:spcAft>
              <a:buSzPts val="1800"/>
              <a:buChar char="○"/>
              <a:defRPr sz="1800"/>
            </a:lvl5pPr>
            <a:lvl6pPr lvl="5" algn="ctr">
              <a:lnSpc>
                <a:spcPct val="100000"/>
              </a:lnSpc>
              <a:spcBef>
                <a:spcPts val="0"/>
              </a:spcBef>
              <a:spcAft>
                <a:spcPts val="0"/>
              </a:spcAft>
              <a:buSzPts val="1800"/>
              <a:buChar char="■"/>
              <a:defRPr sz="1800"/>
            </a:lvl6pPr>
            <a:lvl7pPr lvl="6" algn="ctr">
              <a:lnSpc>
                <a:spcPct val="100000"/>
              </a:lnSpc>
              <a:spcBef>
                <a:spcPts val="0"/>
              </a:spcBef>
              <a:spcAft>
                <a:spcPts val="0"/>
              </a:spcAft>
              <a:buSzPts val="1800"/>
              <a:buChar char="●"/>
              <a:defRPr sz="1800"/>
            </a:lvl7pPr>
            <a:lvl8pPr lvl="7" algn="ctr">
              <a:lnSpc>
                <a:spcPct val="100000"/>
              </a:lnSpc>
              <a:spcBef>
                <a:spcPts val="0"/>
              </a:spcBef>
              <a:spcAft>
                <a:spcPts val="0"/>
              </a:spcAft>
              <a:buSzPts val="1800"/>
              <a:buChar char="○"/>
              <a:defRPr sz="1800"/>
            </a:lvl8pPr>
            <a:lvl9pPr lvl="8" algn="ctr">
              <a:lnSpc>
                <a:spcPct val="100000"/>
              </a:lnSpc>
              <a:spcBef>
                <a:spcPts val="0"/>
              </a:spcBef>
              <a:spcAft>
                <a:spcPts val="0"/>
              </a:spcAft>
              <a:buSzPts val="1800"/>
              <a:buChar char="■"/>
              <a:defRPr sz="1800"/>
            </a:lvl9pPr>
          </a:lstStyle>
          <a:p/>
        </p:txBody>
      </p:sp>
      <p:sp>
        <p:nvSpPr>
          <p:cNvPr id="6829" name="Google Shape;6829;p274"/>
          <p:cNvSpPr txBox="1"/>
          <p:nvPr>
            <p:ph idx="3" type="subTitle"/>
          </p:nvPr>
        </p:nvSpPr>
        <p:spPr>
          <a:xfrm>
            <a:off x="685800" y="1632940"/>
            <a:ext cx="3459600" cy="38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800"/>
              <a:buNone/>
              <a:defRPr b="1" sz="2000">
                <a:solidFill>
                  <a:schemeClr val="accent2"/>
                </a:solidFill>
                <a:latin typeface="Barlow"/>
                <a:ea typeface="Barlow"/>
                <a:cs typeface="Barlow"/>
                <a:sym typeface="Barlow"/>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6830" name="Google Shape;6830;p274"/>
          <p:cNvSpPr txBox="1"/>
          <p:nvPr>
            <p:ph idx="4" type="subTitle"/>
          </p:nvPr>
        </p:nvSpPr>
        <p:spPr>
          <a:xfrm>
            <a:off x="685800" y="2118455"/>
            <a:ext cx="3459600" cy="20013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accent1"/>
              </a:buClr>
              <a:buSzPts val="1800"/>
              <a:buChar char="●"/>
              <a:defRPr/>
            </a:lvl1pPr>
            <a:lvl2pPr lvl="1" algn="ctr">
              <a:lnSpc>
                <a:spcPct val="100000"/>
              </a:lnSpc>
              <a:spcBef>
                <a:spcPts val="0"/>
              </a:spcBef>
              <a:spcAft>
                <a:spcPts val="0"/>
              </a:spcAft>
              <a:buSzPts val="1800"/>
              <a:buChar char="○"/>
              <a:defRPr sz="1800"/>
            </a:lvl2pPr>
            <a:lvl3pPr lvl="2" algn="ctr">
              <a:lnSpc>
                <a:spcPct val="100000"/>
              </a:lnSpc>
              <a:spcBef>
                <a:spcPts val="0"/>
              </a:spcBef>
              <a:spcAft>
                <a:spcPts val="0"/>
              </a:spcAft>
              <a:buSzPts val="1800"/>
              <a:buChar char="■"/>
              <a:defRPr sz="1800"/>
            </a:lvl3pPr>
            <a:lvl4pPr lvl="3" algn="ctr">
              <a:lnSpc>
                <a:spcPct val="100000"/>
              </a:lnSpc>
              <a:spcBef>
                <a:spcPts val="0"/>
              </a:spcBef>
              <a:spcAft>
                <a:spcPts val="0"/>
              </a:spcAft>
              <a:buSzPts val="1800"/>
              <a:buChar char="●"/>
              <a:defRPr sz="1800"/>
            </a:lvl4pPr>
            <a:lvl5pPr lvl="4" algn="ctr">
              <a:lnSpc>
                <a:spcPct val="100000"/>
              </a:lnSpc>
              <a:spcBef>
                <a:spcPts val="0"/>
              </a:spcBef>
              <a:spcAft>
                <a:spcPts val="0"/>
              </a:spcAft>
              <a:buSzPts val="1800"/>
              <a:buChar char="○"/>
              <a:defRPr sz="1800"/>
            </a:lvl5pPr>
            <a:lvl6pPr lvl="5" algn="ctr">
              <a:lnSpc>
                <a:spcPct val="100000"/>
              </a:lnSpc>
              <a:spcBef>
                <a:spcPts val="0"/>
              </a:spcBef>
              <a:spcAft>
                <a:spcPts val="0"/>
              </a:spcAft>
              <a:buSzPts val="1800"/>
              <a:buChar char="■"/>
              <a:defRPr sz="1800"/>
            </a:lvl6pPr>
            <a:lvl7pPr lvl="6" algn="ctr">
              <a:lnSpc>
                <a:spcPct val="100000"/>
              </a:lnSpc>
              <a:spcBef>
                <a:spcPts val="0"/>
              </a:spcBef>
              <a:spcAft>
                <a:spcPts val="0"/>
              </a:spcAft>
              <a:buSzPts val="1800"/>
              <a:buChar char="●"/>
              <a:defRPr sz="1800"/>
            </a:lvl7pPr>
            <a:lvl8pPr lvl="7" algn="ctr">
              <a:lnSpc>
                <a:spcPct val="100000"/>
              </a:lnSpc>
              <a:spcBef>
                <a:spcPts val="0"/>
              </a:spcBef>
              <a:spcAft>
                <a:spcPts val="0"/>
              </a:spcAft>
              <a:buSzPts val="1800"/>
              <a:buChar char="○"/>
              <a:defRPr sz="1800"/>
            </a:lvl8pPr>
            <a:lvl9pPr lvl="8" algn="ctr">
              <a:lnSpc>
                <a:spcPct val="100000"/>
              </a:lnSpc>
              <a:spcBef>
                <a:spcPts val="0"/>
              </a:spcBef>
              <a:spcAft>
                <a:spcPts val="0"/>
              </a:spcAft>
              <a:buSzPts val="1800"/>
              <a:buChar char="■"/>
              <a:defRPr sz="1800"/>
            </a:lvl9pPr>
          </a:lstStyle>
          <a:p/>
        </p:txBody>
      </p:sp>
      <p:grpSp>
        <p:nvGrpSpPr>
          <p:cNvPr id="6831" name="Google Shape;6831;p274"/>
          <p:cNvGrpSpPr/>
          <p:nvPr/>
        </p:nvGrpSpPr>
        <p:grpSpPr>
          <a:xfrm>
            <a:off x="8084850" y="4293850"/>
            <a:ext cx="1463600" cy="1388798"/>
            <a:chOff x="8084850" y="4293850"/>
            <a:chExt cx="1463600" cy="1388798"/>
          </a:xfrm>
        </p:grpSpPr>
        <p:sp>
          <p:nvSpPr>
            <p:cNvPr id="6832" name="Google Shape;6832;p274"/>
            <p:cNvSpPr/>
            <p:nvPr/>
          </p:nvSpPr>
          <p:spPr>
            <a:xfrm flipH="1">
              <a:off x="8084857" y="4293850"/>
              <a:ext cx="1463593" cy="1176898"/>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3" name="Google Shape;6833;p274"/>
            <p:cNvSpPr/>
            <p:nvPr/>
          </p:nvSpPr>
          <p:spPr>
            <a:xfrm>
              <a:off x="8084850" y="4432988"/>
              <a:ext cx="1411448" cy="1249660"/>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34" name="Google Shape;6834;p274"/>
          <p:cNvGrpSpPr/>
          <p:nvPr/>
        </p:nvGrpSpPr>
        <p:grpSpPr>
          <a:xfrm>
            <a:off x="-717350" y="3957135"/>
            <a:ext cx="1914569" cy="1586363"/>
            <a:chOff x="-717350" y="3957135"/>
            <a:chExt cx="1914569" cy="1586363"/>
          </a:xfrm>
        </p:grpSpPr>
        <p:sp>
          <p:nvSpPr>
            <p:cNvPr id="6835" name="Google Shape;6835;p274"/>
            <p:cNvSpPr/>
            <p:nvPr/>
          </p:nvSpPr>
          <p:spPr>
            <a:xfrm>
              <a:off x="1103988" y="4872095"/>
              <a:ext cx="93231" cy="93173"/>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836" name="Google Shape;6836;p274"/>
            <p:cNvGrpSpPr/>
            <p:nvPr/>
          </p:nvGrpSpPr>
          <p:grpSpPr>
            <a:xfrm>
              <a:off x="361171" y="3957135"/>
              <a:ext cx="93234" cy="93234"/>
              <a:chOff x="7812545" y="194375"/>
              <a:chExt cx="105457" cy="105457"/>
            </a:xfrm>
          </p:grpSpPr>
          <p:sp>
            <p:nvSpPr>
              <p:cNvPr id="6837" name="Google Shape;6837;p274"/>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8" name="Google Shape;6838;p274"/>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9" name="Google Shape;6839;p274"/>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0" name="Google Shape;6840;p274"/>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841" name="Google Shape;6841;p274"/>
            <p:cNvSpPr/>
            <p:nvPr/>
          </p:nvSpPr>
          <p:spPr>
            <a:xfrm>
              <a:off x="-717350" y="4293838"/>
              <a:ext cx="1411448" cy="1249660"/>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42" name="Google Shape;6842;p274"/>
          <p:cNvGrpSpPr/>
          <p:nvPr/>
        </p:nvGrpSpPr>
        <p:grpSpPr>
          <a:xfrm>
            <a:off x="221846" y="184375"/>
            <a:ext cx="644290" cy="401656"/>
            <a:chOff x="221846" y="184375"/>
            <a:chExt cx="644290" cy="401656"/>
          </a:xfrm>
        </p:grpSpPr>
        <p:grpSp>
          <p:nvGrpSpPr>
            <p:cNvPr id="6843" name="Google Shape;6843;p274"/>
            <p:cNvGrpSpPr/>
            <p:nvPr/>
          </p:nvGrpSpPr>
          <p:grpSpPr>
            <a:xfrm>
              <a:off x="772902" y="184375"/>
              <a:ext cx="93234" cy="93234"/>
              <a:chOff x="7812545" y="194375"/>
              <a:chExt cx="105457" cy="105457"/>
            </a:xfrm>
          </p:grpSpPr>
          <p:sp>
            <p:nvSpPr>
              <p:cNvPr id="6844" name="Google Shape;6844;p274"/>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5" name="Google Shape;6845;p274"/>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6" name="Google Shape;6846;p274"/>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7" name="Google Shape;6847;p274"/>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48" name="Google Shape;6848;p274"/>
            <p:cNvGrpSpPr/>
            <p:nvPr/>
          </p:nvGrpSpPr>
          <p:grpSpPr>
            <a:xfrm>
              <a:off x="221846" y="492797"/>
              <a:ext cx="93234" cy="93234"/>
              <a:chOff x="7812545" y="194375"/>
              <a:chExt cx="105457" cy="105457"/>
            </a:xfrm>
          </p:grpSpPr>
          <p:sp>
            <p:nvSpPr>
              <p:cNvPr id="6849" name="Google Shape;6849;p274"/>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0" name="Google Shape;6850;p274"/>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1" name="Google Shape;6851;p274"/>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2" name="Google Shape;6852;p274"/>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3">
  <p:cSld name="BLANK_22">
    <p:spTree>
      <p:nvGrpSpPr>
        <p:cNvPr id="6853" name="Shape 6853"/>
        <p:cNvGrpSpPr/>
        <p:nvPr/>
      </p:nvGrpSpPr>
      <p:grpSpPr>
        <a:xfrm>
          <a:off x="0" y="0"/>
          <a:ext cx="0" cy="0"/>
          <a:chOff x="0" y="0"/>
          <a:chExt cx="0" cy="0"/>
        </a:xfrm>
      </p:grpSpPr>
      <p:sp>
        <p:nvSpPr>
          <p:cNvPr id="6854" name="Google Shape;6854;p27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6855" name="Google Shape;6855;p275"/>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856" name="Google Shape;6856;p275"/>
          <p:cNvSpPr txBox="1"/>
          <p:nvPr>
            <p:ph idx="1" type="subTitle"/>
          </p:nvPr>
        </p:nvSpPr>
        <p:spPr>
          <a:xfrm>
            <a:off x="2286745" y="3114078"/>
            <a:ext cx="4265700" cy="38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800"/>
              <a:buNone/>
              <a:defRPr b="1" sz="2000">
                <a:solidFill>
                  <a:schemeClr val="accent2"/>
                </a:solidFill>
                <a:latin typeface="Barlow"/>
                <a:ea typeface="Barlow"/>
                <a:cs typeface="Barlow"/>
                <a:sym typeface="Barlow"/>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6857" name="Google Shape;6857;p275"/>
          <p:cNvSpPr txBox="1"/>
          <p:nvPr>
            <p:ph idx="2" type="subTitle"/>
          </p:nvPr>
        </p:nvSpPr>
        <p:spPr>
          <a:xfrm>
            <a:off x="2286745" y="3508150"/>
            <a:ext cx="4265700" cy="497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8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6858" name="Google Shape;6858;p275"/>
          <p:cNvSpPr txBox="1"/>
          <p:nvPr>
            <p:ph idx="3" type="subTitle"/>
          </p:nvPr>
        </p:nvSpPr>
        <p:spPr>
          <a:xfrm>
            <a:off x="2286745" y="1737375"/>
            <a:ext cx="4265700" cy="38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800"/>
              <a:buNone/>
              <a:defRPr b="1" sz="2000">
                <a:solidFill>
                  <a:schemeClr val="accent2"/>
                </a:solidFill>
                <a:latin typeface="Barlow"/>
                <a:ea typeface="Barlow"/>
                <a:cs typeface="Barlow"/>
                <a:sym typeface="Barlow"/>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6859" name="Google Shape;6859;p275"/>
          <p:cNvSpPr txBox="1"/>
          <p:nvPr>
            <p:ph idx="4" type="subTitle"/>
          </p:nvPr>
        </p:nvSpPr>
        <p:spPr>
          <a:xfrm>
            <a:off x="2286745" y="2131450"/>
            <a:ext cx="4265700" cy="497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8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6860" name="Google Shape;6860;p275"/>
          <p:cNvSpPr txBox="1"/>
          <p:nvPr>
            <p:ph hasCustomPrompt="1" idx="5" type="title"/>
          </p:nvPr>
        </p:nvSpPr>
        <p:spPr>
          <a:xfrm>
            <a:off x="7001304" y="2043438"/>
            <a:ext cx="1280700" cy="528300"/>
          </a:xfrm>
          <a:prstGeom prst="rect">
            <a:avLst/>
          </a:prstGeom>
        </p:spPr>
        <p:txBody>
          <a:bodyPr anchorCtr="0" anchor="ctr" bIns="91425" lIns="91425" spcFirstLastPara="1" rIns="91425" wrap="square" tIns="91425">
            <a:noAutofit/>
          </a:bodyPr>
          <a:lstStyle>
            <a:lvl1pPr lvl="0" algn="ctr">
              <a:spcBef>
                <a:spcPts val="0"/>
              </a:spcBef>
              <a:spcAft>
                <a:spcPts val="0"/>
              </a:spcAft>
              <a:buSzPts val="3000"/>
              <a:buNone/>
              <a:defRPr sz="3000">
                <a:solidFill>
                  <a:schemeClr val="accent2"/>
                </a:solidFill>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sp>
        <p:nvSpPr>
          <p:cNvPr id="6861" name="Google Shape;6861;p275"/>
          <p:cNvSpPr txBox="1"/>
          <p:nvPr>
            <p:ph hasCustomPrompt="1" idx="6" type="title"/>
          </p:nvPr>
        </p:nvSpPr>
        <p:spPr>
          <a:xfrm>
            <a:off x="7001304" y="3421613"/>
            <a:ext cx="1280700" cy="528300"/>
          </a:xfrm>
          <a:prstGeom prst="rect">
            <a:avLst/>
          </a:prstGeom>
        </p:spPr>
        <p:txBody>
          <a:bodyPr anchorCtr="0" anchor="ctr" bIns="91425" lIns="91425" spcFirstLastPara="1" rIns="91425" wrap="square" tIns="91425">
            <a:noAutofit/>
          </a:bodyPr>
          <a:lstStyle>
            <a:lvl1pPr lvl="0" algn="ctr">
              <a:spcBef>
                <a:spcPts val="0"/>
              </a:spcBef>
              <a:spcAft>
                <a:spcPts val="0"/>
              </a:spcAft>
              <a:buSzPts val="3000"/>
              <a:buNone/>
              <a:defRPr sz="3000">
                <a:solidFill>
                  <a:schemeClr val="accent2"/>
                </a:solidFill>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grpSp>
        <p:nvGrpSpPr>
          <p:cNvPr id="6862" name="Google Shape;6862;p275"/>
          <p:cNvGrpSpPr/>
          <p:nvPr/>
        </p:nvGrpSpPr>
        <p:grpSpPr>
          <a:xfrm>
            <a:off x="-427206" y="4089303"/>
            <a:ext cx="1802175" cy="1760346"/>
            <a:chOff x="-427206" y="4089303"/>
            <a:chExt cx="1802175" cy="1760346"/>
          </a:xfrm>
        </p:grpSpPr>
        <p:sp>
          <p:nvSpPr>
            <p:cNvPr id="6863" name="Google Shape;6863;p275"/>
            <p:cNvSpPr/>
            <p:nvPr/>
          </p:nvSpPr>
          <p:spPr>
            <a:xfrm flipH="1">
              <a:off x="-427206" y="4089303"/>
              <a:ext cx="1802175" cy="1449157"/>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4" name="Google Shape;6864;p275"/>
            <p:cNvSpPr/>
            <p:nvPr/>
          </p:nvSpPr>
          <p:spPr>
            <a:xfrm rot="5828238">
              <a:off x="-16738" y="4485381"/>
              <a:ext cx="1085117" cy="1469222"/>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65" name="Google Shape;6865;p275"/>
          <p:cNvGrpSpPr/>
          <p:nvPr/>
        </p:nvGrpSpPr>
        <p:grpSpPr>
          <a:xfrm>
            <a:off x="241711" y="191700"/>
            <a:ext cx="706103" cy="747169"/>
            <a:chOff x="241711" y="191700"/>
            <a:chExt cx="706103" cy="747169"/>
          </a:xfrm>
        </p:grpSpPr>
        <p:sp>
          <p:nvSpPr>
            <p:cNvPr id="6866" name="Google Shape;6866;p275"/>
            <p:cNvSpPr/>
            <p:nvPr/>
          </p:nvSpPr>
          <p:spPr>
            <a:xfrm>
              <a:off x="842363" y="191700"/>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867" name="Google Shape;6867;p275"/>
            <p:cNvGrpSpPr/>
            <p:nvPr/>
          </p:nvGrpSpPr>
          <p:grpSpPr>
            <a:xfrm>
              <a:off x="307895" y="833413"/>
              <a:ext cx="105457" cy="105457"/>
              <a:chOff x="7812545" y="194375"/>
              <a:chExt cx="105457" cy="105457"/>
            </a:xfrm>
          </p:grpSpPr>
          <p:sp>
            <p:nvSpPr>
              <p:cNvPr id="6868" name="Google Shape;6868;p275"/>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9" name="Google Shape;6869;p275"/>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0" name="Google Shape;6870;p275"/>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1" name="Google Shape;6871;p275"/>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872" name="Google Shape;6872;p275"/>
            <p:cNvSpPr/>
            <p:nvPr/>
          </p:nvSpPr>
          <p:spPr>
            <a:xfrm>
              <a:off x="241711" y="244839"/>
              <a:ext cx="171626" cy="171542"/>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873" name="Google Shape;6873;p275"/>
          <p:cNvSpPr/>
          <p:nvPr/>
        </p:nvSpPr>
        <p:spPr>
          <a:xfrm rot="2700000">
            <a:off x="8490124" y="4034762"/>
            <a:ext cx="1085154" cy="1469202"/>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4">
  <p:cSld name="BLANK_25">
    <p:spTree>
      <p:nvGrpSpPr>
        <p:cNvPr id="6874" name="Shape 6874"/>
        <p:cNvGrpSpPr/>
        <p:nvPr/>
      </p:nvGrpSpPr>
      <p:grpSpPr>
        <a:xfrm>
          <a:off x="0" y="0"/>
          <a:ext cx="0" cy="0"/>
          <a:chOff x="0" y="0"/>
          <a:chExt cx="0" cy="0"/>
        </a:xfrm>
      </p:grpSpPr>
      <p:sp>
        <p:nvSpPr>
          <p:cNvPr id="6875" name="Google Shape;6875;p27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6876" name="Google Shape;6876;p276"/>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877" name="Google Shape;6877;p276"/>
          <p:cNvSpPr txBox="1"/>
          <p:nvPr>
            <p:ph idx="1" type="subTitle"/>
          </p:nvPr>
        </p:nvSpPr>
        <p:spPr>
          <a:xfrm>
            <a:off x="4998625" y="1284148"/>
            <a:ext cx="3459600" cy="2938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accent1"/>
              </a:buClr>
              <a:buSzPts val="1400"/>
              <a:buChar char="●"/>
              <a:defRPr b="1"/>
            </a:lvl1pPr>
            <a:lvl2pPr lvl="1" algn="ctr">
              <a:lnSpc>
                <a:spcPct val="100000"/>
              </a:lnSpc>
              <a:spcBef>
                <a:spcPts val="0"/>
              </a:spcBef>
              <a:spcAft>
                <a:spcPts val="0"/>
              </a:spcAft>
              <a:buSzPts val="1400"/>
              <a:buChar char="○"/>
              <a:defRPr sz="1800"/>
            </a:lvl2pPr>
            <a:lvl3pPr lvl="2" algn="ctr">
              <a:lnSpc>
                <a:spcPct val="100000"/>
              </a:lnSpc>
              <a:spcBef>
                <a:spcPts val="0"/>
              </a:spcBef>
              <a:spcAft>
                <a:spcPts val="0"/>
              </a:spcAft>
              <a:buSzPts val="1400"/>
              <a:buChar char="■"/>
              <a:defRPr sz="1800"/>
            </a:lvl3pPr>
            <a:lvl4pPr lvl="3" algn="ctr">
              <a:lnSpc>
                <a:spcPct val="100000"/>
              </a:lnSpc>
              <a:spcBef>
                <a:spcPts val="0"/>
              </a:spcBef>
              <a:spcAft>
                <a:spcPts val="0"/>
              </a:spcAft>
              <a:buSzPts val="1400"/>
              <a:buChar char="●"/>
              <a:defRPr sz="1800"/>
            </a:lvl4pPr>
            <a:lvl5pPr lvl="4" algn="ctr">
              <a:lnSpc>
                <a:spcPct val="100000"/>
              </a:lnSpc>
              <a:spcBef>
                <a:spcPts val="0"/>
              </a:spcBef>
              <a:spcAft>
                <a:spcPts val="0"/>
              </a:spcAft>
              <a:buSzPts val="1400"/>
              <a:buChar char="○"/>
              <a:defRPr sz="1800"/>
            </a:lvl5pPr>
            <a:lvl6pPr lvl="5" algn="ctr">
              <a:lnSpc>
                <a:spcPct val="100000"/>
              </a:lnSpc>
              <a:spcBef>
                <a:spcPts val="0"/>
              </a:spcBef>
              <a:spcAft>
                <a:spcPts val="0"/>
              </a:spcAft>
              <a:buSzPts val="1400"/>
              <a:buChar char="■"/>
              <a:defRPr sz="1800"/>
            </a:lvl6pPr>
            <a:lvl7pPr lvl="6" algn="ctr">
              <a:lnSpc>
                <a:spcPct val="100000"/>
              </a:lnSpc>
              <a:spcBef>
                <a:spcPts val="0"/>
              </a:spcBef>
              <a:spcAft>
                <a:spcPts val="0"/>
              </a:spcAft>
              <a:buSzPts val="1400"/>
              <a:buChar char="●"/>
              <a:defRPr sz="1800"/>
            </a:lvl7pPr>
            <a:lvl8pPr lvl="7" algn="ctr">
              <a:lnSpc>
                <a:spcPct val="100000"/>
              </a:lnSpc>
              <a:spcBef>
                <a:spcPts val="0"/>
              </a:spcBef>
              <a:spcAft>
                <a:spcPts val="0"/>
              </a:spcAft>
              <a:buSzPts val="1400"/>
              <a:buChar char="○"/>
              <a:defRPr sz="1800"/>
            </a:lvl8pPr>
            <a:lvl9pPr lvl="8" algn="ctr">
              <a:lnSpc>
                <a:spcPct val="100000"/>
              </a:lnSpc>
              <a:spcBef>
                <a:spcPts val="0"/>
              </a:spcBef>
              <a:spcAft>
                <a:spcPts val="0"/>
              </a:spcAft>
              <a:buSzPts val="1400"/>
              <a:buChar char="■"/>
              <a:defRPr sz="1800"/>
            </a:lvl9pPr>
          </a:lstStyle>
          <a:p/>
        </p:txBody>
      </p:sp>
      <p:sp>
        <p:nvSpPr>
          <p:cNvPr id="6878" name="Google Shape;6878;p276"/>
          <p:cNvSpPr txBox="1"/>
          <p:nvPr>
            <p:ph idx="2" type="subTitle"/>
          </p:nvPr>
        </p:nvSpPr>
        <p:spPr>
          <a:xfrm>
            <a:off x="685800" y="1284151"/>
            <a:ext cx="3459600" cy="2938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400"/>
              <a:buChar char="●"/>
              <a:defRPr/>
            </a:lvl1pPr>
            <a:lvl2pPr lvl="1" algn="ctr">
              <a:lnSpc>
                <a:spcPct val="100000"/>
              </a:lnSpc>
              <a:spcBef>
                <a:spcPts val="0"/>
              </a:spcBef>
              <a:spcAft>
                <a:spcPts val="0"/>
              </a:spcAft>
              <a:buSzPts val="1400"/>
              <a:buChar char="○"/>
              <a:defRPr sz="1800"/>
            </a:lvl2pPr>
            <a:lvl3pPr lvl="2" algn="ctr">
              <a:lnSpc>
                <a:spcPct val="100000"/>
              </a:lnSpc>
              <a:spcBef>
                <a:spcPts val="0"/>
              </a:spcBef>
              <a:spcAft>
                <a:spcPts val="0"/>
              </a:spcAft>
              <a:buSzPts val="1400"/>
              <a:buChar char="■"/>
              <a:defRPr sz="1800"/>
            </a:lvl3pPr>
            <a:lvl4pPr lvl="3" algn="ctr">
              <a:lnSpc>
                <a:spcPct val="100000"/>
              </a:lnSpc>
              <a:spcBef>
                <a:spcPts val="0"/>
              </a:spcBef>
              <a:spcAft>
                <a:spcPts val="0"/>
              </a:spcAft>
              <a:buSzPts val="1400"/>
              <a:buChar char="●"/>
              <a:defRPr sz="1800"/>
            </a:lvl4pPr>
            <a:lvl5pPr lvl="4" algn="ctr">
              <a:lnSpc>
                <a:spcPct val="100000"/>
              </a:lnSpc>
              <a:spcBef>
                <a:spcPts val="0"/>
              </a:spcBef>
              <a:spcAft>
                <a:spcPts val="0"/>
              </a:spcAft>
              <a:buSzPts val="1400"/>
              <a:buChar char="○"/>
              <a:defRPr sz="1800"/>
            </a:lvl5pPr>
            <a:lvl6pPr lvl="5" algn="ctr">
              <a:lnSpc>
                <a:spcPct val="100000"/>
              </a:lnSpc>
              <a:spcBef>
                <a:spcPts val="0"/>
              </a:spcBef>
              <a:spcAft>
                <a:spcPts val="0"/>
              </a:spcAft>
              <a:buSzPts val="1400"/>
              <a:buChar char="■"/>
              <a:defRPr sz="1800"/>
            </a:lvl6pPr>
            <a:lvl7pPr lvl="6" algn="ctr">
              <a:lnSpc>
                <a:spcPct val="100000"/>
              </a:lnSpc>
              <a:spcBef>
                <a:spcPts val="0"/>
              </a:spcBef>
              <a:spcAft>
                <a:spcPts val="0"/>
              </a:spcAft>
              <a:buSzPts val="1400"/>
              <a:buChar char="●"/>
              <a:defRPr sz="1800"/>
            </a:lvl7pPr>
            <a:lvl8pPr lvl="7" algn="ctr">
              <a:lnSpc>
                <a:spcPct val="100000"/>
              </a:lnSpc>
              <a:spcBef>
                <a:spcPts val="0"/>
              </a:spcBef>
              <a:spcAft>
                <a:spcPts val="0"/>
              </a:spcAft>
              <a:buSzPts val="1400"/>
              <a:buChar char="○"/>
              <a:defRPr sz="1800"/>
            </a:lvl8pPr>
            <a:lvl9pPr lvl="8" algn="ctr">
              <a:lnSpc>
                <a:spcPct val="100000"/>
              </a:lnSpc>
              <a:spcBef>
                <a:spcPts val="0"/>
              </a:spcBef>
              <a:spcAft>
                <a:spcPts val="0"/>
              </a:spcAft>
              <a:buSzPts val="1400"/>
              <a:buChar char="■"/>
              <a:defRPr sz="1800"/>
            </a:lvl9pPr>
          </a:lstStyle>
          <a:p/>
        </p:txBody>
      </p:sp>
      <p:grpSp>
        <p:nvGrpSpPr>
          <p:cNvPr id="6879" name="Google Shape;6879;p276"/>
          <p:cNvGrpSpPr/>
          <p:nvPr/>
        </p:nvGrpSpPr>
        <p:grpSpPr>
          <a:xfrm>
            <a:off x="-741940" y="4176741"/>
            <a:ext cx="1671890" cy="1554246"/>
            <a:chOff x="-741940" y="4176741"/>
            <a:chExt cx="1671890" cy="1554246"/>
          </a:xfrm>
        </p:grpSpPr>
        <p:sp>
          <p:nvSpPr>
            <p:cNvPr id="6880" name="Google Shape;6880;p276"/>
            <p:cNvSpPr/>
            <p:nvPr/>
          </p:nvSpPr>
          <p:spPr>
            <a:xfrm>
              <a:off x="-702500" y="4176749"/>
              <a:ext cx="1593004" cy="1296731"/>
            </a:xfrm>
            <a:custGeom>
              <a:rect b="b" l="l" r="r" t="t"/>
              <a:pathLst>
                <a:path extrusionOk="0" h="48924" w="60102">
                  <a:moveTo>
                    <a:pt x="31550" y="1"/>
                  </a:moveTo>
                  <a:cubicBezTo>
                    <a:pt x="28688" y="1"/>
                    <a:pt x="25391" y="541"/>
                    <a:pt x="22089" y="2238"/>
                  </a:cubicBezTo>
                  <a:cubicBezTo>
                    <a:pt x="12977" y="6900"/>
                    <a:pt x="8196" y="17230"/>
                    <a:pt x="4091" y="25485"/>
                  </a:cubicBezTo>
                  <a:cubicBezTo>
                    <a:pt x="1" y="33725"/>
                    <a:pt x="2016" y="42612"/>
                    <a:pt x="8767" y="47123"/>
                  </a:cubicBezTo>
                  <a:cubicBezTo>
                    <a:pt x="10764" y="48461"/>
                    <a:pt x="12590" y="48924"/>
                    <a:pt x="14421" y="48924"/>
                  </a:cubicBezTo>
                  <a:cubicBezTo>
                    <a:pt x="18514" y="48924"/>
                    <a:pt x="22630" y="46611"/>
                    <a:pt x="28730" y="46611"/>
                  </a:cubicBezTo>
                  <a:cubicBezTo>
                    <a:pt x="29125" y="46611"/>
                    <a:pt x="29527" y="46621"/>
                    <a:pt x="29939" y="46641"/>
                  </a:cubicBezTo>
                  <a:cubicBezTo>
                    <a:pt x="34134" y="46851"/>
                    <a:pt x="36984" y="47278"/>
                    <a:pt x="39535" y="47278"/>
                  </a:cubicBezTo>
                  <a:cubicBezTo>
                    <a:pt x="42835" y="47278"/>
                    <a:pt x="45637" y="46563"/>
                    <a:pt x="50208" y="43739"/>
                  </a:cubicBezTo>
                  <a:cubicBezTo>
                    <a:pt x="58328" y="38732"/>
                    <a:pt x="60102" y="25500"/>
                    <a:pt x="54042" y="15140"/>
                  </a:cubicBezTo>
                  <a:cubicBezTo>
                    <a:pt x="47997" y="4779"/>
                    <a:pt x="40254" y="1667"/>
                    <a:pt x="40254" y="1667"/>
                  </a:cubicBezTo>
                  <a:cubicBezTo>
                    <a:pt x="40254" y="1667"/>
                    <a:pt x="36573" y="1"/>
                    <a:pt x="31550"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1" name="Google Shape;6881;p276"/>
            <p:cNvSpPr/>
            <p:nvPr/>
          </p:nvSpPr>
          <p:spPr>
            <a:xfrm rot="-899960">
              <a:off x="-606125" y="4336919"/>
              <a:ext cx="1400258" cy="1233888"/>
            </a:xfrm>
            <a:custGeom>
              <a:rect b="b" l="l" r="r" t="t"/>
              <a:pathLst>
                <a:path extrusionOk="0" h="49357" w="56012">
                  <a:moveTo>
                    <a:pt x="29954" y="0"/>
                  </a:moveTo>
                  <a:cubicBezTo>
                    <a:pt x="26409" y="0"/>
                    <a:pt x="22321" y="902"/>
                    <a:pt x="17654" y="3034"/>
                  </a:cubicBezTo>
                  <a:cubicBezTo>
                    <a:pt x="17654" y="3034"/>
                    <a:pt x="8827" y="7530"/>
                    <a:pt x="4406" y="14477"/>
                  </a:cubicBezTo>
                  <a:cubicBezTo>
                    <a:pt x="1" y="21424"/>
                    <a:pt x="347" y="30340"/>
                    <a:pt x="5715" y="36971"/>
                  </a:cubicBezTo>
                  <a:cubicBezTo>
                    <a:pt x="11068" y="43588"/>
                    <a:pt x="21308" y="42730"/>
                    <a:pt x="29878" y="46926"/>
                  </a:cubicBezTo>
                  <a:cubicBezTo>
                    <a:pt x="33082" y="48494"/>
                    <a:pt x="36410" y="49356"/>
                    <a:pt x="39533" y="49356"/>
                  </a:cubicBezTo>
                  <a:cubicBezTo>
                    <a:pt x="44766" y="49356"/>
                    <a:pt x="49425" y="46936"/>
                    <a:pt x="51967" y="41362"/>
                  </a:cubicBezTo>
                  <a:cubicBezTo>
                    <a:pt x="56012" y="32476"/>
                    <a:pt x="49907" y="29137"/>
                    <a:pt x="48854" y="18852"/>
                  </a:cubicBezTo>
                  <a:cubicBezTo>
                    <a:pt x="48037" y="10867"/>
                    <a:pt x="42263" y="0"/>
                    <a:pt x="29954"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82" name="Google Shape;6882;p276"/>
          <p:cNvGrpSpPr/>
          <p:nvPr/>
        </p:nvGrpSpPr>
        <p:grpSpPr>
          <a:xfrm>
            <a:off x="3317375" y="4356350"/>
            <a:ext cx="2768739" cy="650202"/>
            <a:chOff x="3317375" y="4356350"/>
            <a:chExt cx="2768739" cy="650202"/>
          </a:xfrm>
        </p:grpSpPr>
        <p:sp>
          <p:nvSpPr>
            <p:cNvPr id="6883" name="Google Shape;6883;p276"/>
            <p:cNvSpPr/>
            <p:nvPr/>
          </p:nvSpPr>
          <p:spPr>
            <a:xfrm>
              <a:off x="5449575" y="4811825"/>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4" name="Google Shape;6884;p276"/>
            <p:cNvSpPr/>
            <p:nvPr/>
          </p:nvSpPr>
          <p:spPr>
            <a:xfrm>
              <a:off x="4792551" y="4356350"/>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6885" name="Google Shape;6885;p276"/>
            <p:cNvGrpSpPr/>
            <p:nvPr/>
          </p:nvGrpSpPr>
          <p:grpSpPr>
            <a:xfrm>
              <a:off x="5980657" y="4474988"/>
              <a:ext cx="105457" cy="105457"/>
              <a:chOff x="7812545" y="194375"/>
              <a:chExt cx="105457" cy="105457"/>
            </a:xfrm>
          </p:grpSpPr>
          <p:sp>
            <p:nvSpPr>
              <p:cNvPr id="6886" name="Google Shape;6886;p276"/>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7" name="Google Shape;6887;p276"/>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8" name="Google Shape;6888;p276"/>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9" name="Google Shape;6889;p276"/>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90" name="Google Shape;6890;p276"/>
            <p:cNvGrpSpPr/>
            <p:nvPr/>
          </p:nvGrpSpPr>
          <p:grpSpPr>
            <a:xfrm>
              <a:off x="4243695" y="4706363"/>
              <a:ext cx="105457" cy="105457"/>
              <a:chOff x="7812545" y="194375"/>
              <a:chExt cx="105457" cy="105457"/>
            </a:xfrm>
          </p:grpSpPr>
          <p:sp>
            <p:nvSpPr>
              <p:cNvPr id="6891" name="Google Shape;6891;p276"/>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2" name="Google Shape;6892;p276"/>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3" name="Google Shape;6893;p276"/>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4" name="Google Shape;6894;p276"/>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895" name="Google Shape;6895;p276"/>
            <p:cNvSpPr/>
            <p:nvPr/>
          </p:nvSpPr>
          <p:spPr>
            <a:xfrm>
              <a:off x="3317375" y="4901162"/>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96" name="Google Shape;6896;p276"/>
          <p:cNvGrpSpPr/>
          <p:nvPr/>
        </p:nvGrpSpPr>
        <p:grpSpPr>
          <a:xfrm>
            <a:off x="7489059" y="249150"/>
            <a:ext cx="1447898" cy="1070793"/>
            <a:chOff x="7489059" y="249150"/>
            <a:chExt cx="1447898" cy="1070793"/>
          </a:xfrm>
        </p:grpSpPr>
        <p:sp>
          <p:nvSpPr>
            <p:cNvPr id="6897" name="Google Shape;6897;p276"/>
            <p:cNvSpPr/>
            <p:nvPr/>
          </p:nvSpPr>
          <p:spPr>
            <a:xfrm>
              <a:off x="7489062" y="480780"/>
              <a:ext cx="1089450" cy="348874"/>
            </a:xfrm>
            <a:custGeom>
              <a:rect b="b" l="l" r="r" t="t"/>
              <a:pathLst>
                <a:path extrusionOk="0" fill="none" h="4647" w="14511">
                  <a:moveTo>
                    <a:pt x="13894" y="3805"/>
                  </a:moveTo>
                  <a:cubicBezTo>
                    <a:pt x="13263" y="3459"/>
                    <a:pt x="12977" y="3744"/>
                    <a:pt x="12766" y="3459"/>
                  </a:cubicBezTo>
                  <a:cubicBezTo>
                    <a:pt x="12541" y="3173"/>
                    <a:pt x="13383" y="2436"/>
                    <a:pt x="11684" y="1699"/>
                  </a:cubicBezTo>
                  <a:cubicBezTo>
                    <a:pt x="11684" y="1699"/>
                    <a:pt x="11578" y="121"/>
                    <a:pt x="9248" y="60"/>
                  </a:cubicBezTo>
                  <a:cubicBezTo>
                    <a:pt x="6917" y="0"/>
                    <a:pt x="7549" y="1654"/>
                    <a:pt x="6917" y="2045"/>
                  </a:cubicBezTo>
                  <a:cubicBezTo>
                    <a:pt x="6286" y="2436"/>
                    <a:pt x="6120" y="1820"/>
                    <a:pt x="5504" y="2211"/>
                  </a:cubicBezTo>
                  <a:cubicBezTo>
                    <a:pt x="4872" y="2617"/>
                    <a:pt x="5158" y="3399"/>
                    <a:pt x="4647" y="3519"/>
                  </a:cubicBezTo>
                  <a:cubicBezTo>
                    <a:pt x="4135" y="3624"/>
                    <a:pt x="3459" y="3008"/>
                    <a:pt x="2842" y="3399"/>
                  </a:cubicBezTo>
                  <a:cubicBezTo>
                    <a:pt x="2211" y="3805"/>
                    <a:pt x="2211" y="4135"/>
                    <a:pt x="1925" y="4135"/>
                  </a:cubicBezTo>
                  <a:cubicBezTo>
                    <a:pt x="1654" y="4135"/>
                    <a:pt x="1083" y="3910"/>
                    <a:pt x="737" y="4135"/>
                  </a:cubicBezTo>
                  <a:cubicBezTo>
                    <a:pt x="406" y="4376"/>
                    <a:pt x="0" y="4647"/>
                    <a:pt x="0" y="4647"/>
                  </a:cubicBezTo>
                  <a:lnTo>
                    <a:pt x="14345" y="4647"/>
                  </a:lnTo>
                  <a:cubicBezTo>
                    <a:pt x="14345" y="4647"/>
                    <a:pt x="14511" y="4135"/>
                    <a:pt x="13894" y="3805"/>
                  </a:cubicBezTo>
                  <a:close/>
                </a:path>
              </a:pathLst>
            </a:custGeom>
            <a:solidFill>
              <a:schemeClr val="lt1"/>
            </a:solid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898" name="Google Shape;6898;p276"/>
            <p:cNvGrpSpPr/>
            <p:nvPr/>
          </p:nvGrpSpPr>
          <p:grpSpPr>
            <a:xfrm flipH="1">
              <a:off x="7489059" y="249150"/>
              <a:ext cx="93234" cy="93234"/>
              <a:chOff x="7812545" y="194375"/>
              <a:chExt cx="105457" cy="105457"/>
            </a:xfrm>
          </p:grpSpPr>
          <p:sp>
            <p:nvSpPr>
              <p:cNvPr id="6899" name="Google Shape;6899;p276"/>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0" name="Google Shape;6900;p276"/>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1" name="Google Shape;6901;p276"/>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2" name="Google Shape;6902;p276"/>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903" name="Google Shape;6903;p276"/>
            <p:cNvSpPr/>
            <p:nvPr/>
          </p:nvSpPr>
          <p:spPr>
            <a:xfrm flipH="1">
              <a:off x="8708901" y="249170"/>
              <a:ext cx="93231" cy="93173"/>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4" name="Google Shape;6904;p276"/>
            <p:cNvSpPr/>
            <p:nvPr/>
          </p:nvSpPr>
          <p:spPr>
            <a:xfrm flipH="1">
              <a:off x="8843726" y="1226770"/>
              <a:ext cx="93231" cy="93173"/>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905" name="Google Shape;6905;p276"/>
          <p:cNvSpPr/>
          <p:nvPr/>
        </p:nvSpPr>
        <p:spPr>
          <a:xfrm rot="5828238">
            <a:off x="8273326" y="4219055"/>
            <a:ext cx="1085117" cy="2077472"/>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BLANK_4">
    <p:spTree>
      <p:nvGrpSpPr>
        <p:cNvPr id="6906" name="Shape 6906"/>
        <p:cNvGrpSpPr/>
        <p:nvPr/>
      </p:nvGrpSpPr>
      <p:grpSpPr>
        <a:xfrm>
          <a:off x="0" y="0"/>
          <a:ext cx="0" cy="0"/>
          <a:chOff x="0" y="0"/>
          <a:chExt cx="0" cy="0"/>
        </a:xfrm>
      </p:grpSpPr>
      <p:sp>
        <p:nvSpPr>
          <p:cNvPr id="6907" name="Google Shape;6907;p27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6908" name="Google Shape;6908;p277"/>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909" name="Google Shape;6909;p277"/>
          <p:cNvSpPr txBox="1"/>
          <p:nvPr>
            <p:ph idx="1" type="subTitle"/>
          </p:nvPr>
        </p:nvSpPr>
        <p:spPr>
          <a:xfrm>
            <a:off x="685800" y="3395721"/>
            <a:ext cx="2353500" cy="6720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6910" name="Google Shape;6910;p277"/>
          <p:cNvSpPr txBox="1"/>
          <p:nvPr>
            <p:ph idx="2" type="subTitle"/>
          </p:nvPr>
        </p:nvSpPr>
        <p:spPr>
          <a:xfrm>
            <a:off x="685800" y="3022400"/>
            <a:ext cx="2353500" cy="321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sp>
        <p:nvSpPr>
          <p:cNvPr id="6911" name="Google Shape;6911;p277"/>
          <p:cNvSpPr txBox="1"/>
          <p:nvPr>
            <p:ph idx="3" type="subTitle"/>
          </p:nvPr>
        </p:nvSpPr>
        <p:spPr>
          <a:xfrm>
            <a:off x="3395250" y="3395721"/>
            <a:ext cx="2353500" cy="6720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6912" name="Google Shape;6912;p277"/>
          <p:cNvSpPr txBox="1"/>
          <p:nvPr>
            <p:ph idx="4" type="subTitle"/>
          </p:nvPr>
        </p:nvSpPr>
        <p:spPr>
          <a:xfrm>
            <a:off x="3395250" y="3022400"/>
            <a:ext cx="2353500" cy="321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sp>
        <p:nvSpPr>
          <p:cNvPr id="6913" name="Google Shape;6913;p277"/>
          <p:cNvSpPr txBox="1"/>
          <p:nvPr>
            <p:ph idx="5" type="subTitle"/>
          </p:nvPr>
        </p:nvSpPr>
        <p:spPr>
          <a:xfrm>
            <a:off x="6104700" y="3395721"/>
            <a:ext cx="2353500" cy="6720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6914" name="Google Shape;6914;p277"/>
          <p:cNvSpPr txBox="1"/>
          <p:nvPr>
            <p:ph idx="6" type="subTitle"/>
          </p:nvPr>
        </p:nvSpPr>
        <p:spPr>
          <a:xfrm>
            <a:off x="6104700" y="3022400"/>
            <a:ext cx="2353500" cy="321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sp>
        <p:nvSpPr>
          <p:cNvPr id="6915" name="Google Shape;6915;p277"/>
          <p:cNvSpPr/>
          <p:nvPr/>
        </p:nvSpPr>
        <p:spPr>
          <a:xfrm>
            <a:off x="-486246" y="4538820"/>
            <a:ext cx="991119" cy="877511"/>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6" name="Google Shape;6916;p277"/>
          <p:cNvSpPr/>
          <p:nvPr/>
        </p:nvSpPr>
        <p:spPr>
          <a:xfrm>
            <a:off x="-708950" y="-242512"/>
            <a:ext cx="1232275" cy="1091025"/>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917" name="Google Shape;6917;p277"/>
          <p:cNvGrpSpPr/>
          <p:nvPr/>
        </p:nvGrpSpPr>
        <p:grpSpPr>
          <a:xfrm>
            <a:off x="6725000" y="4484900"/>
            <a:ext cx="1916852" cy="488594"/>
            <a:chOff x="6725000" y="4484900"/>
            <a:chExt cx="1916852" cy="488594"/>
          </a:xfrm>
        </p:grpSpPr>
        <p:sp>
          <p:nvSpPr>
            <p:cNvPr id="6918" name="Google Shape;6918;p277"/>
            <p:cNvSpPr/>
            <p:nvPr/>
          </p:nvSpPr>
          <p:spPr>
            <a:xfrm>
              <a:off x="8536400" y="4484900"/>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919" name="Google Shape;6919;p277"/>
            <p:cNvGrpSpPr/>
            <p:nvPr/>
          </p:nvGrpSpPr>
          <p:grpSpPr>
            <a:xfrm>
              <a:off x="7801920" y="4868038"/>
              <a:ext cx="105457" cy="105457"/>
              <a:chOff x="7812545" y="194375"/>
              <a:chExt cx="105457" cy="105457"/>
            </a:xfrm>
          </p:grpSpPr>
          <p:sp>
            <p:nvSpPr>
              <p:cNvPr id="6920" name="Google Shape;6920;p277"/>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1" name="Google Shape;6921;p277"/>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2" name="Google Shape;6922;p277"/>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3" name="Google Shape;6923;p277"/>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924" name="Google Shape;6924;p277"/>
            <p:cNvSpPr/>
            <p:nvPr/>
          </p:nvSpPr>
          <p:spPr>
            <a:xfrm>
              <a:off x="6725000" y="4762662"/>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BLANK_17">
    <p:spTree>
      <p:nvGrpSpPr>
        <p:cNvPr id="6925" name="Shape 6925"/>
        <p:cNvGrpSpPr/>
        <p:nvPr/>
      </p:nvGrpSpPr>
      <p:grpSpPr>
        <a:xfrm>
          <a:off x="0" y="0"/>
          <a:ext cx="0" cy="0"/>
          <a:chOff x="0" y="0"/>
          <a:chExt cx="0" cy="0"/>
        </a:xfrm>
      </p:grpSpPr>
      <p:sp>
        <p:nvSpPr>
          <p:cNvPr id="6926" name="Google Shape;6926;p27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6927" name="Google Shape;6927;p278"/>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928" name="Google Shape;6928;p278"/>
          <p:cNvSpPr txBox="1"/>
          <p:nvPr>
            <p:ph idx="2" type="title"/>
          </p:nvPr>
        </p:nvSpPr>
        <p:spPr>
          <a:xfrm>
            <a:off x="1850175" y="1419750"/>
            <a:ext cx="3249300" cy="3936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sz="2000">
                <a:solidFill>
                  <a:schemeClr val="accent2"/>
                </a:solidFill>
              </a:defRPr>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sp>
        <p:nvSpPr>
          <p:cNvPr id="6929" name="Google Shape;6929;p278"/>
          <p:cNvSpPr txBox="1"/>
          <p:nvPr>
            <p:ph idx="1" type="subTitle"/>
          </p:nvPr>
        </p:nvSpPr>
        <p:spPr>
          <a:xfrm>
            <a:off x="1853883" y="1813350"/>
            <a:ext cx="3249300" cy="4680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6930" name="Google Shape;6930;p278"/>
          <p:cNvSpPr txBox="1"/>
          <p:nvPr>
            <p:ph hasCustomPrompt="1" idx="3" type="title"/>
          </p:nvPr>
        </p:nvSpPr>
        <p:spPr>
          <a:xfrm>
            <a:off x="851618" y="1586400"/>
            <a:ext cx="792600" cy="528300"/>
          </a:xfrm>
          <a:prstGeom prst="rect">
            <a:avLst/>
          </a:prstGeom>
        </p:spPr>
        <p:txBody>
          <a:bodyPr anchorCtr="0" anchor="ctr" bIns="91425" lIns="91425" spcFirstLastPara="1" rIns="91425" wrap="square" tIns="91425">
            <a:noAutofit/>
          </a:bodyPr>
          <a:lstStyle>
            <a:lvl1pPr lvl="0" algn="r">
              <a:spcBef>
                <a:spcPts val="0"/>
              </a:spcBef>
              <a:spcAft>
                <a:spcPts val="0"/>
              </a:spcAft>
              <a:buSzPts val="3000"/>
              <a:buNone/>
              <a:defRPr sz="3000">
                <a:solidFill>
                  <a:schemeClr val="accent2"/>
                </a:solidFill>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sp>
        <p:nvSpPr>
          <p:cNvPr id="6931" name="Google Shape;6931;p278"/>
          <p:cNvSpPr txBox="1"/>
          <p:nvPr>
            <p:ph idx="4" type="title"/>
          </p:nvPr>
        </p:nvSpPr>
        <p:spPr>
          <a:xfrm>
            <a:off x="1850175" y="2503025"/>
            <a:ext cx="3249300" cy="3936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sz="2000">
                <a:solidFill>
                  <a:schemeClr val="accent2"/>
                </a:solidFill>
              </a:defRPr>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sp>
        <p:nvSpPr>
          <p:cNvPr id="6932" name="Google Shape;6932;p278"/>
          <p:cNvSpPr txBox="1"/>
          <p:nvPr>
            <p:ph idx="5" type="subTitle"/>
          </p:nvPr>
        </p:nvSpPr>
        <p:spPr>
          <a:xfrm>
            <a:off x="1853883" y="2896625"/>
            <a:ext cx="3249300" cy="4680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6933" name="Google Shape;6933;p278"/>
          <p:cNvSpPr txBox="1"/>
          <p:nvPr>
            <p:ph hasCustomPrompt="1" idx="6" type="title"/>
          </p:nvPr>
        </p:nvSpPr>
        <p:spPr>
          <a:xfrm>
            <a:off x="851618" y="2669675"/>
            <a:ext cx="792600" cy="528300"/>
          </a:xfrm>
          <a:prstGeom prst="rect">
            <a:avLst/>
          </a:prstGeom>
        </p:spPr>
        <p:txBody>
          <a:bodyPr anchorCtr="0" anchor="ctr" bIns="91425" lIns="91425" spcFirstLastPara="1" rIns="91425" wrap="square" tIns="91425">
            <a:noAutofit/>
          </a:bodyPr>
          <a:lstStyle>
            <a:lvl1pPr lvl="0" algn="r">
              <a:spcBef>
                <a:spcPts val="0"/>
              </a:spcBef>
              <a:spcAft>
                <a:spcPts val="0"/>
              </a:spcAft>
              <a:buSzPts val="3000"/>
              <a:buNone/>
              <a:defRPr sz="3000">
                <a:solidFill>
                  <a:schemeClr val="accent2"/>
                </a:solidFill>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sp>
        <p:nvSpPr>
          <p:cNvPr id="6934" name="Google Shape;6934;p278"/>
          <p:cNvSpPr txBox="1"/>
          <p:nvPr>
            <p:ph idx="7" type="title"/>
          </p:nvPr>
        </p:nvSpPr>
        <p:spPr>
          <a:xfrm>
            <a:off x="1850175" y="3586300"/>
            <a:ext cx="3249300" cy="3936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sz="2000">
                <a:solidFill>
                  <a:schemeClr val="accent2"/>
                </a:solidFill>
              </a:defRPr>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sp>
        <p:nvSpPr>
          <p:cNvPr id="6935" name="Google Shape;6935;p278"/>
          <p:cNvSpPr txBox="1"/>
          <p:nvPr>
            <p:ph idx="8" type="subTitle"/>
          </p:nvPr>
        </p:nvSpPr>
        <p:spPr>
          <a:xfrm>
            <a:off x="1853883" y="3979900"/>
            <a:ext cx="3249300" cy="4680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6936" name="Google Shape;6936;p278"/>
          <p:cNvSpPr txBox="1"/>
          <p:nvPr>
            <p:ph hasCustomPrompt="1" idx="9" type="title"/>
          </p:nvPr>
        </p:nvSpPr>
        <p:spPr>
          <a:xfrm>
            <a:off x="851618" y="3752950"/>
            <a:ext cx="792600" cy="528300"/>
          </a:xfrm>
          <a:prstGeom prst="rect">
            <a:avLst/>
          </a:prstGeom>
        </p:spPr>
        <p:txBody>
          <a:bodyPr anchorCtr="0" anchor="ctr" bIns="91425" lIns="91425" spcFirstLastPara="1" rIns="91425" wrap="square" tIns="91425">
            <a:noAutofit/>
          </a:bodyPr>
          <a:lstStyle>
            <a:lvl1pPr lvl="0" algn="r">
              <a:spcBef>
                <a:spcPts val="0"/>
              </a:spcBef>
              <a:spcAft>
                <a:spcPts val="0"/>
              </a:spcAft>
              <a:buSzPts val="3000"/>
              <a:buNone/>
              <a:defRPr sz="3000">
                <a:solidFill>
                  <a:schemeClr val="accent2"/>
                </a:solidFill>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grpSp>
        <p:nvGrpSpPr>
          <p:cNvPr id="6937" name="Google Shape;6937;p278"/>
          <p:cNvGrpSpPr/>
          <p:nvPr/>
        </p:nvGrpSpPr>
        <p:grpSpPr>
          <a:xfrm>
            <a:off x="8195401" y="151622"/>
            <a:ext cx="609155" cy="610375"/>
            <a:chOff x="8195401" y="151622"/>
            <a:chExt cx="609155" cy="610375"/>
          </a:xfrm>
        </p:grpSpPr>
        <p:sp>
          <p:nvSpPr>
            <p:cNvPr id="6938" name="Google Shape;6938;p278"/>
            <p:cNvSpPr/>
            <p:nvPr/>
          </p:nvSpPr>
          <p:spPr>
            <a:xfrm>
              <a:off x="8195401" y="192608"/>
              <a:ext cx="93231" cy="93173"/>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939" name="Google Shape;6939;p278"/>
            <p:cNvGrpSpPr/>
            <p:nvPr/>
          </p:nvGrpSpPr>
          <p:grpSpPr>
            <a:xfrm>
              <a:off x="8711321" y="151622"/>
              <a:ext cx="93234" cy="93234"/>
              <a:chOff x="7812545" y="194375"/>
              <a:chExt cx="105457" cy="105457"/>
            </a:xfrm>
          </p:grpSpPr>
          <p:sp>
            <p:nvSpPr>
              <p:cNvPr id="6940" name="Google Shape;6940;p278"/>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1" name="Google Shape;6941;p278"/>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2" name="Google Shape;6942;p278"/>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3" name="Google Shape;6943;p278"/>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944" name="Google Shape;6944;p278"/>
            <p:cNvSpPr/>
            <p:nvPr/>
          </p:nvSpPr>
          <p:spPr>
            <a:xfrm>
              <a:off x="8670497" y="628022"/>
              <a:ext cx="134050" cy="133976"/>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45" name="Google Shape;6945;p278"/>
          <p:cNvGrpSpPr/>
          <p:nvPr/>
        </p:nvGrpSpPr>
        <p:grpSpPr>
          <a:xfrm>
            <a:off x="172645" y="4524332"/>
            <a:ext cx="552132" cy="431244"/>
            <a:chOff x="172645" y="4524332"/>
            <a:chExt cx="552132" cy="431244"/>
          </a:xfrm>
        </p:grpSpPr>
        <p:sp>
          <p:nvSpPr>
            <p:cNvPr id="6946" name="Google Shape;6946;p278"/>
            <p:cNvSpPr/>
            <p:nvPr/>
          </p:nvSpPr>
          <p:spPr>
            <a:xfrm flipH="1" rot="10800000">
              <a:off x="646826" y="487762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6947" name="Google Shape;6947;p278"/>
            <p:cNvGrpSpPr/>
            <p:nvPr/>
          </p:nvGrpSpPr>
          <p:grpSpPr>
            <a:xfrm flipH="1" rot="10800000">
              <a:off x="172645" y="4524332"/>
              <a:ext cx="105457" cy="105457"/>
              <a:chOff x="7812545" y="194375"/>
              <a:chExt cx="105457" cy="105457"/>
            </a:xfrm>
          </p:grpSpPr>
          <p:sp>
            <p:nvSpPr>
              <p:cNvPr id="6948" name="Google Shape;6948;p278"/>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9" name="Google Shape;6949;p278"/>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0" name="Google Shape;6950;p278"/>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1" name="Google Shape;6951;p278"/>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952" name="Google Shape;6952;p278"/>
          <p:cNvGrpSpPr/>
          <p:nvPr/>
        </p:nvGrpSpPr>
        <p:grpSpPr>
          <a:xfrm>
            <a:off x="198551" y="248100"/>
            <a:ext cx="340151" cy="550476"/>
            <a:chOff x="198551" y="248100"/>
            <a:chExt cx="340151" cy="550476"/>
          </a:xfrm>
        </p:grpSpPr>
        <p:sp>
          <p:nvSpPr>
            <p:cNvPr id="6953" name="Google Shape;6953;p278"/>
            <p:cNvSpPr/>
            <p:nvPr/>
          </p:nvSpPr>
          <p:spPr>
            <a:xfrm>
              <a:off x="198551" y="72062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6954" name="Google Shape;6954;p278"/>
            <p:cNvGrpSpPr/>
            <p:nvPr/>
          </p:nvGrpSpPr>
          <p:grpSpPr>
            <a:xfrm>
              <a:off x="433245" y="248100"/>
              <a:ext cx="105457" cy="105457"/>
              <a:chOff x="7812545" y="194375"/>
              <a:chExt cx="105457" cy="105457"/>
            </a:xfrm>
          </p:grpSpPr>
          <p:sp>
            <p:nvSpPr>
              <p:cNvPr id="6955" name="Google Shape;6955;p278"/>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6" name="Google Shape;6956;p278"/>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7" name="Google Shape;6957;p278"/>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8" name="Google Shape;6958;p278"/>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6959" name="Google Shape;6959;p278"/>
          <p:cNvSpPr/>
          <p:nvPr/>
        </p:nvSpPr>
        <p:spPr>
          <a:xfrm rot="-2505920">
            <a:off x="8402181" y="4360827"/>
            <a:ext cx="1232310" cy="1091056"/>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2">
  <p:cSld name="BLANK_24">
    <p:spTree>
      <p:nvGrpSpPr>
        <p:cNvPr id="6960" name="Shape 6960"/>
        <p:cNvGrpSpPr/>
        <p:nvPr/>
      </p:nvGrpSpPr>
      <p:grpSpPr>
        <a:xfrm>
          <a:off x="0" y="0"/>
          <a:ext cx="0" cy="0"/>
          <a:chOff x="0" y="0"/>
          <a:chExt cx="0" cy="0"/>
        </a:xfrm>
      </p:grpSpPr>
      <p:sp>
        <p:nvSpPr>
          <p:cNvPr id="6961" name="Google Shape;6961;p27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6962" name="Google Shape;6962;p279"/>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963" name="Google Shape;6963;p279"/>
          <p:cNvSpPr txBox="1"/>
          <p:nvPr>
            <p:ph idx="2" type="title"/>
          </p:nvPr>
        </p:nvSpPr>
        <p:spPr>
          <a:xfrm>
            <a:off x="4641675" y="1480725"/>
            <a:ext cx="3812100" cy="3936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sz="2000">
                <a:solidFill>
                  <a:schemeClr val="accent2"/>
                </a:solidFill>
              </a:defRPr>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sp>
        <p:nvSpPr>
          <p:cNvPr id="6964" name="Google Shape;6964;p279"/>
          <p:cNvSpPr txBox="1"/>
          <p:nvPr>
            <p:ph idx="1" type="subTitle"/>
          </p:nvPr>
        </p:nvSpPr>
        <p:spPr>
          <a:xfrm>
            <a:off x="4646025" y="1874325"/>
            <a:ext cx="3812100" cy="4680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6965" name="Google Shape;6965;p279"/>
          <p:cNvSpPr txBox="1"/>
          <p:nvPr>
            <p:ph idx="3" type="title"/>
          </p:nvPr>
        </p:nvSpPr>
        <p:spPr>
          <a:xfrm>
            <a:off x="4641675" y="2564000"/>
            <a:ext cx="3812100" cy="3936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sz="2000">
                <a:solidFill>
                  <a:schemeClr val="accent2"/>
                </a:solidFill>
              </a:defRPr>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sp>
        <p:nvSpPr>
          <p:cNvPr id="6966" name="Google Shape;6966;p279"/>
          <p:cNvSpPr txBox="1"/>
          <p:nvPr>
            <p:ph idx="4" type="subTitle"/>
          </p:nvPr>
        </p:nvSpPr>
        <p:spPr>
          <a:xfrm>
            <a:off x="4646025" y="2957600"/>
            <a:ext cx="3812100" cy="4680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6967" name="Google Shape;6967;p279"/>
          <p:cNvSpPr txBox="1"/>
          <p:nvPr>
            <p:ph idx="5" type="title"/>
          </p:nvPr>
        </p:nvSpPr>
        <p:spPr>
          <a:xfrm>
            <a:off x="4641675" y="3647275"/>
            <a:ext cx="3812100" cy="3936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sz="2000">
                <a:solidFill>
                  <a:schemeClr val="accent2"/>
                </a:solidFill>
              </a:defRPr>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sp>
        <p:nvSpPr>
          <p:cNvPr id="6968" name="Google Shape;6968;p279"/>
          <p:cNvSpPr txBox="1"/>
          <p:nvPr>
            <p:ph idx="6" type="subTitle"/>
          </p:nvPr>
        </p:nvSpPr>
        <p:spPr>
          <a:xfrm>
            <a:off x="4646025" y="4040875"/>
            <a:ext cx="3812100" cy="4680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6969" name="Google Shape;6969;p279"/>
          <p:cNvSpPr/>
          <p:nvPr/>
        </p:nvSpPr>
        <p:spPr>
          <a:xfrm>
            <a:off x="-615151" y="1413475"/>
            <a:ext cx="4960669" cy="4038065"/>
          </a:xfrm>
          <a:custGeom>
            <a:rect b="b" l="l" r="r" t="t"/>
            <a:pathLst>
              <a:path extrusionOk="0" h="48924" w="60102">
                <a:moveTo>
                  <a:pt x="31550" y="1"/>
                </a:moveTo>
                <a:cubicBezTo>
                  <a:pt x="28688" y="1"/>
                  <a:pt x="25391" y="541"/>
                  <a:pt x="22089" y="2238"/>
                </a:cubicBezTo>
                <a:cubicBezTo>
                  <a:pt x="12977" y="6900"/>
                  <a:pt x="8196" y="17230"/>
                  <a:pt x="4091" y="25485"/>
                </a:cubicBezTo>
                <a:cubicBezTo>
                  <a:pt x="1" y="33725"/>
                  <a:pt x="2016" y="42612"/>
                  <a:pt x="8767" y="47123"/>
                </a:cubicBezTo>
                <a:cubicBezTo>
                  <a:pt x="10764" y="48461"/>
                  <a:pt x="12590" y="48924"/>
                  <a:pt x="14421" y="48924"/>
                </a:cubicBezTo>
                <a:cubicBezTo>
                  <a:pt x="18514" y="48924"/>
                  <a:pt x="22630" y="46611"/>
                  <a:pt x="28730" y="46611"/>
                </a:cubicBezTo>
                <a:cubicBezTo>
                  <a:pt x="29125" y="46611"/>
                  <a:pt x="29527" y="46621"/>
                  <a:pt x="29939" y="46641"/>
                </a:cubicBezTo>
                <a:cubicBezTo>
                  <a:pt x="34134" y="46851"/>
                  <a:pt x="36984" y="47278"/>
                  <a:pt x="39535" y="47278"/>
                </a:cubicBezTo>
                <a:cubicBezTo>
                  <a:pt x="42835" y="47278"/>
                  <a:pt x="45637" y="46563"/>
                  <a:pt x="50208" y="43739"/>
                </a:cubicBezTo>
                <a:cubicBezTo>
                  <a:pt x="58328" y="38732"/>
                  <a:pt x="60102" y="25500"/>
                  <a:pt x="54042" y="15140"/>
                </a:cubicBezTo>
                <a:cubicBezTo>
                  <a:pt x="47997" y="4779"/>
                  <a:pt x="40254" y="1667"/>
                  <a:pt x="40254" y="1667"/>
                </a:cubicBezTo>
                <a:cubicBezTo>
                  <a:pt x="40254" y="1667"/>
                  <a:pt x="36573" y="1"/>
                  <a:pt x="31550"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970" name="Google Shape;6970;p279"/>
          <p:cNvGrpSpPr/>
          <p:nvPr/>
        </p:nvGrpSpPr>
        <p:grpSpPr>
          <a:xfrm rot="5400000">
            <a:off x="8326001" y="4395047"/>
            <a:ext cx="609155" cy="610375"/>
            <a:chOff x="8195401" y="151622"/>
            <a:chExt cx="609155" cy="610375"/>
          </a:xfrm>
        </p:grpSpPr>
        <p:sp>
          <p:nvSpPr>
            <p:cNvPr id="6971" name="Google Shape;6971;p279"/>
            <p:cNvSpPr/>
            <p:nvPr/>
          </p:nvSpPr>
          <p:spPr>
            <a:xfrm>
              <a:off x="8195401" y="192608"/>
              <a:ext cx="93231" cy="93173"/>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972" name="Google Shape;6972;p279"/>
            <p:cNvGrpSpPr/>
            <p:nvPr/>
          </p:nvGrpSpPr>
          <p:grpSpPr>
            <a:xfrm>
              <a:off x="8711321" y="151622"/>
              <a:ext cx="93234" cy="93234"/>
              <a:chOff x="7812545" y="194375"/>
              <a:chExt cx="105457" cy="105457"/>
            </a:xfrm>
          </p:grpSpPr>
          <p:sp>
            <p:nvSpPr>
              <p:cNvPr id="6973" name="Google Shape;6973;p279"/>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4" name="Google Shape;6974;p279"/>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5" name="Google Shape;6975;p279"/>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6" name="Google Shape;6976;p279"/>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977" name="Google Shape;6977;p279"/>
            <p:cNvSpPr/>
            <p:nvPr/>
          </p:nvSpPr>
          <p:spPr>
            <a:xfrm>
              <a:off x="8670497" y="628022"/>
              <a:ext cx="134050" cy="133976"/>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78" name="Google Shape;6978;p279"/>
          <p:cNvGrpSpPr/>
          <p:nvPr/>
        </p:nvGrpSpPr>
        <p:grpSpPr>
          <a:xfrm>
            <a:off x="242101" y="187150"/>
            <a:ext cx="340151" cy="550476"/>
            <a:chOff x="198551" y="248100"/>
            <a:chExt cx="340151" cy="550476"/>
          </a:xfrm>
        </p:grpSpPr>
        <p:sp>
          <p:nvSpPr>
            <p:cNvPr id="6979" name="Google Shape;6979;p279"/>
            <p:cNvSpPr/>
            <p:nvPr/>
          </p:nvSpPr>
          <p:spPr>
            <a:xfrm>
              <a:off x="198551" y="72062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6980" name="Google Shape;6980;p279"/>
            <p:cNvGrpSpPr/>
            <p:nvPr/>
          </p:nvGrpSpPr>
          <p:grpSpPr>
            <a:xfrm>
              <a:off x="433245" y="248100"/>
              <a:ext cx="105457" cy="105457"/>
              <a:chOff x="7812545" y="194375"/>
              <a:chExt cx="105457" cy="105457"/>
            </a:xfrm>
          </p:grpSpPr>
          <p:sp>
            <p:nvSpPr>
              <p:cNvPr id="6981" name="Google Shape;6981;p279"/>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2" name="Google Shape;6982;p279"/>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3" name="Google Shape;6983;p279"/>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4" name="Google Shape;6984;p279"/>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985" name="Google Shape;6985;p279"/>
          <p:cNvGrpSpPr/>
          <p:nvPr/>
        </p:nvGrpSpPr>
        <p:grpSpPr>
          <a:xfrm>
            <a:off x="-842823" y="3927658"/>
            <a:ext cx="2382475" cy="2041993"/>
            <a:chOff x="-842823" y="3927658"/>
            <a:chExt cx="2382475" cy="2041993"/>
          </a:xfrm>
        </p:grpSpPr>
        <p:sp>
          <p:nvSpPr>
            <p:cNvPr id="6986" name="Google Shape;6986;p279"/>
            <p:cNvSpPr/>
            <p:nvPr/>
          </p:nvSpPr>
          <p:spPr>
            <a:xfrm rot="-2505897">
              <a:off x="-584499" y="4267169"/>
              <a:ext cx="1539427" cy="1362970"/>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7" name="Google Shape;6987;p279"/>
            <p:cNvSpPr/>
            <p:nvPr/>
          </p:nvSpPr>
          <p:spPr>
            <a:xfrm>
              <a:off x="1461701" y="4822437"/>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6988" name="Google Shape;6988;p279"/>
            <p:cNvGrpSpPr/>
            <p:nvPr/>
          </p:nvGrpSpPr>
          <p:grpSpPr>
            <a:xfrm>
              <a:off x="1029945" y="4290188"/>
              <a:ext cx="105457" cy="105457"/>
              <a:chOff x="7812545" y="194375"/>
              <a:chExt cx="105457" cy="105457"/>
            </a:xfrm>
          </p:grpSpPr>
          <p:sp>
            <p:nvSpPr>
              <p:cNvPr id="6989" name="Google Shape;6989;p279"/>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0" name="Google Shape;6990;p279"/>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1" name="Google Shape;6991;p279"/>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2" name="Google Shape;6992;p279"/>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993" name="Google Shape;6993;p279"/>
          <p:cNvGrpSpPr/>
          <p:nvPr/>
        </p:nvGrpSpPr>
        <p:grpSpPr>
          <a:xfrm>
            <a:off x="7208520" y="-639702"/>
            <a:ext cx="2388459" cy="1634614"/>
            <a:chOff x="7208520" y="-639702"/>
            <a:chExt cx="2388459" cy="1634614"/>
          </a:xfrm>
        </p:grpSpPr>
        <p:sp>
          <p:nvSpPr>
            <p:cNvPr id="6994" name="Google Shape;6994;p279"/>
            <p:cNvSpPr/>
            <p:nvPr/>
          </p:nvSpPr>
          <p:spPr>
            <a:xfrm rot="-2505920">
              <a:off x="8157881" y="-367923"/>
              <a:ext cx="1232310" cy="1091056"/>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5" name="Google Shape;6995;p279"/>
            <p:cNvSpPr/>
            <p:nvPr/>
          </p:nvSpPr>
          <p:spPr>
            <a:xfrm>
              <a:off x="8175601" y="78677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6996" name="Google Shape;6996;p279"/>
            <p:cNvGrpSpPr/>
            <p:nvPr/>
          </p:nvGrpSpPr>
          <p:grpSpPr>
            <a:xfrm>
              <a:off x="7208520" y="178550"/>
              <a:ext cx="105457" cy="105457"/>
              <a:chOff x="7812545" y="194375"/>
              <a:chExt cx="105457" cy="105457"/>
            </a:xfrm>
          </p:grpSpPr>
          <p:sp>
            <p:nvSpPr>
              <p:cNvPr id="6997" name="Google Shape;6997;p279"/>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8" name="Google Shape;6998;p279"/>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9" name="Google Shape;6999;p279"/>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0" name="Google Shape;7000;p279"/>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5">
    <p:spTree>
      <p:nvGrpSpPr>
        <p:cNvPr id="7001" name="Shape 7001"/>
        <p:cNvGrpSpPr/>
        <p:nvPr/>
      </p:nvGrpSpPr>
      <p:grpSpPr>
        <a:xfrm>
          <a:off x="0" y="0"/>
          <a:ext cx="0" cy="0"/>
          <a:chOff x="0" y="0"/>
          <a:chExt cx="0" cy="0"/>
        </a:xfrm>
      </p:grpSpPr>
      <p:sp>
        <p:nvSpPr>
          <p:cNvPr id="7002" name="Google Shape;7002;p28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7003" name="Google Shape;7003;p280"/>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004" name="Google Shape;7004;p280"/>
          <p:cNvSpPr txBox="1"/>
          <p:nvPr>
            <p:ph idx="1" type="subTitle"/>
          </p:nvPr>
        </p:nvSpPr>
        <p:spPr>
          <a:xfrm>
            <a:off x="694600" y="2141050"/>
            <a:ext cx="1987800" cy="6741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7005" name="Google Shape;7005;p280"/>
          <p:cNvSpPr txBox="1"/>
          <p:nvPr>
            <p:ph idx="2" type="subTitle"/>
          </p:nvPr>
        </p:nvSpPr>
        <p:spPr>
          <a:xfrm>
            <a:off x="694600" y="1677500"/>
            <a:ext cx="1987800" cy="393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sp>
        <p:nvSpPr>
          <p:cNvPr id="7006" name="Google Shape;7006;p280"/>
          <p:cNvSpPr txBox="1"/>
          <p:nvPr>
            <p:ph idx="3" type="subTitle"/>
          </p:nvPr>
        </p:nvSpPr>
        <p:spPr>
          <a:xfrm>
            <a:off x="694600" y="3635925"/>
            <a:ext cx="1987800" cy="6741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7007" name="Google Shape;7007;p280"/>
          <p:cNvSpPr txBox="1"/>
          <p:nvPr>
            <p:ph idx="4" type="subTitle"/>
          </p:nvPr>
        </p:nvSpPr>
        <p:spPr>
          <a:xfrm>
            <a:off x="694600" y="3172375"/>
            <a:ext cx="1987800" cy="393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sp>
        <p:nvSpPr>
          <p:cNvPr id="7008" name="Google Shape;7008;p280"/>
          <p:cNvSpPr txBox="1"/>
          <p:nvPr>
            <p:ph idx="5" type="subTitle"/>
          </p:nvPr>
        </p:nvSpPr>
        <p:spPr>
          <a:xfrm>
            <a:off x="3022700" y="2141050"/>
            <a:ext cx="1987800" cy="6741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7009" name="Google Shape;7009;p280"/>
          <p:cNvSpPr txBox="1"/>
          <p:nvPr>
            <p:ph idx="6" type="subTitle"/>
          </p:nvPr>
        </p:nvSpPr>
        <p:spPr>
          <a:xfrm>
            <a:off x="3022700" y="1677500"/>
            <a:ext cx="1987800" cy="393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sp>
        <p:nvSpPr>
          <p:cNvPr id="7010" name="Google Shape;7010;p280"/>
          <p:cNvSpPr txBox="1"/>
          <p:nvPr>
            <p:ph idx="7" type="subTitle"/>
          </p:nvPr>
        </p:nvSpPr>
        <p:spPr>
          <a:xfrm>
            <a:off x="3022700" y="3635925"/>
            <a:ext cx="1987800" cy="6741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7011" name="Google Shape;7011;p280"/>
          <p:cNvSpPr txBox="1"/>
          <p:nvPr>
            <p:ph idx="8" type="subTitle"/>
          </p:nvPr>
        </p:nvSpPr>
        <p:spPr>
          <a:xfrm>
            <a:off x="3022700" y="3172375"/>
            <a:ext cx="1987800" cy="393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grpSp>
        <p:nvGrpSpPr>
          <p:cNvPr id="7012" name="Google Shape;7012;p280"/>
          <p:cNvGrpSpPr/>
          <p:nvPr/>
        </p:nvGrpSpPr>
        <p:grpSpPr>
          <a:xfrm>
            <a:off x="-1260750" y="4247400"/>
            <a:ext cx="2224933" cy="1789104"/>
            <a:chOff x="-1260750" y="4247400"/>
            <a:chExt cx="2224933" cy="1789104"/>
          </a:xfrm>
        </p:grpSpPr>
        <p:sp>
          <p:nvSpPr>
            <p:cNvPr id="7013" name="Google Shape;7013;p280"/>
            <p:cNvSpPr/>
            <p:nvPr/>
          </p:nvSpPr>
          <p:spPr>
            <a:xfrm flipH="1">
              <a:off x="-1260750" y="4247400"/>
              <a:ext cx="2224933" cy="1789104"/>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4" name="Google Shape;7014;p280"/>
            <p:cNvSpPr/>
            <p:nvPr/>
          </p:nvSpPr>
          <p:spPr>
            <a:xfrm>
              <a:off x="-708950" y="4596438"/>
              <a:ext cx="1232275" cy="1091025"/>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15" name="Google Shape;7015;p280"/>
          <p:cNvGrpSpPr/>
          <p:nvPr/>
        </p:nvGrpSpPr>
        <p:grpSpPr>
          <a:xfrm>
            <a:off x="274663" y="183250"/>
            <a:ext cx="463864" cy="572939"/>
            <a:chOff x="274663" y="183250"/>
            <a:chExt cx="463864" cy="572939"/>
          </a:xfrm>
        </p:grpSpPr>
        <p:grpSp>
          <p:nvGrpSpPr>
            <p:cNvPr id="7016" name="Google Shape;7016;p280"/>
            <p:cNvGrpSpPr/>
            <p:nvPr/>
          </p:nvGrpSpPr>
          <p:grpSpPr>
            <a:xfrm>
              <a:off x="633070" y="183250"/>
              <a:ext cx="105457" cy="105457"/>
              <a:chOff x="7812545" y="194375"/>
              <a:chExt cx="105457" cy="105457"/>
            </a:xfrm>
          </p:grpSpPr>
          <p:sp>
            <p:nvSpPr>
              <p:cNvPr id="7017" name="Google Shape;7017;p280"/>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8" name="Google Shape;7018;p280"/>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9" name="Google Shape;7019;p280"/>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0" name="Google Shape;7020;p280"/>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021" name="Google Shape;7021;p280"/>
            <p:cNvSpPr/>
            <p:nvPr/>
          </p:nvSpPr>
          <p:spPr>
            <a:xfrm>
              <a:off x="274663" y="650800"/>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22" name="Google Shape;7022;p280"/>
          <p:cNvGrpSpPr/>
          <p:nvPr/>
        </p:nvGrpSpPr>
        <p:grpSpPr>
          <a:xfrm>
            <a:off x="8458201" y="174775"/>
            <a:ext cx="450001" cy="729257"/>
            <a:chOff x="8458201" y="174775"/>
            <a:chExt cx="450001" cy="729257"/>
          </a:xfrm>
        </p:grpSpPr>
        <p:sp>
          <p:nvSpPr>
            <p:cNvPr id="7023" name="Google Shape;7023;p280"/>
            <p:cNvSpPr/>
            <p:nvPr/>
          </p:nvSpPr>
          <p:spPr>
            <a:xfrm>
              <a:off x="8458201" y="17477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7024" name="Google Shape;7024;p280"/>
            <p:cNvGrpSpPr/>
            <p:nvPr/>
          </p:nvGrpSpPr>
          <p:grpSpPr>
            <a:xfrm>
              <a:off x="8802745" y="798575"/>
              <a:ext cx="105457" cy="105457"/>
              <a:chOff x="7812545" y="194375"/>
              <a:chExt cx="105457" cy="105457"/>
            </a:xfrm>
          </p:grpSpPr>
          <p:sp>
            <p:nvSpPr>
              <p:cNvPr id="7025" name="Google Shape;7025;p280"/>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6" name="Google Shape;7026;p280"/>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7" name="Google Shape;7027;p280"/>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8" name="Google Shape;7028;p280"/>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7029" name="Google Shape;7029;p280"/>
          <p:cNvGrpSpPr/>
          <p:nvPr/>
        </p:nvGrpSpPr>
        <p:grpSpPr>
          <a:xfrm>
            <a:off x="4674326" y="4643998"/>
            <a:ext cx="1462601" cy="285801"/>
            <a:chOff x="4826726" y="4646175"/>
            <a:chExt cx="1462601" cy="285801"/>
          </a:xfrm>
        </p:grpSpPr>
        <p:sp>
          <p:nvSpPr>
            <p:cNvPr id="7030" name="Google Shape;7030;p280"/>
            <p:cNvSpPr/>
            <p:nvPr/>
          </p:nvSpPr>
          <p:spPr>
            <a:xfrm>
              <a:off x="4826726" y="485402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7031" name="Google Shape;7031;p280"/>
            <p:cNvGrpSpPr/>
            <p:nvPr/>
          </p:nvGrpSpPr>
          <p:grpSpPr>
            <a:xfrm>
              <a:off x="5519620" y="4646175"/>
              <a:ext cx="105457" cy="105457"/>
              <a:chOff x="7812545" y="194375"/>
              <a:chExt cx="105457" cy="105457"/>
            </a:xfrm>
          </p:grpSpPr>
          <p:sp>
            <p:nvSpPr>
              <p:cNvPr id="7032" name="Google Shape;7032;p280"/>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3" name="Google Shape;7033;p280"/>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4" name="Google Shape;7034;p280"/>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5" name="Google Shape;7035;p280"/>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036" name="Google Shape;7036;p280"/>
            <p:cNvSpPr/>
            <p:nvPr/>
          </p:nvSpPr>
          <p:spPr>
            <a:xfrm>
              <a:off x="6211376" y="485402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spTree>
  </p:cSld>
  <p:clrMapOvr>
    <a:masterClrMapping/>
  </p:clrMapOvr>
</p:sldLayout>
</file>

<file path=ppt/slideLayouts/slideLayout2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1">
  <p:cSld name="BLANK_16">
    <p:spTree>
      <p:nvGrpSpPr>
        <p:cNvPr id="7037" name="Shape 7037"/>
        <p:cNvGrpSpPr/>
        <p:nvPr/>
      </p:nvGrpSpPr>
      <p:grpSpPr>
        <a:xfrm>
          <a:off x="0" y="0"/>
          <a:ext cx="0" cy="0"/>
          <a:chOff x="0" y="0"/>
          <a:chExt cx="0" cy="0"/>
        </a:xfrm>
      </p:grpSpPr>
      <p:sp>
        <p:nvSpPr>
          <p:cNvPr id="7038" name="Google Shape;7038;p28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7039" name="Google Shape;7039;p281"/>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040" name="Google Shape;7040;p281"/>
          <p:cNvSpPr txBox="1"/>
          <p:nvPr>
            <p:ph idx="1" type="subTitle"/>
          </p:nvPr>
        </p:nvSpPr>
        <p:spPr>
          <a:xfrm>
            <a:off x="685800" y="2234667"/>
            <a:ext cx="2249100" cy="481500"/>
          </a:xfrm>
          <a:prstGeom prst="rect">
            <a:avLst/>
          </a:prstGeom>
        </p:spPr>
        <p:txBody>
          <a:bodyPr anchorCtr="0" anchor="ctr" bIns="91425" lIns="91425" spcFirstLastPara="1" rIns="91425" wrap="square" tIns="91425">
            <a:noAutofit/>
          </a:bodyPr>
          <a:lstStyle>
            <a:lvl1pPr lvl="0" algn="r">
              <a:lnSpc>
                <a:spcPct val="100000"/>
              </a:lnSpc>
              <a:spcBef>
                <a:spcPts val="0"/>
              </a:spcBef>
              <a:spcAft>
                <a:spcPts val="0"/>
              </a:spcAft>
              <a:buSzPts val="1400"/>
              <a:buNone/>
              <a:defRPr/>
            </a:lvl1pPr>
            <a:lvl2pPr lvl="1" algn="r">
              <a:lnSpc>
                <a:spcPct val="100000"/>
              </a:lnSpc>
              <a:spcBef>
                <a:spcPts val="0"/>
              </a:spcBef>
              <a:spcAft>
                <a:spcPts val="0"/>
              </a:spcAft>
              <a:buSzPts val="1400"/>
              <a:buNone/>
              <a:defRPr/>
            </a:lvl2pPr>
            <a:lvl3pPr lvl="2" algn="r">
              <a:lnSpc>
                <a:spcPct val="100000"/>
              </a:lnSpc>
              <a:spcBef>
                <a:spcPts val="0"/>
              </a:spcBef>
              <a:spcAft>
                <a:spcPts val="0"/>
              </a:spcAft>
              <a:buSzPts val="1400"/>
              <a:buNone/>
              <a:defRPr/>
            </a:lvl3pPr>
            <a:lvl4pPr lvl="3" algn="r">
              <a:lnSpc>
                <a:spcPct val="100000"/>
              </a:lnSpc>
              <a:spcBef>
                <a:spcPts val="0"/>
              </a:spcBef>
              <a:spcAft>
                <a:spcPts val="0"/>
              </a:spcAft>
              <a:buSzPts val="1400"/>
              <a:buNone/>
              <a:defRPr/>
            </a:lvl4pPr>
            <a:lvl5pPr lvl="4" algn="r">
              <a:lnSpc>
                <a:spcPct val="100000"/>
              </a:lnSpc>
              <a:spcBef>
                <a:spcPts val="0"/>
              </a:spcBef>
              <a:spcAft>
                <a:spcPts val="0"/>
              </a:spcAft>
              <a:buSzPts val="1400"/>
              <a:buNone/>
              <a:defRPr/>
            </a:lvl5pPr>
            <a:lvl6pPr lvl="5" algn="r">
              <a:lnSpc>
                <a:spcPct val="100000"/>
              </a:lnSpc>
              <a:spcBef>
                <a:spcPts val="0"/>
              </a:spcBef>
              <a:spcAft>
                <a:spcPts val="0"/>
              </a:spcAft>
              <a:buSzPts val="1400"/>
              <a:buNone/>
              <a:defRPr/>
            </a:lvl6pPr>
            <a:lvl7pPr lvl="6" algn="r">
              <a:lnSpc>
                <a:spcPct val="100000"/>
              </a:lnSpc>
              <a:spcBef>
                <a:spcPts val="0"/>
              </a:spcBef>
              <a:spcAft>
                <a:spcPts val="0"/>
              </a:spcAft>
              <a:buSzPts val="1400"/>
              <a:buNone/>
              <a:defRPr/>
            </a:lvl7pPr>
            <a:lvl8pPr lvl="7" algn="r">
              <a:lnSpc>
                <a:spcPct val="100000"/>
              </a:lnSpc>
              <a:spcBef>
                <a:spcPts val="0"/>
              </a:spcBef>
              <a:spcAft>
                <a:spcPts val="0"/>
              </a:spcAft>
              <a:buSzPts val="1400"/>
              <a:buNone/>
              <a:defRPr/>
            </a:lvl8pPr>
            <a:lvl9pPr lvl="8" algn="r">
              <a:lnSpc>
                <a:spcPct val="100000"/>
              </a:lnSpc>
              <a:spcBef>
                <a:spcPts val="0"/>
              </a:spcBef>
              <a:spcAft>
                <a:spcPts val="0"/>
              </a:spcAft>
              <a:buSzPts val="1400"/>
              <a:buNone/>
              <a:defRPr/>
            </a:lvl9pPr>
          </a:lstStyle>
          <a:p/>
        </p:txBody>
      </p:sp>
      <p:sp>
        <p:nvSpPr>
          <p:cNvPr id="7041" name="Google Shape;7041;p281"/>
          <p:cNvSpPr txBox="1"/>
          <p:nvPr>
            <p:ph idx="2" type="subTitle"/>
          </p:nvPr>
        </p:nvSpPr>
        <p:spPr>
          <a:xfrm>
            <a:off x="685800" y="1771117"/>
            <a:ext cx="2249100" cy="393600"/>
          </a:xfrm>
          <a:prstGeom prst="rect">
            <a:avLst/>
          </a:prstGeom>
        </p:spPr>
        <p:txBody>
          <a:bodyPr anchorCtr="0" anchor="ctr" bIns="91425" lIns="91425" spcFirstLastPara="1" rIns="91425" wrap="square" tIns="91425">
            <a:noAutofit/>
          </a:bodyPr>
          <a:lstStyle>
            <a:lvl1pPr lvl="0" algn="r">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sp>
        <p:nvSpPr>
          <p:cNvPr id="7042" name="Google Shape;7042;p281"/>
          <p:cNvSpPr txBox="1"/>
          <p:nvPr>
            <p:ph idx="3" type="subTitle"/>
          </p:nvPr>
        </p:nvSpPr>
        <p:spPr>
          <a:xfrm>
            <a:off x="685800" y="3577142"/>
            <a:ext cx="2249100" cy="481500"/>
          </a:xfrm>
          <a:prstGeom prst="rect">
            <a:avLst/>
          </a:prstGeom>
        </p:spPr>
        <p:txBody>
          <a:bodyPr anchorCtr="0" anchor="ctr" bIns="91425" lIns="91425" spcFirstLastPara="1" rIns="91425" wrap="square" tIns="91425">
            <a:noAutofit/>
          </a:bodyPr>
          <a:lstStyle>
            <a:lvl1pPr lvl="0" algn="r">
              <a:lnSpc>
                <a:spcPct val="100000"/>
              </a:lnSpc>
              <a:spcBef>
                <a:spcPts val="0"/>
              </a:spcBef>
              <a:spcAft>
                <a:spcPts val="0"/>
              </a:spcAft>
              <a:buSzPts val="1400"/>
              <a:buNone/>
              <a:defRPr/>
            </a:lvl1pPr>
            <a:lvl2pPr lvl="1" algn="r">
              <a:lnSpc>
                <a:spcPct val="100000"/>
              </a:lnSpc>
              <a:spcBef>
                <a:spcPts val="0"/>
              </a:spcBef>
              <a:spcAft>
                <a:spcPts val="0"/>
              </a:spcAft>
              <a:buSzPts val="1400"/>
              <a:buNone/>
              <a:defRPr/>
            </a:lvl2pPr>
            <a:lvl3pPr lvl="2" algn="r">
              <a:lnSpc>
                <a:spcPct val="100000"/>
              </a:lnSpc>
              <a:spcBef>
                <a:spcPts val="0"/>
              </a:spcBef>
              <a:spcAft>
                <a:spcPts val="0"/>
              </a:spcAft>
              <a:buSzPts val="1400"/>
              <a:buNone/>
              <a:defRPr/>
            </a:lvl3pPr>
            <a:lvl4pPr lvl="3" algn="r">
              <a:lnSpc>
                <a:spcPct val="100000"/>
              </a:lnSpc>
              <a:spcBef>
                <a:spcPts val="0"/>
              </a:spcBef>
              <a:spcAft>
                <a:spcPts val="0"/>
              </a:spcAft>
              <a:buSzPts val="1400"/>
              <a:buNone/>
              <a:defRPr/>
            </a:lvl4pPr>
            <a:lvl5pPr lvl="4" algn="r">
              <a:lnSpc>
                <a:spcPct val="100000"/>
              </a:lnSpc>
              <a:spcBef>
                <a:spcPts val="0"/>
              </a:spcBef>
              <a:spcAft>
                <a:spcPts val="0"/>
              </a:spcAft>
              <a:buSzPts val="1400"/>
              <a:buNone/>
              <a:defRPr/>
            </a:lvl5pPr>
            <a:lvl6pPr lvl="5" algn="r">
              <a:lnSpc>
                <a:spcPct val="100000"/>
              </a:lnSpc>
              <a:spcBef>
                <a:spcPts val="0"/>
              </a:spcBef>
              <a:spcAft>
                <a:spcPts val="0"/>
              </a:spcAft>
              <a:buSzPts val="1400"/>
              <a:buNone/>
              <a:defRPr/>
            </a:lvl6pPr>
            <a:lvl7pPr lvl="6" algn="r">
              <a:lnSpc>
                <a:spcPct val="100000"/>
              </a:lnSpc>
              <a:spcBef>
                <a:spcPts val="0"/>
              </a:spcBef>
              <a:spcAft>
                <a:spcPts val="0"/>
              </a:spcAft>
              <a:buSzPts val="1400"/>
              <a:buNone/>
              <a:defRPr/>
            </a:lvl7pPr>
            <a:lvl8pPr lvl="7" algn="r">
              <a:lnSpc>
                <a:spcPct val="100000"/>
              </a:lnSpc>
              <a:spcBef>
                <a:spcPts val="0"/>
              </a:spcBef>
              <a:spcAft>
                <a:spcPts val="0"/>
              </a:spcAft>
              <a:buSzPts val="1400"/>
              <a:buNone/>
              <a:defRPr/>
            </a:lvl8pPr>
            <a:lvl9pPr lvl="8" algn="r">
              <a:lnSpc>
                <a:spcPct val="100000"/>
              </a:lnSpc>
              <a:spcBef>
                <a:spcPts val="0"/>
              </a:spcBef>
              <a:spcAft>
                <a:spcPts val="0"/>
              </a:spcAft>
              <a:buSzPts val="1400"/>
              <a:buNone/>
              <a:defRPr/>
            </a:lvl9pPr>
          </a:lstStyle>
          <a:p/>
        </p:txBody>
      </p:sp>
      <p:sp>
        <p:nvSpPr>
          <p:cNvPr id="7043" name="Google Shape;7043;p281"/>
          <p:cNvSpPr txBox="1"/>
          <p:nvPr>
            <p:ph idx="4" type="subTitle"/>
          </p:nvPr>
        </p:nvSpPr>
        <p:spPr>
          <a:xfrm>
            <a:off x="685800" y="3113592"/>
            <a:ext cx="2249100" cy="393600"/>
          </a:xfrm>
          <a:prstGeom prst="rect">
            <a:avLst/>
          </a:prstGeom>
        </p:spPr>
        <p:txBody>
          <a:bodyPr anchorCtr="0" anchor="ctr" bIns="91425" lIns="91425" spcFirstLastPara="1" rIns="91425" wrap="square" tIns="91425">
            <a:noAutofit/>
          </a:bodyPr>
          <a:lstStyle>
            <a:lvl1pPr lvl="0" algn="r">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sp>
        <p:nvSpPr>
          <p:cNvPr id="7044" name="Google Shape;7044;p281"/>
          <p:cNvSpPr txBox="1"/>
          <p:nvPr>
            <p:ph idx="5" type="subTitle"/>
          </p:nvPr>
        </p:nvSpPr>
        <p:spPr>
          <a:xfrm>
            <a:off x="6209200" y="2234667"/>
            <a:ext cx="2249100" cy="4815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7045" name="Google Shape;7045;p281"/>
          <p:cNvSpPr txBox="1"/>
          <p:nvPr>
            <p:ph idx="6" type="subTitle"/>
          </p:nvPr>
        </p:nvSpPr>
        <p:spPr>
          <a:xfrm>
            <a:off x="6209200" y="1771117"/>
            <a:ext cx="2249100" cy="393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sp>
        <p:nvSpPr>
          <p:cNvPr id="7046" name="Google Shape;7046;p281"/>
          <p:cNvSpPr txBox="1"/>
          <p:nvPr>
            <p:ph idx="7" type="subTitle"/>
          </p:nvPr>
        </p:nvSpPr>
        <p:spPr>
          <a:xfrm>
            <a:off x="6209200" y="3577142"/>
            <a:ext cx="2249100" cy="4815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7047" name="Google Shape;7047;p281"/>
          <p:cNvSpPr txBox="1"/>
          <p:nvPr>
            <p:ph idx="8" type="subTitle"/>
          </p:nvPr>
        </p:nvSpPr>
        <p:spPr>
          <a:xfrm>
            <a:off x="6209200" y="3113592"/>
            <a:ext cx="2249100" cy="393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grpSp>
        <p:nvGrpSpPr>
          <p:cNvPr id="7048" name="Google Shape;7048;p281"/>
          <p:cNvGrpSpPr/>
          <p:nvPr/>
        </p:nvGrpSpPr>
        <p:grpSpPr>
          <a:xfrm flipH="1">
            <a:off x="450425" y="4456075"/>
            <a:ext cx="1916852" cy="488594"/>
            <a:chOff x="6725000" y="4484900"/>
            <a:chExt cx="1916852" cy="488594"/>
          </a:xfrm>
        </p:grpSpPr>
        <p:sp>
          <p:nvSpPr>
            <p:cNvPr id="7049" name="Google Shape;7049;p281"/>
            <p:cNvSpPr/>
            <p:nvPr/>
          </p:nvSpPr>
          <p:spPr>
            <a:xfrm>
              <a:off x="8536400" y="4484900"/>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050" name="Google Shape;7050;p281"/>
            <p:cNvGrpSpPr/>
            <p:nvPr/>
          </p:nvGrpSpPr>
          <p:grpSpPr>
            <a:xfrm>
              <a:off x="7801920" y="4868038"/>
              <a:ext cx="105457" cy="105457"/>
              <a:chOff x="7812545" y="194375"/>
              <a:chExt cx="105457" cy="105457"/>
            </a:xfrm>
          </p:grpSpPr>
          <p:sp>
            <p:nvSpPr>
              <p:cNvPr id="7051" name="Google Shape;7051;p281"/>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2" name="Google Shape;7052;p281"/>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3" name="Google Shape;7053;p281"/>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4" name="Google Shape;7054;p281"/>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055" name="Google Shape;7055;p281"/>
            <p:cNvSpPr/>
            <p:nvPr/>
          </p:nvSpPr>
          <p:spPr>
            <a:xfrm>
              <a:off x="6725000" y="4762662"/>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56" name="Google Shape;7056;p281"/>
          <p:cNvGrpSpPr/>
          <p:nvPr/>
        </p:nvGrpSpPr>
        <p:grpSpPr>
          <a:xfrm>
            <a:off x="8072151" y="199650"/>
            <a:ext cx="727201" cy="912457"/>
            <a:chOff x="8072151" y="199650"/>
            <a:chExt cx="727201" cy="912457"/>
          </a:xfrm>
        </p:grpSpPr>
        <p:sp>
          <p:nvSpPr>
            <p:cNvPr id="7057" name="Google Shape;7057;p281"/>
            <p:cNvSpPr/>
            <p:nvPr/>
          </p:nvSpPr>
          <p:spPr>
            <a:xfrm>
              <a:off x="8072151" y="199650"/>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7058" name="Google Shape;7058;p281"/>
            <p:cNvGrpSpPr/>
            <p:nvPr/>
          </p:nvGrpSpPr>
          <p:grpSpPr>
            <a:xfrm>
              <a:off x="8645970" y="1006650"/>
              <a:ext cx="105457" cy="105457"/>
              <a:chOff x="7812545" y="194375"/>
              <a:chExt cx="105457" cy="105457"/>
            </a:xfrm>
          </p:grpSpPr>
          <p:sp>
            <p:nvSpPr>
              <p:cNvPr id="7059" name="Google Shape;7059;p281"/>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0" name="Google Shape;7060;p281"/>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1" name="Google Shape;7061;p281"/>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2" name="Google Shape;7062;p281"/>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63" name="Google Shape;7063;p281"/>
            <p:cNvGrpSpPr/>
            <p:nvPr/>
          </p:nvGrpSpPr>
          <p:grpSpPr>
            <a:xfrm>
              <a:off x="8693895" y="342525"/>
              <a:ext cx="105457" cy="105457"/>
              <a:chOff x="7812545" y="194375"/>
              <a:chExt cx="105457" cy="105457"/>
            </a:xfrm>
          </p:grpSpPr>
          <p:sp>
            <p:nvSpPr>
              <p:cNvPr id="7064" name="Google Shape;7064;p281"/>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5" name="Google Shape;7065;p281"/>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6" name="Google Shape;7066;p281"/>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7" name="Google Shape;7067;p281"/>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7068" name="Google Shape;7068;p281"/>
          <p:cNvGrpSpPr/>
          <p:nvPr/>
        </p:nvGrpSpPr>
        <p:grpSpPr>
          <a:xfrm>
            <a:off x="7924782" y="4282875"/>
            <a:ext cx="1763256" cy="1268320"/>
            <a:chOff x="7924782" y="4282875"/>
            <a:chExt cx="1763256" cy="1268320"/>
          </a:xfrm>
        </p:grpSpPr>
        <p:sp>
          <p:nvSpPr>
            <p:cNvPr id="7069" name="Google Shape;7069;p281"/>
            <p:cNvSpPr/>
            <p:nvPr/>
          </p:nvSpPr>
          <p:spPr>
            <a:xfrm flipH="1">
              <a:off x="7924782" y="4282875"/>
              <a:ext cx="1463593" cy="1176898"/>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rgbClr val="F0F0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0" name="Google Shape;7070;p281"/>
            <p:cNvSpPr/>
            <p:nvPr/>
          </p:nvSpPr>
          <p:spPr>
            <a:xfrm>
              <a:off x="8471361" y="4438924"/>
              <a:ext cx="1216677" cy="1112271"/>
            </a:xfrm>
            <a:custGeom>
              <a:rect b="b" l="l" r="r" t="t"/>
              <a:pathLst>
                <a:path extrusionOk="0" h="49900" w="54584">
                  <a:moveTo>
                    <a:pt x="39803" y="0"/>
                  </a:moveTo>
                  <a:cubicBezTo>
                    <a:pt x="38029" y="0"/>
                    <a:pt x="36248" y="409"/>
                    <a:pt x="34570" y="1238"/>
                  </a:cubicBezTo>
                  <a:cubicBezTo>
                    <a:pt x="31367" y="2802"/>
                    <a:pt x="28886" y="5448"/>
                    <a:pt x="25683" y="7012"/>
                  </a:cubicBezTo>
                  <a:cubicBezTo>
                    <a:pt x="21308" y="9163"/>
                    <a:pt x="16511" y="10320"/>
                    <a:pt x="12090" y="12380"/>
                  </a:cubicBezTo>
                  <a:cubicBezTo>
                    <a:pt x="7684" y="14425"/>
                    <a:pt x="3444" y="17628"/>
                    <a:pt x="1865" y="22244"/>
                  </a:cubicBezTo>
                  <a:cubicBezTo>
                    <a:pt x="1" y="27673"/>
                    <a:pt x="647" y="34078"/>
                    <a:pt x="3504" y="39040"/>
                  </a:cubicBezTo>
                  <a:cubicBezTo>
                    <a:pt x="8069" y="46988"/>
                    <a:pt x="17031" y="49899"/>
                    <a:pt x="25743" y="49899"/>
                  </a:cubicBezTo>
                  <a:cubicBezTo>
                    <a:pt x="25898" y="49899"/>
                    <a:pt x="26054" y="49898"/>
                    <a:pt x="26209" y="49897"/>
                  </a:cubicBezTo>
                  <a:cubicBezTo>
                    <a:pt x="44945" y="49671"/>
                    <a:pt x="54583" y="26996"/>
                    <a:pt x="51531" y="10696"/>
                  </a:cubicBezTo>
                  <a:cubicBezTo>
                    <a:pt x="50869" y="7163"/>
                    <a:pt x="49230" y="3779"/>
                    <a:pt x="46118" y="1840"/>
                  </a:cubicBezTo>
                  <a:cubicBezTo>
                    <a:pt x="44160" y="620"/>
                    <a:pt x="41987" y="0"/>
                    <a:pt x="398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2">
  <p:cSld name="BLANK_21">
    <p:spTree>
      <p:nvGrpSpPr>
        <p:cNvPr id="7071" name="Shape 7071"/>
        <p:cNvGrpSpPr/>
        <p:nvPr/>
      </p:nvGrpSpPr>
      <p:grpSpPr>
        <a:xfrm>
          <a:off x="0" y="0"/>
          <a:ext cx="0" cy="0"/>
          <a:chOff x="0" y="0"/>
          <a:chExt cx="0" cy="0"/>
        </a:xfrm>
      </p:grpSpPr>
      <p:sp>
        <p:nvSpPr>
          <p:cNvPr id="7072" name="Google Shape;7072;p28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7073" name="Google Shape;7073;p282"/>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074" name="Google Shape;7074;p282"/>
          <p:cNvSpPr txBox="1"/>
          <p:nvPr>
            <p:ph idx="2" type="title"/>
          </p:nvPr>
        </p:nvSpPr>
        <p:spPr>
          <a:xfrm>
            <a:off x="685800" y="2239050"/>
            <a:ext cx="2227800" cy="3936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sz="2000">
                <a:solidFill>
                  <a:schemeClr val="accent2"/>
                </a:solidFill>
              </a:defRPr>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sp>
        <p:nvSpPr>
          <p:cNvPr id="7075" name="Google Shape;7075;p282"/>
          <p:cNvSpPr txBox="1"/>
          <p:nvPr>
            <p:ph idx="1" type="subTitle"/>
          </p:nvPr>
        </p:nvSpPr>
        <p:spPr>
          <a:xfrm>
            <a:off x="688342" y="2632650"/>
            <a:ext cx="2227800" cy="4680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076" name="Google Shape;7076;p282"/>
          <p:cNvSpPr txBox="1"/>
          <p:nvPr>
            <p:ph hasCustomPrompt="1" idx="3" type="title"/>
          </p:nvPr>
        </p:nvSpPr>
        <p:spPr>
          <a:xfrm>
            <a:off x="685793" y="1773634"/>
            <a:ext cx="792600" cy="5283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solidFill>
                  <a:schemeClr val="accent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7077" name="Google Shape;7077;p282"/>
          <p:cNvSpPr txBox="1"/>
          <p:nvPr>
            <p:ph idx="4" type="title"/>
          </p:nvPr>
        </p:nvSpPr>
        <p:spPr>
          <a:xfrm>
            <a:off x="6230350" y="2239050"/>
            <a:ext cx="2225400" cy="393600"/>
          </a:xfrm>
          <a:prstGeom prst="rect">
            <a:avLst/>
          </a:prstGeom>
        </p:spPr>
        <p:txBody>
          <a:bodyPr anchorCtr="0" anchor="ctr" bIns="91425" lIns="91425" spcFirstLastPara="1" rIns="91425" wrap="square" tIns="91425">
            <a:noAutofit/>
          </a:bodyPr>
          <a:lstStyle>
            <a:lvl1pPr lvl="0" algn="r">
              <a:spcBef>
                <a:spcPts val="0"/>
              </a:spcBef>
              <a:spcAft>
                <a:spcPts val="0"/>
              </a:spcAft>
              <a:buSzPts val="2000"/>
              <a:buNone/>
              <a:defRPr sz="2000">
                <a:solidFill>
                  <a:schemeClr val="accent2"/>
                </a:solidFill>
              </a:defRPr>
            </a:lvl1pPr>
            <a:lvl2pPr lvl="1" algn="r">
              <a:spcBef>
                <a:spcPts val="0"/>
              </a:spcBef>
              <a:spcAft>
                <a:spcPts val="0"/>
              </a:spcAft>
              <a:buSzPts val="2000"/>
              <a:buNone/>
              <a:defRPr sz="2000"/>
            </a:lvl2pPr>
            <a:lvl3pPr lvl="2" algn="r">
              <a:spcBef>
                <a:spcPts val="0"/>
              </a:spcBef>
              <a:spcAft>
                <a:spcPts val="0"/>
              </a:spcAft>
              <a:buSzPts val="2000"/>
              <a:buNone/>
              <a:defRPr sz="2000"/>
            </a:lvl3pPr>
            <a:lvl4pPr lvl="3" algn="r">
              <a:spcBef>
                <a:spcPts val="0"/>
              </a:spcBef>
              <a:spcAft>
                <a:spcPts val="0"/>
              </a:spcAft>
              <a:buSzPts val="2000"/>
              <a:buNone/>
              <a:defRPr sz="2000"/>
            </a:lvl4pPr>
            <a:lvl5pPr lvl="4" algn="r">
              <a:spcBef>
                <a:spcPts val="0"/>
              </a:spcBef>
              <a:spcAft>
                <a:spcPts val="0"/>
              </a:spcAft>
              <a:buSzPts val="2000"/>
              <a:buNone/>
              <a:defRPr sz="2000"/>
            </a:lvl5pPr>
            <a:lvl6pPr lvl="5" algn="r">
              <a:spcBef>
                <a:spcPts val="0"/>
              </a:spcBef>
              <a:spcAft>
                <a:spcPts val="0"/>
              </a:spcAft>
              <a:buSzPts val="2000"/>
              <a:buNone/>
              <a:defRPr sz="2000"/>
            </a:lvl6pPr>
            <a:lvl7pPr lvl="6" algn="r">
              <a:spcBef>
                <a:spcPts val="0"/>
              </a:spcBef>
              <a:spcAft>
                <a:spcPts val="0"/>
              </a:spcAft>
              <a:buSzPts val="2000"/>
              <a:buNone/>
              <a:defRPr sz="2000"/>
            </a:lvl7pPr>
            <a:lvl8pPr lvl="7" algn="r">
              <a:spcBef>
                <a:spcPts val="0"/>
              </a:spcBef>
              <a:spcAft>
                <a:spcPts val="0"/>
              </a:spcAft>
              <a:buSzPts val="2000"/>
              <a:buNone/>
              <a:defRPr sz="2000"/>
            </a:lvl8pPr>
            <a:lvl9pPr lvl="8" algn="r">
              <a:spcBef>
                <a:spcPts val="0"/>
              </a:spcBef>
              <a:spcAft>
                <a:spcPts val="0"/>
              </a:spcAft>
              <a:buSzPts val="2000"/>
              <a:buNone/>
              <a:defRPr sz="2000"/>
            </a:lvl9pPr>
          </a:lstStyle>
          <a:p/>
        </p:txBody>
      </p:sp>
      <p:sp>
        <p:nvSpPr>
          <p:cNvPr id="7078" name="Google Shape;7078;p282"/>
          <p:cNvSpPr txBox="1"/>
          <p:nvPr>
            <p:ph idx="5" type="subTitle"/>
          </p:nvPr>
        </p:nvSpPr>
        <p:spPr>
          <a:xfrm>
            <a:off x="6232889" y="2632650"/>
            <a:ext cx="2225400" cy="468000"/>
          </a:xfrm>
          <a:prstGeom prst="rect">
            <a:avLst/>
          </a:prstGeom>
        </p:spPr>
        <p:txBody>
          <a:bodyPr anchorCtr="0" anchor="ctr" bIns="91425" lIns="91425" spcFirstLastPara="1" rIns="91425" wrap="square" tIns="91425">
            <a:noAutofit/>
          </a:bodyPr>
          <a:lstStyle>
            <a:lvl1pPr lvl="0" algn="r">
              <a:lnSpc>
                <a:spcPct val="100000"/>
              </a:lnSpc>
              <a:spcBef>
                <a:spcPts val="0"/>
              </a:spcBef>
              <a:spcAft>
                <a:spcPts val="0"/>
              </a:spcAft>
              <a:buSzPts val="1400"/>
              <a:buNone/>
              <a:defRPr/>
            </a:lvl1pPr>
            <a:lvl2pPr lvl="1" algn="r">
              <a:lnSpc>
                <a:spcPct val="100000"/>
              </a:lnSpc>
              <a:spcBef>
                <a:spcPts val="0"/>
              </a:spcBef>
              <a:spcAft>
                <a:spcPts val="0"/>
              </a:spcAft>
              <a:buSzPts val="1400"/>
              <a:buNone/>
              <a:defRPr/>
            </a:lvl2pPr>
            <a:lvl3pPr lvl="2" algn="r">
              <a:lnSpc>
                <a:spcPct val="100000"/>
              </a:lnSpc>
              <a:spcBef>
                <a:spcPts val="0"/>
              </a:spcBef>
              <a:spcAft>
                <a:spcPts val="0"/>
              </a:spcAft>
              <a:buSzPts val="1400"/>
              <a:buNone/>
              <a:defRPr/>
            </a:lvl3pPr>
            <a:lvl4pPr lvl="3" algn="r">
              <a:lnSpc>
                <a:spcPct val="100000"/>
              </a:lnSpc>
              <a:spcBef>
                <a:spcPts val="0"/>
              </a:spcBef>
              <a:spcAft>
                <a:spcPts val="0"/>
              </a:spcAft>
              <a:buSzPts val="1400"/>
              <a:buNone/>
              <a:defRPr/>
            </a:lvl4pPr>
            <a:lvl5pPr lvl="4" algn="r">
              <a:lnSpc>
                <a:spcPct val="100000"/>
              </a:lnSpc>
              <a:spcBef>
                <a:spcPts val="0"/>
              </a:spcBef>
              <a:spcAft>
                <a:spcPts val="0"/>
              </a:spcAft>
              <a:buSzPts val="1400"/>
              <a:buNone/>
              <a:defRPr/>
            </a:lvl5pPr>
            <a:lvl6pPr lvl="5" algn="r">
              <a:lnSpc>
                <a:spcPct val="100000"/>
              </a:lnSpc>
              <a:spcBef>
                <a:spcPts val="0"/>
              </a:spcBef>
              <a:spcAft>
                <a:spcPts val="0"/>
              </a:spcAft>
              <a:buSzPts val="1400"/>
              <a:buNone/>
              <a:defRPr/>
            </a:lvl6pPr>
            <a:lvl7pPr lvl="6" algn="r">
              <a:lnSpc>
                <a:spcPct val="100000"/>
              </a:lnSpc>
              <a:spcBef>
                <a:spcPts val="0"/>
              </a:spcBef>
              <a:spcAft>
                <a:spcPts val="0"/>
              </a:spcAft>
              <a:buSzPts val="1400"/>
              <a:buNone/>
              <a:defRPr/>
            </a:lvl7pPr>
            <a:lvl8pPr lvl="7" algn="r">
              <a:lnSpc>
                <a:spcPct val="100000"/>
              </a:lnSpc>
              <a:spcBef>
                <a:spcPts val="0"/>
              </a:spcBef>
              <a:spcAft>
                <a:spcPts val="0"/>
              </a:spcAft>
              <a:buSzPts val="1400"/>
              <a:buNone/>
              <a:defRPr/>
            </a:lvl8pPr>
            <a:lvl9pPr lvl="8" algn="r">
              <a:lnSpc>
                <a:spcPct val="100000"/>
              </a:lnSpc>
              <a:spcBef>
                <a:spcPts val="0"/>
              </a:spcBef>
              <a:spcAft>
                <a:spcPts val="0"/>
              </a:spcAft>
              <a:buSzPts val="1400"/>
              <a:buNone/>
              <a:defRPr/>
            </a:lvl9pPr>
          </a:lstStyle>
          <a:p/>
        </p:txBody>
      </p:sp>
      <p:sp>
        <p:nvSpPr>
          <p:cNvPr id="7079" name="Google Shape;7079;p282"/>
          <p:cNvSpPr txBox="1"/>
          <p:nvPr>
            <p:ph hasCustomPrompt="1" idx="6" type="title"/>
          </p:nvPr>
        </p:nvSpPr>
        <p:spPr>
          <a:xfrm>
            <a:off x="7662593" y="1773634"/>
            <a:ext cx="792600" cy="528300"/>
          </a:xfrm>
          <a:prstGeom prst="rect">
            <a:avLst/>
          </a:prstGeom>
        </p:spPr>
        <p:txBody>
          <a:bodyPr anchorCtr="0" anchor="ctr" bIns="91425" lIns="91425" spcFirstLastPara="1" rIns="91425" wrap="square" tIns="91425">
            <a:noAutofit/>
          </a:bodyPr>
          <a:lstStyle>
            <a:lvl1pPr lvl="0" algn="r">
              <a:spcBef>
                <a:spcPts val="0"/>
              </a:spcBef>
              <a:spcAft>
                <a:spcPts val="0"/>
              </a:spcAft>
              <a:buSzPts val="3000"/>
              <a:buNone/>
              <a:defRPr sz="3000">
                <a:solidFill>
                  <a:schemeClr val="accent2"/>
                </a:solidFill>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sp>
        <p:nvSpPr>
          <p:cNvPr id="7080" name="Google Shape;7080;p282"/>
          <p:cNvSpPr txBox="1"/>
          <p:nvPr>
            <p:ph idx="7" type="title"/>
          </p:nvPr>
        </p:nvSpPr>
        <p:spPr>
          <a:xfrm>
            <a:off x="687071" y="3702599"/>
            <a:ext cx="2227800" cy="3936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sz="2000">
                <a:solidFill>
                  <a:schemeClr val="accent2"/>
                </a:solidFill>
              </a:defRPr>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sp>
        <p:nvSpPr>
          <p:cNvPr id="7081" name="Google Shape;7081;p282"/>
          <p:cNvSpPr txBox="1"/>
          <p:nvPr>
            <p:ph idx="8" type="subTitle"/>
          </p:nvPr>
        </p:nvSpPr>
        <p:spPr>
          <a:xfrm>
            <a:off x="689613" y="4096199"/>
            <a:ext cx="2227800" cy="4680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082" name="Google Shape;7082;p282"/>
          <p:cNvSpPr txBox="1"/>
          <p:nvPr>
            <p:ph hasCustomPrompt="1" idx="9" type="title"/>
          </p:nvPr>
        </p:nvSpPr>
        <p:spPr>
          <a:xfrm>
            <a:off x="685793" y="3237184"/>
            <a:ext cx="792600" cy="5283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solidFill>
                  <a:schemeClr val="accent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7083" name="Google Shape;7083;p282"/>
          <p:cNvSpPr txBox="1"/>
          <p:nvPr>
            <p:ph idx="13" type="title"/>
          </p:nvPr>
        </p:nvSpPr>
        <p:spPr>
          <a:xfrm>
            <a:off x="6230350" y="3702599"/>
            <a:ext cx="2225400" cy="393600"/>
          </a:xfrm>
          <a:prstGeom prst="rect">
            <a:avLst/>
          </a:prstGeom>
        </p:spPr>
        <p:txBody>
          <a:bodyPr anchorCtr="0" anchor="ctr" bIns="91425" lIns="91425" spcFirstLastPara="1" rIns="91425" wrap="square" tIns="91425">
            <a:noAutofit/>
          </a:bodyPr>
          <a:lstStyle>
            <a:lvl1pPr lvl="0" algn="r">
              <a:spcBef>
                <a:spcPts val="0"/>
              </a:spcBef>
              <a:spcAft>
                <a:spcPts val="0"/>
              </a:spcAft>
              <a:buSzPts val="2000"/>
              <a:buNone/>
              <a:defRPr sz="2000">
                <a:solidFill>
                  <a:schemeClr val="accent2"/>
                </a:solidFill>
              </a:defRPr>
            </a:lvl1pPr>
            <a:lvl2pPr lvl="1" algn="r">
              <a:spcBef>
                <a:spcPts val="0"/>
              </a:spcBef>
              <a:spcAft>
                <a:spcPts val="0"/>
              </a:spcAft>
              <a:buSzPts val="2000"/>
              <a:buNone/>
              <a:defRPr sz="2000"/>
            </a:lvl2pPr>
            <a:lvl3pPr lvl="2" algn="r">
              <a:spcBef>
                <a:spcPts val="0"/>
              </a:spcBef>
              <a:spcAft>
                <a:spcPts val="0"/>
              </a:spcAft>
              <a:buSzPts val="2000"/>
              <a:buNone/>
              <a:defRPr sz="2000"/>
            </a:lvl3pPr>
            <a:lvl4pPr lvl="3" algn="r">
              <a:spcBef>
                <a:spcPts val="0"/>
              </a:spcBef>
              <a:spcAft>
                <a:spcPts val="0"/>
              </a:spcAft>
              <a:buSzPts val="2000"/>
              <a:buNone/>
              <a:defRPr sz="2000"/>
            </a:lvl4pPr>
            <a:lvl5pPr lvl="4" algn="r">
              <a:spcBef>
                <a:spcPts val="0"/>
              </a:spcBef>
              <a:spcAft>
                <a:spcPts val="0"/>
              </a:spcAft>
              <a:buSzPts val="2000"/>
              <a:buNone/>
              <a:defRPr sz="2000"/>
            </a:lvl5pPr>
            <a:lvl6pPr lvl="5" algn="r">
              <a:spcBef>
                <a:spcPts val="0"/>
              </a:spcBef>
              <a:spcAft>
                <a:spcPts val="0"/>
              </a:spcAft>
              <a:buSzPts val="2000"/>
              <a:buNone/>
              <a:defRPr sz="2000"/>
            </a:lvl6pPr>
            <a:lvl7pPr lvl="6" algn="r">
              <a:spcBef>
                <a:spcPts val="0"/>
              </a:spcBef>
              <a:spcAft>
                <a:spcPts val="0"/>
              </a:spcAft>
              <a:buSzPts val="2000"/>
              <a:buNone/>
              <a:defRPr sz="2000"/>
            </a:lvl7pPr>
            <a:lvl8pPr lvl="7" algn="r">
              <a:spcBef>
                <a:spcPts val="0"/>
              </a:spcBef>
              <a:spcAft>
                <a:spcPts val="0"/>
              </a:spcAft>
              <a:buSzPts val="2000"/>
              <a:buNone/>
              <a:defRPr sz="2000"/>
            </a:lvl8pPr>
            <a:lvl9pPr lvl="8" algn="r">
              <a:spcBef>
                <a:spcPts val="0"/>
              </a:spcBef>
              <a:spcAft>
                <a:spcPts val="0"/>
              </a:spcAft>
              <a:buSzPts val="2000"/>
              <a:buNone/>
              <a:defRPr sz="2000"/>
            </a:lvl9pPr>
          </a:lstStyle>
          <a:p/>
        </p:txBody>
      </p:sp>
      <p:sp>
        <p:nvSpPr>
          <p:cNvPr id="7084" name="Google Shape;7084;p282"/>
          <p:cNvSpPr txBox="1"/>
          <p:nvPr>
            <p:ph idx="14" type="subTitle"/>
          </p:nvPr>
        </p:nvSpPr>
        <p:spPr>
          <a:xfrm>
            <a:off x="6232889" y="4096199"/>
            <a:ext cx="2225400" cy="468000"/>
          </a:xfrm>
          <a:prstGeom prst="rect">
            <a:avLst/>
          </a:prstGeom>
        </p:spPr>
        <p:txBody>
          <a:bodyPr anchorCtr="0" anchor="ctr" bIns="91425" lIns="91425" spcFirstLastPara="1" rIns="91425" wrap="square" tIns="91425">
            <a:noAutofit/>
          </a:bodyPr>
          <a:lstStyle>
            <a:lvl1pPr lvl="0" algn="r">
              <a:lnSpc>
                <a:spcPct val="100000"/>
              </a:lnSpc>
              <a:spcBef>
                <a:spcPts val="0"/>
              </a:spcBef>
              <a:spcAft>
                <a:spcPts val="0"/>
              </a:spcAft>
              <a:buSzPts val="1400"/>
              <a:buNone/>
              <a:defRPr/>
            </a:lvl1pPr>
            <a:lvl2pPr lvl="1" algn="r">
              <a:lnSpc>
                <a:spcPct val="100000"/>
              </a:lnSpc>
              <a:spcBef>
                <a:spcPts val="0"/>
              </a:spcBef>
              <a:spcAft>
                <a:spcPts val="0"/>
              </a:spcAft>
              <a:buSzPts val="1400"/>
              <a:buNone/>
              <a:defRPr/>
            </a:lvl2pPr>
            <a:lvl3pPr lvl="2" algn="r">
              <a:lnSpc>
                <a:spcPct val="100000"/>
              </a:lnSpc>
              <a:spcBef>
                <a:spcPts val="0"/>
              </a:spcBef>
              <a:spcAft>
                <a:spcPts val="0"/>
              </a:spcAft>
              <a:buSzPts val="1400"/>
              <a:buNone/>
              <a:defRPr/>
            </a:lvl3pPr>
            <a:lvl4pPr lvl="3" algn="r">
              <a:lnSpc>
                <a:spcPct val="100000"/>
              </a:lnSpc>
              <a:spcBef>
                <a:spcPts val="0"/>
              </a:spcBef>
              <a:spcAft>
                <a:spcPts val="0"/>
              </a:spcAft>
              <a:buSzPts val="1400"/>
              <a:buNone/>
              <a:defRPr/>
            </a:lvl4pPr>
            <a:lvl5pPr lvl="4" algn="r">
              <a:lnSpc>
                <a:spcPct val="100000"/>
              </a:lnSpc>
              <a:spcBef>
                <a:spcPts val="0"/>
              </a:spcBef>
              <a:spcAft>
                <a:spcPts val="0"/>
              </a:spcAft>
              <a:buSzPts val="1400"/>
              <a:buNone/>
              <a:defRPr/>
            </a:lvl5pPr>
            <a:lvl6pPr lvl="5" algn="r">
              <a:lnSpc>
                <a:spcPct val="100000"/>
              </a:lnSpc>
              <a:spcBef>
                <a:spcPts val="0"/>
              </a:spcBef>
              <a:spcAft>
                <a:spcPts val="0"/>
              </a:spcAft>
              <a:buSzPts val="1400"/>
              <a:buNone/>
              <a:defRPr/>
            </a:lvl6pPr>
            <a:lvl7pPr lvl="6" algn="r">
              <a:lnSpc>
                <a:spcPct val="100000"/>
              </a:lnSpc>
              <a:spcBef>
                <a:spcPts val="0"/>
              </a:spcBef>
              <a:spcAft>
                <a:spcPts val="0"/>
              </a:spcAft>
              <a:buSzPts val="1400"/>
              <a:buNone/>
              <a:defRPr/>
            </a:lvl7pPr>
            <a:lvl8pPr lvl="7" algn="r">
              <a:lnSpc>
                <a:spcPct val="100000"/>
              </a:lnSpc>
              <a:spcBef>
                <a:spcPts val="0"/>
              </a:spcBef>
              <a:spcAft>
                <a:spcPts val="0"/>
              </a:spcAft>
              <a:buSzPts val="1400"/>
              <a:buNone/>
              <a:defRPr/>
            </a:lvl8pPr>
            <a:lvl9pPr lvl="8" algn="r">
              <a:lnSpc>
                <a:spcPct val="100000"/>
              </a:lnSpc>
              <a:spcBef>
                <a:spcPts val="0"/>
              </a:spcBef>
              <a:spcAft>
                <a:spcPts val="0"/>
              </a:spcAft>
              <a:buSzPts val="1400"/>
              <a:buNone/>
              <a:defRPr/>
            </a:lvl9pPr>
          </a:lstStyle>
          <a:p/>
        </p:txBody>
      </p:sp>
      <p:sp>
        <p:nvSpPr>
          <p:cNvPr id="7085" name="Google Shape;7085;p282"/>
          <p:cNvSpPr txBox="1"/>
          <p:nvPr>
            <p:ph hasCustomPrompt="1" idx="15" type="title"/>
          </p:nvPr>
        </p:nvSpPr>
        <p:spPr>
          <a:xfrm>
            <a:off x="7662593" y="3237184"/>
            <a:ext cx="792600" cy="528300"/>
          </a:xfrm>
          <a:prstGeom prst="rect">
            <a:avLst/>
          </a:prstGeom>
        </p:spPr>
        <p:txBody>
          <a:bodyPr anchorCtr="0" anchor="ctr" bIns="91425" lIns="91425" spcFirstLastPara="1" rIns="91425" wrap="square" tIns="91425">
            <a:noAutofit/>
          </a:bodyPr>
          <a:lstStyle>
            <a:lvl1pPr lvl="0" algn="r">
              <a:spcBef>
                <a:spcPts val="0"/>
              </a:spcBef>
              <a:spcAft>
                <a:spcPts val="0"/>
              </a:spcAft>
              <a:buSzPts val="3000"/>
              <a:buNone/>
              <a:defRPr sz="3000">
                <a:solidFill>
                  <a:schemeClr val="accent2"/>
                </a:solidFill>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grpSp>
        <p:nvGrpSpPr>
          <p:cNvPr id="7086" name="Google Shape;7086;p282"/>
          <p:cNvGrpSpPr/>
          <p:nvPr/>
        </p:nvGrpSpPr>
        <p:grpSpPr>
          <a:xfrm>
            <a:off x="-1069154" y="4407897"/>
            <a:ext cx="1878379" cy="1510434"/>
            <a:chOff x="-1069154" y="4407897"/>
            <a:chExt cx="1878379" cy="1510434"/>
          </a:xfrm>
        </p:grpSpPr>
        <p:sp>
          <p:nvSpPr>
            <p:cNvPr id="7087" name="Google Shape;7087;p282"/>
            <p:cNvSpPr/>
            <p:nvPr/>
          </p:nvSpPr>
          <p:spPr>
            <a:xfrm flipH="1">
              <a:off x="-1069154" y="4407897"/>
              <a:ext cx="1878379" cy="1510434"/>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8" name="Google Shape;7088;p282"/>
            <p:cNvSpPr/>
            <p:nvPr/>
          </p:nvSpPr>
          <p:spPr>
            <a:xfrm>
              <a:off x="-603318" y="4702573"/>
              <a:ext cx="1040410" cy="921152"/>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89" name="Google Shape;7089;p282"/>
          <p:cNvGrpSpPr/>
          <p:nvPr/>
        </p:nvGrpSpPr>
        <p:grpSpPr>
          <a:xfrm flipH="1" rot="10800000">
            <a:off x="8455188" y="183250"/>
            <a:ext cx="463864" cy="572939"/>
            <a:chOff x="274663" y="183250"/>
            <a:chExt cx="463864" cy="572939"/>
          </a:xfrm>
        </p:grpSpPr>
        <p:grpSp>
          <p:nvGrpSpPr>
            <p:cNvPr id="7090" name="Google Shape;7090;p282"/>
            <p:cNvGrpSpPr/>
            <p:nvPr/>
          </p:nvGrpSpPr>
          <p:grpSpPr>
            <a:xfrm>
              <a:off x="633070" y="183250"/>
              <a:ext cx="105457" cy="105457"/>
              <a:chOff x="7812545" y="194375"/>
              <a:chExt cx="105457" cy="105457"/>
            </a:xfrm>
          </p:grpSpPr>
          <p:sp>
            <p:nvSpPr>
              <p:cNvPr id="7091" name="Google Shape;7091;p282"/>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2" name="Google Shape;7092;p282"/>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3" name="Google Shape;7093;p282"/>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4" name="Google Shape;7094;p282"/>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095" name="Google Shape;7095;p282"/>
            <p:cNvSpPr/>
            <p:nvPr/>
          </p:nvSpPr>
          <p:spPr>
            <a:xfrm>
              <a:off x="274663" y="650800"/>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096" name="Google Shape;7096;p282"/>
          <p:cNvSpPr/>
          <p:nvPr/>
        </p:nvSpPr>
        <p:spPr>
          <a:xfrm rot="10800000">
            <a:off x="8055478" y="4564201"/>
            <a:ext cx="1683999" cy="1354130"/>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097" name="Google Shape;7097;p282"/>
          <p:cNvGrpSpPr/>
          <p:nvPr/>
        </p:nvGrpSpPr>
        <p:grpSpPr>
          <a:xfrm>
            <a:off x="167651" y="174775"/>
            <a:ext cx="719526" cy="729257"/>
            <a:chOff x="167651" y="174775"/>
            <a:chExt cx="719526" cy="729257"/>
          </a:xfrm>
        </p:grpSpPr>
        <p:sp>
          <p:nvSpPr>
            <p:cNvPr id="7098" name="Google Shape;7098;p282"/>
            <p:cNvSpPr/>
            <p:nvPr/>
          </p:nvSpPr>
          <p:spPr>
            <a:xfrm flipH="1" rot="10800000">
              <a:off x="167651" y="826080"/>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7099" name="Google Shape;7099;p282"/>
            <p:cNvGrpSpPr/>
            <p:nvPr/>
          </p:nvGrpSpPr>
          <p:grpSpPr>
            <a:xfrm flipH="1" rot="10800000">
              <a:off x="512195" y="174775"/>
              <a:ext cx="105457" cy="105457"/>
              <a:chOff x="7812545" y="194375"/>
              <a:chExt cx="105457" cy="105457"/>
            </a:xfrm>
          </p:grpSpPr>
          <p:sp>
            <p:nvSpPr>
              <p:cNvPr id="7100" name="Google Shape;7100;p282"/>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1" name="Google Shape;7101;p282"/>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2" name="Google Shape;7102;p282"/>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3" name="Google Shape;7103;p282"/>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104" name="Google Shape;7104;p282"/>
            <p:cNvSpPr/>
            <p:nvPr/>
          </p:nvSpPr>
          <p:spPr>
            <a:xfrm flipH="1" rot="10800000">
              <a:off x="809226" y="58245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spTree>
  </p:cSld>
  <p:clrMapOvr>
    <a:masterClrMapping/>
  </p:clrMapOvr>
</p:sldLayout>
</file>

<file path=ppt/slideLayouts/slideLayout2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BLANK_8">
    <p:spTree>
      <p:nvGrpSpPr>
        <p:cNvPr id="7105" name="Shape 7105"/>
        <p:cNvGrpSpPr/>
        <p:nvPr/>
      </p:nvGrpSpPr>
      <p:grpSpPr>
        <a:xfrm>
          <a:off x="0" y="0"/>
          <a:ext cx="0" cy="0"/>
          <a:chOff x="0" y="0"/>
          <a:chExt cx="0" cy="0"/>
        </a:xfrm>
      </p:grpSpPr>
      <p:sp>
        <p:nvSpPr>
          <p:cNvPr id="7106" name="Google Shape;7106;p28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7107" name="Google Shape;7107;p283"/>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108" name="Google Shape;7108;p283"/>
          <p:cNvSpPr txBox="1"/>
          <p:nvPr>
            <p:ph idx="1" type="subTitle"/>
          </p:nvPr>
        </p:nvSpPr>
        <p:spPr>
          <a:xfrm>
            <a:off x="3601100" y="1757449"/>
            <a:ext cx="2063100" cy="4815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7109" name="Google Shape;7109;p283"/>
          <p:cNvSpPr txBox="1"/>
          <p:nvPr>
            <p:ph idx="2" type="subTitle"/>
          </p:nvPr>
        </p:nvSpPr>
        <p:spPr>
          <a:xfrm>
            <a:off x="3601100" y="1346150"/>
            <a:ext cx="2063100" cy="393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sp>
        <p:nvSpPr>
          <p:cNvPr id="7110" name="Google Shape;7110;p283"/>
          <p:cNvSpPr txBox="1"/>
          <p:nvPr>
            <p:ph idx="3" type="subTitle"/>
          </p:nvPr>
        </p:nvSpPr>
        <p:spPr>
          <a:xfrm>
            <a:off x="3601100" y="2860349"/>
            <a:ext cx="2063100" cy="4815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7111" name="Google Shape;7111;p283"/>
          <p:cNvSpPr txBox="1"/>
          <p:nvPr>
            <p:ph idx="4" type="subTitle"/>
          </p:nvPr>
        </p:nvSpPr>
        <p:spPr>
          <a:xfrm>
            <a:off x="3601100" y="2449051"/>
            <a:ext cx="2063100" cy="393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sp>
        <p:nvSpPr>
          <p:cNvPr id="7112" name="Google Shape;7112;p283"/>
          <p:cNvSpPr txBox="1"/>
          <p:nvPr>
            <p:ph idx="5" type="subTitle"/>
          </p:nvPr>
        </p:nvSpPr>
        <p:spPr>
          <a:xfrm>
            <a:off x="3601100" y="3963250"/>
            <a:ext cx="2063100" cy="4815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7113" name="Google Shape;7113;p283"/>
          <p:cNvSpPr txBox="1"/>
          <p:nvPr>
            <p:ph idx="6" type="subTitle"/>
          </p:nvPr>
        </p:nvSpPr>
        <p:spPr>
          <a:xfrm>
            <a:off x="3601100" y="3551951"/>
            <a:ext cx="2063100" cy="393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sp>
        <p:nvSpPr>
          <p:cNvPr id="7114" name="Google Shape;7114;p283"/>
          <p:cNvSpPr txBox="1"/>
          <p:nvPr>
            <p:ph idx="7" type="subTitle"/>
          </p:nvPr>
        </p:nvSpPr>
        <p:spPr>
          <a:xfrm>
            <a:off x="6395100" y="1757449"/>
            <a:ext cx="2063100" cy="4815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7115" name="Google Shape;7115;p283"/>
          <p:cNvSpPr txBox="1"/>
          <p:nvPr>
            <p:ph idx="8" type="subTitle"/>
          </p:nvPr>
        </p:nvSpPr>
        <p:spPr>
          <a:xfrm>
            <a:off x="6395100" y="1346150"/>
            <a:ext cx="2063100" cy="393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sp>
        <p:nvSpPr>
          <p:cNvPr id="7116" name="Google Shape;7116;p283"/>
          <p:cNvSpPr txBox="1"/>
          <p:nvPr>
            <p:ph idx="9" type="subTitle"/>
          </p:nvPr>
        </p:nvSpPr>
        <p:spPr>
          <a:xfrm>
            <a:off x="6395100" y="2860349"/>
            <a:ext cx="2063100" cy="4815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7117" name="Google Shape;7117;p283"/>
          <p:cNvSpPr txBox="1"/>
          <p:nvPr>
            <p:ph idx="13" type="subTitle"/>
          </p:nvPr>
        </p:nvSpPr>
        <p:spPr>
          <a:xfrm>
            <a:off x="6395100" y="2449051"/>
            <a:ext cx="2063100" cy="393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sp>
        <p:nvSpPr>
          <p:cNvPr id="7118" name="Google Shape;7118;p283"/>
          <p:cNvSpPr txBox="1"/>
          <p:nvPr>
            <p:ph idx="14" type="subTitle"/>
          </p:nvPr>
        </p:nvSpPr>
        <p:spPr>
          <a:xfrm>
            <a:off x="6395100" y="3963250"/>
            <a:ext cx="2063100" cy="4815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7119" name="Google Shape;7119;p283"/>
          <p:cNvSpPr txBox="1"/>
          <p:nvPr>
            <p:ph idx="15" type="subTitle"/>
          </p:nvPr>
        </p:nvSpPr>
        <p:spPr>
          <a:xfrm>
            <a:off x="6395100" y="3551951"/>
            <a:ext cx="2063100" cy="393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grpSp>
        <p:nvGrpSpPr>
          <p:cNvPr id="7120" name="Google Shape;7120;p283"/>
          <p:cNvGrpSpPr/>
          <p:nvPr/>
        </p:nvGrpSpPr>
        <p:grpSpPr>
          <a:xfrm>
            <a:off x="8140895" y="199900"/>
            <a:ext cx="767307" cy="704132"/>
            <a:chOff x="8140895" y="199900"/>
            <a:chExt cx="767307" cy="704132"/>
          </a:xfrm>
        </p:grpSpPr>
        <p:sp>
          <p:nvSpPr>
            <p:cNvPr id="7121" name="Google Shape;7121;p283"/>
            <p:cNvSpPr/>
            <p:nvPr/>
          </p:nvSpPr>
          <p:spPr>
            <a:xfrm>
              <a:off x="8724801" y="261850"/>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7122" name="Google Shape;7122;p283"/>
            <p:cNvGrpSpPr/>
            <p:nvPr/>
          </p:nvGrpSpPr>
          <p:grpSpPr>
            <a:xfrm>
              <a:off x="8802745" y="798575"/>
              <a:ext cx="105457" cy="105457"/>
              <a:chOff x="7812545" y="194375"/>
              <a:chExt cx="105457" cy="105457"/>
            </a:xfrm>
          </p:grpSpPr>
          <p:sp>
            <p:nvSpPr>
              <p:cNvPr id="7123" name="Google Shape;7123;p283"/>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4" name="Google Shape;7124;p283"/>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5" name="Google Shape;7125;p283"/>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6" name="Google Shape;7126;p283"/>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27" name="Google Shape;7127;p283"/>
            <p:cNvGrpSpPr/>
            <p:nvPr/>
          </p:nvGrpSpPr>
          <p:grpSpPr>
            <a:xfrm>
              <a:off x="8140895" y="199900"/>
              <a:ext cx="105457" cy="105457"/>
              <a:chOff x="7812545" y="194375"/>
              <a:chExt cx="105457" cy="105457"/>
            </a:xfrm>
          </p:grpSpPr>
          <p:sp>
            <p:nvSpPr>
              <p:cNvPr id="7128" name="Google Shape;7128;p283"/>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9" name="Google Shape;7129;p283"/>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0" name="Google Shape;7130;p283"/>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1" name="Google Shape;7131;p283"/>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7132" name="Google Shape;7132;p283"/>
          <p:cNvGrpSpPr/>
          <p:nvPr/>
        </p:nvGrpSpPr>
        <p:grpSpPr>
          <a:xfrm>
            <a:off x="198551" y="248100"/>
            <a:ext cx="340151" cy="550476"/>
            <a:chOff x="198551" y="248100"/>
            <a:chExt cx="340151" cy="550476"/>
          </a:xfrm>
        </p:grpSpPr>
        <p:sp>
          <p:nvSpPr>
            <p:cNvPr id="7133" name="Google Shape;7133;p283"/>
            <p:cNvSpPr/>
            <p:nvPr/>
          </p:nvSpPr>
          <p:spPr>
            <a:xfrm>
              <a:off x="198551" y="72062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7134" name="Google Shape;7134;p283"/>
            <p:cNvGrpSpPr/>
            <p:nvPr/>
          </p:nvGrpSpPr>
          <p:grpSpPr>
            <a:xfrm>
              <a:off x="433245" y="248100"/>
              <a:ext cx="105457" cy="105457"/>
              <a:chOff x="7812545" y="194375"/>
              <a:chExt cx="105457" cy="105457"/>
            </a:xfrm>
          </p:grpSpPr>
          <p:sp>
            <p:nvSpPr>
              <p:cNvPr id="7135" name="Google Shape;7135;p283"/>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6" name="Google Shape;7136;p283"/>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7" name="Google Shape;7137;p283"/>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8" name="Google Shape;7138;p283"/>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7139" name="Google Shape;7139;p283"/>
          <p:cNvSpPr/>
          <p:nvPr/>
        </p:nvSpPr>
        <p:spPr>
          <a:xfrm flipH="1">
            <a:off x="8724788" y="4527038"/>
            <a:ext cx="1232275" cy="1091025"/>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140" name="Google Shape;7140;p283"/>
          <p:cNvGrpSpPr/>
          <p:nvPr/>
        </p:nvGrpSpPr>
        <p:grpSpPr>
          <a:xfrm>
            <a:off x="2880351" y="4654848"/>
            <a:ext cx="2357201" cy="285801"/>
            <a:chOff x="2880351" y="4654848"/>
            <a:chExt cx="2357201" cy="285801"/>
          </a:xfrm>
        </p:grpSpPr>
        <p:sp>
          <p:nvSpPr>
            <p:cNvPr id="7141" name="Google Shape;7141;p283"/>
            <p:cNvSpPr/>
            <p:nvPr/>
          </p:nvSpPr>
          <p:spPr>
            <a:xfrm>
              <a:off x="2880351" y="4862698"/>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7142" name="Google Shape;7142;p283"/>
            <p:cNvGrpSpPr/>
            <p:nvPr/>
          </p:nvGrpSpPr>
          <p:grpSpPr>
            <a:xfrm>
              <a:off x="3601095" y="4654848"/>
              <a:ext cx="105457" cy="105457"/>
              <a:chOff x="7812545" y="194375"/>
              <a:chExt cx="105457" cy="105457"/>
            </a:xfrm>
          </p:grpSpPr>
          <p:sp>
            <p:nvSpPr>
              <p:cNvPr id="7143" name="Google Shape;7143;p283"/>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4" name="Google Shape;7144;p283"/>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5" name="Google Shape;7145;p283"/>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6" name="Google Shape;7146;p283"/>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147" name="Google Shape;7147;p283"/>
            <p:cNvSpPr/>
            <p:nvPr/>
          </p:nvSpPr>
          <p:spPr>
            <a:xfrm>
              <a:off x="4343376" y="4862698"/>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7148" name="Google Shape;7148;p283"/>
            <p:cNvGrpSpPr/>
            <p:nvPr/>
          </p:nvGrpSpPr>
          <p:grpSpPr>
            <a:xfrm>
              <a:off x="5132095" y="4654848"/>
              <a:ext cx="105457" cy="105457"/>
              <a:chOff x="7812545" y="194375"/>
              <a:chExt cx="105457" cy="105457"/>
            </a:xfrm>
          </p:grpSpPr>
          <p:sp>
            <p:nvSpPr>
              <p:cNvPr id="7149" name="Google Shape;7149;p283"/>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0" name="Google Shape;7150;p283"/>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1" name="Google Shape;7151;p283"/>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2" name="Google Shape;7152;p283"/>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BLANK_9">
    <p:spTree>
      <p:nvGrpSpPr>
        <p:cNvPr id="7153" name="Shape 7153"/>
        <p:cNvGrpSpPr/>
        <p:nvPr/>
      </p:nvGrpSpPr>
      <p:grpSpPr>
        <a:xfrm>
          <a:off x="0" y="0"/>
          <a:ext cx="0" cy="0"/>
          <a:chOff x="0" y="0"/>
          <a:chExt cx="0" cy="0"/>
        </a:xfrm>
      </p:grpSpPr>
      <p:sp>
        <p:nvSpPr>
          <p:cNvPr id="7154" name="Google Shape;7154;p28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7155" name="Google Shape;7155;p284"/>
          <p:cNvSpPr txBox="1"/>
          <p:nvPr>
            <p:ph type="title"/>
          </p:nvPr>
        </p:nvSpPr>
        <p:spPr>
          <a:xfrm>
            <a:off x="685800" y="1976850"/>
            <a:ext cx="3598800" cy="5355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156" name="Google Shape;7156;p284"/>
          <p:cNvSpPr txBox="1"/>
          <p:nvPr>
            <p:ph idx="1" type="subTitle"/>
          </p:nvPr>
        </p:nvSpPr>
        <p:spPr>
          <a:xfrm>
            <a:off x="685800" y="2627175"/>
            <a:ext cx="3598800" cy="7518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nSpc>
                <a:spcPct val="100000"/>
              </a:lnSpc>
              <a:spcBef>
                <a:spcPts val="0"/>
              </a:spcBef>
              <a:spcAft>
                <a:spcPts val="0"/>
              </a:spcAft>
              <a:buSzPts val="2100"/>
              <a:buNone/>
              <a:defRPr sz="2100"/>
            </a:lvl2pPr>
            <a:lvl3pPr lvl="2">
              <a:lnSpc>
                <a:spcPct val="100000"/>
              </a:lnSpc>
              <a:spcBef>
                <a:spcPts val="0"/>
              </a:spcBef>
              <a:spcAft>
                <a:spcPts val="0"/>
              </a:spcAft>
              <a:buSzPts val="2100"/>
              <a:buNone/>
              <a:defRPr sz="2100"/>
            </a:lvl3pPr>
            <a:lvl4pPr lvl="3">
              <a:lnSpc>
                <a:spcPct val="100000"/>
              </a:lnSpc>
              <a:spcBef>
                <a:spcPts val="0"/>
              </a:spcBef>
              <a:spcAft>
                <a:spcPts val="0"/>
              </a:spcAft>
              <a:buSzPts val="2100"/>
              <a:buNone/>
              <a:defRPr sz="2100"/>
            </a:lvl4pPr>
            <a:lvl5pPr lvl="4">
              <a:lnSpc>
                <a:spcPct val="100000"/>
              </a:lnSpc>
              <a:spcBef>
                <a:spcPts val="0"/>
              </a:spcBef>
              <a:spcAft>
                <a:spcPts val="0"/>
              </a:spcAft>
              <a:buSzPts val="2100"/>
              <a:buNone/>
              <a:defRPr sz="2100"/>
            </a:lvl5pPr>
            <a:lvl6pPr lvl="5">
              <a:lnSpc>
                <a:spcPct val="100000"/>
              </a:lnSpc>
              <a:spcBef>
                <a:spcPts val="0"/>
              </a:spcBef>
              <a:spcAft>
                <a:spcPts val="0"/>
              </a:spcAft>
              <a:buSzPts val="2100"/>
              <a:buNone/>
              <a:defRPr sz="2100"/>
            </a:lvl6pPr>
            <a:lvl7pPr lvl="6">
              <a:lnSpc>
                <a:spcPct val="100000"/>
              </a:lnSpc>
              <a:spcBef>
                <a:spcPts val="0"/>
              </a:spcBef>
              <a:spcAft>
                <a:spcPts val="0"/>
              </a:spcAft>
              <a:buSzPts val="2100"/>
              <a:buNone/>
              <a:defRPr sz="2100"/>
            </a:lvl7pPr>
            <a:lvl8pPr lvl="7">
              <a:lnSpc>
                <a:spcPct val="100000"/>
              </a:lnSpc>
              <a:spcBef>
                <a:spcPts val="0"/>
              </a:spcBef>
              <a:spcAft>
                <a:spcPts val="0"/>
              </a:spcAft>
              <a:buSzPts val="2100"/>
              <a:buNone/>
              <a:defRPr sz="2100"/>
            </a:lvl8pPr>
            <a:lvl9pPr lvl="8">
              <a:lnSpc>
                <a:spcPct val="100000"/>
              </a:lnSpc>
              <a:spcBef>
                <a:spcPts val="0"/>
              </a:spcBef>
              <a:spcAft>
                <a:spcPts val="0"/>
              </a:spcAft>
              <a:buSzPts val="2100"/>
              <a:buNone/>
              <a:defRPr sz="2100"/>
            </a:lvl9pPr>
          </a:lstStyle>
          <a:p/>
        </p:txBody>
      </p:sp>
      <p:grpSp>
        <p:nvGrpSpPr>
          <p:cNvPr id="7157" name="Google Shape;7157;p284"/>
          <p:cNvGrpSpPr/>
          <p:nvPr/>
        </p:nvGrpSpPr>
        <p:grpSpPr>
          <a:xfrm>
            <a:off x="203282" y="217187"/>
            <a:ext cx="801319" cy="855707"/>
            <a:chOff x="203282" y="217187"/>
            <a:chExt cx="801319" cy="855707"/>
          </a:xfrm>
        </p:grpSpPr>
        <p:sp>
          <p:nvSpPr>
            <p:cNvPr id="7158" name="Google Shape;7158;p284"/>
            <p:cNvSpPr/>
            <p:nvPr/>
          </p:nvSpPr>
          <p:spPr>
            <a:xfrm>
              <a:off x="899150" y="217187"/>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159" name="Google Shape;7159;p284"/>
            <p:cNvGrpSpPr/>
            <p:nvPr/>
          </p:nvGrpSpPr>
          <p:grpSpPr>
            <a:xfrm>
              <a:off x="203282" y="967438"/>
              <a:ext cx="105457" cy="105457"/>
              <a:chOff x="7812545" y="194375"/>
              <a:chExt cx="105457" cy="105457"/>
            </a:xfrm>
          </p:grpSpPr>
          <p:sp>
            <p:nvSpPr>
              <p:cNvPr id="7160" name="Google Shape;7160;p284"/>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1" name="Google Shape;7161;p284"/>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2" name="Google Shape;7162;p284"/>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3" name="Google Shape;7163;p284"/>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7164" name="Google Shape;7164;p284"/>
          <p:cNvGrpSpPr/>
          <p:nvPr/>
        </p:nvGrpSpPr>
        <p:grpSpPr>
          <a:xfrm>
            <a:off x="-486246" y="4538820"/>
            <a:ext cx="1490848" cy="877511"/>
            <a:chOff x="-486246" y="4538820"/>
            <a:chExt cx="1490848" cy="877511"/>
          </a:xfrm>
        </p:grpSpPr>
        <p:sp>
          <p:nvSpPr>
            <p:cNvPr id="7165" name="Google Shape;7165;p284"/>
            <p:cNvSpPr/>
            <p:nvPr/>
          </p:nvSpPr>
          <p:spPr>
            <a:xfrm>
              <a:off x="-486246" y="4538820"/>
              <a:ext cx="991119" cy="877511"/>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6" name="Google Shape;7166;p284"/>
            <p:cNvSpPr/>
            <p:nvPr/>
          </p:nvSpPr>
          <p:spPr>
            <a:xfrm>
              <a:off x="899150" y="4850137"/>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BLANK_11">
    <p:spTree>
      <p:nvGrpSpPr>
        <p:cNvPr id="7167" name="Shape 7167"/>
        <p:cNvGrpSpPr/>
        <p:nvPr/>
      </p:nvGrpSpPr>
      <p:grpSpPr>
        <a:xfrm>
          <a:off x="0" y="0"/>
          <a:ext cx="0" cy="0"/>
          <a:chOff x="0" y="0"/>
          <a:chExt cx="0" cy="0"/>
        </a:xfrm>
      </p:grpSpPr>
      <p:sp>
        <p:nvSpPr>
          <p:cNvPr id="7168" name="Google Shape;7168;p28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7169" name="Google Shape;7169;p285"/>
          <p:cNvSpPr txBox="1"/>
          <p:nvPr>
            <p:ph type="title"/>
          </p:nvPr>
        </p:nvSpPr>
        <p:spPr>
          <a:xfrm>
            <a:off x="4859400" y="1976850"/>
            <a:ext cx="3598800" cy="5355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170" name="Google Shape;7170;p285"/>
          <p:cNvSpPr txBox="1"/>
          <p:nvPr>
            <p:ph idx="1" type="subTitle"/>
          </p:nvPr>
        </p:nvSpPr>
        <p:spPr>
          <a:xfrm>
            <a:off x="4859400" y="2627175"/>
            <a:ext cx="3598800" cy="7518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nSpc>
                <a:spcPct val="100000"/>
              </a:lnSpc>
              <a:spcBef>
                <a:spcPts val="0"/>
              </a:spcBef>
              <a:spcAft>
                <a:spcPts val="0"/>
              </a:spcAft>
              <a:buSzPts val="2100"/>
              <a:buNone/>
              <a:defRPr sz="2100"/>
            </a:lvl2pPr>
            <a:lvl3pPr lvl="2">
              <a:lnSpc>
                <a:spcPct val="100000"/>
              </a:lnSpc>
              <a:spcBef>
                <a:spcPts val="0"/>
              </a:spcBef>
              <a:spcAft>
                <a:spcPts val="0"/>
              </a:spcAft>
              <a:buSzPts val="2100"/>
              <a:buNone/>
              <a:defRPr sz="2100"/>
            </a:lvl3pPr>
            <a:lvl4pPr lvl="3">
              <a:lnSpc>
                <a:spcPct val="100000"/>
              </a:lnSpc>
              <a:spcBef>
                <a:spcPts val="0"/>
              </a:spcBef>
              <a:spcAft>
                <a:spcPts val="0"/>
              </a:spcAft>
              <a:buSzPts val="2100"/>
              <a:buNone/>
              <a:defRPr sz="2100"/>
            </a:lvl4pPr>
            <a:lvl5pPr lvl="4">
              <a:lnSpc>
                <a:spcPct val="100000"/>
              </a:lnSpc>
              <a:spcBef>
                <a:spcPts val="0"/>
              </a:spcBef>
              <a:spcAft>
                <a:spcPts val="0"/>
              </a:spcAft>
              <a:buSzPts val="2100"/>
              <a:buNone/>
              <a:defRPr sz="2100"/>
            </a:lvl5pPr>
            <a:lvl6pPr lvl="5">
              <a:lnSpc>
                <a:spcPct val="100000"/>
              </a:lnSpc>
              <a:spcBef>
                <a:spcPts val="0"/>
              </a:spcBef>
              <a:spcAft>
                <a:spcPts val="0"/>
              </a:spcAft>
              <a:buSzPts val="2100"/>
              <a:buNone/>
              <a:defRPr sz="2100"/>
            </a:lvl6pPr>
            <a:lvl7pPr lvl="6">
              <a:lnSpc>
                <a:spcPct val="100000"/>
              </a:lnSpc>
              <a:spcBef>
                <a:spcPts val="0"/>
              </a:spcBef>
              <a:spcAft>
                <a:spcPts val="0"/>
              </a:spcAft>
              <a:buSzPts val="2100"/>
              <a:buNone/>
              <a:defRPr sz="2100"/>
            </a:lvl7pPr>
            <a:lvl8pPr lvl="7">
              <a:lnSpc>
                <a:spcPct val="100000"/>
              </a:lnSpc>
              <a:spcBef>
                <a:spcPts val="0"/>
              </a:spcBef>
              <a:spcAft>
                <a:spcPts val="0"/>
              </a:spcAft>
              <a:buSzPts val="2100"/>
              <a:buNone/>
              <a:defRPr sz="2100"/>
            </a:lvl8pPr>
            <a:lvl9pPr lvl="8">
              <a:lnSpc>
                <a:spcPct val="100000"/>
              </a:lnSpc>
              <a:spcBef>
                <a:spcPts val="0"/>
              </a:spcBef>
              <a:spcAft>
                <a:spcPts val="0"/>
              </a:spcAft>
              <a:buSzPts val="2100"/>
              <a:buNone/>
              <a:defRPr sz="2100"/>
            </a:lvl9pPr>
          </a:lstStyle>
          <a:p/>
        </p:txBody>
      </p:sp>
      <p:grpSp>
        <p:nvGrpSpPr>
          <p:cNvPr id="7171" name="Google Shape;7171;p285"/>
          <p:cNvGrpSpPr/>
          <p:nvPr/>
        </p:nvGrpSpPr>
        <p:grpSpPr>
          <a:xfrm>
            <a:off x="4267201" y="4281023"/>
            <a:ext cx="2862276" cy="557407"/>
            <a:chOff x="4267201" y="4281023"/>
            <a:chExt cx="2862276" cy="557407"/>
          </a:xfrm>
        </p:grpSpPr>
        <p:sp>
          <p:nvSpPr>
            <p:cNvPr id="7172" name="Google Shape;7172;p285"/>
            <p:cNvSpPr/>
            <p:nvPr/>
          </p:nvSpPr>
          <p:spPr>
            <a:xfrm>
              <a:off x="4267201" y="4746723"/>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7173" name="Google Shape;7173;p285"/>
            <p:cNvGrpSpPr/>
            <p:nvPr/>
          </p:nvGrpSpPr>
          <p:grpSpPr>
            <a:xfrm>
              <a:off x="5127270" y="4281023"/>
              <a:ext cx="105457" cy="105457"/>
              <a:chOff x="7812545" y="194375"/>
              <a:chExt cx="105457" cy="105457"/>
            </a:xfrm>
          </p:grpSpPr>
          <p:sp>
            <p:nvSpPr>
              <p:cNvPr id="7174" name="Google Shape;7174;p285"/>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5" name="Google Shape;7175;p285"/>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6" name="Google Shape;7176;p285"/>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7" name="Google Shape;7177;p285"/>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178" name="Google Shape;7178;p285"/>
            <p:cNvSpPr/>
            <p:nvPr/>
          </p:nvSpPr>
          <p:spPr>
            <a:xfrm>
              <a:off x="6165650" y="4487449"/>
              <a:ext cx="171626" cy="171626"/>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7179" name="Google Shape;7179;p285"/>
            <p:cNvGrpSpPr/>
            <p:nvPr/>
          </p:nvGrpSpPr>
          <p:grpSpPr>
            <a:xfrm>
              <a:off x="7024020" y="4732973"/>
              <a:ext cx="105457" cy="105457"/>
              <a:chOff x="7812545" y="194375"/>
              <a:chExt cx="105457" cy="105457"/>
            </a:xfrm>
          </p:grpSpPr>
          <p:sp>
            <p:nvSpPr>
              <p:cNvPr id="7180" name="Google Shape;7180;p285"/>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1" name="Google Shape;7181;p285"/>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2" name="Google Shape;7182;p285"/>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3" name="Google Shape;7183;p285"/>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7184" name="Google Shape;7184;p285"/>
          <p:cNvSpPr/>
          <p:nvPr/>
        </p:nvSpPr>
        <p:spPr>
          <a:xfrm rot="5828238">
            <a:off x="712226" y="4219055"/>
            <a:ext cx="1085117" cy="2077472"/>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5" name="Google Shape;7185;p285"/>
          <p:cNvSpPr/>
          <p:nvPr/>
        </p:nvSpPr>
        <p:spPr>
          <a:xfrm flipH="1">
            <a:off x="8516050" y="4487450"/>
            <a:ext cx="1172375" cy="942725"/>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186" name="Google Shape;7186;p285"/>
          <p:cNvGrpSpPr/>
          <p:nvPr/>
        </p:nvGrpSpPr>
        <p:grpSpPr>
          <a:xfrm>
            <a:off x="8176604" y="-179030"/>
            <a:ext cx="1421198" cy="1325909"/>
            <a:chOff x="8176604" y="-179030"/>
            <a:chExt cx="1421198" cy="1325909"/>
          </a:xfrm>
        </p:grpSpPr>
        <p:sp>
          <p:nvSpPr>
            <p:cNvPr id="7187" name="Google Shape;7187;p285"/>
            <p:cNvSpPr/>
            <p:nvPr/>
          </p:nvSpPr>
          <p:spPr>
            <a:xfrm flipH="1">
              <a:off x="8606683" y="-179030"/>
              <a:ext cx="991119" cy="877511"/>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8" name="Google Shape;7188;p285"/>
            <p:cNvSpPr/>
            <p:nvPr/>
          </p:nvSpPr>
          <p:spPr>
            <a:xfrm flipH="1">
              <a:off x="8176604" y="349987"/>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189" name="Google Shape;7189;p285"/>
            <p:cNvGrpSpPr/>
            <p:nvPr/>
          </p:nvGrpSpPr>
          <p:grpSpPr>
            <a:xfrm>
              <a:off x="8732620" y="1041423"/>
              <a:ext cx="105457" cy="105457"/>
              <a:chOff x="7812545" y="194375"/>
              <a:chExt cx="105457" cy="105457"/>
            </a:xfrm>
          </p:grpSpPr>
          <p:sp>
            <p:nvSpPr>
              <p:cNvPr id="7190" name="Google Shape;7190;p285"/>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1" name="Google Shape;7191;p285"/>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2" name="Google Shape;7192;p285"/>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3" name="Google Shape;7193;p285"/>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7194" name="Google Shape;7194;p285"/>
          <p:cNvSpPr/>
          <p:nvPr/>
        </p:nvSpPr>
        <p:spPr>
          <a:xfrm>
            <a:off x="-1881050" y="-618725"/>
            <a:ext cx="6399210" cy="5209061"/>
          </a:xfrm>
          <a:custGeom>
            <a:rect b="b" l="l" r="r" t="t"/>
            <a:pathLst>
              <a:path extrusionOk="0" h="48924" w="60102">
                <a:moveTo>
                  <a:pt x="31550" y="1"/>
                </a:moveTo>
                <a:cubicBezTo>
                  <a:pt x="28688" y="1"/>
                  <a:pt x="25391" y="541"/>
                  <a:pt x="22089" y="2238"/>
                </a:cubicBezTo>
                <a:cubicBezTo>
                  <a:pt x="12977" y="6900"/>
                  <a:pt x="8196" y="17230"/>
                  <a:pt x="4091" y="25485"/>
                </a:cubicBezTo>
                <a:cubicBezTo>
                  <a:pt x="1" y="33725"/>
                  <a:pt x="2016" y="42612"/>
                  <a:pt x="8767" y="47123"/>
                </a:cubicBezTo>
                <a:cubicBezTo>
                  <a:pt x="10764" y="48461"/>
                  <a:pt x="12590" y="48924"/>
                  <a:pt x="14421" y="48924"/>
                </a:cubicBezTo>
                <a:cubicBezTo>
                  <a:pt x="18514" y="48924"/>
                  <a:pt x="22630" y="46611"/>
                  <a:pt x="28730" y="46611"/>
                </a:cubicBezTo>
                <a:cubicBezTo>
                  <a:pt x="29125" y="46611"/>
                  <a:pt x="29527" y="46621"/>
                  <a:pt x="29939" y="46641"/>
                </a:cubicBezTo>
                <a:cubicBezTo>
                  <a:pt x="34134" y="46851"/>
                  <a:pt x="36984" y="47278"/>
                  <a:pt x="39535" y="47278"/>
                </a:cubicBezTo>
                <a:cubicBezTo>
                  <a:pt x="42835" y="47278"/>
                  <a:pt x="45637" y="46563"/>
                  <a:pt x="50208" y="43739"/>
                </a:cubicBezTo>
                <a:cubicBezTo>
                  <a:pt x="58328" y="38732"/>
                  <a:pt x="60102" y="25500"/>
                  <a:pt x="54042" y="15140"/>
                </a:cubicBezTo>
                <a:cubicBezTo>
                  <a:pt x="47997" y="4779"/>
                  <a:pt x="40254" y="1667"/>
                  <a:pt x="40254" y="1667"/>
                </a:cubicBezTo>
                <a:cubicBezTo>
                  <a:pt x="40254" y="1667"/>
                  <a:pt x="36573" y="1"/>
                  <a:pt x="31550"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BLANK_13">
    <p:spTree>
      <p:nvGrpSpPr>
        <p:cNvPr id="7195" name="Shape 7195"/>
        <p:cNvGrpSpPr/>
        <p:nvPr/>
      </p:nvGrpSpPr>
      <p:grpSpPr>
        <a:xfrm>
          <a:off x="0" y="0"/>
          <a:ext cx="0" cy="0"/>
          <a:chOff x="0" y="0"/>
          <a:chExt cx="0" cy="0"/>
        </a:xfrm>
      </p:grpSpPr>
      <p:sp>
        <p:nvSpPr>
          <p:cNvPr id="7196" name="Google Shape;7196;p286"/>
          <p:cNvSpPr/>
          <p:nvPr/>
        </p:nvSpPr>
        <p:spPr>
          <a:xfrm flipH="1" rot="10800000">
            <a:off x="708675" y="219590"/>
            <a:ext cx="7726638" cy="4704323"/>
          </a:xfrm>
          <a:custGeom>
            <a:rect b="b" l="l" r="r" t="t"/>
            <a:pathLst>
              <a:path extrusionOk="0" h="49900" w="54584">
                <a:moveTo>
                  <a:pt x="39803" y="0"/>
                </a:moveTo>
                <a:cubicBezTo>
                  <a:pt x="38029" y="0"/>
                  <a:pt x="36248" y="409"/>
                  <a:pt x="34570" y="1238"/>
                </a:cubicBezTo>
                <a:cubicBezTo>
                  <a:pt x="31367" y="2802"/>
                  <a:pt x="28886" y="5448"/>
                  <a:pt x="25683" y="7012"/>
                </a:cubicBezTo>
                <a:cubicBezTo>
                  <a:pt x="21308" y="9163"/>
                  <a:pt x="16511" y="10320"/>
                  <a:pt x="12090" y="12380"/>
                </a:cubicBezTo>
                <a:cubicBezTo>
                  <a:pt x="7684" y="14425"/>
                  <a:pt x="3444" y="17628"/>
                  <a:pt x="1865" y="22244"/>
                </a:cubicBezTo>
                <a:cubicBezTo>
                  <a:pt x="1" y="27673"/>
                  <a:pt x="647" y="34078"/>
                  <a:pt x="3504" y="39040"/>
                </a:cubicBezTo>
                <a:cubicBezTo>
                  <a:pt x="8069" y="46988"/>
                  <a:pt x="17031" y="49899"/>
                  <a:pt x="25743" y="49899"/>
                </a:cubicBezTo>
                <a:cubicBezTo>
                  <a:pt x="25898" y="49899"/>
                  <a:pt x="26054" y="49898"/>
                  <a:pt x="26209" y="49897"/>
                </a:cubicBezTo>
                <a:cubicBezTo>
                  <a:pt x="44945" y="49671"/>
                  <a:pt x="54583" y="26996"/>
                  <a:pt x="51531" y="10696"/>
                </a:cubicBezTo>
                <a:cubicBezTo>
                  <a:pt x="50869" y="7163"/>
                  <a:pt x="49230" y="3779"/>
                  <a:pt x="46118" y="1840"/>
                </a:cubicBezTo>
                <a:cubicBezTo>
                  <a:pt x="44160" y="620"/>
                  <a:pt x="41987" y="0"/>
                  <a:pt x="3980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7" name="Google Shape;7197;p28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7198" name="Google Shape;7198;p286"/>
          <p:cNvSpPr txBox="1"/>
          <p:nvPr>
            <p:ph type="title"/>
          </p:nvPr>
        </p:nvSpPr>
        <p:spPr>
          <a:xfrm>
            <a:off x="1342950" y="1382675"/>
            <a:ext cx="6458100" cy="12486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accent2"/>
              </a:buClr>
              <a:buSzPts val="10000"/>
              <a:buNone/>
              <a:defRPr sz="10000">
                <a:solidFill>
                  <a:schemeClr val="accent2"/>
                </a:solidFill>
              </a:defRPr>
            </a:lvl1pPr>
            <a:lvl2pPr lvl="1">
              <a:spcBef>
                <a:spcPts val="0"/>
              </a:spcBef>
              <a:spcAft>
                <a:spcPts val="0"/>
              </a:spcAft>
              <a:buClr>
                <a:schemeClr val="accent2"/>
              </a:buClr>
              <a:buSzPts val="10000"/>
              <a:buNone/>
              <a:defRPr sz="10000">
                <a:solidFill>
                  <a:schemeClr val="accent2"/>
                </a:solidFill>
              </a:defRPr>
            </a:lvl2pPr>
            <a:lvl3pPr lvl="2">
              <a:spcBef>
                <a:spcPts val="0"/>
              </a:spcBef>
              <a:spcAft>
                <a:spcPts val="0"/>
              </a:spcAft>
              <a:buClr>
                <a:schemeClr val="accent2"/>
              </a:buClr>
              <a:buSzPts val="10000"/>
              <a:buNone/>
              <a:defRPr sz="10000">
                <a:solidFill>
                  <a:schemeClr val="accent2"/>
                </a:solidFill>
              </a:defRPr>
            </a:lvl3pPr>
            <a:lvl4pPr lvl="3">
              <a:spcBef>
                <a:spcPts val="0"/>
              </a:spcBef>
              <a:spcAft>
                <a:spcPts val="0"/>
              </a:spcAft>
              <a:buClr>
                <a:schemeClr val="accent2"/>
              </a:buClr>
              <a:buSzPts val="10000"/>
              <a:buNone/>
              <a:defRPr sz="10000">
                <a:solidFill>
                  <a:schemeClr val="accent2"/>
                </a:solidFill>
              </a:defRPr>
            </a:lvl4pPr>
            <a:lvl5pPr lvl="4">
              <a:spcBef>
                <a:spcPts val="0"/>
              </a:spcBef>
              <a:spcAft>
                <a:spcPts val="0"/>
              </a:spcAft>
              <a:buClr>
                <a:schemeClr val="accent2"/>
              </a:buClr>
              <a:buSzPts val="10000"/>
              <a:buNone/>
              <a:defRPr sz="10000">
                <a:solidFill>
                  <a:schemeClr val="accent2"/>
                </a:solidFill>
              </a:defRPr>
            </a:lvl5pPr>
            <a:lvl6pPr lvl="5">
              <a:spcBef>
                <a:spcPts val="0"/>
              </a:spcBef>
              <a:spcAft>
                <a:spcPts val="0"/>
              </a:spcAft>
              <a:buClr>
                <a:schemeClr val="accent2"/>
              </a:buClr>
              <a:buSzPts val="10000"/>
              <a:buNone/>
              <a:defRPr sz="10000">
                <a:solidFill>
                  <a:schemeClr val="accent2"/>
                </a:solidFill>
              </a:defRPr>
            </a:lvl6pPr>
            <a:lvl7pPr lvl="6">
              <a:spcBef>
                <a:spcPts val="0"/>
              </a:spcBef>
              <a:spcAft>
                <a:spcPts val="0"/>
              </a:spcAft>
              <a:buClr>
                <a:schemeClr val="accent2"/>
              </a:buClr>
              <a:buSzPts val="10000"/>
              <a:buNone/>
              <a:defRPr sz="10000">
                <a:solidFill>
                  <a:schemeClr val="accent2"/>
                </a:solidFill>
              </a:defRPr>
            </a:lvl7pPr>
            <a:lvl8pPr lvl="7">
              <a:spcBef>
                <a:spcPts val="0"/>
              </a:spcBef>
              <a:spcAft>
                <a:spcPts val="0"/>
              </a:spcAft>
              <a:buClr>
                <a:schemeClr val="accent2"/>
              </a:buClr>
              <a:buSzPts val="10000"/>
              <a:buNone/>
              <a:defRPr sz="10000">
                <a:solidFill>
                  <a:schemeClr val="accent2"/>
                </a:solidFill>
              </a:defRPr>
            </a:lvl8pPr>
            <a:lvl9pPr lvl="8">
              <a:spcBef>
                <a:spcPts val="0"/>
              </a:spcBef>
              <a:spcAft>
                <a:spcPts val="0"/>
              </a:spcAft>
              <a:buClr>
                <a:schemeClr val="accent2"/>
              </a:buClr>
              <a:buSzPts val="10000"/>
              <a:buNone/>
              <a:defRPr sz="10000">
                <a:solidFill>
                  <a:schemeClr val="accent2"/>
                </a:solidFill>
              </a:defRPr>
            </a:lvl9pPr>
          </a:lstStyle>
          <a:p/>
        </p:txBody>
      </p:sp>
      <p:sp>
        <p:nvSpPr>
          <p:cNvPr id="7199" name="Google Shape;7199;p286"/>
          <p:cNvSpPr txBox="1"/>
          <p:nvPr>
            <p:ph idx="1" type="subTitle"/>
          </p:nvPr>
        </p:nvSpPr>
        <p:spPr>
          <a:xfrm>
            <a:off x="2011650" y="2844800"/>
            <a:ext cx="5120700" cy="4470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8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7200" name="Google Shape;7200;p286"/>
          <p:cNvGrpSpPr/>
          <p:nvPr/>
        </p:nvGrpSpPr>
        <p:grpSpPr>
          <a:xfrm>
            <a:off x="-491969" y="3889601"/>
            <a:ext cx="2426346" cy="1766101"/>
            <a:chOff x="-491969" y="3889601"/>
            <a:chExt cx="2426346" cy="1766101"/>
          </a:xfrm>
        </p:grpSpPr>
        <p:sp>
          <p:nvSpPr>
            <p:cNvPr id="7201" name="Google Shape;7201;p286"/>
            <p:cNvSpPr/>
            <p:nvPr/>
          </p:nvSpPr>
          <p:spPr>
            <a:xfrm>
              <a:off x="-261950" y="3889601"/>
              <a:ext cx="2196327" cy="1766101"/>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2" name="Google Shape;7202;p286"/>
            <p:cNvSpPr/>
            <p:nvPr/>
          </p:nvSpPr>
          <p:spPr>
            <a:xfrm flipH="1">
              <a:off x="-491969" y="4265416"/>
              <a:ext cx="1463670" cy="1338068"/>
            </a:xfrm>
            <a:custGeom>
              <a:rect b="b" l="l" r="r" t="t"/>
              <a:pathLst>
                <a:path extrusionOk="0" h="49900" w="54584">
                  <a:moveTo>
                    <a:pt x="39803" y="0"/>
                  </a:moveTo>
                  <a:cubicBezTo>
                    <a:pt x="38029" y="0"/>
                    <a:pt x="36248" y="409"/>
                    <a:pt x="34570" y="1238"/>
                  </a:cubicBezTo>
                  <a:cubicBezTo>
                    <a:pt x="31367" y="2802"/>
                    <a:pt x="28886" y="5448"/>
                    <a:pt x="25683" y="7012"/>
                  </a:cubicBezTo>
                  <a:cubicBezTo>
                    <a:pt x="21308" y="9163"/>
                    <a:pt x="16511" y="10320"/>
                    <a:pt x="12090" y="12380"/>
                  </a:cubicBezTo>
                  <a:cubicBezTo>
                    <a:pt x="7684" y="14425"/>
                    <a:pt x="3444" y="17628"/>
                    <a:pt x="1865" y="22244"/>
                  </a:cubicBezTo>
                  <a:cubicBezTo>
                    <a:pt x="1" y="27673"/>
                    <a:pt x="647" y="34078"/>
                    <a:pt x="3504" y="39040"/>
                  </a:cubicBezTo>
                  <a:cubicBezTo>
                    <a:pt x="8069" y="46988"/>
                    <a:pt x="17031" y="49899"/>
                    <a:pt x="25743" y="49899"/>
                  </a:cubicBezTo>
                  <a:cubicBezTo>
                    <a:pt x="25898" y="49899"/>
                    <a:pt x="26054" y="49898"/>
                    <a:pt x="26209" y="49897"/>
                  </a:cubicBezTo>
                  <a:cubicBezTo>
                    <a:pt x="44945" y="49671"/>
                    <a:pt x="54583" y="26996"/>
                    <a:pt x="51531" y="10696"/>
                  </a:cubicBezTo>
                  <a:cubicBezTo>
                    <a:pt x="50869" y="7163"/>
                    <a:pt x="49230" y="3779"/>
                    <a:pt x="46118" y="1840"/>
                  </a:cubicBezTo>
                  <a:cubicBezTo>
                    <a:pt x="44160" y="620"/>
                    <a:pt x="41987" y="0"/>
                    <a:pt x="398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03" name="Google Shape;7203;p286"/>
          <p:cNvGrpSpPr/>
          <p:nvPr/>
        </p:nvGrpSpPr>
        <p:grpSpPr>
          <a:xfrm>
            <a:off x="8112408" y="-304605"/>
            <a:ext cx="1502819" cy="1131369"/>
            <a:chOff x="8112408" y="-304605"/>
            <a:chExt cx="1502819" cy="1131369"/>
          </a:xfrm>
        </p:grpSpPr>
        <p:sp>
          <p:nvSpPr>
            <p:cNvPr id="7204" name="Google Shape;7204;p286"/>
            <p:cNvSpPr/>
            <p:nvPr/>
          </p:nvSpPr>
          <p:spPr>
            <a:xfrm flipH="1">
              <a:off x="8112408" y="-304600"/>
              <a:ext cx="1406967" cy="1131364"/>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5" name="Google Shape;7205;p286"/>
            <p:cNvSpPr/>
            <p:nvPr/>
          </p:nvSpPr>
          <p:spPr>
            <a:xfrm flipH="1">
              <a:off x="8624108" y="-304605"/>
              <a:ext cx="991119" cy="877511"/>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06" name="Google Shape;7206;p286"/>
          <p:cNvGrpSpPr/>
          <p:nvPr/>
        </p:nvGrpSpPr>
        <p:grpSpPr>
          <a:xfrm>
            <a:off x="356395" y="307050"/>
            <a:ext cx="1124357" cy="1900014"/>
            <a:chOff x="356395" y="307050"/>
            <a:chExt cx="1124357" cy="1900014"/>
          </a:xfrm>
        </p:grpSpPr>
        <p:grpSp>
          <p:nvGrpSpPr>
            <p:cNvPr id="7207" name="Google Shape;7207;p286"/>
            <p:cNvGrpSpPr/>
            <p:nvPr/>
          </p:nvGrpSpPr>
          <p:grpSpPr>
            <a:xfrm>
              <a:off x="356395" y="1077175"/>
              <a:ext cx="105457" cy="105457"/>
              <a:chOff x="7812545" y="194375"/>
              <a:chExt cx="105457" cy="105457"/>
            </a:xfrm>
          </p:grpSpPr>
          <p:sp>
            <p:nvSpPr>
              <p:cNvPr id="7208" name="Google Shape;7208;p286"/>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9" name="Google Shape;7209;p286"/>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0" name="Google Shape;7210;p286"/>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1" name="Google Shape;7211;p286"/>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212" name="Google Shape;7212;p286"/>
            <p:cNvSpPr/>
            <p:nvPr/>
          </p:nvSpPr>
          <p:spPr>
            <a:xfrm>
              <a:off x="525263" y="2101675"/>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3" name="Google Shape;7213;p286"/>
            <p:cNvSpPr/>
            <p:nvPr/>
          </p:nvSpPr>
          <p:spPr>
            <a:xfrm>
              <a:off x="886526" y="307050"/>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7214" name="Google Shape;7214;p286"/>
            <p:cNvGrpSpPr/>
            <p:nvPr/>
          </p:nvGrpSpPr>
          <p:grpSpPr>
            <a:xfrm>
              <a:off x="1375295" y="1834350"/>
              <a:ext cx="105457" cy="105457"/>
              <a:chOff x="7812545" y="194375"/>
              <a:chExt cx="105457" cy="105457"/>
            </a:xfrm>
          </p:grpSpPr>
          <p:sp>
            <p:nvSpPr>
              <p:cNvPr id="7215" name="Google Shape;7215;p286"/>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6" name="Google Shape;7216;p286"/>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7" name="Google Shape;7217;p286"/>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8" name="Google Shape;7218;p286"/>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7219" name="Google Shape;7219;p286"/>
          <p:cNvGrpSpPr/>
          <p:nvPr/>
        </p:nvGrpSpPr>
        <p:grpSpPr>
          <a:xfrm>
            <a:off x="7287120" y="3141625"/>
            <a:ext cx="1552557" cy="1766094"/>
            <a:chOff x="7400320" y="248200"/>
            <a:chExt cx="1552557" cy="1766094"/>
          </a:xfrm>
        </p:grpSpPr>
        <p:sp>
          <p:nvSpPr>
            <p:cNvPr id="7220" name="Google Shape;7220;p286"/>
            <p:cNvSpPr/>
            <p:nvPr/>
          </p:nvSpPr>
          <p:spPr>
            <a:xfrm>
              <a:off x="8405475" y="1190225"/>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1" name="Google Shape;7221;p286"/>
            <p:cNvSpPr/>
            <p:nvPr/>
          </p:nvSpPr>
          <p:spPr>
            <a:xfrm>
              <a:off x="8861176" y="248200"/>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7222" name="Google Shape;7222;p286"/>
            <p:cNvGrpSpPr/>
            <p:nvPr/>
          </p:nvGrpSpPr>
          <p:grpSpPr>
            <a:xfrm>
              <a:off x="8847420" y="1908838"/>
              <a:ext cx="105457" cy="105457"/>
              <a:chOff x="7812545" y="194375"/>
              <a:chExt cx="105457" cy="105457"/>
            </a:xfrm>
          </p:grpSpPr>
          <p:sp>
            <p:nvSpPr>
              <p:cNvPr id="7223" name="Google Shape;7223;p286"/>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4" name="Google Shape;7224;p286"/>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5" name="Google Shape;7225;p286"/>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6" name="Google Shape;7226;p286"/>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27" name="Google Shape;7227;p286"/>
            <p:cNvGrpSpPr/>
            <p:nvPr/>
          </p:nvGrpSpPr>
          <p:grpSpPr>
            <a:xfrm>
              <a:off x="7400320" y="473138"/>
              <a:ext cx="105457" cy="105457"/>
              <a:chOff x="7812545" y="194375"/>
              <a:chExt cx="105457" cy="105457"/>
            </a:xfrm>
          </p:grpSpPr>
          <p:sp>
            <p:nvSpPr>
              <p:cNvPr id="7228" name="Google Shape;7228;p286"/>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9" name="Google Shape;7229;p286"/>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0" name="Google Shape;7230;p286"/>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1" name="Google Shape;7231;p286"/>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7232" name="Google Shape;7232;p286"/>
          <p:cNvGrpSpPr/>
          <p:nvPr/>
        </p:nvGrpSpPr>
        <p:grpSpPr>
          <a:xfrm>
            <a:off x="6039884" y="307038"/>
            <a:ext cx="1761155" cy="1002727"/>
            <a:chOff x="6039884" y="307038"/>
            <a:chExt cx="1761155" cy="1002727"/>
          </a:xfrm>
        </p:grpSpPr>
        <p:sp>
          <p:nvSpPr>
            <p:cNvPr id="7233" name="Google Shape;7233;p286"/>
            <p:cNvSpPr/>
            <p:nvPr/>
          </p:nvSpPr>
          <p:spPr>
            <a:xfrm flipH="1">
              <a:off x="6039884" y="455902"/>
              <a:ext cx="1463616" cy="468662"/>
            </a:xfrm>
            <a:custGeom>
              <a:rect b="b" l="l" r="r" t="t"/>
              <a:pathLst>
                <a:path extrusionOk="0" fill="none" h="4647" w="14511">
                  <a:moveTo>
                    <a:pt x="13894" y="3805"/>
                  </a:moveTo>
                  <a:cubicBezTo>
                    <a:pt x="13263" y="3459"/>
                    <a:pt x="12977" y="3744"/>
                    <a:pt x="12766" y="3459"/>
                  </a:cubicBezTo>
                  <a:cubicBezTo>
                    <a:pt x="12541" y="3173"/>
                    <a:pt x="13383" y="2436"/>
                    <a:pt x="11684" y="1699"/>
                  </a:cubicBezTo>
                  <a:cubicBezTo>
                    <a:pt x="11684" y="1699"/>
                    <a:pt x="11578" y="121"/>
                    <a:pt x="9248" y="60"/>
                  </a:cubicBezTo>
                  <a:cubicBezTo>
                    <a:pt x="6917" y="0"/>
                    <a:pt x="7549" y="1654"/>
                    <a:pt x="6917" y="2045"/>
                  </a:cubicBezTo>
                  <a:cubicBezTo>
                    <a:pt x="6286" y="2436"/>
                    <a:pt x="6120" y="1820"/>
                    <a:pt x="5504" y="2211"/>
                  </a:cubicBezTo>
                  <a:cubicBezTo>
                    <a:pt x="4872" y="2617"/>
                    <a:pt x="5158" y="3399"/>
                    <a:pt x="4647" y="3519"/>
                  </a:cubicBezTo>
                  <a:cubicBezTo>
                    <a:pt x="4135" y="3624"/>
                    <a:pt x="3459" y="3008"/>
                    <a:pt x="2842" y="3399"/>
                  </a:cubicBezTo>
                  <a:cubicBezTo>
                    <a:pt x="2211" y="3805"/>
                    <a:pt x="2211" y="4135"/>
                    <a:pt x="1925" y="4135"/>
                  </a:cubicBezTo>
                  <a:cubicBezTo>
                    <a:pt x="1654" y="4135"/>
                    <a:pt x="1083" y="3910"/>
                    <a:pt x="737" y="4135"/>
                  </a:cubicBezTo>
                  <a:cubicBezTo>
                    <a:pt x="406" y="4376"/>
                    <a:pt x="0" y="4647"/>
                    <a:pt x="0" y="4647"/>
                  </a:cubicBezTo>
                  <a:lnTo>
                    <a:pt x="14345" y="4647"/>
                  </a:lnTo>
                  <a:cubicBezTo>
                    <a:pt x="14345" y="4647"/>
                    <a:pt x="14511" y="4135"/>
                    <a:pt x="13894" y="3805"/>
                  </a:cubicBezTo>
                  <a:close/>
                </a:path>
              </a:pathLst>
            </a:custGeom>
            <a:solidFill>
              <a:schemeClr val="lt1"/>
            </a:solid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4" name="Google Shape;7234;p286"/>
            <p:cNvSpPr/>
            <p:nvPr/>
          </p:nvSpPr>
          <p:spPr>
            <a:xfrm>
              <a:off x="7695588" y="1204375"/>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235" name="Google Shape;7235;p286"/>
            <p:cNvGrpSpPr/>
            <p:nvPr/>
          </p:nvGrpSpPr>
          <p:grpSpPr>
            <a:xfrm>
              <a:off x="7398045" y="307038"/>
              <a:ext cx="105457" cy="105457"/>
              <a:chOff x="7812545" y="194375"/>
              <a:chExt cx="105457" cy="105457"/>
            </a:xfrm>
          </p:grpSpPr>
          <p:sp>
            <p:nvSpPr>
              <p:cNvPr id="7236" name="Google Shape;7236;p286"/>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7" name="Google Shape;7237;p286"/>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8" name="Google Shape;7238;p286"/>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9" name="Google Shape;7239;p286"/>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BLANK_14">
    <p:spTree>
      <p:nvGrpSpPr>
        <p:cNvPr id="7240" name="Shape 7240"/>
        <p:cNvGrpSpPr/>
        <p:nvPr/>
      </p:nvGrpSpPr>
      <p:grpSpPr>
        <a:xfrm>
          <a:off x="0" y="0"/>
          <a:ext cx="0" cy="0"/>
          <a:chOff x="0" y="0"/>
          <a:chExt cx="0" cy="0"/>
        </a:xfrm>
      </p:grpSpPr>
      <p:sp>
        <p:nvSpPr>
          <p:cNvPr id="7241" name="Google Shape;7241;p28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7242" name="Google Shape;7242;p287"/>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lgn="ctr">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243" name="Google Shape;7243;p287"/>
          <p:cNvSpPr txBox="1"/>
          <p:nvPr>
            <p:ph idx="1" type="subTitle"/>
          </p:nvPr>
        </p:nvSpPr>
        <p:spPr>
          <a:xfrm>
            <a:off x="685800" y="3831709"/>
            <a:ext cx="3651000" cy="393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244" name="Google Shape;7244;p287"/>
          <p:cNvSpPr txBox="1"/>
          <p:nvPr>
            <p:ph idx="2" type="subTitle"/>
          </p:nvPr>
        </p:nvSpPr>
        <p:spPr>
          <a:xfrm>
            <a:off x="2129250" y="2403350"/>
            <a:ext cx="4885500" cy="393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245" name="Google Shape;7245;p287"/>
          <p:cNvSpPr txBox="1"/>
          <p:nvPr>
            <p:ph idx="3" type="subTitle"/>
          </p:nvPr>
        </p:nvSpPr>
        <p:spPr>
          <a:xfrm>
            <a:off x="4807243" y="3831709"/>
            <a:ext cx="3651000" cy="393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246" name="Google Shape;7246;p287"/>
          <p:cNvSpPr txBox="1"/>
          <p:nvPr>
            <p:ph hasCustomPrompt="1" idx="4" type="title"/>
          </p:nvPr>
        </p:nvSpPr>
        <p:spPr>
          <a:xfrm>
            <a:off x="685800" y="3117675"/>
            <a:ext cx="3651000" cy="635700"/>
          </a:xfrm>
          <a:prstGeom prst="rect">
            <a:avLst/>
          </a:prstGeom>
        </p:spPr>
        <p:txBody>
          <a:bodyPr anchorCtr="0" anchor="ctr" bIns="91425" lIns="91425" spcFirstLastPara="1" rIns="91425" wrap="square" tIns="91425">
            <a:noAutofit/>
          </a:bodyPr>
          <a:lstStyle>
            <a:lvl1pPr lvl="0" algn="ctr">
              <a:spcBef>
                <a:spcPts val="0"/>
              </a:spcBef>
              <a:spcAft>
                <a:spcPts val="0"/>
              </a:spcAft>
              <a:buSzPts val="5000"/>
              <a:buNone/>
              <a:defRPr sz="6000">
                <a:solidFill>
                  <a:schemeClr val="accent2"/>
                </a:solidFill>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sp>
        <p:nvSpPr>
          <p:cNvPr id="7247" name="Google Shape;7247;p287"/>
          <p:cNvSpPr txBox="1"/>
          <p:nvPr>
            <p:ph hasCustomPrompt="1" idx="5" type="title"/>
          </p:nvPr>
        </p:nvSpPr>
        <p:spPr>
          <a:xfrm>
            <a:off x="2129250" y="1691873"/>
            <a:ext cx="4885500" cy="635700"/>
          </a:xfrm>
          <a:prstGeom prst="rect">
            <a:avLst/>
          </a:prstGeom>
        </p:spPr>
        <p:txBody>
          <a:bodyPr anchorCtr="0" anchor="ctr" bIns="91425" lIns="91425" spcFirstLastPara="1" rIns="91425" wrap="square" tIns="91425">
            <a:noAutofit/>
          </a:bodyPr>
          <a:lstStyle>
            <a:lvl1pPr lvl="0" algn="ctr">
              <a:spcBef>
                <a:spcPts val="0"/>
              </a:spcBef>
              <a:spcAft>
                <a:spcPts val="0"/>
              </a:spcAft>
              <a:buSzPts val="5000"/>
              <a:buNone/>
              <a:defRPr sz="6000">
                <a:solidFill>
                  <a:schemeClr val="accent2"/>
                </a:solidFill>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sp>
        <p:nvSpPr>
          <p:cNvPr id="7248" name="Google Shape;7248;p287"/>
          <p:cNvSpPr txBox="1"/>
          <p:nvPr>
            <p:ph hasCustomPrompt="1" idx="6" type="title"/>
          </p:nvPr>
        </p:nvSpPr>
        <p:spPr>
          <a:xfrm>
            <a:off x="4807125" y="3117675"/>
            <a:ext cx="3651000" cy="635700"/>
          </a:xfrm>
          <a:prstGeom prst="rect">
            <a:avLst/>
          </a:prstGeom>
        </p:spPr>
        <p:txBody>
          <a:bodyPr anchorCtr="0" anchor="ctr" bIns="91425" lIns="91425" spcFirstLastPara="1" rIns="91425" wrap="square" tIns="91425">
            <a:noAutofit/>
          </a:bodyPr>
          <a:lstStyle>
            <a:lvl1pPr lvl="0" algn="ctr">
              <a:spcBef>
                <a:spcPts val="0"/>
              </a:spcBef>
              <a:spcAft>
                <a:spcPts val="0"/>
              </a:spcAft>
              <a:buSzPts val="5000"/>
              <a:buNone/>
              <a:defRPr sz="6000">
                <a:solidFill>
                  <a:schemeClr val="accent2"/>
                </a:solidFill>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sp>
        <p:nvSpPr>
          <p:cNvPr id="7249" name="Google Shape;7249;p287"/>
          <p:cNvSpPr/>
          <p:nvPr/>
        </p:nvSpPr>
        <p:spPr>
          <a:xfrm flipH="1">
            <a:off x="-379375" y="-260675"/>
            <a:ext cx="1172375" cy="942725"/>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0" name="Google Shape;7250;p287"/>
          <p:cNvSpPr/>
          <p:nvPr/>
        </p:nvSpPr>
        <p:spPr>
          <a:xfrm>
            <a:off x="8191050" y="4377350"/>
            <a:ext cx="1232275" cy="1091025"/>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BLANK_6">
    <p:spTree>
      <p:nvGrpSpPr>
        <p:cNvPr id="7251" name="Shape 7251"/>
        <p:cNvGrpSpPr/>
        <p:nvPr/>
      </p:nvGrpSpPr>
      <p:grpSpPr>
        <a:xfrm>
          <a:off x="0" y="0"/>
          <a:ext cx="0" cy="0"/>
          <a:chOff x="0" y="0"/>
          <a:chExt cx="0" cy="0"/>
        </a:xfrm>
      </p:grpSpPr>
      <p:sp>
        <p:nvSpPr>
          <p:cNvPr id="7252" name="Google Shape;7252;p28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7253" name="Google Shape;7253;p288"/>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grpSp>
        <p:nvGrpSpPr>
          <p:cNvPr id="7254" name="Google Shape;7254;p288"/>
          <p:cNvGrpSpPr/>
          <p:nvPr/>
        </p:nvGrpSpPr>
        <p:grpSpPr>
          <a:xfrm>
            <a:off x="286211" y="261301"/>
            <a:ext cx="678453" cy="565475"/>
            <a:chOff x="286211" y="261301"/>
            <a:chExt cx="678453" cy="565475"/>
          </a:xfrm>
        </p:grpSpPr>
        <p:sp>
          <p:nvSpPr>
            <p:cNvPr id="7255" name="Google Shape;7255;p288"/>
            <p:cNvSpPr/>
            <p:nvPr/>
          </p:nvSpPr>
          <p:spPr>
            <a:xfrm>
              <a:off x="319288" y="721387"/>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256" name="Google Shape;7256;p288"/>
            <p:cNvGrpSpPr/>
            <p:nvPr/>
          </p:nvGrpSpPr>
          <p:grpSpPr>
            <a:xfrm>
              <a:off x="859207" y="294338"/>
              <a:ext cx="105457" cy="105457"/>
              <a:chOff x="7812545" y="194375"/>
              <a:chExt cx="105457" cy="105457"/>
            </a:xfrm>
          </p:grpSpPr>
          <p:sp>
            <p:nvSpPr>
              <p:cNvPr id="7257" name="Google Shape;7257;p288"/>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8" name="Google Shape;7258;p288"/>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9" name="Google Shape;7259;p288"/>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0" name="Google Shape;7260;p288"/>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261" name="Google Shape;7261;p288"/>
            <p:cNvSpPr/>
            <p:nvPr/>
          </p:nvSpPr>
          <p:spPr>
            <a:xfrm>
              <a:off x="286211" y="261301"/>
              <a:ext cx="171626" cy="171542"/>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262" name="Google Shape;7262;p288"/>
          <p:cNvSpPr/>
          <p:nvPr/>
        </p:nvSpPr>
        <p:spPr>
          <a:xfrm rot="5828238">
            <a:off x="8273326" y="4219055"/>
            <a:ext cx="1085117" cy="2077472"/>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263" name="Google Shape;7263;p288"/>
          <p:cNvGrpSpPr/>
          <p:nvPr/>
        </p:nvGrpSpPr>
        <p:grpSpPr>
          <a:xfrm>
            <a:off x="319295" y="4308988"/>
            <a:ext cx="750832" cy="656232"/>
            <a:chOff x="319295" y="4308988"/>
            <a:chExt cx="750832" cy="656232"/>
          </a:xfrm>
        </p:grpSpPr>
        <p:grpSp>
          <p:nvGrpSpPr>
            <p:cNvPr id="7264" name="Google Shape;7264;p288"/>
            <p:cNvGrpSpPr/>
            <p:nvPr/>
          </p:nvGrpSpPr>
          <p:grpSpPr>
            <a:xfrm>
              <a:off x="964670" y="4859763"/>
              <a:ext cx="105457" cy="105457"/>
              <a:chOff x="7812545" y="194375"/>
              <a:chExt cx="105457" cy="105457"/>
            </a:xfrm>
          </p:grpSpPr>
          <p:sp>
            <p:nvSpPr>
              <p:cNvPr id="7265" name="Google Shape;7265;p288"/>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6" name="Google Shape;7266;p288"/>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7" name="Google Shape;7267;p288"/>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8" name="Google Shape;7268;p288"/>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269" name="Google Shape;7269;p288"/>
            <p:cNvSpPr/>
            <p:nvPr/>
          </p:nvSpPr>
          <p:spPr>
            <a:xfrm>
              <a:off x="424749" y="4721876"/>
              <a:ext cx="171626" cy="171542"/>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270" name="Google Shape;7270;p288"/>
            <p:cNvGrpSpPr/>
            <p:nvPr/>
          </p:nvGrpSpPr>
          <p:grpSpPr>
            <a:xfrm>
              <a:off x="319295" y="4308988"/>
              <a:ext cx="105457" cy="105457"/>
              <a:chOff x="7812545" y="194375"/>
              <a:chExt cx="105457" cy="105457"/>
            </a:xfrm>
          </p:grpSpPr>
          <p:sp>
            <p:nvSpPr>
              <p:cNvPr id="7271" name="Google Shape;7271;p288"/>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2" name="Google Shape;7272;p288"/>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3" name="Google Shape;7273;p288"/>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4" name="Google Shape;7274;p288"/>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7275" name="Google Shape;7275;p288"/>
          <p:cNvGrpSpPr/>
          <p:nvPr/>
        </p:nvGrpSpPr>
        <p:grpSpPr>
          <a:xfrm>
            <a:off x="8112408" y="-304605"/>
            <a:ext cx="1502819" cy="1131369"/>
            <a:chOff x="8112408" y="-304605"/>
            <a:chExt cx="1502819" cy="1131369"/>
          </a:xfrm>
        </p:grpSpPr>
        <p:sp>
          <p:nvSpPr>
            <p:cNvPr id="7276" name="Google Shape;7276;p288"/>
            <p:cNvSpPr/>
            <p:nvPr/>
          </p:nvSpPr>
          <p:spPr>
            <a:xfrm flipH="1">
              <a:off x="8112408" y="-304600"/>
              <a:ext cx="1406967" cy="1131364"/>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7" name="Google Shape;7277;p288"/>
            <p:cNvSpPr/>
            <p:nvPr/>
          </p:nvSpPr>
          <p:spPr>
            <a:xfrm flipH="1">
              <a:off x="8624108" y="-304605"/>
              <a:ext cx="991119" cy="877511"/>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BLANK_15">
    <p:spTree>
      <p:nvGrpSpPr>
        <p:cNvPr id="7278" name="Shape 7278"/>
        <p:cNvGrpSpPr/>
        <p:nvPr/>
      </p:nvGrpSpPr>
      <p:grpSpPr>
        <a:xfrm>
          <a:off x="0" y="0"/>
          <a:ext cx="0" cy="0"/>
          <a:chOff x="0" y="0"/>
          <a:chExt cx="0" cy="0"/>
        </a:xfrm>
      </p:grpSpPr>
      <p:sp>
        <p:nvSpPr>
          <p:cNvPr id="7279" name="Google Shape;7279;p28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7280" name="Google Shape;7280;p289"/>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281" name="Google Shape;7281;p289"/>
          <p:cNvSpPr/>
          <p:nvPr/>
        </p:nvSpPr>
        <p:spPr>
          <a:xfrm flipH="1" rot="10800000">
            <a:off x="5573502" y="2080275"/>
            <a:ext cx="5049319" cy="4110228"/>
          </a:xfrm>
          <a:custGeom>
            <a:rect b="b" l="l" r="r" t="t"/>
            <a:pathLst>
              <a:path extrusionOk="0" h="48924" w="60102">
                <a:moveTo>
                  <a:pt x="31550" y="1"/>
                </a:moveTo>
                <a:cubicBezTo>
                  <a:pt x="28688" y="1"/>
                  <a:pt x="25391" y="541"/>
                  <a:pt x="22089" y="2238"/>
                </a:cubicBezTo>
                <a:cubicBezTo>
                  <a:pt x="12977" y="6900"/>
                  <a:pt x="8196" y="17230"/>
                  <a:pt x="4091" y="25485"/>
                </a:cubicBezTo>
                <a:cubicBezTo>
                  <a:pt x="1" y="33725"/>
                  <a:pt x="2016" y="42612"/>
                  <a:pt x="8767" y="47123"/>
                </a:cubicBezTo>
                <a:cubicBezTo>
                  <a:pt x="10764" y="48461"/>
                  <a:pt x="12590" y="48924"/>
                  <a:pt x="14421" y="48924"/>
                </a:cubicBezTo>
                <a:cubicBezTo>
                  <a:pt x="18514" y="48924"/>
                  <a:pt x="22630" y="46611"/>
                  <a:pt x="28730" y="46611"/>
                </a:cubicBezTo>
                <a:cubicBezTo>
                  <a:pt x="29125" y="46611"/>
                  <a:pt x="29527" y="46621"/>
                  <a:pt x="29939" y="46641"/>
                </a:cubicBezTo>
                <a:cubicBezTo>
                  <a:pt x="34134" y="46851"/>
                  <a:pt x="36984" y="47278"/>
                  <a:pt x="39535" y="47278"/>
                </a:cubicBezTo>
                <a:cubicBezTo>
                  <a:pt x="42835" y="47278"/>
                  <a:pt x="45637" y="46563"/>
                  <a:pt x="50208" y="43739"/>
                </a:cubicBezTo>
                <a:cubicBezTo>
                  <a:pt x="58328" y="38732"/>
                  <a:pt x="60102" y="25500"/>
                  <a:pt x="54042" y="15140"/>
                </a:cubicBezTo>
                <a:cubicBezTo>
                  <a:pt x="47997" y="4779"/>
                  <a:pt x="40254" y="1667"/>
                  <a:pt x="40254" y="1667"/>
                </a:cubicBezTo>
                <a:cubicBezTo>
                  <a:pt x="40254" y="1667"/>
                  <a:pt x="36573" y="1"/>
                  <a:pt x="31550"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2" name="Google Shape;7282;p289"/>
          <p:cNvSpPr/>
          <p:nvPr/>
        </p:nvSpPr>
        <p:spPr>
          <a:xfrm rot="5828238">
            <a:off x="8273326" y="4219055"/>
            <a:ext cx="1085117" cy="2077472"/>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283" name="Google Shape;7283;p289"/>
          <p:cNvGrpSpPr/>
          <p:nvPr/>
        </p:nvGrpSpPr>
        <p:grpSpPr>
          <a:xfrm>
            <a:off x="319295" y="4308988"/>
            <a:ext cx="750832" cy="656232"/>
            <a:chOff x="319295" y="4308988"/>
            <a:chExt cx="750832" cy="656232"/>
          </a:xfrm>
        </p:grpSpPr>
        <p:grpSp>
          <p:nvGrpSpPr>
            <p:cNvPr id="7284" name="Google Shape;7284;p289"/>
            <p:cNvGrpSpPr/>
            <p:nvPr/>
          </p:nvGrpSpPr>
          <p:grpSpPr>
            <a:xfrm>
              <a:off x="964670" y="4859763"/>
              <a:ext cx="105457" cy="105457"/>
              <a:chOff x="7812545" y="194375"/>
              <a:chExt cx="105457" cy="105457"/>
            </a:xfrm>
          </p:grpSpPr>
          <p:sp>
            <p:nvSpPr>
              <p:cNvPr id="7285" name="Google Shape;7285;p289"/>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6" name="Google Shape;7286;p289"/>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7" name="Google Shape;7287;p289"/>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8" name="Google Shape;7288;p289"/>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289" name="Google Shape;7289;p289"/>
            <p:cNvSpPr/>
            <p:nvPr/>
          </p:nvSpPr>
          <p:spPr>
            <a:xfrm>
              <a:off x="424749" y="4721876"/>
              <a:ext cx="171626" cy="171542"/>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290" name="Google Shape;7290;p289"/>
            <p:cNvGrpSpPr/>
            <p:nvPr/>
          </p:nvGrpSpPr>
          <p:grpSpPr>
            <a:xfrm>
              <a:off x="319295" y="4308988"/>
              <a:ext cx="105457" cy="105457"/>
              <a:chOff x="7812545" y="194375"/>
              <a:chExt cx="105457" cy="105457"/>
            </a:xfrm>
          </p:grpSpPr>
          <p:sp>
            <p:nvSpPr>
              <p:cNvPr id="7291" name="Google Shape;7291;p289"/>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2" name="Google Shape;7292;p289"/>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3" name="Google Shape;7293;p289"/>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4" name="Google Shape;7294;p289"/>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7295" name="Google Shape;7295;p289"/>
          <p:cNvGrpSpPr/>
          <p:nvPr/>
        </p:nvGrpSpPr>
        <p:grpSpPr>
          <a:xfrm>
            <a:off x="319295" y="181363"/>
            <a:ext cx="698582" cy="835057"/>
            <a:chOff x="319295" y="181363"/>
            <a:chExt cx="698582" cy="835057"/>
          </a:xfrm>
        </p:grpSpPr>
        <p:grpSp>
          <p:nvGrpSpPr>
            <p:cNvPr id="7296" name="Google Shape;7296;p289"/>
            <p:cNvGrpSpPr/>
            <p:nvPr/>
          </p:nvGrpSpPr>
          <p:grpSpPr>
            <a:xfrm>
              <a:off x="912420" y="181363"/>
              <a:ext cx="105457" cy="105457"/>
              <a:chOff x="7812545" y="194375"/>
              <a:chExt cx="105457" cy="105457"/>
            </a:xfrm>
          </p:grpSpPr>
          <p:sp>
            <p:nvSpPr>
              <p:cNvPr id="7297" name="Google Shape;7297;p289"/>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8" name="Google Shape;7298;p289"/>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9" name="Google Shape;7299;p289"/>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0" name="Google Shape;7300;p289"/>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301" name="Google Shape;7301;p289"/>
            <p:cNvSpPr/>
            <p:nvPr/>
          </p:nvSpPr>
          <p:spPr>
            <a:xfrm>
              <a:off x="319299" y="331076"/>
              <a:ext cx="171626" cy="171542"/>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302" name="Google Shape;7302;p289"/>
            <p:cNvGrpSpPr/>
            <p:nvPr/>
          </p:nvGrpSpPr>
          <p:grpSpPr>
            <a:xfrm>
              <a:off x="319295" y="910963"/>
              <a:ext cx="105457" cy="105457"/>
              <a:chOff x="7812545" y="194375"/>
              <a:chExt cx="105457" cy="105457"/>
            </a:xfrm>
          </p:grpSpPr>
          <p:sp>
            <p:nvSpPr>
              <p:cNvPr id="7303" name="Google Shape;7303;p289"/>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4" name="Google Shape;7304;p289"/>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5" name="Google Shape;7305;p289"/>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6" name="Google Shape;7306;p289"/>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BLANK_3">
    <p:spTree>
      <p:nvGrpSpPr>
        <p:cNvPr id="7307" name="Shape 7307"/>
        <p:cNvGrpSpPr/>
        <p:nvPr/>
      </p:nvGrpSpPr>
      <p:grpSpPr>
        <a:xfrm>
          <a:off x="0" y="0"/>
          <a:ext cx="0" cy="0"/>
          <a:chOff x="0" y="0"/>
          <a:chExt cx="0" cy="0"/>
        </a:xfrm>
      </p:grpSpPr>
      <p:sp>
        <p:nvSpPr>
          <p:cNvPr id="7308" name="Google Shape;7308;p290"/>
          <p:cNvSpPr/>
          <p:nvPr/>
        </p:nvSpPr>
        <p:spPr>
          <a:xfrm flipH="1">
            <a:off x="437224" y="87075"/>
            <a:ext cx="8269551" cy="4798437"/>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9" name="Google Shape;7309;p29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7310" name="Google Shape;7310;p290"/>
          <p:cNvSpPr txBox="1"/>
          <p:nvPr>
            <p:ph type="title"/>
          </p:nvPr>
        </p:nvSpPr>
        <p:spPr>
          <a:xfrm>
            <a:off x="1505550" y="920400"/>
            <a:ext cx="6132900" cy="871500"/>
          </a:xfrm>
          <a:prstGeom prst="rect">
            <a:avLst/>
          </a:prstGeom>
        </p:spPr>
        <p:txBody>
          <a:bodyPr anchorCtr="0" anchor="ctr" bIns="91425" lIns="91425" spcFirstLastPara="1" rIns="91425" wrap="square" tIns="91425">
            <a:noAutofit/>
          </a:bodyPr>
          <a:lstStyle>
            <a:lvl1pPr lvl="0" algn="ctr">
              <a:spcBef>
                <a:spcPts val="0"/>
              </a:spcBef>
              <a:spcAft>
                <a:spcPts val="0"/>
              </a:spcAft>
              <a:buSzPts val="2800"/>
              <a:buNone/>
              <a:defRPr sz="6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311" name="Google Shape;7311;p290"/>
          <p:cNvSpPr txBox="1"/>
          <p:nvPr>
            <p:ph idx="1" type="subTitle"/>
          </p:nvPr>
        </p:nvSpPr>
        <p:spPr>
          <a:xfrm>
            <a:off x="2549400" y="1842175"/>
            <a:ext cx="4045200" cy="10122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7312" name="Google Shape;7312;p290"/>
          <p:cNvSpPr txBox="1"/>
          <p:nvPr/>
        </p:nvSpPr>
        <p:spPr>
          <a:xfrm>
            <a:off x="2549400" y="3439165"/>
            <a:ext cx="4045200" cy="670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CA" sz="1200">
                <a:solidFill>
                  <a:schemeClr val="dk1"/>
                </a:solidFill>
                <a:latin typeface="Lato"/>
                <a:ea typeface="Lato"/>
                <a:cs typeface="Lato"/>
                <a:sym typeface="Lato"/>
              </a:rPr>
              <a:t>CREDITS:</a:t>
            </a:r>
            <a:r>
              <a:rPr lang="en-CA" sz="1200">
                <a:solidFill>
                  <a:schemeClr val="dk1"/>
                </a:solidFill>
                <a:latin typeface="Lato"/>
                <a:ea typeface="Lato"/>
                <a:cs typeface="Lato"/>
                <a:sym typeface="Lato"/>
              </a:rPr>
              <a:t> This presentation template was created by </a:t>
            </a:r>
            <a:r>
              <a:rPr b="1" lang="en-CA" sz="1200">
                <a:solidFill>
                  <a:schemeClr val="dk1"/>
                </a:solidFill>
                <a:uFill>
                  <a:noFill/>
                </a:uFill>
                <a:latin typeface="Lato"/>
                <a:ea typeface="Lato"/>
                <a:cs typeface="Lato"/>
                <a:sym typeface="Lato"/>
                <a:hlinkClick r:id="rId2">
                  <a:extLst>
                    <a:ext uri="{A12FA001-AC4F-418D-AE19-62706E023703}">
                      <ahyp:hlinkClr val="tx"/>
                    </a:ext>
                  </a:extLst>
                </a:hlinkClick>
              </a:rPr>
              <a:t>Slidesgo</a:t>
            </a:r>
            <a:r>
              <a:rPr b="1" lang="en-CA" sz="1200">
                <a:solidFill>
                  <a:schemeClr val="dk1"/>
                </a:solidFill>
                <a:latin typeface="Lato"/>
                <a:ea typeface="Lato"/>
                <a:cs typeface="Lato"/>
                <a:sym typeface="Lato"/>
              </a:rPr>
              <a:t>,</a:t>
            </a:r>
            <a:r>
              <a:rPr lang="en-CA" sz="1200">
                <a:solidFill>
                  <a:schemeClr val="dk1"/>
                </a:solidFill>
                <a:latin typeface="Lato"/>
                <a:ea typeface="Lato"/>
                <a:cs typeface="Lato"/>
                <a:sym typeface="Lato"/>
              </a:rPr>
              <a:t> including icons by </a:t>
            </a:r>
            <a:r>
              <a:rPr b="1" lang="en-CA" sz="1200">
                <a:solidFill>
                  <a:schemeClr val="dk1"/>
                </a:solidFill>
                <a:uFill>
                  <a:noFill/>
                </a:uFill>
                <a:latin typeface="Lato"/>
                <a:ea typeface="Lato"/>
                <a:cs typeface="Lato"/>
                <a:sym typeface="Lato"/>
                <a:hlinkClick r:id="rId3">
                  <a:extLst>
                    <a:ext uri="{A12FA001-AC4F-418D-AE19-62706E023703}">
                      <ahyp:hlinkClr val="tx"/>
                    </a:ext>
                  </a:extLst>
                </a:hlinkClick>
              </a:rPr>
              <a:t>Flaticon</a:t>
            </a:r>
            <a:r>
              <a:rPr lang="en-CA" sz="1200">
                <a:solidFill>
                  <a:schemeClr val="dk1"/>
                </a:solidFill>
                <a:latin typeface="Lato"/>
                <a:ea typeface="Lato"/>
                <a:cs typeface="Lato"/>
                <a:sym typeface="Lato"/>
              </a:rPr>
              <a:t>, infographics &amp; images by </a:t>
            </a:r>
            <a:r>
              <a:rPr b="1" lang="en-CA" sz="1200">
                <a:solidFill>
                  <a:schemeClr val="dk1"/>
                </a:solidFill>
                <a:uFill>
                  <a:noFill/>
                </a:uFill>
                <a:latin typeface="Lato"/>
                <a:ea typeface="Lato"/>
                <a:cs typeface="Lato"/>
                <a:sym typeface="Lato"/>
                <a:hlinkClick r:id="rId4">
                  <a:extLst>
                    <a:ext uri="{A12FA001-AC4F-418D-AE19-62706E023703}">
                      <ahyp:hlinkClr val="tx"/>
                    </a:ext>
                  </a:extLst>
                </a:hlinkClick>
              </a:rPr>
              <a:t>Freepik</a:t>
            </a:r>
            <a:r>
              <a:rPr lang="en-CA" sz="1200">
                <a:solidFill>
                  <a:schemeClr val="dk1"/>
                </a:solidFill>
                <a:latin typeface="Lato"/>
                <a:ea typeface="Lato"/>
                <a:cs typeface="Lato"/>
                <a:sym typeface="Lato"/>
              </a:rPr>
              <a:t> and illustrations by </a:t>
            </a:r>
            <a:r>
              <a:rPr b="1" lang="en-CA" sz="1200">
                <a:solidFill>
                  <a:schemeClr val="dk1"/>
                </a:solidFill>
                <a:uFill>
                  <a:noFill/>
                </a:uFill>
                <a:latin typeface="Lato"/>
                <a:ea typeface="Lato"/>
                <a:cs typeface="Lato"/>
                <a:sym typeface="Lato"/>
                <a:hlinkClick r:id="rId5">
                  <a:extLst>
                    <a:ext uri="{A12FA001-AC4F-418D-AE19-62706E023703}">
                      <ahyp:hlinkClr val="tx"/>
                    </a:ext>
                  </a:extLst>
                </a:hlinkClick>
              </a:rPr>
              <a:t>Storyset</a:t>
            </a:r>
            <a:r>
              <a:rPr lang="en-CA" sz="1200">
                <a:solidFill>
                  <a:schemeClr val="dk1"/>
                </a:solidFill>
                <a:latin typeface="Lato"/>
                <a:ea typeface="Lato"/>
                <a:cs typeface="Lato"/>
                <a:sym typeface="Lato"/>
              </a:rPr>
              <a:t>.</a:t>
            </a:r>
            <a:endParaRPr>
              <a:solidFill>
                <a:schemeClr val="dk1"/>
              </a:solidFill>
              <a:latin typeface="Lato"/>
              <a:ea typeface="Lato"/>
              <a:cs typeface="Lato"/>
              <a:sym typeface="Lato"/>
            </a:endParaRPr>
          </a:p>
        </p:txBody>
      </p:sp>
      <p:grpSp>
        <p:nvGrpSpPr>
          <p:cNvPr id="7313" name="Google Shape;7313;p290"/>
          <p:cNvGrpSpPr/>
          <p:nvPr/>
        </p:nvGrpSpPr>
        <p:grpSpPr>
          <a:xfrm>
            <a:off x="-324289" y="3240517"/>
            <a:ext cx="2492715" cy="2684735"/>
            <a:chOff x="-324289" y="3240517"/>
            <a:chExt cx="2492715" cy="2684735"/>
          </a:xfrm>
        </p:grpSpPr>
        <p:sp>
          <p:nvSpPr>
            <p:cNvPr id="7314" name="Google Shape;7314;p290"/>
            <p:cNvSpPr/>
            <p:nvPr/>
          </p:nvSpPr>
          <p:spPr>
            <a:xfrm rot="10800000">
              <a:off x="-324289" y="3240517"/>
              <a:ext cx="2492715" cy="2278933"/>
            </a:xfrm>
            <a:custGeom>
              <a:rect b="b" l="l" r="r" t="t"/>
              <a:pathLst>
                <a:path extrusionOk="0" h="49900" w="54584">
                  <a:moveTo>
                    <a:pt x="39803" y="0"/>
                  </a:moveTo>
                  <a:cubicBezTo>
                    <a:pt x="38029" y="0"/>
                    <a:pt x="36248" y="409"/>
                    <a:pt x="34570" y="1238"/>
                  </a:cubicBezTo>
                  <a:cubicBezTo>
                    <a:pt x="31367" y="2802"/>
                    <a:pt x="28886" y="5448"/>
                    <a:pt x="25683" y="7012"/>
                  </a:cubicBezTo>
                  <a:cubicBezTo>
                    <a:pt x="21308" y="9163"/>
                    <a:pt x="16511" y="10320"/>
                    <a:pt x="12090" y="12380"/>
                  </a:cubicBezTo>
                  <a:cubicBezTo>
                    <a:pt x="7684" y="14425"/>
                    <a:pt x="3444" y="17628"/>
                    <a:pt x="1865" y="22244"/>
                  </a:cubicBezTo>
                  <a:cubicBezTo>
                    <a:pt x="1" y="27673"/>
                    <a:pt x="647" y="34078"/>
                    <a:pt x="3504" y="39040"/>
                  </a:cubicBezTo>
                  <a:cubicBezTo>
                    <a:pt x="8069" y="46988"/>
                    <a:pt x="17031" y="49899"/>
                    <a:pt x="25743" y="49899"/>
                  </a:cubicBezTo>
                  <a:cubicBezTo>
                    <a:pt x="25898" y="49899"/>
                    <a:pt x="26054" y="49898"/>
                    <a:pt x="26209" y="49897"/>
                  </a:cubicBezTo>
                  <a:cubicBezTo>
                    <a:pt x="44945" y="49671"/>
                    <a:pt x="54583" y="26996"/>
                    <a:pt x="51531" y="10696"/>
                  </a:cubicBezTo>
                  <a:cubicBezTo>
                    <a:pt x="50869" y="7163"/>
                    <a:pt x="49230" y="3779"/>
                    <a:pt x="46118" y="1840"/>
                  </a:cubicBezTo>
                  <a:cubicBezTo>
                    <a:pt x="44160" y="620"/>
                    <a:pt x="41987" y="0"/>
                    <a:pt x="39803"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5" name="Google Shape;7315;p290"/>
            <p:cNvSpPr/>
            <p:nvPr/>
          </p:nvSpPr>
          <p:spPr>
            <a:xfrm rot="5828238">
              <a:off x="251851" y="4219055"/>
              <a:ext cx="1085117" cy="2077472"/>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316" name="Google Shape;7316;p290"/>
          <p:cNvSpPr/>
          <p:nvPr/>
        </p:nvSpPr>
        <p:spPr>
          <a:xfrm rot="899878">
            <a:off x="-523899" y="-362625"/>
            <a:ext cx="1102774" cy="971749"/>
          </a:xfrm>
          <a:custGeom>
            <a:rect b="b" l="l" r="r" t="t"/>
            <a:pathLst>
              <a:path extrusionOk="0" h="49357" w="56012">
                <a:moveTo>
                  <a:pt x="29954" y="0"/>
                </a:moveTo>
                <a:cubicBezTo>
                  <a:pt x="26409" y="0"/>
                  <a:pt x="22321" y="902"/>
                  <a:pt x="17654" y="3034"/>
                </a:cubicBezTo>
                <a:cubicBezTo>
                  <a:pt x="17654" y="3034"/>
                  <a:pt x="8827" y="7530"/>
                  <a:pt x="4406" y="14477"/>
                </a:cubicBezTo>
                <a:cubicBezTo>
                  <a:pt x="1" y="21424"/>
                  <a:pt x="347" y="30340"/>
                  <a:pt x="5715" y="36971"/>
                </a:cubicBezTo>
                <a:cubicBezTo>
                  <a:pt x="11068" y="43588"/>
                  <a:pt x="21308" y="42730"/>
                  <a:pt x="29878" y="46926"/>
                </a:cubicBezTo>
                <a:cubicBezTo>
                  <a:pt x="33082" y="48494"/>
                  <a:pt x="36410" y="49356"/>
                  <a:pt x="39533" y="49356"/>
                </a:cubicBezTo>
                <a:cubicBezTo>
                  <a:pt x="44766" y="49356"/>
                  <a:pt x="49425" y="46936"/>
                  <a:pt x="51967" y="41362"/>
                </a:cubicBezTo>
                <a:cubicBezTo>
                  <a:pt x="56012" y="32476"/>
                  <a:pt x="49907" y="29137"/>
                  <a:pt x="48854" y="18852"/>
                </a:cubicBezTo>
                <a:cubicBezTo>
                  <a:pt x="48037" y="10867"/>
                  <a:pt x="42263" y="0"/>
                  <a:pt x="29954"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317" name="Google Shape;7317;p290"/>
          <p:cNvGrpSpPr/>
          <p:nvPr/>
        </p:nvGrpSpPr>
        <p:grpSpPr>
          <a:xfrm>
            <a:off x="298009" y="1164970"/>
            <a:ext cx="1121498" cy="1129498"/>
            <a:chOff x="298009" y="1164970"/>
            <a:chExt cx="1121498" cy="1129498"/>
          </a:xfrm>
        </p:grpSpPr>
        <p:grpSp>
          <p:nvGrpSpPr>
            <p:cNvPr id="7318" name="Google Shape;7318;p290"/>
            <p:cNvGrpSpPr/>
            <p:nvPr/>
          </p:nvGrpSpPr>
          <p:grpSpPr>
            <a:xfrm flipH="1">
              <a:off x="298009" y="1309538"/>
              <a:ext cx="93234" cy="93234"/>
              <a:chOff x="7812545" y="194375"/>
              <a:chExt cx="105457" cy="105457"/>
            </a:xfrm>
          </p:grpSpPr>
          <p:sp>
            <p:nvSpPr>
              <p:cNvPr id="7319" name="Google Shape;7319;p290"/>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0" name="Google Shape;7320;p290"/>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1" name="Google Shape;7321;p290"/>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2" name="Google Shape;7322;p290"/>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323" name="Google Shape;7323;p290"/>
            <p:cNvSpPr/>
            <p:nvPr/>
          </p:nvSpPr>
          <p:spPr>
            <a:xfrm flipH="1">
              <a:off x="1326276" y="1164970"/>
              <a:ext cx="93231" cy="93173"/>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4" name="Google Shape;7324;p290"/>
            <p:cNvSpPr/>
            <p:nvPr/>
          </p:nvSpPr>
          <p:spPr>
            <a:xfrm flipH="1">
              <a:off x="685826" y="2201295"/>
              <a:ext cx="93231" cy="93173"/>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25" name="Google Shape;7325;p290"/>
          <p:cNvGrpSpPr/>
          <p:nvPr/>
        </p:nvGrpSpPr>
        <p:grpSpPr>
          <a:xfrm>
            <a:off x="7297176" y="3655625"/>
            <a:ext cx="2210428" cy="1863813"/>
            <a:chOff x="7297176" y="3655625"/>
            <a:chExt cx="2210428" cy="1863813"/>
          </a:xfrm>
        </p:grpSpPr>
        <p:sp>
          <p:nvSpPr>
            <p:cNvPr id="7326" name="Google Shape;7326;p290"/>
            <p:cNvSpPr/>
            <p:nvPr/>
          </p:nvSpPr>
          <p:spPr>
            <a:xfrm rot="899878">
              <a:off x="8297876" y="4421550"/>
              <a:ext cx="1102774" cy="971749"/>
            </a:xfrm>
            <a:custGeom>
              <a:rect b="b" l="l" r="r" t="t"/>
              <a:pathLst>
                <a:path extrusionOk="0" h="49357" w="56012">
                  <a:moveTo>
                    <a:pt x="29954" y="0"/>
                  </a:moveTo>
                  <a:cubicBezTo>
                    <a:pt x="26409" y="0"/>
                    <a:pt x="22321" y="902"/>
                    <a:pt x="17654" y="3034"/>
                  </a:cubicBezTo>
                  <a:cubicBezTo>
                    <a:pt x="17654" y="3034"/>
                    <a:pt x="8827" y="7530"/>
                    <a:pt x="4406" y="14477"/>
                  </a:cubicBezTo>
                  <a:cubicBezTo>
                    <a:pt x="1" y="21424"/>
                    <a:pt x="347" y="30340"/>
                    <a:pt x="5715" y="36971"/>
                  </a:cubicBezTo>
                  <a:cubicBezTo>
                    <a:pt x="11068" y="43588"/>
                    <a:pt x="21308" y="42730"/>
                    <a:pt x="29878" y="46926"/>
                  </a:cubicBezTo>
                  <a:cubicBezTo>
                    <a:pt x="33082" y="48494"/>
                    <a:pt x="36410" y="49356"/>
                    <a:pt x="39533" y="49356"/>
                  </a:cubicBezTo>
                  <a:cubicBezTo>
                    <a:pt x="44766" y="49356"/>
                    <a:pt x="49425" y="46936"/>
                    <a:pt x="51967" y="41362"/>
                  </a:cubicBezTo>
                  <a:cubicBezTo>
                    <a:pt x="56012" y="32476"/>
                    <a:pt x="49907" y="29137"/>
                    <a:pt x="48854" y="18852"/>
                  </a:cubicBezTo>
                  <a:cubicBezTo>
                    <a:pt x="48037" y="10867"/>
                    <a:pt x="42263" y="0"/>
                    <a:pt x="29954"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327" name="Google Shape;7327;p290"/>
            <p:cNvGrpSpPr/>
            <p:nvPr/>
          </p:nvGrpSpPr>
          <p:grpSpPr>
            <a:xfrm>
              <a:off x="7297176" y="3655625"/>
              <a:ext cx="1024368" cy="981280"/>
              <a:chOff x="7297176" y="3655625"/>
              <a:chExt cx="1024368" cy="981280"/>
            </a:xfrm>
          </p:grpSpPr>
          <p:grpSp>
            <p:nvGrpSpPr>
              <p:cNvPr id="7328" name="Google Shape;7328;p290"/>
              <p:cNvGrpSpPr/>
              <p:nvPr/>
            </p:nvGrpSpPr>
            <p:grpSpPr>
              <a:xfrm flipH="1">
                <a:off x="8228309" y="3655625"/>
                <a:ext cx="93234" cy="93234"/>
                <a:chOff x="7812545" y="194375"/>
                <a:chExt cx="105457" cy="105457"/>
              </a:xfrm>
            </p:grpSpPr>
            <p:sp>
              <p:nvSpPr>
                <p:cNvPr id="7329" name="Google Shape;7329;p290"/>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0" name="Google Shape;7330;p290"/>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1" name="Google Shape;7331;p290"/>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2" name="Google Shape;7332;p290"/>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333" name="Google Shape;7333;p290"/>
              <p:cNvSpPr/>
              <p:nvPr/>
            </p:nvSpPr>
            <p:spPr>
              <a:xfrm flipH="1">
                <a:off x="7297176" y="4543733"/>
                <a:ext cx="93231" cy="93173"/>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20">
    <p:spTree>
      <p:nvGrpSpPr>
        <p:cNvPr id="7334" name="Shape 7334"/>
        <p:cNvGrpSpPr/>
        <p:nvPr/>
      </p:nvGrpSpPr>
      <p:grpSpPr>
        <a:xfrm>
          <a:off x="0" y="0"/>
          <a:ext cx="0" cy="0"/>
          <a:chOff x="0" y="0"/>
          <a:chExt cx="0" cy="0"/>
        </a:xfrm>
      </p:grpSpPr>
      <p:sp>
        <p:nvSpPr>
          <p:cNvPr id="7335" name="Google Shape;7335;p29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grpSp>
        <p:nvGrpSpPr>
          <p:cNvPr id="7336" name="Google Shape;7336;p291"/>
          <p:cNvGrpSpPr/>
          <p:nvPr/>
        </p:nvGrpSpPr>
        <p:grpSpPr>
          <a:xfrm>
            <a:off x="319295" y="4308988"/>
            <a:ext cx="750832" cy="656232"/>
            <a:chOff x="319295" y="4308988"/>
            <a:chExt cx="750832" cy="656232"/>
          </a:xfrm>
        </p:grpSpPr>
        <p:grpSp>
          <p:nvGrpSpPr>
            <p:cNvPr id="7337" name="Google Shape;7337;p291"/>
            <p:cNvGrpSpPr/>
            <p:nvPr/>
          </p:nvGrpSpPr>
          <p:grpSpPr>
            <a:xfrm>
              <a:off x="964670" y="4859763"/>
              <a:ext cx="105457" cy="105457"/>
              <a:chOff x="7812545" y="194375"/>
              <a:chExt cx="105457" cy="105457"/>
            </a:xfrm>
          </p:grpSpPr>
          <p:sp>
            <p:nvSpPr>
              <p:cNvPr id="7338" name="Google Shape;7338;p291"/>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9" name="Google Shape;7339;p291"/>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0" name="Google Shape;7340;p291"/>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1" name="Google Shape;7341;p291"/>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342" name="Google Shape;7342;p291"/>
            <p:cNvSpPr/>
            <p:nvPr/>
          </p:nvSpPr>
          <p:spPr>
            <a:xfrm>
              <a:off x="424749" y="4721876"/>
              <a:ext cx="171626" cy="171542"/>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343" name="Google Shape;7343;p291"/>
            <p:cNvGrpSpPr/>
            <p:nvPr/>
          </p:nvGrpSpPr>
          <p:grpSpPr>
            <a:xfrm>
              <a:off x="319295" y="4308988"/>
              <a:ext cx="105457" cy="105457"/>
              <a:chOff x="7812545" y="194375"/>
              <a:chExt cx="105457" cy="105457"/>
            </a:xfrm>
          </p:grpSpPr>
          <p:sp>
            <p:nvSpPr>
              <p:cNvPr id="7344" name="Google Shape;7344;p291"/>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5" name="Google Shape;7345;p291"/>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6" name="Google Shape;7346;p291"/>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7" name="Google Shape;7347;p291"/>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7348" name="Google Shape;7348;p291"/>
          <p:cNvGrpSpPr/>
          <p:nvPr/>
        </p:nvGrpSpPr>
        <p:grpSpPr>
          <a:xfrm>
            <a:off x="8176604" y="-179030"/>
            <a:ext cx="1421198" cy="1325909"/>
            <a:chOff x="8176604" y="-179030"/>
            <a:chExt cx="1421198" cy="1325909"/>
          </a:xfrm>
        </p:grpSpPr>
        <p:sp>
          <p:nvSpPr>
            <p:cNvPr id="7349" name="Google Shape;7349;p291"/>
            <p:cNvSpPr/>
            <p:nvPr/>
          </p:nvSpPr>
          <p:spPr>
            <a:xfrm flipH="1">
              <a:off x="8606683" y="-179030"/>
              <a:ext cx="991119" cy="877511"/>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0" name="Google Shape;7350;p291"/>
            <p:cNvSpPr/>
            <p:nvPr/>
          </p:nvSpPr>
          <p:spPr>
            <a:xfrm flipH="1">
              <a:off x="8176604" y="349987"/>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351" name="Google Shape;7351;p291"/>
            <p:cNvGrpSpPr/>
            <p:nvPr/>
          </p:nvGrpSpPr>
          <p:grpSpPr>
            <a:xfrm>
              <a:off x="8732620" y="1041423"/>
              <a:ext cx="105457" cy="105457"/>
              <a:chOff x="7812545" y="194375"/>
              <a:chExt cx="105457" cy="105457"/>
            </a:xfrm>
          </p:grpSpPr>
          <p:sp>
            <p:nvSpPr>
              <p:cNvPr id="7352" name="Google Shape;7352;p291"/>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3" name="Google Shape;7353;p291"/>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4" name="Google Shape;7354;p291"/>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5" name="Google Shape;7355;p291"/>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19">
    <p:spTree>
      <p:nvGrpSpPr>
        <p:cNvPr id="7356" name="Shape 7356"/>
        <p:cNvGrpSpPr/>
        <p:nvPr/>
      </p:nvGrpSpPr>
      <p:grpSpPr>
        <a:xfrm>
          <a:off x="0" y="0"/>
          <a:ext cx="0" cy="0"/>
          <a:chOff x="0" y="0"/>
          <a:chExt cx="0" cy="0"/>
        </a:xfrm>
      </p:grpSpPr>
      <p:sp>
        <p:nvSpPr>
          <p:cNvPr id="7357" name="Google Shape;7357;p29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7358" name="Google Shape;7358;p292"/>
          <p:cNvSpPr/>
          <p:nvPr/>
        </p:nvSpPr>
        <p:spPr>
          <a:xfrm rot="5828238">
            <a:off x="712226" y="4219055"/>
            <a:ext cx="1085117" cy="2077472"/>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9" name="Google Shape;7359;p292"/>
          <p:cNvSpPr/>
          <p:nvPr/>
        </p:nvSpPr>
        <p:spPr>
          <a:xfrm flipH="1">
            <a:off x="8516050" y="4487450"/>
            <a:ext cx="1172375" cy="942725"/>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360" name="Google Shape;7360;p292"/>
          <p:cNvGrpSpPr/>
          <p:nvPr/>
        </p:nvGrpSpPr>
        <p:grpSpPr>
          <a:xfrm>
            <a:off x="-1252300" y="-775500"/>
            <a:ext cx="2224933" cy="1789104"/>
            <a:chOff x="-1260750" y="4247400"/>
            <a:chExt cx="2224933" cy="1789104"/>
          </a:xfrm>
        </p:grpSpPr>
        <p:sp>
          <p:nvSpPr>
            <p:cNvPr id="7361" name="Google Shape;7361;p292"/>
            <p:cNvSpPr/>
            <p:nvPr/>
          </p:nvSpPr>
          <p:spPr>
            <a:xfrm flipH="1">
              <a:off x="-1260750" y="4247400"/>
              <a:ext cx="2224933" cy="1789104"/>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2" name="Google Shape;7362;p292"/>
            <p:cNvSpPr/>
            <p:nvPr/>
          </p:nvSpPr>
          <p:spPr>
            <a:xfrm>
              <a:off x="-708950" y="4596438"/>
              <a:ext cx="1232275" cy="1091025"/>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63" name="Google Shape;7363;p292"/>
          <p:cNvGrpSpPr/>
          <p:nvPr/>
        </p:nvGrpSpPr>
        <p:grpSpPr>
          <a:xfrm flipH="1" rot="10800000">
            <a:off x="8455188" y="183250"/>
            <a:ext cx="463864" cy="572939"/>
            <a:chOff x="274663" y="183250"/>
            <a:chExt cx="463864" cy="572939"/>
          </a:xfrm>
        </p:grpSpPr>
        <p:grpSp>
          <p:nvGrpSpPr>
            <p:cNvPr id="7364" name="Google Shape;7364;p292"/>
            <p:cNvGrpSpPr/>
            <p:nvPr/>
          </p:nvGrpSpPr>
          <p:grpSpPr>
            <a:xfrm>
              <a:off x="633070" y="183250"/>
              <a:ext cx="105457" cy="105457"/>
              <a:chOff x="7812545" y="194375"/>
              <a:chExt cx="105457" cy="105457"/>
            </a:xfrm>
          </p:grpSpPr>
          <p:sp>
            <p:nvSpPr>
              <p:cNvPr id="7365" name="Google Shape;7365;p292"/>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6" name="Google Shape;7366;p292"/>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7" name="Google Shape;7367;p292"/>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8" name="Google Shape;7368;p292"/>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369" name="Google Shape;7369;p292"/>
            <p:cNvSpPr/>
            <p:nvPr/>
          </p:nvSpPr>
          <p:spPr>
            <a:xfrm>
              <a:off x="274663" y="650800"/>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7374" name="Shape 7374"/>
        <p:cNvGrpSpPr/>
        <p:nvPr/>
      </p:nvGrpSpPr>
      <p:grpSpPr>
        <a:xfrm>
          <a:off x="0" y="0"/>
          <a:ext cx="0" cy="0"/>
          <a:chOff x="0" y="0"/>
          <a:chExt cx="0" cy="0"/>
        </a:xfrm>
      </p:grpSpPr>
      <p:sp>
        <p:nvSpPr>
          <p:cNvPr id="7375" name="Google Shape;7375;p294"/>
          <p:cNvSpPr/>
          <p:nvPr/>
        </p:nvSpPr>
        <p:spPr>
          <a:xfrm>
            <a:off x="-298976" y="-442224"/>
            <a:ext cx="6067158" cy="4878696"/>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6" name="Google Shape;7376;p294"/>
          <p:cNvSpPr/>
          <p:nvPr/>
        </p:nvSpPr>
        <p:spPr>
          <a:xfrm>
            <a:off x="-418150" y="-442225"/>
            <a:ext cx="1232275" cy="1091025"/>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7" name="Google Shape;7377;p294"/>
          <p:cNvSpPr txBox="1"/>
          <p:nvPr>
            <p:ph type="ctrTitle"/>
          </p:nvPr>
        </p:nvSpPr>
        <p:spPr>
          <a:xfrm>
            <a:off x="1041050" y="995375"/>
            <a:ext cx="4159800" cy="2145600"/>
          </a:xfrm>
          <a:prstGeom prst="rect">
            <a:avLst/>
          </a:prstGeom>
        </p:spPr>
        <p:txBody>
          <a:bodyPr anchorCtr="0" anchor="ctr" bIns="91425" lIns="91425" spcFirstLastPara="1" rIns="91425" wrap="square" tIns="91425">
            <a:noAutofit/>
          </a:bodyPr>
          <a:lstStyle>
            <a:lvl1pPr lvl="0">
              <a:lnSpc>
                <a:spcPct val="90000"/>
              </a:lnSpc>
              <a:spcBef>
                <a:spcPts val="0"/>
              </a:spcBef>
              <a:spcAft>
                <a:spcPts val="0"/>
              </a:spcAft>
              <a:buSzPts val="5200"/>
              <a:buNone/>
              <a:defRPr sz="5200"/>
            </a:lvl1pPr>
            <a:lvl2pPr lvl="1">
              <a:spcBef>
                <a:spcPts val="0"/>
              </a:spcBef>
              <a:spcAft>
                <a:spcPts val="0"/>
              </a:spcAft>
              <a:buSzPts val="5200"/>
              <a:buNone/>
              <a:defRPr sz="5200"/>
            </a:lvl2pPr>
            <a:lvl3pPr lvl="2">
              <a:spcBef>
                <a:spcPts val="0"/>
              </a:spcBef>
              <a:spcAft>
                <a:spcPts val="0"/>
              </a:spcAft>
              <a:buSzPts val="5200"/>
              <a:buNone/>
              <a:defRPr sz="5200"/>
            </a:lvl3pPr>
            <a:lvl4pPr lvl="3">
              <a:spcBef>
                <a:spcPts val="0"/>
              </a:spcBef>
              <a:spcAft>
                <a:spcPts val="0"/>
              </a:spcAft>
              <a:buSzPts val="5200"/>
              <a:buNone/>
              <a:defRPr sz="5200"/>
            </a:lvl4pPr>
            <a:lvl5pPr lvl="4">
              <a:spcBef>
                <a:spcPts val="0"/>
              </a:spcBef>
              <a:spcAft>
                <a:spcPts val="0"/>
              </a:spcAft>
              <a:buSzPts val="5200"/>
              <a:buNone/>
              <a:defRPr sz="5200"/>
            </a:lvl5pPr>
            <a:lvl6pPr lvl="5">
              <a:spcBef>
                <a:spcPts val="0"/>
              </a:spcBef>
              <a:spcAft>
                <a:spcPts val="0"/>
              </a:spcAft>
              <a:buSzPts val="5200"/>
              <a:buNone/>
              <a:defRPr sz="5200"/>
            </a:lvl6pPr>
            <a:lvl7pPr lvl="6">
              <a:spcBef>
                <a:spcPts val="0"/>
              </a:spcBef>
              <a:spcAft>
                <a:spcPts val="0"/>
              </a:spcAft>
              <a:buSzPts val="5200"/>
              <a:buNone/>
              <a:defRPr sz="5200"/>
            </a:lvl7pPr>
            <a:lvl8pPr lvl="7">
              <a:spcBef>
                <a:spcPts val="0"/>
              </a:spcBef>
              <a:spcAft>
                <a:spcPts val="0"/>
              </a:spcAft>
              <a:buSzPts val="5200"/>
              <a:buNone/>
              <a:defRPr sz="5200"/>
            </a:lvl8pPr>
            <a:lvl9pPr lvl="8">
              <a:spcBef>
                <a:spcPts val="0"/>
              </a:spcBef>
              <a:spcAft>
                <a:spcPts val="0"/>
              </a:spcAft>
              <a:buSzPts val="5200"/>
              <a:buNone/>
              <a:defRPr sz="5200"/>
            </a:lvl9pPr>
          </a:lstStyle>
          <a:p/>
        </p:txBody>
      </p:sp>
      <p:sp>
        <p:nvSpPr>
          <p:cNvPr id="7378" name="Google Shape;7378;p294"/>
          <p:cNvSpPr txBox="1"/>
          <p:nvPr>
            <p:ph idx="1" type="subTitle"/>
          </p:nvPr>
        </p:nvSpPr>
        <p:spPr>
          <a:xfrm>
            <a:off x="1041050" y="3140985"/>
            <a:ext cx="5488500" cy="336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800"/>
              <a:buNone/>
              <a:defRPr sz="18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7379" name="Google Shape;7379;p29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grpSp>
        <p:nvGrpSpPr>
          <p:cNvPr id="7380" name="Google Shape;7380;p294"/>
          <p:cNvGrpSpPr/>
          <p:nvPr/>
        </p:nvGrpSpPr>
        <p:grpSpPr>
          <a:xfrm>
            <a:off x="-1113715" y="3104082"/>
            <a:ext cx="3240940" cy="3045231"/>
            <a:chOff x="-1113715" y="3104082"/>
            <a:chExt cx="3240940" cy="3045231"/>
          </a:xfrm>
        </p:grpSpPr>
        <p:sp>
          <p:nvSpPr>
            <p:cNvPr id="7381" name="Google Shape;7381;p294"/>
            <p:cNvSpPr/>
            <p:nvPr/>
          </p:nvSpPr>
          <p:spPr>
            <a:xfrm rot="-6150387">
              <a:off x="-934264" y="3408221"/>
              <a:ext cx="2578600" cy="2436953"/>
            </a:xfrm>
            <a:custGeom>
              <a:rect b="b" l="l" r="r" t="t"/>
              <a:pathLst>
                <a:path extrusionOk="0" h="49900" w="54584">
                  <a:moveTo>
                    <a:pt x="39803" y="0"/>
                  </a:moveTo>
                  <a:cubicBezTo>
                    <a:pt x="38029" y="0"/>
                    <a:pt x="36248" y="409"/>
                    <a:pt x="34570" y="1238"/>
                  </a:cubicBezTo>
                  <a:cubicBezTo>
                    <a:pt x="31367" y="2802"/>
                    <a:pt x="28886" y="5448"/>
                    <a:pt x="25683" y="7012"/>
                  </a:cubicBezTo>
                  <a:cubicBezTo>
                    <a:pt x="21308" y="9163"/>
                    <a:pt x="16511" y="10320"/>
                    <a:pt x="12090" y="12380"/>
                  </a:cubicBezTo>
                  <a:cubicBezTo>
                    <a:pt x="7684" y="14425"/>
                    <a:pt x="3444" y="17628"/>
                    <a:pt x="1865" y="22244"/>
                  </a:cubicBezTo>
                  <a:cubicBezTo>
                    <a:pt x="1" y="27673"/>
                    <a:pt x="647" y="34078"/>
                    <a:pt x="3504" y="39040"/>
                  </a:cubicBezTo>
                  <a:cubicBezTo>
                    <a:pt x="8069" y="46988"/>
                    <a:pt x="17031" y="49899"/>
                    <a:pt x="25743" y="49899"/>
                  </a:cubicBezTo>
                  <a:cubicBezTo>
                    <a:pt x="25898" y="49899"/>
                    <a:pt x="26054" y="49898"/>
                    <a:pt x="26209" y="49897"/>
                  </a:cubicBezTo>
                  <a:cubicBezTo>
                    <a:pt x="44945" y="49671"/>
                    <a:pt x="54583" y="26996"/>
                    <a:pt x="51531" y="10696"/>
                  </a:cubicBezTo>
                  <a:cubicBezTo>
                    <a:pt x="50869" y="7163"/>
                    <a:pt x="49230" y="3779"/>
                    <a:pt x="46118" y="1840"/>
                  </a:cubicBezTo>
                  <a:cubicBezTo>
                    <a:pt x="44160" y="620"/>
                    <a:pt x="41987" y="0"/>
                    <a:pt x="39803"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2" name="Google Shape;7382;p294"/>
            <p:cNvSpPr/>
            <p:nvPr/>
          </p:nvSpPr>
          <p:spPr>
            <a:xfrm rot="5828283">
              <a:off x="677849" y="4406018"/>
              <a:ext cx="958577" cy="1835297"/>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383" name="Shape 7383"/>
        <p:cNvGrpSpPr/>
        <p:nvPr/>
      </p:nvGrpSpPr>
      <p:grpSpPr>
        <a:xfrm>
          <a:off x="0" y="0"/>
          <a:ext cx="0" cy="0"/>
          <a:chOff x="0" y="0"/>
          <a:chExt cx="0" cy="0"/>
        </a:xfrm>
      </p:grpSpPr>
      <p:sp>
        <p:nvSpPr>
          <p:cNvPr id="7384" name="Google Shape;7384;p295"/>
          <p:cNvSpPr txBox="1"/>
          <p:nvPr>
            <p:ph type="title"/>
          </p:nvPr>
        </p:nvSpPr>
        <p:spPr>
          <a:xfrm>
            <a:off x="3920952" y="2223325"/>
            <a:ext cx="4551600" cy="749100"/>
          </a:xfrm>
          <a:prstGeom prst="rect">
            <a:avLst/>
          </a:prstGeom>
        </p:spPr>
        <p:txBody>
          <a:bodyPr anchorCtr="0" anchor="ctr" bIns="91425" lIns="91425" spcFirstLastPara="1" rIns="91425" wrap="square" tIns="91425">
            <a:noAutofit/>
          </a:bodyPr>
          <a:lstStyle>
            <a:lvl1pPr lvl="0">
              <a:spcBef>
                <a:spcPts val="0"/>
              </a:spcBef>
              <a:spcAft>
                <a:spcPts val="0"/>
              </a:spcAft>
              <a:buSzPts val="3600"/>
              <a:buNone/>
              <a:defRPr sz="4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7385" name="Google Shape;7385;p29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7386" name="Google Shape;7386;p295"/>
          <p:cNvSpPr txBox="1"/>
          <p:nvPr>
            <p:ph idx="1" type="subTitle"/>
          </p:nvPr>
        </p:nvSpPr>
        <p:spPr>
          <a:xfrm>
            <a:off x="3907975" y="2905550"/>
            <a:ext cx="4551600" cy="383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800"/>
              <a:buNone/>
              <a:defRPr sz="18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7387" name="Google Shape;7387;p295"/>
          <p:cNvSpPr txBox="1"/>
          <p:nvPr>
            <p:ph hasCustomPrompt="1" idx="2" type="title"/>
          </p:nvPr>
        </p:nvSpPr>
        <p:spPr>
          <a:xfrm>
            <a:off x="3907970" y="1278475"/>
            <a:ext cx="1595700" cy="898500"/>
          </a:xfrm>
          <a:prstGeom prst="rect">
            <a:avLst/>
          </a:prstGeom>
        </p:spPr>
        <p:txBody>
          <a:bodyPr anchorCtr="0" anchor="ctr" bIns="91425" lIns="91425" spcFirstLastPara="1" rIns="91425" wrap="square" tIns="91425">
            <a:noAutofit/>
          </a:bodyPr>
          <a:lstStyle>
            <a:lvl1pPr lvl="0">
              <a:spcBef>
                <a:spcPts val="0"/>
              </a:spcBef>
              <a:spcAft>
                <a:spcPts val="0"/>
              </a:spcAft>
              <a:buSzPts val="8000"/>
              <a:buNone/>
              <a:defRPr sz="8000">
                <a:solidFill>
                  <a:schemeClr val="accent2"/>
                </a:solidFill>
              </a:defRPr>
            </a:lvl1pPr>
            <a:lvl2pPr lvl="1" algn="ctr">
              <a:spcBef>
                <a:spcPts val="0"/>
              </a:spcBef>
              <a:spcAft>
                <a:spcPts val="0"/>
              </a:spcAft>
              <a:buSzPts val="8000"/>
              <a:buNone/>
              <a:defRPr sz="8000"/>
            </a:lvl2pPr>
            <a:lvl3pPr lvl="2" algn="ctr">
              <a:spcBef>
                <a:spcPts val="0"/>
              </a:spcBef>
              <a:spcAft>
                <a:spcPts val="0"/>
              </a:spcAft>
              <a:buSzPts val="8000"/>
              <a:buNone/>
              <a:defRPr sz="8000"/>
            </a:lvl3pPr>
            <a:lvl4pPr lvl="3" algn="ctr">
              <a:spcBef>
                <a:spcPts val="0"/>
              </a:spcBef>
              <a:spcAft>
                <a:spcPts val="0"/>
              </a:spcAft>
              <a:buSzPts val="8000"/>
              <a:buNone/>
              <a:defRPr sz="8000"/>
            </a:lvl4pPr>
            <a:lvl5pPr lvl="4" algn="ctr">
              <a:spcBef>
                <a:spcPts val="0"/>
              </a:spcBef>
              <a:spcAft>
                <a:spcPts val="0"/>
              </a:spcAft>
              <a:buSzPts val="8000"/>
              <a:buNone/>
              <a:defRPr sz="8000"/>
            </a:lvl5pPr>
            <a:lvl6pPr lvl="5" algn="ctr">
              <a:spcBef>
                <a:spcPts val="0"/>
              </a:spcBef>
              <a:spcAft>
                <a:spcPts val="0"/>
              </a:spcAft>
              <a:buSzPts val="8000"/>
              <a:buNone/>
              <a:defRPr sz="8000"/>
            </a:lvl6pPr>
            <a:lvl7pPr lvl="6" algn="ctr">
              <a:spcBef>
                <a:spcPts val="0"/>
              </a:spcBef>
              <a:spcAft>
                <a:spcPts val="0"/>
              </a:spcAft>
              <a:buSzPts val="8000"/>
              <a:buNone/>
              <a:defRPr sz="8000"/>
            </a:lvl7pPr>
            <a:lvl8pPr lvl="7" algn="ctr">
              <a:spcBef>
                <a:spcPts val="0"/>
              </a:spcBef>
              <a:spcAft>
                <a:spcPts val="0"/>
              </a:spcAft>
              <a:buSzPts val="8000"/>
              <a:buNone/>
              <a:defRPr sz="8000"/>
            </a:lvl8pPr>
            <a:lvl9pPr lvl="8" algn="ctr">
              <a:spcBef>
                <a:spcPts val="0"/>
              </a:spcBef>
              <a:spcAft>
                <a:spcPts val="0"/>
              </a:spcAft>
              <a:buSzPts val="8000"/>
              <a:buNone/>
              <a:defRPr sz="8000"/>
            </a:lvl9pPr>
          </a:lstStyle>
          <a:p>
            <a:r>
              <a:t>xx%</a:t>
            </a:r>
          </a:p>
        </p:txBody>
      </p:sp>
      <p:grpSp>
        <p:nvGrpSpPr>
          <p:cNvPr id="7388" name="Google Shape;7388;p295"/>
          <p:cNvGrpSpPr/>
          <p:nvPr/>
        </p:nvGrpSpPr>
        <p:grpSpPr>
          <a:xfrm>
            <a:off x="8269426" y="4107105"/>
            <a:ext cx="1691968" cy="1546775"/>
            <a:chOff x="8269426" y="4107105"/>
            <a:chExt cx="1691968" cy="1546775"/>
          </a:xfrm>
        </p:grpSpPr>
        <p:sp>
          <p:nvSpPr>
            <p:cNvPr id="7389" name="Google Shape;7389;p295"/>
            <p:cNvSpPr/>
            <p:nvPr/>
          </p:nvSpPr>
          <p:spPr>
            <a:xfrm>
              <a:off x="8269426" y="4107105"/>
              <a:ext cx="1691968" cy="1546775"/>
            </a:xfrm>
            <a:custGeom>
              <a:rect b="b" l="l" r="r" t="t"/>
              <a:pathLst>
                <a:path extrusionOk="0" h="49900" w="54584">
                  <a:moveTo>
                    <a:pt x="39803" y="0"/>
                  </a:moveTo>
                  <a:cubicBezTo>
                    <a:pt x="38029" y="0"/>
                    <a:pt x="36248" y="409"/>
                    <a:pt x="34570" y="1238"/>
                  </a:cubicBezTo>
                  <a:cubicBezTo>
                    <a:pt x="31367" y="2802"/>
                    <a:pt x="28886" y="5448"/>
                    <a:pt x="25683" y="7012"/>
                  </a:cubicBezTo>
                  <a:cubicBezTo>
                    <a:pt x="21308" y="9163"/>
                    <a:pt x="16511" y="10320"/>
                    <a:pt x="12090" y="12380"/>
                  </a:cubicBezTo>
                  <a:cubicBezTo>
                    <a:pt x="7684" y="14425"/>
                    <a:pt x="3444" y="17628"/>
                    <a:pt x="1865" y="22244"/>
                  </a:cubicBezTo>
                  <a:cubicBezTo>
                    <a:pt x="1" y="27673"/>
                    <a:pt x="647" y="34078"/>
                    <a:pt x="3504" y="39040"/>
                  </a:cubicBezTo>
                  <a:cubicBezTo>
                    <a:pt x="8069" y="46988"/>
                    <a:pt x="17031" y="49899"/>
                    <a:pt x="25743" y="49899"/>
                  </a:cubicBezTo>
                  <a:cubicBezTo>
                    <a:pt x="25898" y="49899"/>
                    <a:pt x="26054" y="49898"/>
                    <a:pt x="26209" y="49897"/>
                  </a:cubicBezTo>
                  <a:cubicBezTo>
                    <a:pt x="44945" y="49671"/>
                    <a:pt x="54583" y="26996"/>
                    <a:pt x="51531" y="10696"/>
                  </a:cubicBezTo>
                  <a:cubicBezTo>
                    <a:pt x="50869" y="7163"/>
                    <a:pt x="49230" y="3779"/>
                    <a:pt x="46118" y="1840"/>
                  </a:cubicBezTo>
                  <a:cubicBezTo>
                    <a:pt x="44160" y="620"/>
                    <a:pt x="41987" y="0"/>
                    <a:pt x="39803" y="0"/>
                  </a:cubicBezTo>
                  <a:close/>
                </a:path>
              </a:pathLst>
            </a:custGeom>
            <a:solidFill>
              <a:srgbClr val="F0F0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0" name="Google Shape;7390;p295"/>
            <p:cNvSpPr/>
            <p:nvPr/>
          </p:nvSpPr>
          <p:spPr>
            <a:xfrm>
              <a:off x="8602429" y="4538820"/>
              <a:ext cx="991119" cy="877511"/>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91" name="Google Shape;7391;p295"/>
          <p:cNvGrpSpPr/>
          <p:nvPr/>
        </p:nvGrpSpPr>
        <p:grpSpPr>
          <a:xfrm>
            <a:off x="6194195" y="289400"/>
            <a:ext cx="2508782" cy="1009939"/>
            <a:chOff x="6194195" y="289400"/>
            <a:chExt cx="2508782" cy="1009939"/>
          </a:xfrm>
        </p:grpSpPr>
        <p:sp>
          <p:nvSpPr>
            <p:cNvPr id="7392" name="Google Shape;7392;p295"/>
            <p:cNvSpPr/>
            <p:nvPr/>
          </p:nvSpPr>
          <p:spPr>
            <a:xfrm>
              <a:off x="7081200" y="1193950"/>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3" name="Google Shape;7393;p295"/>
            <p:cNvSpPr/>
            <p:nvPr/>
          </p:nvSpPr>
          <p:spPr>
            <a:xfrm>
              <a:off x="7997076" y="289400"/>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7394" name="Google Shape;7394;p295"/>
            <p:cNvGrpSpPr/>
            <p:nvPr/>
          </p:nvGrpSpPr>
          <p:grpSpPr>
            <a:xfrm>
              <a:off x="8597520" y="1140738"/>
              <a:ext cx="105457" cy="105457"/>
              <a:chOff x="7812545" y="194375"/>
              <a:chExt cx="105457" cy="105457"/>
            </a:xfrm>
          </p:grpSpPr>
          <p:sp>
            <p:nvSpPr>
              <p:cNvPr id="7395" name="Google Shape;7395;p295"/>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6" name="Google Shape;7396;p295"/>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7" name="Google Shape;7397;p295"/>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8" name="Google Shape;7398;p295"/>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99" name="Google Shape;7399;p295"/>
            <p:cNvGrpSpPr/>
            <p:nvPr/>
          </p:nvGrpSpPr>
          <p:grpSpPr>
            <a:xfrm>
              <a:off x="6194195" y="551338"/>
              <a:ext cx="105457" cy="105457"/>
              <a:chOff x="7812545" y="194375"/>
              <a:chExt cx="105457" cy="105457"/>
            </a:xfrm>
          </p:grpSpPr>
          <p:sp>
            <p:nvSpPr>
              <p:cNvPr id="7400" name="Google Shape;7400;p295"/>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1" name="Google Shape;7401;p295"/>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2" name="Google Shape;7402;p295"/>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3" name="Google Shape;7403;p295"/>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7404" name="Google Shape;7404;p295"/>
          <p:cNvGrpSpPr/>
          <p:nvPr/>
        </p:nvGrpSpPr>
        <p:grpSpPr>
          <a:xfrm>
            <a:off x="5001120" y="3928038"/>
            <a:ext cx="1828507" cy="817002"/>
            <a:chOff x="5001120" y="3928038"/>
            <a:chExt cx="1828507" cy="817002"/>
          </a:xfrm>
        </p:grpSpPr>
        <p:sp>
          <p:nvSpPr>
            <p:cNvPr id="7405" name="Google Shape;7405;p295"/>
            <p:cNvSpPr/>
            <p:nvPr/>
          </p:nvSpPr>
          <p:spPr>
            <a:xfrm>
              <a:off x="6724175" y="4639650"/>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406" name="Google Shape;7406;p295"/>
            <p:cNvGrpSpPr/>
            <p:nvPr/>
          </p:nvGrpSpPr>
          <p:grpSpPr>
            <a:xfrm>
              <a:off x="5001120" y="3928038"/>
              <a:ext cx="105457" cy="105457"/>
              <a:chOff x="7812545" y="194375"/>
              <a:chExt cx="105457" cy="105457"/>
            </a:xfrm>
          </p:grpSpPr>
          <p:sp>
            <p:nvSpPr>
              <p:cNvPr id="7407" name="Google Shape;7407;p295"/>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8" name="Google Shape;7408;p295"/>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9" name="Google Shape;7409;p295"/>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0" name="Google Shape;7410;p295"/>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7411" name="Shape 7411"/>
        <p:cNvGrpSpPr/>
        <p:nvPr/>
      </p:nvGrpSpPr>
      <p:grpSpPr>
        <a:xfrm>
          <a:off x="0" y="0"/>
          <a:ext cx="0" cy="0"/>
          <a:chOff x="0" y="0"/>
          <a:chExt cx="0" cy="0"/>
        </a:xfrm>
      </p:grpSpPr>
      <p:sp>
        <p:nvSpPr>
          <p:cNvPr id="7412" name="Google Shape;7412;p296"/>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413" name="Google Shape;7413;p296"/>
          <p:cNvSpPr txBox="1"/>
          <p:nvPr>
            <p:ph idx="1" type="body"/>
          </p:nvPr>
        </p:nvSpPr>
        <p:spPr>
          <a:xfrm>
            <a:off x="685800" y="1152475"/>
            <a:ext cx="7786800" cy="3416400"/>
          </a:xfrm>
          <a:prstGeom prst="rect">
            <a:avLst/>
          </a:prstGeom>
        </p:spPr>
        <p:txBody>
          <a:bodyPr anchorCtr="0" anchor="t" bIns="91425" lIns="91425" spcFirstLastPara="1" rIns="91425" wrap="square" tIns="91425">
            <a:noAutofit/>
          </a:bodyPr>
          <a:lstStyle>
            <a:lvl1pPr indent="-304800" lvl="0" marL="457200">
              <a:lnSpc>
                <a:spcPct val="100000"/>
              </a:lnSpc>
              <a:spcBef>
                <a:spcPts val="0"/>
              </a:spcBef>
              <a:spcAft>
                <a:spcPts val="0"/>
              </a:spcAft>
              <a:buSzPts val="1200"/>
              <a:buChar char="●"/>
              <a:defRPr sz="1200"/>
            </a:lvl1pPr>
            <a:lvl2pPr indent="-304800" lvl="1" marL="914400">
              <a:lnSpc>
                <a:spcPct val="100000"/>
              </a:lnSpc>
              <a:spcBef>
                <a:spcPts val="0"/>
              </a:spcBef>
              <a:spcAft>
                <a:spcPts val="0"/>
              </a:spcAft>
              <a:buSzPts val="1200"/>
              <a:buChar char="○"/>
              <a:defRPr sz="1200"/>
            </a:lvl2pPr>
            <a:lvl3pPr indent="-304800" lvl="2" marL="1371600">
              <a:lnSpc>
                <a:spcPct val="100000"/>
              </a:lnSpc>
              <a:spcBef>
                <a:spcPts val="0"/>
              </a:spcBef>
              <a:spcAft>
                <a:spcPts val="0"/>
              </a:spcAft>
              <a:buSzPts val="1200"/>
              <a:buChar char="■"/>
              <a:defRPr sz="1200"/>
            </a:lvl3pPr>
            <a:lvl4pPr indent="-304800" lvl="3" marL="1828800">
              <a:lnSpc>
                <a:spcPct val="100000"/>
              </a:lnSpc>
              <a:spcBef>
                <a:spcPts val="0"/>
              </a:spcBef>
              <a:spcAft>
                <a:spcPts val="0"/>
              </a:spcAft>
              <a:buSzPts val="1200"/>
              <a:buChar char="●"/>
              <a:defRPr sz="1200"/>
            </a:lvl4pPr>
            <a:lvl5pPr indent="-304800" lvl="4" marL="2286000">
              <a:lnSpc>
                <a:spcPct val="100000"/>
              </a:lnSpc>
              <a:spcBef>
                <a:spcPts val="0"/>
              </a:spcBef>
              <a:spcAft>
                <a:spcPts val="0"/>
              </a:spcAft>
              <a:buSzPts val="1200"/>
              <a:buChar char="○"/>
              <a:defRPr sz="1200"/>
            </a:lvl5pPr>
            <a:lvl6pPr indent="-304800" lvl="5" marL="2743200">
              <a:lnSpc>
                <a:spcPct val="100000"/>
              </a:lnSpc>
              <a:spcBef>
                <a:spcPts val="0"/>
              </a:spcBef>
              <a:spcAft>
                <a:spcPts val="0"/>
              </a:spcAft>
              <a:buSzPts val="1200"/>
              <a:buChar char="■"/>
              <a:defRPr sz="1200"/>
            </a:lvl6pPr>
            <a:lvl7pPr indent="-304800" lvl="6" marL="3200400">
              <a:lnSpc>
                <a:spcPct val="100000"/>
              </a:lnSpc>
              <a:spcBef>
                <a:spcPts val="0"/>
              </a:spcBef>
              <a:spcAft>
                <a:spcPts val="0"/>
              </a:spcAft>
              <a:buSzPts val="1200"/>
              <a:buChar char="●"/>
              <a:defRPr sz="1200"/>
            </a:lvl7pPr>
            <a:lvl8pPr indent="-304800" lvl="7" marL="3657600">
              <a:lnSpc>
                <a:spcPct val="100000"/>
              </a:lnSpc>
              <a:spcBef>
                <a:spcPts val="0"/>
              </a:spcBef>
              <a:spcAft>
                <a:spcPts val="0"/>
              </a:spcAft>
              <a:buSzPts val="1200"/>
              <a:buChar char="○"/>
              <a:defRPr sz="1200"/>
            </a:lvl8pPr>
            <a:lvl9pPr indent="-304800" lvl="8" marL="4114800">
              <a:lnSpc>
                <a:spcPct val="100000"/>
              </a:lnSpc>
              <a:spcBef>
                <a:spcPts val="0"/>
              </a:spcBef>
              <a:spcAft>
                <a:spcPts val="0"/>
              </a:spcAft>
              <a:buSzPts val="1200"/>
              <a:buChar char="■"/>
              <a:defRPr sz="1200"/>
            </a:lvl9pPr>
          </a:lstStyle>
          <a:p/>
        </p:txBody>
      </p:sp>
      <p:sp>
        <p:nvSpPr>
          <p:cNvPr id="7414" name="Google Shape;7414;p29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grpSp>
        <p:nvGrpSpPr>
          <p:cNvPr id="7415" name="Google Shape;7415;p296"/>
          <p:cNvGrpSpPr/>
          <p:nvPr/>
        </p:nvGrpSpPr>
        <p:grpSpPr>
          <a:xfrm>
            <a:off x="215745" y="152937"/>
            <a:ext cx="470057" cy="586177"/>
            <a:chOff x="215745" y="152938"/>
            <a:chExt cx="470057" cy="586177"/>
          </a:xfrm>
        </p:grpSpPr>
        <p:sp>
          <p:nvSpPr>
            <p:cNvPr id="7416" name="Google Shape;7416;p296"/>
            <p:cNvSpPr/>
            <p:nvPr/>
          </p:nvSpPr>
          <p:spPr>
            <a:xfrm>
              <a:off x="215750" y="633725"/>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7" name="Google Shape;7417;p296"/>
            <p:cNvSpPr/>
            <p:nvPr/>
          </p:nvSpPr>
          <p:spPr>
            <a:xfrm>
              <a:off x="607851" y="22487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7418" name="Google Shape;7418;p296"/>
            <p:cNvGrpSpPr/>
            <p:nvPr/>
          </p:nvGrpSpPr>
          <p:grpSpPr>
            <a:xfrm>
              <a:off x="215745" y="152938"/>
              <a:ext cx="105457" cy="105457"/>
              <a:chOff x="7812545" y="194375"/>
              <a:chExt cx="105457" cy="105457"/>
            </a:xfrm>
          </p:grpSpPr>
          <p:sp>
            <p:nvSpPr>
              <p:cNvPr id="7419" name="Google Shape;7419;p296"/>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0" name="Google Shape;7420;p296"/>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1" name="Google Shape;7421;p296"/>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2" name="Google Shape;7422;p296"/>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7423" name="Google Shape;7423;p296"/>
          <p:cNvGrpSpPr/>
          <p:nvPr/>
        </p:nvGrpSpPr>
        <p:grpSpPr>
          <a:xfrm rot="10800000">
            <a:off x="8496297" y="4349552"/>
            <a:ext cx="470057" cy="586177"/>
            <a:chOff x="215745" y="152938"/>
            <a:chExt cx="470057" cy="586177"/>
          </a:xfrm>
        </p:grpSpPr>
        <p:sp>
          <p:nvSpPr>
            <p:cNvPr id="7424" name="Google Shape;7424;p296"/>
            <p:cNvSpPr/>
            <p:nvPr/>
          </p:nvSpPr>
          <p:spPr>
            <a:xfrm>
              <a:off x="215750" y="633725"/>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5" name="Google Shape;7425;p296"/>
            <p:cNvSpPr/>
            <p:nvPr/>
          </p:nvSpPr>
          <p:spPr>
            <a:xfrm>
              <a:off x="607851" y="22487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7426" name="Google Shape;7426;p296"/>
            <p:cNvGrpSpPr/>
            <p:nvPr/>
          </p:nvGrpSpPr>
          <p:grpSpPr>
            <a:xfrm>
              <a:off x="215745" y="152938"/>
              <a:ext cx="105457" cy="105457"/>
              <a:chOff x="7812545" y="194375"/>
              <a:chExt cx="105457" cy="105457"/>
            </a:xfrm>
          </p:grpSpPr>
          <p:sp>
            <p:nvSpPr>
              <p:cNvPr id="7427" name="Google Shape;7427;p296"/>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8" name="Google Shape;7428;p296"/>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9" name="Google Shape;7429;p296"/>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0" name="Google Shape;7430;p296"/>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7431" name="Google Shape;7431;p296"/>
          <p:cNvGrpSpPr/>
          <p:nvPr/>
        </p:nvGrpSpPr>
        <p:grpSpPr>
          <a:xfrm>
            <a:off x="7610270" y="-737025"/>
            <a:ext cx="2476138" cy="1789104"/>
            <a:chOff x="7610270" y="-737025"/>
            <a:chExt cx="2476138" cy="1789104"/>
          </a:xfrm>
        </p:grpSpPr>
        <p:sp>
          <p:nvSpPr>
            <p:cNvPr id="7432" name="Google Shape;7432;p296"/>
            <p:cNvSpPr/>
            <p:nvPr/>
          </p:nvSpPr>
          <p:spPr>
            <a:xfrm flipH="1">
              <a:off x="7861475" y="-737025"/>
              <a:ext cx="2224933" cy="1789104"/>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3" name="Google Shape;7433;p296"/>
            <p:cNvSpPr/>
            <p:nvPr/>
          </p:nvSpPr>
          <p:spPr>
            <a:xfrm flipH="1">
              <a:off x="8506983" y="-551625"/>
              <a:ext cx="1232275" cy="1091025"/>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434" name="Google Shape;7434;p296"/>
            <p:cNvGrpSpPr/>
            <p:nvPr/>
          </p:nvGrpSpPr>
          <p:grpSpPr>
            <a:xfrm>
              <a:off x="7610270" y="211113"/>
              <a:ext cx="105457" cy="105457"/>
              <a:chOff x="7812545" y="194375"/>
              <a:chExt cx="105457" cy="105457"/>
            </a:xfrm>
          </p:grpSpPr>
          <p:sp>
            <p:nvSpPr>
              <p:cNvPr id="7435" name="Google Shape;7435;p296"/>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6" name="Google Shape;7436;p296"/>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7" name="Google Shape;7437;p296"/>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8" name="Google Shape;7438;p296"/>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7439" name="Google Shape;7439;p296"/>
          <p:cNvSpPr/>
          <p:nvPr/>
        </p:nvSpPr>
        <p:spPr>
          <a:xfrm rot="-6150494">
            <a:off x="-869858" y="4348040"/>
            <a:ext cx="1855548" cy="1753582"/>
          </a:xfrm>
          <a:custGeom>
            <a:rect b="b" l="l" r="r" t="t"/>
            <a:pathLst>
              <a:path extrusionOk="0" h="49900" w="54584">
                <a:moveTo>
                  <a:pt x="39803" y="0"/>
                </a:moveTo>
                <a:cubicBezTo>
                  <a:pt x="38029" y="0"/>
                  <a:pt x="36248" y="409"/>
                  <a:pt x="34570" y="1238"/>
                </a:cubicBezTo>
                <a:cubicBezTo>
                  <a:pt x="31367" y="2802"/>
                  <a:pt x="28886" y="5448"/>
                  <a:pt x="25683" y="7012"/>
                </a:cubicBezTo>
                <a:cubicBezTo>
                  <a:pt x="21308" y="9163"/>
                  <a:pt x="16511" y="10320"/>
                  <a:pt x="12090" y="12380"/>
                </a:cubicBezTo>
                <a:cubicBezTo>
                  <a:pt x="7684" y="14425"/>
                  <a:pt x="3444" y="17628"/>
                  <a:pt x="1865" y="22244"/>
                </a:cubicBezTo>
                <a:cubicBezTo>
                  <a:pt x="1" y="27673"/>
                  <a:pt x="647" y="34078"/>
                  <a:pt x="3504" y="39040"/>
                </a:cubicBezTo>
                <a:cubicBezTo>
                  <a:pt x="8069" y="46988"/>
                  <a:pt x="17031" y="49899"/>
                  <a:pt x="25743" y="49899"/>
                </a:cubicBezTo>
                <a:cubicBezTo>
                  <a:pt x="25898" y="49899"/>
                  <a:pt x="26054" y="49898"/>
                  <a:pt x="26209" y="49897"/>
                </a:cubicBezTo>
                <a:cubicBezTo>
                  <a:pt x="44945" y="49671"/>
                  <a:pt x="54583" y="26996"/>
                  <a:pt x="51531" y="10696"/>
                </a:cubicBezTo>
                <a:cubicBezTo>
                  <a:pt x="50869" y="7163"/>
                  <a:pt x="49230" y="3779"/>
                  <a:pt x="46118" y="1840"/>
                </a:cubicBezTo>
                <a:cubicBezTo>
                  <a:pt x="44160" y="620"/>
                  <a:pt x="41987" y="0"/>
                  <a:pt x="39803" y="0"/>
                </a:cubicBezTo>
                <a:close/>
              </a:path>
            </a:pathLst>
          </a:custGeom>
          <a:solidFill>
            <a:srgbClr val="DED0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7440" name="Shape 7440"/>
        <p:cNvGrpSpPr/>
        <p:nvPr/>
      </p:nvGrpSpPr>
      <p:grpSpPr>
        <a:xfrm>
          <a:off x="0" y="0"/>
          <a:ext cx="0" cy="0"/>
          <a:chOff x="0" y="0"/>
          <a:chExt cx="0" cy="0"/>
        </a:xfrm>
      </p:grpSpPr>
      <p:sp>
        <p:nvSpPr>
          <p:cNvPr id="7441" name="Google Shape;7441;p297"/>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442" name="Google Shape;7442;p29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7443" name="Google Shape;7443;p297"/>
          <p:cNvSpPr txBox="1"/>
          <p:nvPr>
            <p:ph idx="1" type="subTitle"/>
          </p:nvPr>
        </p:nvSpPr>
        <p:spPr>
          <a:xfrm>
            <a:off x="1516375" y="2804150"/>
            <a:ext cx="2554500" cy="387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800"/>
              <a:buNone/>
              <a:defRPr b="1" sz="2000">
                <a:solidFill>
                  <a:schemeClr val="accent2"/>
                </a:solidFill>
                <a:latin typeface="Barlow"/>
                <a:ea typeface="Barlow"/>
                <a:cs typeface="Barlow"/>
                <a:sym typeface="Barlow"/>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7444" name="Google Shape;7444;p297"/>
          <p:cNvSpPr txBox="1"/>
          <p:nvPr>
            <p:ph idx="2" type="subTitle"/>
          </p:nvPr>
        </p:nvSpPr>
        <p:spPr>
          <a:xfrm>
            <a:off x="5073125" y="2804150"/>
            <a:ext cx="2554500" cy="387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800"/>
              <a:buNone/>
              <a:defRPr b="1" sz="2000">
                <a:solidFill>
                  <a:schemeClr val="accent2"/>
                </a:solidFill>
                <a:latin typeface="Barlow"/>
                <a:ea typeface="Barlow"/>
                <a:cs typeface="Barlow"/>
                <a:sym typeface="Barlow"/>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7445" name="Google Shape;7445;p297"/>
          <p:cNvSpPr txBox="1"/>
          <p:nvPr>
            <p:ph idx="3" type="subTitle"/>
          </p:nvPr>
        </p:nvSpPr>
        <p:spPr>
          <a:xfrm>
            <a:off x="1516375" y="3198215"/>
            <a:ext cx="2554500" cy="9405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8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7446" name="Google Shape;7446;p297"/>
          <p:cNvSpPr txBox="1"/>
          <p:nvPr>
            <p:ph idx="4" type="subTitle"/>
          </p:nvPr>
        </p:nvSpPr>
        <p:spPr>
          <a:xfrm>
            <a:off x="5073125" y="3198215"/>
            <a:ext cx="2554500" cy="9405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8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7447" name="Google Shape;7447;p297"/>
          <p:cNvGrpSpPr/>
          <p:nvPr/>
        </p:nvGrpSpPr>
        <p:grpSpPr>
          <a:xfrm>
            <a:off x="-1307617" y="3655381"/>
            <a:ext cx="2984172" cy="2871184"/>
            <a:chOff x="-1307617" y="3655381"/>
            <a:chExt cx="2984172" cy="2871184"/>
          </a:xfrm>
        </p:grpSpPr>
        <p:sp>
          <p:nvSpPr>
            <p:cNvPr id="7448" name="Google Shape;7448;p297"/>
            <p:cNvSpPr/>
            <p:nvPr/>
          </p:nvSpPr>
          <p:spPr>
            <a:xfrm flipH="1" rot="638420">
              <a:off x="-1104798" y="3872484"/>
              <a:ext cx="2578535" cy="2436978"/>
            </a:xfrm>
            <a:custGeom>
              <a:rect b="b" l="l" r="r" t="t"/>
              <a:pathLst>
                <a:path extrusionOk="0" h="49900" w="54584">
                  <a:moveTo>
                    <a:pt x="39803" y="0"/>
                  </a:moveTo>
                  <a:cubicBezTo>
                    <a:pt x="38029" y="0"/>
                    <a:pt x="36248" y="409"/>
                    <a:pt x="34570" y="1238"/>
                  </a:cubicBezTo>
                  <a:cubicBezTo>
                    <a:pt x="31367" y="2802"/>
                    <a:pt x="28886" y="5448"/>
                    <a:pt x="25683" y="7012"/>
                  </a:cubicBezTo>
                  <a:cubicBezTo>
                    <a:pt x="21308" y="9163"/>
                    <a:pt x="16511" y="10320"/>
                    <a:pt x="12090" y="12380"/>
                  </a:cubicBezTo>
                  <a:cubicBezTo>
                    <a:pt x="7684" y="14425"/>
                    <a:pt x="3444" y="17628"/>
                    <a:pt x="1865" y="22244"/>
                  </a:cubicBezTo>
                  <a:cubicBezTo>
                    <a:pt x="1" y="27673"/>
                    <a:pt x="647" y="34078"/>
                    <a:pt x="3504" y="39040"/>
                  </a:cubicBezTo>
                  <a:cubicBezTo>
                    <a:pt x="8069" y="46988"/>
                    <a:pt x="17031" y="49899"/>
                    <a:pt x="25743" y="49899"/>
                  </a:cubicBezTo>
                  <a:cubicBezTo>
                    <a:pt x="25898" y="49899"/>
                    <a:pt x="26054" y="49898"/>
                    <a:pt x="26209" y="49897"/>
                  </a:cubicBezTo>
                  <a:cubicBezTo>
                    <a:pt x="44945" y="49671"/>
                    <a:pt x="54583" y="26996"/>
                    <a:pt x="51531" y="10696"/>
                  </a:cubicBezTo>
                  <a:cubicBezTo>
                    <a:pt x="50869" y="7163"/>
                    <a:pt x="49230" y="3779"/>
                    <a:pt x="46118" y="1840"/>
                  </a:cubicBezTo>
                  <a:cubicBezTo>
                    <a:pt x="44160" y="620"/>
                    <a:pt x="41987" y="0"/>
                    <a:pt x="3980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9" name="Google Shape;7449;p297"/>
            <p:cNvSpPr/>
            <p:nvPr/>
          </p:nvSpPr>
          <p:spPr>
            <a:xfrm rot="7710264">
              <a:off x="-15001" y="4173334"/>
              <a:ext cx="958502" cy="1835274"/>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450" name="Google Shape;7450;p297"/>
          <p:cNvGrpSpPr/>
          <p:nvPr/>
        </p:nvGrpSpPr>
        <p:grpSpPr>
          <a:xfrm>
            <a:off x="8526097" y="4420947"/>
            <a:ext cx="396476" cy="526844"/>
            <a:chOff x="8526097" y="4420947"/>
            <a:chExt cx="396476" cy="526844"/>
          </a:xfrm>
        </p:grpSpPr>
        <p:sp>
          <p:nvSpPr>
            <p:cNvPr id="7451" name="Google Shape;7451;p297"/>
            <p:cNvSpPr/>
            <p:nvPr/>
          </p:nvSpPr>
          <p:spPr>
            <a:xfrm rot="10800000">
              <a:off x="8526097" y="4842402"/>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2" name="Google Shape;7452;p297"/>
            <p:cNvSpPr/>
            <p:nvPr/>
          </p:nvSpPr>
          <p:spPr>
            <a:xfrm rot="10800000">
              <a:off x="8844622" y="462626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7453" name="Google Shape;7453;p297"/>
            <p:cNvGrpSpPr/>
            <p:nvPr/>
          </p:nvGrpSpPr>
          <p:grpSpPr>
            <a:xfrm rot="10800000">
              <a:off x="8526097" y="4420947"/>
              <a:ext cx="105457" cy="105457"/>
              <a:chOff x="7812545" y="194375"/>
              <a:chExt cx="105457" cy="105457"/>
            </a:xfrm>
          </p:grpSpPr>
          <p:sp>
            <p:nvSpPr>
              <p:cNvPr id="7454" name="Google Shape;7454;p297"/>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5" name="Google Shape;7455;p297"/>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6" name="Google Shape;7456;p297"/>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7" name="Google Shape;7457;p297"/>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7458" name="Google Shape;7458;p297"/>
          <p:cNvGrpSpPr/>
          <p:nvPr/>
        </p:nvGrpSpPr>
        <p:grpSpPr>
          <a:xfrm>
            <a:off x="7917051" y="-242512"/>
            <a:ext cx="1773412" cy="1460069"/>
            <a:chOff x="7917051" y="-242512"/>
            <a:chExt cx="1773412" cy="1460069"/>
          </a:xfrm>
        </p:grpSpPr>
        <p:sp>
          <p:nvSpPr>
            <p:cNvPr id="7459" name="Google Shape;7459;p297"/>
            <p:cNvSpPr/>
            <p:nvPr/>
          </p:nvSpPr>
          <p:spPr>
            <a:xfrm flipH="1">
              <a:off x="8458188" y="-242512"/>
              <a:ext cx="1232275" cy="1091025"/>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0" name="Google Shape;7460;p297"/>
            <p:cNvSpPr/>
            <p:nvPr/>
          </p:nvSpPr>
          <p:spPr>
            <a:xfrm>
              <a:off x="7917051" y="19137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7461" name="Google Shape;7461;p297"/>
            <p:cNvGrpSpPr/>
            <p:nvPr/>
          </p:nvGrpSpPr>
          <p:grpSpPr>
            <a:xfrm>
              <a:off x="8723170" y="1112100"/>
              <a:ext cx="105457" cy="105457"/>
              <a:chOff x="7812545" y="194375"/>
              <a:chExt cx="105457" cy="105457"/>
            </a:xfrm>
          </p:grpSpPr>
          <p:sp>
            <p:nvSpPr>
              <p:cNvPr id="7462" name="Google Shape;7462;p297"/>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3" name="Google Shape;7463;p297"/>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4" name="Google Shape;7464;p297"/>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5" name="Google Shape;7465;p297"/>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466" name="Shape 7466"/>
        <p:cNvGrpSpPr/>
        <p:nvPr/>
      </p:nvGrpSpPr>
      <p:grpSpPr>
        <a:xfrm>
          <a:off x="0" y="0"/>
          <a:ext cx="0" cy="0"/>
          <a:chOff x="0" y="0"/>
          <a:chExt cx="0" cy="0"/>
        </a:xfrm>
      </p:grpSpPr>
      <p:sp>
        <p:nvSpPr>
          <p:cNvPr id="7467" name="Google Shape;7467;p298"/>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468" name="Google Shape;7468;p29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grpSp>
        <p:nvGrpSpPr>
          <p:cNvPr id="7469" name="Google Shape;7469;p298"/>
          <p:cNvGrpSpPr/>
          <p:nvPr/>
        </p:nvGrpSpPr>
        <p:grpSpPr>
          <a:xfrm>
            <a:off x="7254626" y="137295"/>
            <a:ext cx="1638498" cy="1140836"/>
            <a:chOff x="7254626" y="137295"/>
            <a:chExt cx="1638498" cy="1140836"/>
          </a:xfrm>
        </p:grpSpPr>
        <p:sp>
          <p:nvSpPr>
            <p:cNvPr id="7470" name="Google Shape;7470;p298"/>
            <p:cNvSpPr/>
            <p:nvPr/>
          </p:nvSpPr>
          <p:spPr>
            <a:xfrm>
              <a:off x="7602574" y="286875"/>
              <a:ext cx="1254440" cy="401698"/>
            </a:xfrm>
            <a:custGeom>
              <a:rect b="b" l="l" r="r" t="t"/>
              <a:pathLst>
                <a:path extrusionOk="0" fill="none" h="4647" w="14511">
                  <a:moveTo>
                    <a:pt x="13894" y="3805"/>
                  </a:moveTo>
                  <a:cubicBezTo>
                    <a:pt x="13263" y="3459"/>
                    <a:pt x="12977" y="3744"/>
                    <a:pt x="12766" y="3459"/>
                  </a:cubicBezTo>
                  <a:cubicBezTo>
                    <a:pt x="12541" y="3173"/>
                    <a:pt x="13383" y="2436"/>
                    <a:pt x="11684" y="1699"/>
                  </a:cubicBezTo>
                  <a:cubicBezTo>
                    <a:pt x="11684" y="1699"/>
                    <a:pt x="11578" y="121"/>
                    <a:pt x="9248" y="60"/>
                  </a:cubicBezTo>
                  <a:cubicBezTo>
                    <a:pt x="6917" y="0"/>
                    <a:pt x="7549" y="1654"/>
                    <a:pt x="6917" y="2045"/>
                  </a:cubicBezTo>
                  <a:cubicBezTo>
                    <a:pt x="6286" y="2436"/>
                    <a:pt x="6120" y="1820"/>
                    <a:pt x="5504" y="2211"/>
                  </a:cubicBezTo>
                  <a:cubicBezTo>
                    <a:pt x="4872" y="2617"/>
                    <a:pt x="5158" y="3399"/>
                    <a:pt x="4647" y="3519"/>
                  </a:cubicBezTo>
                  <a:cubicBezTo>
                    <a:pt x="4135" y="3624"/>
                    <a:pt x="3459" y="3008"/>
                    <a:pt x="2842" y="3399"/>
                  </a:cubicBezTo>
                  <a:cubicBezTo>
                    <a:pt x="2211" y="3805"/>
                    <a:pt x="2211" y="4135"/>
                    <a:pt x="1925" y="4135"/>
                  </a:cubicBezTo>
                  <a:cubicBezTo>
                    <a:pt x="1654" y="4135"/>
                    <a:pt x="1083" y="3910"/>
                    <a:pt x="737" y="4135"/>
                  </a:cubicBezTo>
                  <a:cubicBezTo>
                    <a:pt x="406" y="4376"/>
                    <a:pt x="0" y="4647"/>
                    <a:pt x="0" y="4647"/>
                  </a:cubicBezTo>
                  <a:lnTo>
                    <a:pt x="14345" y="4647"/>
                  </a:lnTo>
                  <a:cubicBezTo>
                    <a:pt x="14345" y="4647"/>
                    <a:pt x="14511" y="4135"/>
                    <a:pt x="13894" y="3805"/>
                  </a:cubicBezTo>
                  <a:close/>
                </a:path>
              </a:pathLst>
            </a:custGeom>
            <a:solidFill>
              <a:schemeClr val="lt1"/>
            </a:solid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471" name="Google Shape;7471;p298"/>
            <p:cNvGrpSpPr/>
            <p:nvPr/>
          </p:nvGrpSpPr>
          <p:grpSpPr>
            <a:xfrm flipH="1">
              <a:off x="8799889" y="1184897"/>
              <a:ext cx="93234" cy="93234"/>
              <a:chOff x="7812545" y="194375"/>
              <a:chExt cx="105457" cy="105457"/>
            </a:xfrm>
          </p:grpSpPr>
          <p:sp>
            <p:nvSpPr>
              <p:cNvPr id="7472" name="Google Shape;7472;p298"/>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3" name="Google Shape;7473;p298"/>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4" name="Google Shape;7474;p298"/>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5" name="Google Shape;7475;p298"/>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476" name="Google Shape;7476;p298"/>
            <p:cNvSpPr/>
            <p:nvPr/>
          </p:nvSpPr>
          <p:spPr>
            <a:xfrm flipH="1">
              <a:off x="7254626" y="137295"/>
              <a:ext cx="93231" cy="93173"/>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477" name="Google Shape;7477;p298"/>
          <p:cNvGrpSpPr/>
          <p:nvPr/>
        </p:nvGrpSpPr>
        <p:grpSpPr>
          <a:xfrm>
            <a:off x="-390446" y="-390230"/>
            <a:ext cx="991119" cy="1268681"/>
            <a:chOff x="-390446" y="-390230"/>
            <a:chExt cx="991119" cy="1268681"/>
          </a:xfrm>
        </p:grpSpPr>
        <p:sp>
          <p:nvSpPr>
            <p:cNvPr id="7478" name="Google Shape;7478;p298"/>
            <p:cNvSpPr/>
            <p:nvPr/>
          </p:nvSpPr>
          <p:spPr>
            <a:xfrm flipH="1">
              <a:off x="-390446" y="-390230"/>
              <a:ext cx="991119" cy="877511"/>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9" name="Google Shape;7479;p298"/>
            <p:cNvSpPr/>
            <p:nvPr/>
          </p:nvSpPr>
          <p:spPr>
            <a:xfrm>
              <a:off x="289550" y="773062"/>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480" name="Google Shape;7480;p298"/>
          <p:cNvGrpSpPr/>
          <p:nvPr/>
        </p:nvGrpSpPr>
        <p:grpSpPr>
          <a:xfrm>
            <a:off x="289550" y="4060749"/>
            <a:ext cx="1207951" cy="872639"/>
            <a:chOff x="289550" y="4060749"/>
            <a:chExt cx="1207951" cy="872639"/>
          </a:xfrm>
        </p:grpSpPr>
        <p:sp>
          <p:nvSpPr>
            <p:cNvPr id="7481" name="Google Shape;7481;p298"/>
            <p:cNvSpPr/>
            <p:nvPr/>
          </p:nvSpPr>
          <p:spPr>
            <a:xfrm>
              <a:off x="289550" y="4060749"/>
              <a:ext cx="171626" cy="171626"/>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7482" name="Google Shape;7482;p298"/>
            <p:cNvGrpSpPr/>
            <p:nvPr/>
          </p:nvGrpSpPr>
          <p:grpSpPr>
            <a:xfrm>
              <a:off x="322632" y="4794848"/>
              <a:ext cx="105457" cy="105457"/>
              <a:chOff x="7812545" y="194375"/>
              <a:chExt cx="105457" cy="105457"/>
            </a:xfrm>
          </p:grpSpPr>
          <p:sp>
            <p:nvSpPr>
              <p:cNvPr id="7483" name="Google Shape;7483;p298"/>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4" name="Google Shape;7484;p298"/>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5" name="Google Shape;7485;p298"/>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6" name="Google Shape;7486;p298"/>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487" name="Google Shape;7487;p298"/>
            <p:cNvSpPr/>
            <p:nvPr/>
          </p:nvSpPr>
          <p:spPr>
            <a:xfrm>
              <a:off x="1325875" y="4761762"/>
              <a:ext cx="171626" cy="171626"/>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grpSp>
        <p:nvGrpSpPr>
          <p:cNvPr id="7488" name="Google Shape;7488;p298"/>
          <p:cNvGrpSpPr/>
          <p:nvPr/>
        </p:nvGrpSpPr>
        <p:grpSpPr>
          <a:xfrm>
            <a:off x="8567767" y="4635659"/>
            <a:ext cx="1140940" cy="858935"/>
            <a:chOff x="8112408" y="-304605"/>
            <a:chExt cx="1502819" cy="1131369"/>
          </a:xfrm>
        </p:grpSpPr>
        <p:sp>
          <p:nvSpPr>
            <p:cNvPr id="7489" name="Google Shape;7489;p298"/>
            <p:cNvSpPr/>
            <p:nvPr/>
          </p:nvSpPr>
          <p:spPr>
            <a:xfrm flipH="1">
              <a:off x="8112408" y="-304600"/>
              <a:ext cx="1406967" cy="1131364"/>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0" name="Google Shape;7490;p298"/>
            <p:cNvSpPr/>
            <p:nvPr/>
          </p:nvSpPr>
          <p:spPr>
            <a:xfrm flipH="1">
              <a:off x="8624108" y="-304605"/>
              <a:ext cx="991119" cy="877511"/>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491" name="Shape 7491"/>
        <p:cNvGrpSpPr/>
        <p:nvPr/>
      </p:nvGrpSpPr>
      <p:grpSpPr>
        <a:xfrm>
          <a:off x="0" y="0"/>
          <a:ext cx="0" cy="0"/>
          <a:chOff x="0" y="0"/>
          <a:chExt cx="0" cy="0"/>
        </a:xfrm>
      </p:grpSpPr>
      <p:sp>
        <p:nvSpPr>
          <p:cNvPr id="7492" name="Google Shape;7492;p29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7493" name="Google Shape;7493;p299"/>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494" name="Google Shape;7494;p299"/>
          <p:cNvSpPr txBox="1"/>
          <p:nvPr>
            <p:ph idx="1" type="subTitle"/>
          </p:nvPr>
        </p:nvSpPr>
        <p:spPr>
          <a:xfrm>
            <a:off x="685800" y="1760150"/>
            <a:ext cx="4574100" cy="22353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accent1"/>
              </a:buClr>
              <a:buSzPts val="1400"/>
              <a:buChar char="●"/>
              <a:defRPr/>
            </a:lvl1pPr>
            <a:lvl2pPr lvl="1" algn="ctr">
              <a:lnSpc>
                <a:spcPct val="100000"/>
              </a:lnSpc>
              <a:spcBef>
                <a:spcPts val="0"/>
              </a:spcBef>
              <a:spcAft>
                <a:spcPts val="0"/>
              </a:spcAft>
              <a:buSzPts val="2100"/>
              <a:buChar char="○"/>
              <a:defRPr sz="2100"/>
            </a:lvl2pPr>
            <a:lvl3pPr lvl="2" algn="ctr">
              <a:lnSpc>
                <a:spcPct val="100000"/>
              </a:lnSpc>
              <a:spcBef>
                <a:spcPts val="0"/>
              </a:spcBef>
              <a:spcAft>
                <a:spcPts val="0"/>
              </a:spcAft>
              <a:buSzPts val="2100"/>
              <a:buChar char="■"/>
              <a:defRPr sz="2100"/>
            </a:lvl3pPr>
            <a:lvl4pPr lvl="3" algn="ctr">
              <a:lnSpc>
                <a:spcPct val="100000"/>
              </a:lnSpc>
              <a:spcBef>
                <a:spcPts val="0"/>
              </a:spcBef>
              <a:spcAft>
                <a:spcPts val="0"/>
              </a:spcAft>
              <a:buSzPts val="2100"/>
              <a:buChar char="●"/>
              <a:defRPr sz="2100"/>
            </a:lvl4pPr>
            <a:lvl5pPr lvl="4" algn="ctr">
              <a:lnSpc>
                <a:spcPct val="100000"/>
              </a:lnSpc>
              <a:spcBef>
                <a:spcPts val="0"/>
              </a:spcBef>
              <a:spcAft>
                <a:spcPts val="0"/>
              </a:spcAft>
              <a:buSzPts val="2100"/>
              <a:buChar char="○"/>
              <a:defRPr sz="2100"/>
            </a:lvl5pPr>
            <a:lvl6pPr lvl="5" algn="ctr">
              <a:lnSpc>
                <a:spcPct val="100000"/>
              </a:lnSpc>
              <a:spcBef>
                <a:spcPts val="0"/>
              </a:spcBef>
              <a:spcAft>
                <a:spcPts val="0"/>
              </a:spcAft>
              <a:buSzPts val="2100"/>
              <a:buChar char="■"/>
              <a:defRPr sz="2100"/>
            </a:lvl6pPr>
            <a:lvl7pPr lvl="6" algn="ctr">
              <a:lnSpc>
                <a:spcPct val="100000"/>
              </a:lnSpc>
              <a:spcBef>
                <a:spcPts val="0"/>
              </a:spcBef>
              <a:spcAft>
                <a:spcPts val="0"/>
              </a:spcAft>
              <a:buSzPts val="2100"/>
              <a:buChar char="●"/>
              <a:defRPr sz="2100"/>
            </a:lvl7pPr>
            <a:lvl8pPr lvl="7" algn="ctr">
              <a:lnSpc>
                <a:spcPct val="100000"/>
              </a:lnSpc>
              <a:spcBef>
                <a:spcPts val="0"/>
              </a:spcBef>
              <a:spcAft>
                <a:spcPts val="0"/>
              </a:spcAft>
              <a:buSzPts val="2100"/>
              <a:buChar char="○"/>
              <a:defRPr sz="2100"/>
            </a:lvl8pPr>
            <a:lvl9pPr lvl="8" algn="ctr">
              <a:lnSpc>
                <a:spcPct val="100000"/>
              </a:lnSpc>
              <a:spcBef>
                <a:spcPts val="0"/>
              </a:spcBef>
              <a:spcAft>
                <a:spcPts val="0"/>
              </a:spcAft>
              <a:buSzPts val="2100"/>
              <a:buChar char="■"/>
              <a:defRPr sz="2100"/>
            </a:lvl9pPr>
          </a:lstStyle>
          <a:p/>
        </p:txBody>
      </p:sp>
      <p:grpSp>
        <p:nvGrpSpPr>
          <p:cNvPr id="7495" name="Google Shape;7495;p299"/>
          <p:cNvGrpSpPr/>
          <p:nvPr/>
        </p:nvGrpSpPr>
        <p:grpSpPr>
          <a:xfrm flipH="1">
            <a:off x="-534624" y="-277337"/>
            <a:ext cx="1773412" cy="1460069"/>
            <a:chOff x="7917051" y="-242512"/>
            <a:chExt cx="1773412" cy="1460069"/>
          </a:xfrm>
        </p:grpSpPr>
        <p:sp>
          <p:nvSpPr>
            <p:cNvPr id="7496" name="Google Shape;7496;p299"/>
            <p:cNvSpPr/>
            <p:nvPr/>
          </p:nvSpPr>
          <p:spPr>
            <a:xfrm flipH="1">
              <a:off x="8458188" y="-242512"/>
              <a:ext cx="1232275" cy="1091025"/>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7" name="Google Shape;7497;p299"/>
            <p:cNvSpPr/>
            <p:nvPr/>
          </p:nvSpPr>
          <p:spPr>
            <a:xfrm>
              <a:off x="7917051" y="19137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7498" name="Google Shape;7498;p299"/>
            <p:cNvGrpSpPr/>
            <p:nvPr/>
          </p:nvGrpSpPr>
          <p:grpSpPr>
            <a:xfrm>
              <a:off x="8723170" y="1112100"/>
              <a:ext cx="105457" cy="105457"/>
              <a:chOff x="7812545" y="194375"/>
              <a:chExt cx="105457" cy="105457"/>
            </a:xfrm>
          </p:grpSpPr>
          <p:sp>
            <p:nvSpPr>
              <p:cNvPr id="7499" name="Google Shape;7499;p299"/>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0" name="Google Shape;7500;p299"/>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1" name="Google Shape;7501;p299"/>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2" name="Google Shape;7502;p299"/>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7503" name="Google Shape;7503;p299"/>
          <p:cNvGrpSpPr/>
          <p:nvPr/>
        </p:nvGrpSpPr>
        <p:grpSpPr>
          <a:xfrm>
            <a:off x="259745" y="4220645"/>
            <a:ext cx="5232560" cy="653431"/>
            <a:chOff x="259745" y="4220645"/>
            <a:chExt cx="5232560" cy="653431"/>
          </a:xfrm>
        </p:grpSpPr>
        <p:grpSp>
          <p:nvGrpSpPr>
            <p:cNvPr id="7504" name="Google Shape;7504;p299"/>
            <p:cNvGrpSpPr/>
            <p:nvPr/>
          </p:nvGrpSpPr>
          <p:grpSpPr>
            <a:xfrm flipH="1" rot="10800000">
              <a:off x="5399081" y="4220645"/>
              <a:ext cx="93224" cy="93255"/>
              <a:chOff x="7812545" y="194375"/>
              <a:chExt cx="105457" cy="105457"/>
            </a:xfrm>
          </p:grpSpPr>
          <p:sp>
            <p:nvSpPr>
              <p:cNvPr id="7505" name="Google Shape;7505;p299"/>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6" name="Google Shape;7506;p299"/>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7" name="Google Shape;7507;p299"/>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8" name="Google Shape;7508;p299"/>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509" name="Google Shape;7509;p299"/>
            <p:cNvSpPr/>
            <p:nvPr/>
          </p:nvSpPr>
          <p:spPr>
            <a:xfrm>
              <a:off x="4106676" y="4640545"/>
              <a:ext cx="93231" cy="93173"/>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510" name="Google Shape;7510;p299"/>
            <p:cNvGrpSpPr/>
            <p:nvPr/>
          </p:nvGrpSpPr>
          <p:grpSpPr>
            <a:xfrm>
              <a:off x="259745" y="4407982"/>
              <a:ext cx="735782" cy="466094"/>
              <a:chOff x="259745" y="4407982"/>
              <a:chExt cx="735782" cy="466094"/>
            </a:xfrm>
          </p:grpSpPr>
          <p:sp>
            <p:nvSpPr>
              <p:cNvPr id="7511" name="Google Shape;7511;p299"/>
              <p:cNvSpPr/>
              <p:nvPr/>
            </p:nvSpPr>
            <p:spPr>
              <a:xfrm flipH="1" rot="10800000">
                <a:off x="917576" y="479612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7512" name="Google Shape;7512;p299"/>
              <p:cNvGrpSpPr/>
              <p:nvPr/>
            </p:nvGrpSpPr>
            <p:grpSpPr>
              <a:xfrm flipH="1" rot="10800000">
                <a:off x="259745" y="4407982"/>
                <a:ext cx="105457" cy="105457"/>
                <a:chOff x="7812545" y="194375"/>
                <a:chExt cx="105457" cy="105457"/>
              </a:xfrm>
            </p:grpSpPr>
            <p:sp>
              <p:nvSpPr>
                <p:cNvPr id="7513" name="Google Shape;7513;p299"/>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4" name="Google Shape;7514;p299"/>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5" name="Google Shape;7515;p299"/>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6" name="Google Shape;7516;p299"/>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spTree>
  </p:cSld>
  <p:clrMapOvr>
    <a:masterClrMapping/>
  </p:clrMapOvr>
</p:sldLayout>
</file>

<file path=ppt/slideLayouts/slideLayout2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517" name="Shape 7517"/>
        <p:cNvGrpSpPr/>
        <p:nvPr/>
      </p:nvGrpSpPr>
      <p:grpSpPr>
        <a:xfrm>
          <a:off x="0" y="0"/>
          <a:ext cx="0" cy="0"/>
          <a:chOff x="0" y="0"/>
          <a:chExt cx="0" cy="0"/>
        </a:xfrm>
      </p:grpSpPr>
      <p:sp>
        <p:nvSpPr>
          <p:cNvPr id="7518" name="Google Shape;7518;p300"/>
          <p:cNvSpPr/>
          <p:nvPr/>
        </p:nvSpPr>
        <p:spPr>
          <a:xfrm>
            <a:off x="969350" y="330918"/>
            <a:ext cx="7205328" cy="4511037"/>
          </a:xfrm>
          <a:custGeom>
            <a:rect b="b" l="l" r="r" t="t"/>
            <a:pathLst>
              <a:path extrusionOk="0" h="48924" w="60102">
                <a:moveTo>
                  <a:pt x="31550" y="1"/>
                </a:moveTo>
                <a:cubicBezTo>
                  <a:pt x="28688" y="1"/>
                  <a:pt x="25391" y="541"/>
                  <a:pt x="22089" y="2238"/>
                </a:cubicBezTo>
                <a:cubicBezTo>
                  <a:pt x="12977" y="6900"/>
                  <a:pt x="8196" y="17230"/>
                  <a:pt x="4091" y="25485"/>
                </a:cubicBezTo>
                <a:cubicBezTo>
                  <a:pt x="1" y="33725"/>
                  <a:pt x="2016" y="42612"/>
                  <a:pt x="8767" y="47123"/>
                </a:cubicBezTo>
                <a:cubicBezTo>
                  <a:pt x="10764" y="48461"/>
                  <a:pt x="12590" y="48924"/>
                  <a:pt x="14421" y="48924"/>
                </a:cubicBezTo>
                <a:cubicBezTo>
                  <a:pt x="18514" y="48924"/>
                  <a:pt x="22630" y="46611"/>
                  <a:pt x="28730" y="46611"/>
                </a:cubicBezTo>
                <a:cubicBezTo>
                  <a:pt x="29125" y="46611"/>
                  <a:pt x="29527" y="46621"/>
                  <a:pt x="29939" y="46641"/>
                </a:cubicBezTo>
                <a:cubicBezTo>
                  <a:pt x="34134" y="46851"/>
                  <a:pt x="36984" y="47278"/>
                  <a:pt x="39535" y="47278"/>
                </a:cubicBezTo>
                <a:cubicBezTo>
                  <a:pt x="42835" y="47278"/>
                  <a:pt x="45637" y="46563"/>
                  <a:pt x="50208" y="43739"/>
                </a:cubicBezTo>
                <a:cubicBezTo>
                  <a:pt x="58328" y="38732"/>
                  <a:pt x="60102" y="25500"/>
                  <a:pt x="54042" y="15140"/>
                </a:cubicBezTo>
                <a:cubicBezTo>
                  <a:pt x="47997" y="4779"/>
                  <a:pt x="40254" y="1667"/>
                  <a:pt x="40254" y="1667"/>
                </a:cubicBezTo>
                <a:cubicBezTo>
                  <a:pt x="40254" y="1667"/>
                  <a:pt x="36573" y="1"/>
                  <a:pt x="31550"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519" name="Google Shape;7519;p300"/>
          <p:cNvGrpSpPr/>
          <p:nvPr/>
        </p:nvGrpSpPr>
        <p:grpSpPr>
          <a:xfrm flipH="1">
            <a:off x="6191707" y="2901140"/>
            <a:ext cx="3799354" cy="3569925"/>
            <a:chOff x="-1113715" y="3104082"/>
            <a:chExt cx="3240940" cy="3045231"/>
          </a:xfrm>
        </p:grpSpPr>
        <p:sp>
          <p:nvSpPr>
            <p:cNvPr id="7520" name="Google Shape;7520;p300"/>
            <p:cNvSpPr/>
            <p:nvPr/>
          </p:nvSpPr>
          <p:spPr>
            <a:xfrm rot="-6150387">
              <a:off x="-934264" y="3408221"/>
              <a:ext cx="2578600" cy="2436953"/>
            </a:xfrm>
            <a:custGeom>
              <a:rect b="b" l="l" r="r" t="t"/>
              <a:pathLst>
                <a:path extrusionOk="0" h="49900" w="54584">
                  <a:moveTo>
                    <a:pt x="39803" y="0"/>
                  </a:moveTo>
                  <a:cubicBezTo>
                    <a:pt x="38029" y="0"/>
                    <a:pt x="36248" y="409"/>
                    <a:pt x="34570" y="1238"/>
                  </a:cubicBezTo>
                  <a:cubicBezTo>
                    <a:pt x="31367" y="2802"/>
                    <a:pt x="28886" y="5448"/>
                    <a:pt x="25683" y="7012"/>
                  </a:cubicBezTo>
                  <a:cubicBezTo>
                    <a:pt x="21308" y="9163"/>
                    <a:pt x="16511" y="10320"/>
                    <a:pt x="12090" y="12380"/>
                  </a:cubicBezTo>
                  <a:cubicBezTo>
                    <a:pt x="7684" y="14425"/>
                    <a:pt x="3444" y="17628"/>
                    <a:pt x="1865" y="22244"/>
                  </a:cubicBezTo>
                  <a:cubicBezTo>
                    <a:pt x="1" y="27673"/>
                    <a:pt x="647" y="34078"/>
                    <a:pt x="3504" y="39040"/>
                  </a:cubicBezTo>
                  <a:cubicBezTo>
                    <a:pt x="8069" y="46988"/>
                    <a:pt x="17031" y="49899"/>
                    <a:pt x="25743" y="49899"/>
                  </a:cubicBezTo>
                  <a:cubicBezTo>
                    <a:pt x="25898" y="49899"/>
                    <a:pt x="26054" y="49898"/>
                    <a:pt x="26209" y="49897"/>
                  </a:cubicBezTo>
                  <a:cubicBezTo>
                    <a:pt x="44945" y="49671"/>
                    <a:pt x="54583" y="26996"/>
                    <a:pt x="51531" y="10696"/>
                  </a:cubicBezTo>
                  <a:cubicBezTo>
                    <a:pt x="50869" y="7163"/>
                    <a:pt x="49230" y="3779"/>
                    <a:pt x="46118" y="1840"/>
                  </a:cubicBezTo>
                  <a:cubicBezTo>
                    <a:pt x="44160" y="620"/>
                    <a:pt x="41987" y="0"/>
                    <a:pt x="39803"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1" name="Google Shape;7521;p300"/>
            <p:cNvSpPr/>
            <p:nvPr/>
          </p:nvSpPr>
          <p:spPr>
            <a:xfrm rot="5828283">
              <a:off x="677849" y="4406018"/>
              <a:ext cx="958577" cy="1835297"/>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522" name="Google Shape;7522;p300"/>
          <p:cNvSpPr txBox="1"/>
          <p:nvPr>
            <p:ph type="title"/>
          </p:nvPr>
        </p:nvSpPr>
        <p:spPr>
          <a:xfrm>
            <a:off x="1483650" y="1518095"/>
            <a:ext cx="6176700" cy="21222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SzPts val="4800"/>
              <a:buNone/>
              <a:defRPr sz="80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7523" name="Google Shape;7523;p30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grpSp>
        <p:nvGrpSpPr>
          <p:cNvPr id="7524" name="Google Shape;7524;p300"/>
          <p:cNvGrpSpPr/>
          <p:nvPr/>
        </p:nvGrpSpPr>
        <p:grpSpPr>
          <a:xfrm>
            <a:off x="271470" y="2863025"/>
            <a:ext cx="1124357" cy="1900014"/>
            <a:chOff x="271470" y="2863025"/>
            <a:chExt cx="1124357" cy="1900014"/>
          </a:xfrm>
        </p:grpSpPr>
        <p:grpSp>
          <p:nvGrpSpPr>
            <p:cNvPr id="7525" name="Google Shape;7525;p300"/>
            <p:cNvGrpSpPr/>
            <p:nvPr/>
          </p:nvGrpSpPr>
          <p:grpSpPr>
            <a:xfrm>
              <a:off x="271470" y="3633150"/>
              <a:ext cx="105457" cy="105457"/>
              <a:chOff x="7812545" y="194375"/>
              <a:chExt cx="105457" cy="105457"/>
            </a:xfrm>
          </p:grpSpPr>
          <p:sp>
            <p:nvSpPr>
              <p:cNvPr id="7526" name="Google Shape;7526;p300"/>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7" name="Google Shape;7527;p300"/>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8" name="Google Shape;7528;p300"/>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9" name="Google Shape;7529;p300"/>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530" name="Google Shape;7530;p300"/>
            <p:cNvSpPr/>
            <p:nvPr/>
          </p:nvSpPr>
          <p:spPr>
            <a:xfrm>
              <a:off x="440338" y="4657650"/>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1" name="Google Shape;7531;p300"/>
            <p:cNvSpPr/>
            <p:nvPr/>
          </p:nvSpPr>
          <p:spPr>
            <a:xfrm>
              <a:off x="801601" y="286302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7532" name="Google Shape;7532;p300"/>
            <p:cNvGrpSpPr/>
            <p:nvPr/>
          </p:nvGrpSpPr>
          <p:grpSpPr>
            <a:xfrm>
              <a:off x="1290370" y="4390325"/>
              <a:ext cx="105457" cy="105457"/>
              <a:chOff x="7812545" y="194375"/>
              <a:chExt cx="105457" cy="105457"/>
            </a:xfrm>
          </p:grpSpPr>
          <p:sp>
            <p:nvSpPr>
              <p:cNvPr id="7533" name="Google Shape;7533;p300"/>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4" name="Google Shape;7534;p300"/>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5" name="Google Shape;7535;p300"/>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6" name="Google Shape;7536;p300"/>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7537" name="Google Shape;7537;p300"/>
          <p:cNvSpPr/>
          <p:nvPr/>
        </p:nvSpPr>
        <p:spPr>
          <a:xfrm rot="5400000">
            <a:off x="-437566" y="-329796"/>
            <a:ext cx="1400300" cy="1233925"/>
          </a:xfrm>
          <a:custGeom>
            <a:rect b="b" l="l" r="r" t="t"/>
            <a:pathLst>
              <a:path extrusionOk="0" h="49357" w="56012">
                <a:moveTo>
                  <a:pt x="29954" y="0"/>
                </a:moveTo>
                <a:cubicBezTo>
                  <a:pt x="26409" y="0"/>
                  <a:pt x="22321" y="902"/>
                  <a:pt x="17654" y="3034"/>
                </a:cubicBezTo>
                <a:cubicBezTo>
                  <a:pt x="17654" y="3034"/>
                  <a:pt x="8827" y="7530"/>
                  <a:pt x="4406" y="14477"/>
                </a:cubicBezTo>
                <a:cubicBezTo>
                  <a:pt x="1" y="21424"/>
                  <a:pt x="347" y="30340"/>
                  <a:pt x="5715" y="36971"/>
                </a:cubicBezTo>
                <a:cubicBezTo>
                  <a:pt x="11068" y="43588"/>
                  <a:pt x="21308" y="42730"/>
                  <a:pt x="29878" y="46926"/>
                </a:cubicBezTo>
                <a:cubicBezTo>
                  <a:pt x="33082" y="48494"/>
                  <a:pt x="36410" y="49356"/>
                  <a:pt x="39533" y="49356"/>
                </a:cubicBezTo>
                <a:cubicBezTo>
                  <a:pt x="44766" y="49356"/>
                  <a:pt x="49425" y="46936"/>
                  <a:pt x="51967" y="41362"/>
                </a:cubicBezTo>
                <a:cubicBezTo>
                  <a:pt x="56012" y="32476"/>
                  <a:pt x="49907" y="29137"/>
                  <a:pt x="48854" y="18852"/>
                </a:cubicBezTo>
                <a:cubicBezTo>
                  <a:pt x="48037" y="10867"/>
                  <a:pt x="42263" y="0"/>
                  <a:pt x="29954"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538" name="Google Shape;7538;p300"/>
          <p:cNvGrpSpPr/>
          <p:nvPr/>
        </p:nvGrpSpPr>
        <p:grpSpPr>
          <a:xfrm>
            <a:off x="7400320" y="248200"/>
            <a:ext cx="1552557" cy="1766094"/>
            <a:chOff x="7400320" y="248200"/>
            <a:chExt cx="1552557" cy="1766094"/>
          </a:xfrm>
        </p:grpSpPr>
        <p:sp>
          <p:nvSpPr>
            <p:cNvPr id="7539" name="Google Shape;7539;p300"/>
            <p:cNvSpPr/>
            <p:nvPr/>
          </p:nvSpPr>
          <p:spPr>
            <a:xfrm>
              <a:off x="8405475" y="1190225"/>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0" name="Google Shape;7540;p300"/>
            <p:cNvSpPr/>
            <p:nvPr/>
          </p:nvSpPr>
          <p:spPr>
            <a:xfrm>
              <a:off x="8861176" y="248200"/>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7541" name="Google Shape;7541;p300"/>
            <p:cNvGrpSpPr/>
            <p:nvPr/>
          </p:nvGrpSpPr>
          <p:grpSpPr>
            <a:xfrm>
              <a:off x="8847420" y="1908838"/>
              <a:ext cx="105457" cy="105457"/>
              <a:chOff x="7812545" y="194375"/>
              <a:chExt cx="105457" cy="105457"/>
            </a:xfrm>
          </p:grpSpPr>
          <p:sp>
            <p:nvSpPr>
              <p:cNvPr id="7542" name="Google Shape;7542;p300"/>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3" name="Google Shape;7543;p300"/>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4" name="Google Shape;7544;p300"/>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5" name="Google Shape;7545;p300"/>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46" name="Google Shape;7546;p300"/>
            <p:cNvGrpSpPr/>
            <p:nvPr/>
          </p:nvGrpSpPr>
          <p:grpSpPr>
            <a:xfrm>
              <a:off x="7400320" y="473138"/>
              <a:ext cx="105457" cy="105457"/>
              <a:chOff x="7812545" y="194375"/>
              <a:chExt cx="105457" cy="105457"/>
            </a:xfrm>
          </p:grpSpPr>
          <p:sp>
            <p:nvSpPr>
              <p:cNvPr id="7547" name="Google Shape;7547;p300"/>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8" name="Google Shape;7548;p300"/>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9" name="Google Shape;7549;p300"/>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0" name="Google Shape;7550;p300"/>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7551" name="Shape 7551"/>
        <p:cNvGrpSpPr/>
        <p:nvPr/>
      </p:nvGrpSpPr>
      <p:grpSpPr>
        <a:xfrm>
          <a:off x="0" y="0"/>
          <a:ext cx="0" cy="0"/>
          <a:chOff x="0" y="0"/>
          <a:chExt cx="0" cy="0"/>
        </a:xfrm>
      </p:grpSpPr>
      <p:sp>
        <p:nvSpPr>
          <p:cNvPr id="7552" name="Google Shape;7552;p301"/>
          <p:cNvSpPr txBox="1"/>
          <p:nvPr>
            <p:ph type="title"/>
          </p:nvPr>
        </p:nvSpPr>
        <p:spPr>
          <a:xfrm>
            <a:off x="685800" y="1577467"/>
            <a:ext cx="4045200" cy="934800"/>
          </a:xfrm>
          <a:prstGeom prst="rect">
            <a:avLst/>
          </a:prstGeom>
        </p:spPr>
        <p:txBody>
          <a:bodyPr anchorCtr="0" anchor="ctr" bIns="91425" lIns="91425" spcFirstLastPara="1" rIns="91425" wrap="square" tIns="91425">
            <a:noAutofit/>
          </a:bodyPr>
          <a:lstStyle>
            <a:lvl1pPr lvl="0" algn="ctr">
              <a:spcBef>
                <a:spcPts val="0"/>
              </a:spcBef>
              <a:spcAft>
                <a:spcPts val="0"/>
              </a:spcAft>
              <a:buSzPts val="2800"/>
              <a:buNone/>
              <a:defRPr/>
            </a:lvl1pPr>
            <a:lvl2pPr lvl="1" algn="ctr">
              <a:spcBef>
                <a:spcPts val="0"/>
              </a:spcBef>
              <a:spcAft>
                <a:spcPts val="0"/>
              </a:spcAft>
              <a:buSzPts val="2800"/>
              <a:buNone/>
              <a:defRPr/>
            </a:lvl2pPr>
            <a:lvl3pPr lvl="2" algn="ctr">
              <a:spcBef>
                <a:spcPts val="0"/>
              </a:spcBef>
              <a:spcAft>
                <a:spcPts val="0"/>
              </a:spcAft>
              <a:buSzPts val="2800"/>
              <a:buNone/>
              <a:defRPr/>
            </a:lvl3pPr>
            <a:lvl4pPr lvl="3" algn="ctr">
              <a:spcBef>
                <a:spcPts val="0"/>
              </a:spcBef>
              <a:spcAft>
                <a:spcPts val="0"/>
              </a:spcAft>
              <a:buSzPts val="2800"/>
              <a:buNone/>
              <a:defRPr/>
            </a:lvl4pPr>
            <a:lvl5pPr lvl="4" algn="ctr">
              <a:spcBef>
                <a:spcPts val="0"/>
              </a:spcBef>
              <a:spcAft>
                <a:spcPts val="0"/>
              </a:spcAft>
              <a:buSzPts val="2800"/>
              <a:buNone/>
              <a:defRPr/>
            </a:lvl5pPr>
            <a:lvl6pPr lvl="5" algn="ctr">
              <a:spcBef>
                <a:spcPts val="0"/>
              </a:spcBef>
              <a:spcAft>
                <a:spcPts val="0"/>
              </a:spcAft>
              <a:buSzPts val="2800"/>
              <a:buNone/>
              <a:defRPr/>
            </a:lvl6pPr>
            <a:lvl7pPr lvl="6" algn="ctr">
              <a:spcBef>
                <a:spcPts val="0"/>
              </a:spcBef>
              <a:spcAft>
                <a:spcPts val="0"/>
              </a:spcAft>
              <a:buSzPts val="2800"/>
              <a:buNone/>
              <a:defRPr/>
            </a:lvl7pPr>
            <a:lvl8pPr lvl="7" algn="ctr">
              <a:spcBef>
                <a:spcPts val="0"/>
              </a:spcBef>
              <a:spcAft>
                <a:spcPts val="0"/>
              </a:spcAft>
              <a:buSzPts val="2800"/>
              <a:buNone/>
              <a:defRPr/>
            </a:lvl8pPr>
            <a:lvl9pPr lvl="8" algn="ctr">
              <a:spcBef>
                <a:spcPts val="0"/>
              </a:spcBef>
              <a:spcAft>
                <a:spcPts val="0"/>
              </a:spcAft>
              <a:buSzPts val="2800"/>
              <a:buNone/>
              <a:defRPr/>
            </a:lvl9pPr>
          </a:lstStyle>
          <a:p/>
        </p:txBody>
      </p:sp>
      <p:sp>
        <p:nvSpPr>
          <p:cNvPr id="7553" name="Google Shape;7553;p301"/>
          <p:cNvSpPr txBox="1"/>
          <p:nvPr>
            <p:ph idx="1" type="subTitle"/>
          </p:nvPr>
        </p:nvSpPr>
        <p:spPr>
          <a:xfrm>
            <a:off x="685800" y="2627166"/>
            <a:ext cx="4045200" cy="9348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7554" name="Google Shape;7554;p30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grpSp>
        <p:nvGrpSpPr>
          <p:cNvPr id="7555" name="Google Shape;7555;p301"/>
          <p:cNvGrpSpPr/>
          <p:nvPr/>
        </p:nvGrpSpPr>
        <p:grpSpPr>
          <a:xfrm flipH="1">
            <a:off x="-534624" y="-277337"/>
            <a:ext cx="1773412" cy="1460069"/>
            <a:chOff x="7917051" y="-242512"/>
            <a:chExt cx="1773412" cy="1460069"/>
          </a:xfrm>
        </p:grpSpPr>
        <p:sp>
          <p:nvSpPr>
            <p:cNvPr id="7556" name="Google Shape;7556;p301"/>
            <p:cNvSpPr/>
            <p:nvPr/>
          </p:nvSpPr>
          <p:spPr>
            <a:xfrm flipH="1">
              <a:off x="8458188" y="-242512"/>
              <a:ext cx="1232275" cy="1091025"/>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7" name="Google Shape;7557;p301"/>
            <p:cNvSpPr/>
            <p:nvPr/>
          </p:nvSpPr>
          <p:spPr>
            <a:xfrm>
              <a:off x="7917051" y="19137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7558" name="Google Shape;7558;p301"/>
            <p:cNvGrpSpPr/>
            <p:nvPr/>
          </p:nvGrpSpPr>
          <p:grpSpPr>
            <a:xfrm>
              <a:off x="8723170" y="1112100"/>
              <a:ext cx="105457" cy="105457"/>
              <a:chOff x="7812545" y="194375"/>
              <a:chExt cx="105457" cy="105457"/>
            </a:xfrm>
          </p:grpSpPr>
          <p:sp>
            <p:nvSpPr>
              <p:cNvPr id="7559" name="Google Shape;7559;p301"/>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0" name="Google Shape;7560;p301"/>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1" name="Google Shape;7561;p301"/>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2" name="Google Shape;7562;p301"/>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7563" name="Google Shape;7563;p301"/>
          <p:cNvGrpSpPr/>
          <p:nvPr/>
        </p:nvGrpSpPr>
        <p:grpSpPr>
          <a:xfrm>
            <a:off x="-1490517" y="3598506"/>
            <a:ext cx="2984172" cy="2871184"/>
            <a:chOff x="-1307617" y="3655381"/>
            <a:chExt cx="2984172" cy="2871184"/>
          </a:xfrm>
        </p:grpSpPr>
        <p:sp>
          <p:nvSpPr>
            <p:cNvPr id="7564" name="Google Shape;7564;p301"/>
            <p:cNvSpPr/>
            <p:nvPr/>
          </p:nvSpPr>
          <p:spPr>
            <a:xfrm flipH="1" rot="638420">
              <a:off x="-1104798" y="3872484"/>
              <a:ext cx="2578535" cy="2436978"/>
            </a:xfrm>
            <a:custGeom>
              <a:rect b="b" l="l" r="r" t="t"/>
              <a:pathLst>
                <a:path extrusionOk="0" h="49900" w="54584">
                  <a:moveTo>
                    <a:pt x="39803" y="0"/>
                  </a:moveTo>
                  <a:cubicBezTo>
                    <a:pt x="38029" y="0"/>
                    <a:pt x="36248" y="409"/>
                    <a:pt x="34570" y="1238"/>
                  </a:cubicBezTo>
                  <a:cubicBezTo>
                    <a:pt x="31367" y="2802"/>
                    <a:pt x="28886" y="5448"/>
                    <a:pt x="25683" y="7012"/>
                  </a:cubicBezTo>
                  <a:cubicBezTo>
                    <a:pt x="21308" y="9163"/>
                    <a:pt x="16511" y="10320"/>
                    <a:pt x="12090" y="12380"/>
                  </a:cubicBezTo>
                  <a:cubicBezTo>
                    <a:pt x="7684" y="14425"/>
                    <a:pt x="3444" y="17628"/>
                    <a:pt x="1865" y="22244"/>
                  </a:cubicBezTo>
                  <a:cubicBezTo>
                    <a:pt x="1" y="27673"/>
                    <a:pt x="647" y="34078"/>
                    <a:pt x="3504" y="39040"/>
                  </a:cubicBezTo>
                  <a:cubicBezTo>
                    <a:pt x="8069" y="46988"/>
                    <a:pt x="17031" y="49899"/>
                    <a:pt x="25743" y="49899"/>
                  </a:cubicBezTo>
                  <a:cubicBezTo>
                    <a:pt x="25898" y="49899"/>
                    <a:pt x="26054" y="49898"/>
                    <a:pt x="26209" y="49897"/>
                  </a:cubicBezTo>
                  <a:cubicBezTo>
                    <a:pt x="44945" y="49671"/>
                    <a:pt x="54583" y="26996"/>
                    <a:pt x="51531" y="10696"/>
                  </a:cubicBezTo>
                  <a:cubicBezTo>
                    <a:pt x="50869" y="7163"/>
                    <a:pt x="49230" y="3779"/>
                    <a:pt x="46118" y="1840"/>
                  </a:cubicBezTo>
                  <a:cubicBezTo>
                    <a:pt x="44160" y="620"/>
                    <a:pt x="41987" y="0"/>
                    <a:pt x="3980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5" name="Google Shape;7565;p301"/>
            <p:cNvSpPr/>
            <p:nvPr/>
          </p:nvSpPr>
          <p:spPr>
            <a:xfrm rot="7710264">
              <a:off x="-15001" y="4173334"/>
              <a:ext cx="958502" cy="1835274"/>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66" name="Google Shape;7566;p301"/>
          <p:cNvGrpSpPr/>
          <p:nvPr/>
        </p:nvGrpSpPr>
        <p:grpSpPr>
          <a:xfrm>
            <a:off x="5096454" y="406120"/>
            <a:ext cx="3821429" cy="1518424"/>
            <a:chOff x="5096454" y="406120"/>
            <a:chExt cx="3821429" cy="1518424"/>
          </a:xfrm>
        </p:grpSpPr>
        <p:sp>
          <p:nvSpPr>
            <p:cNvPr id="7567" name="Google Shape;7567;p301"/>
            <p:cNvSpPr/>
            <p:nvPr/>
          </p:nvSpPr>
          <p:spPr>
            <a:xfrm>
              <a:off x="5096454" y="539393"/>
              <a:ext cx="1089450" cy="348874"/>
            </a:xfrm>
            <a:custGeom>
              <a:rect b="b" l="l" r="r" t="t"/>
              <a:pathLst>
                <a:path extrusionOk="0" fill="none" h="4647" w="14511">
                  <a:moveTo>
                    <a:pt x="13894" y="3805"/>
                  </a:moveTo>
                  <a:cubicBezTo>
                    <a:pt x="13263" y="3459"/>
                    <a:pt x="12977" y="3744"/>
                    <a:pt x="12766" y="3459"/>
                  </a:cubicBezTo>
                  <a:cubicBezTo>
                    <a:pt x="12541" y="3173"/>
                    <a:pt x="13383" y="2436"/>
                    <a:pt x="11684" y="1699"/>
                  </a:cubicBezTo>
                  <a:cubicBezTo>
                    <a:pt x="11684" y="1699"/>
                    <a:pt x="11578" y="121"/>
                    <a:pt x="9248" y="60"/>
                  </a:cubicBezTo>
                  <a:cubicBezTo>
                    <a:pt x="6917" y="0"/>
                    <a:pt x="7549" y="1654"/>
                    <a:pt x="6917" y="2045"/>
                  </a:cubicBezTo>
                  <a:cubicBezTo>
                    <a:pt x="6286" y="2436"/>
                    <a:pt x="6120" y="1820"/>
                    <a:pt x="5504" y="2211"/>
                  </a:cubicBezTo>
                  <a:cubicBezTo>
                    <a:pt x="4872" y="2617"/>
                    <a:pt x="5158" y="3399"/>
                    <a:pt x="4647" y="3519"/>
                  </a:cubicBezTo>
                  <a:cubicBezTo>
                    <a:pt x="4135" y="3624"/>
                    <a:pt x="3459" y="3008"/>
                    <a:pt x="2842" y="3399"/>
                  </a:cubicBezTo>
                  <a:cubicBezTo>
                    <a:pt x="2211" y="3805"/>
                    <a:pt x="2211" y="4135"/>
                    <a:pt x="1925" y="4135"/>
                  </a:cubicBezTo>
                  <a:cubicBezTo>
                    <a:pt x="1654" y="4135"/>
                    <a:pt x="1083" y="3910"/>
                    <a:pt x="737" y="4135"/>
                  </a:cubicBezTo>
                  <a:cubicBezTo>
                    <a:pt x="406" y="4376"/>
                    <a:pt x="0" y="4647"/>
                    <a:pt x="0" y="4647"/>
                  </a:cubicBezTo>
                  <a:lnTo>
                    <a:pt x="14345" y="4647"/>
                  </a:lnTo>
                  <a:cubicBezTo>
                    <a:pt x="14345" y="4647"/>
                    <a:pt x="14511" y="4135"/>
                    <a:pt x="13894" y="3805"/>
                  </a:cubicBezTo>
                  <a:close/>
                </a:path>
              </a:pathLst>
            </a:custGeom>
            <a:solidFill>
              <a:schemeClr val="lt1"/>
            </a:solid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8" name="Google Shape;7568;p301"/>
            <p:cNvSpPr/>
            <p:nvPr/>
          </p:nvSpPr>
          <p:spPr>
            <a:xfrm flipH="1">
              <a:off x="7828433" y="748130"/>
              <a:ext cx="1089450" cy="348874"/>
            </a:xfrm>
            <a:custGeom>
              <a:rect b="b" l="l" r="r" t="t"/>
              <a:pathLst>
                <a:path extrusionOk="0" fill="none" h="4647" w="14511">
                  <a:moveTo>
                    <a:pt x="13894" y="3805"/>
                  </a:moveTo>
                  <a:cubicBezTo>
                    <a:pt x="13263" y="3459"/>
                    <a:pt x="12977" y="3744"/>
                    <a:pt x="12766" y="3459"/>
                  </a:cubicBezTo>
                  <a:cubicBezTo>
                    <a:pt x="12541" y="3173"/>
                    <a:pt x="13383" y="2436"/>
                    <a:pt x="11684" y="1699"/>
                  </a:cubicBezTo>
                  <a:cubicBezTo>
                    <a:pt x="11684" y="1699"/>
                    <a:pt x="11578" y="121"/>
                    <a:pt x="9248" y="60"/>
                  </a:cubicBezTo>
                  <a:cubicBezTo>
                    <a:pt x="6917" y="0"/>
                    <a:pt x="7549" y="1654"/>
                    <a:pt x="6917" y="2045"/>
                  </a:cubicBezTo>
                  <a:cubicBezTo>
                    <a:pt x="6286" y="2436"/>
                    <a:pt x="6120" y="1820"/>
                    <a:pt x="5504" y="2211"/>
                  </a:cubicBezTo>
                  <a:cubicBezTo>
                    <a:pt x="4872" y="2617"/>
                    <a:pt x="5158" y="3399"/>
                    <a:pt x="4647" y="3519"/>
                  </a:cubicBezTo>
                  <a:cubicBezTo>
                    <a:pt x="4135" y="3624"/>
                    <a:pt x="3459" y="3008"/>
                    <a:pt x="2842" y="3399"/>
                  </a:cubicBezTo>
                  <a:cubicBezTo>
                    <a:pt x="2211" y="3805"/>
                    <a:pt x="2211" y="4135"/>
                    <a:pt x="1925" y="4135"/>
                  </a:cubicBezTo>
                  <a:cubicBezTo>
                    <a:pt x="1654" y="4135"/>
                    <a:pt x="1083" y="3910"/>
                    <a:pt x="737" y="4135"/>
                  </a:cubicBezTo>
                  <a:cubicBezTo>
                    <a:pt x="406" y="4376"/>
                    <a:pt x="0" y="4647"/>
                    <a:pt x="0" y="4647"/>
                  </a:cubicBezTo>
                  <a:lnTo>
                    <a:pt x="14345" y="4647"/>
                  </a:lnTo>
                  <a:cubicBezTo>
                    <a:pt x="14345" y="4647"/>
                    <a:pt x="14511" y="4135"/>
                    <a:pt x="13894" y="3805"/>
                  </a:cubicBezTo>
                  <a:close/>
                </a:path>
              </a:pathLst>
            </a:custGeom>
            <a:solidFill>
              <a:schemeClr val="lt1"/>
            </a:solid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9" name="Google Shape;7569;p301"/>
            <p:cNvSpPr/>
            <p:nvPr/>
          </p:nvSpPr>
          <p:spPr>
            <a:xfrm>
              <a:off x="8824638" y="406120"/>
              <a:ext cx="93231" cy="93173"/>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570" name="Google Shape;7570;p301"/>
            <p:cNvGrpSpPr/>
            <p:nvPr/>
          </p:nvGrpSpPr>
          <p:grpSpPr>
            <a:xfrm>
              <a:off x="8629946" y="1831310"/>
              <a:ext cx="93234" cy="93234"/>
              <a:chOff x="7812545" y="194375"/>
              <a:chExt cx="105457" cy="105457"/>
            </a:xfrm>
          </p:grpSpPr>
          <p:sp>
            <p:nvSpPr>
              <p:cNvPr id="7571" name="Google Shape;7571;p301"/>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2" name="Google Shape;7572;p301"/>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3" name="Google Shape;7573;p301"/>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4" name="Google Shape;7574;p301"/>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75" name="Google Shape;7575;p301"/>
            <p:cNvGrpSpPr/>
            <p:nvPr/>
          </p:nvGrpSpPr>
          <p:grpSpPr>
            <a:xfrm flipH="1" rot="10800000">
              <a:off x="7254006" y="492770"/>
              <a:ext cx="93224" cy="93255"/>
              <a:chOff x="7812545" y="194375"/>
              <a:chExt cx="105457" cy="105457"/>
            </a:xfrm>
          </p:grpSpPr>
          <p:sp>
            <p:nvSpPr>
              <p:cNvPr id="7576" name="Google Shape;7576;p301"/>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7" name="Google Shape;7577;p301"/>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8" name="Google Shape;7578;p301"/>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9" name="Google Shape;7579;p301"/>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580" name="Shape 7580"/>
        <p:cNvGrpSpPr/>
        <p:nvPr/>
      </p:nvGrpSpPr>
      <p:grpSpPr>
        <a:xfrm>
          <a:off x="0" y="0"/>
          <a:ext cx="0" cy="0"/>
          <a:chOff x="0" y="0"/>
          <a:chExt cx="0" cy="0"/>
        </a:xfrm>
      </p:grpSpPr>
      <p:sp>
        <p:nvSpPr>
          <p:cNvPr id="7581" name="Google Shape;7581;p302"/>
          <p:cNvSpPr txBox="1"/>
          <p:nvPr>
            <p:ph idx="1" type="body"/>
          </p:nvPr>
        </p:nvSpPr>
        <p:spPr>
          <a:xfrm>
            <a:off x="685800" y="3601550"/>
            <a:ext cx="2993100" cy="8235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2000"/>
              <a:buFont typeface="Barlow"/>
              <a:buNone/>
              <a:defRPr b="1" sz="2200">
                <a:latin typeface="Barlow"/>
                <a:ea typeface="Barlow"/>
                <a:cs typeface="Barlow"/>
                <a:sym typeface="Barlow"/>
              </a:defRPr>
            </a:lvl1pPr>
          </a:lstStyle>
          <a:p/>
        </p:txBody>
      </p:sp>
      <p:sp>
        <p:nvSpPr>
          <p:cNvPr id="7582" name="Google Shape;7582;p30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2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7583" name="Shape 7583"/>
        <p:cNvGrpSpPr/>
        <p:nvPr/>
      </p:nvGrpSpPr>
      <p:grpSpPr>
        <a:xfrm>
          <a:off x="0" y="0"/>
          <a:ext cx="0" cy="0"/>
          <a:chOff x="0" y="0"/>
          <a:chExt cx="0" cy="0"/>
        </a:xfrm>
      </p:grpSpPr>
      <p:sp>
        <p:nvSpPr>
          <p:cNvPr id="7584" name="Google Shape;7584;p303"/>
          <p:cNvSpPr txBox="1"/>
          <p:nvPr>
            <p:ph hasCustomPrompt="1" type="title"/>
          </p:nvPr>
        </p:nvSpPr>
        <p:spPr>
          <a:xfrm>
            <a:off x="1226850" y="1830050"/>
            <a:ext cx="6690300" cy="1113600"/>
          </a:xfrm>
          <a:prstGeom prst="rect">
            <a:avLst/>
          </a:prstGeom>
        </p:spPr>
        <p:txBody>
          <a:bodyPr anchorCtr="0" anchor="ctr" bIns="91425" lIns="91425" spcFirstLastPara="1" rIns="91425" wrap="square" tIns="91425">
            <a:noAutofit/>
          </a:bodyPr>
          <a:lstStyle>
            <a:lvl1pPr lvl="0" algn="ctr">
              <a:spcBef>
                <a:spcPts val="0"/>
              </a:spcBef>
              <a:spcAft>
                <a:spcPts val="0"/>
              </a:spcAft>
              <a:buSzPts val="8000"/>
              <a:buNone/>
              <a:defRPr sz="9000">
                <a:solidFill>
                  <a:schemeClr val="accent2"/>
                </a:solidFill>
              </a:defRPr>
            </a:lvl1pPr>
            <a:lvl2pPr lvl="1" algn="ctr">
              <a:spcBef>
                <a:spcPts val="0"/>
              </a:spcBef>
              <a:spcAft>
                <a:spcPts val="0"/>
              </a:spcAft>
              <a:buSzPts val="8000"/>
              <a:buNone/>
              <a:defRPr sz="8000"/>
            </a:lvl2pPr>
            <a:lvl3pPr lvl="2" algn="ctr">
              <a:spcBef>
                <a:spcPts val="0"/>
              </a:spcBef>
              <a:spcAft>
                <a:spcPts val="0"/>
              </a:spcAft>
              <a:buSzPts val="8000"/>
              <a:buNone/>
              <a:defRPr sz="8000"/>
            </a:lvl3pPr>
            <a:lvl4pPr lvl="3" algn="ctr">
              <a:spcBef>
                <a:spcPts val="0"/>
              </a:spcBef>
              <a:spcAft>
                <a:spcPts val="0"/>
              </a:spcAft>
              <a:buSzPts val="8000"/>
              <a:buNone/>
              <a:defRPr sz="8000"/>
            </a:lvl4pPr>
            <a:lvl5pPr lvl="4" algn="ctr">
              <a:spcBef>
                <a:spcPts val="0"/>
              </a:spcBef>
              <a:spcAft>
                <a:spcPts val="0"/>
              </a:spcAft>
              <a:buSzPts val="8000"/>
              <a:buNone/>
              <a:defRPr sz="8000"/>
            </a:lvl5pPr>
            <a:lvl6pPr lvl="5" algn="ctr">
              <a:spcBef>
                <a:spcPts val="0"/>
              </a:spcBef>
              <a:spcAft>
                <a:spcPts val="0"/>
              </a:spcAft>
              <a:buSzPts val="8000"/>
              <a:buNone/>
              <a:defRPr sz="8000"/>
            </a:lvl6pPr>
            <a:lvl7pPr lvl="6" algn="ctr">
              <a:spcBef>
                <a:spcPts val="0"/>
              </a:spcBef>
              <a:spcAft>
                <a:spcPts val="0"/>
              </a:spcAft>
              <a:buSzPts val="8000"/>
              <a:buNone/>
              <a:defRPr sz="8000"/>
            </a:lvl7pPr>
            <a:lvl8pPr lvl="7" algn="ctr">
              <a:spcBef>
                <a:spcPts val="0"/>
              </a:spcBef>
              <a:spcAft>
                <a:spcPts val="0"/>
              </a:spcAft>
              <a:buSzPts val="8000"/>
              <a:buNone/>
              <a:defRPr sz="8000"/>
            </a:lvl8pPr>
            <a:lvl9pPr lvl="8" algn="ctr">
              <a:spcBef>
                <a:spcPts val="0"/>
              </a:spcBef>
              <a:spcAft>
                <a:spcPts val="0"/>
              </a:spcAft>
              <a:buSzPts val="8000"/>
              <a:buNone/>
              <a:defRPr sz="8000"/>
            </a:lvl9pPr>
          </a:lstStyle>
          <a:p>
            <a:r>
              <a:t>xx%</a:t>
            </a:r>
          </a:p>
        </p:txBody>
      </p:sp>
      <p:sp>
        <p:nvSpPr>
          <p:cNvPr id="7585" name="Google Shape;7585;p30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7586" name="Google Shape;7586;p303"/>
          <p:cNvSpPr txBox="1"/>
          <p:nvPr>
            <p:ph idx="1" type="subTitle"/>
          </p:nvPr>
        </p:nvSpPr>
        <p:spPr>
          <a:xfrm>
            <a:off x="1516375" y="3002275"/>
            <a:ext cx="6144300" cy="3417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8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7587" name="Google Shape;7587;p303"/>
          <p:cNvSpPr/>
          <p:nvPr/>
        </p:nvSpPr>
        <p:spPr>
          <a:xfrm rot="2700000">
            <a:off x="5376368" y="-1160318"/>
            <a:ext cx="5591744" cy="3399428"/>
          </a:xfrm>
          <a:custGeom>
            <a:rect b="b" l="l" r="r" t="t"/>
            <a:pathLst>
              <a:path extrusionOk="0" h="48924" w="60102">
                <a:moveTo>
                  <a:pt x="31550" y="1"/>
                </a:moveTo>
                <a:cubicBezTo>
                  <a:pt x="28688" y="1"/>
                  <a:pt x="25391" y="541"/>
                  <a:pt x="22089" y="2238"/>
                </a:cubicBezTo>
                <a:cubicBezTo>
                  <a:pt x="12977" y="6900"/>
                  <a:pt x="8196" y="17230"/>
                  <a:pt x="4091" y="25485"/>
                </a:cubicBezTo>
                <a:cubicBezTo>
                  <a:pt x="1" y="33725"/>
                  <a:pt x="2016" y="42612"/>
                  <a:pt x="8767" y="47123"/>
                </a:cubicBezTo>
                <a:cubicBezTo>
                  <a:pt x="10764" y="48461"/>
                  <a:pt x="12590" y="48924"/>
                  <a:pt x="14421" y="48924"/>
                </a:cubicBezTo>
                <a:cubicBezTo>
                  <a:pt x="18514" y="48924"/>
                  <a:pt x="22630" y="46611"/>
                  <a:pt x="28730" y="46611"/>
                </a:cubicBezTo>
                <a:cubicBezTo>
                  <a:pt x="29125" y="46611"/>
                  <a:pt x="29527" y="46621"/>
                  <a:pt x="29939" y="46641"/>
                </a:cubicBezTo>
                <a:cubicBezTo>
                  <a:pt x="34134" y="46851"/>
                  <a:pt x="36984" y="47278"/>
                  <a:pt x="39535" y="47278"/>
                </a:cubicBezTo>
                <a:cubicBezTo>
                  <a:pt x="42835" y="47278"/>
                  <a:pt x="45637" y="46563"/>
                  <a:pt x="50208" y="43739"/>
                </a:cubicBezTo>
                <a:cubicBezTo>
                  <a:pt x="58328" y="38732"/>
                  <a:pt x="60102" y="25500"/>
                  <a:pt x="54042" y="15140"/>
                </a:cubicBezTo>
                <a:cubicBezTo>
                  <a:pt x="47997" y="4779"/>
                  <a:pt x="40254" y="1667"/>
                  <a:pt x="40254" y="1667"/>
                </a:cubicBezTo>
                <a:cubicBezTo>
                  <a:pt x="40254" y="1667"/>
                  <a:pt x="36573" y="1"/>
                  <a:pt x="31550"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588" name="Google Shape;7588;p303"/>
          <p:cNvGrpSpPr/>
          <p:nvPr/>
        </p:nvGrpSpPr>
        <p:grpSpPr>
          <a:xfrm>
            <a:off x="405960" y="-304605"/>
            <a:ext cx="9209266" cy="1854619"/>
            <a:chOff x="405960" y="-304605"/>
            <a:chExt cx="9209266" cy="1854619"/>
          </a:xfrm>
        </p:grpSpPr>
        <p:sp>
          <p:nvSpPr>
            <p:cNvPr id="7589" name="Google Shape;7589;p303"/>
            <p:cNvSpPr/>
            <p:nvPr/>
          </p:nvSpPr>
          <p:spPr>
            <a:xfrm>
              <a:off x="6209226" y="478878"/>
              <a:ext cx="1324564" cy="424178"/>
            </a:xfrm>
            <a:custGeom>
              <a:rect b="b" l="l" r="r" t="t"/>
              <a:pathLst>
                <a:path extrusionOk="0" fill="none" h="4647" w="14511">
                  <a:moveTo>
                    <a:pt x="13894" y="3805"/>
                  </a:moveTo>
                  <a:cubicBezTo>
                    <a:pt x="13263" y="3459"/>
                    <a:pt x="12977" y="3744"/>
                    <a:pt x="12766" y="3459"/>
                  </a:cubicBezTo>
                  <a:cubicBezTo>
                    <a:pt x="12541" y="3173"/>
                    <a:pt x="13383" y="2436"/>
                    <a:pt x="11684" y="1699"/>
                  </a:cubicBezTo>
                  <a:cubicBezTo>
                    <a:pt x="11684" y="1699"/>
                    <a:pt x="11578" y="121"/>
                    <a:pt x="9248" y="60"/>
                  </a:cubicBezTo>
                  <a:cubicBezTo>
                    <a:pt x="6917" y="0"/>
                    <a:pt x="7549" y="1654"/>
                    <a:pt x="6917" y="2045"/>
                  </a:cubicBezTo>
                  <a:cubicBezTo>
                    <a:pt x="6286" y="2436"/>
                    <a:pt x="6120" y="1820"/>
                    <a:pt x="5504" y="2211"/>
                  </a:cubicBezTo>
                  <a:cubicBezTo>
                    <a:pt x="4872" y="2617"/>
                    <a:pt x="5158" y="3399"/>
                    <a:pt x="4647" y="3519"/>
                  </a:cubicBezTo>
                  <a:cubicBezTo>
                    <a:pt x="4135" y="3624"/>
                    <a:pt x="3459" y="3008"/>
                    <a:pt x="2842" y="3399"/>
                  </a:cubicBezTo>
                  <a:cubicBezTo>
                    <a:pt x="2211" y="3805"/>
                    <a:pt x="2211" y="4135"/>
                    <a:pt x="1925" y="4135"/>
                  </a:cubicBezTo>
                  <a:cubicBezTo>
                    <a:pt x="1654" y="4135"/>
                    <a:pt x="1083" y="3910"/>
                    <a:pt x="737" y="4135"/>
                  </a:cubicBezTo>
                  <a:cubicBezTo>
                    <a:pt x="406" y="4376"/>
                    <a:pt x="0" y="4647"/>
                    <a:pt x="0" y="4647"/>
                  </a:cubicBezTo>
                  <a:lnTo>
                    <a:pt x="14345" y="4647"/>
                  </a:lnTo>
                  <a:cubicBezTo>
                    <a:pt x="14345" y="4647"/>
                    <a:pt x="14511" y="4135"/>
                    <a:pt x="13894" y="3805"/>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0" name="Google Shape;7590;p303"/>
            <p:cNvSpPr/>
            <p:nvPr/>
          </p:nvSpPr>
          <p:spPr>
            <a:xfrm flipH="1">
              <a:off x="405960" y="399116"/>
              <a:ext cx="991138" cy="317437"/>
            </a:xfrm>
            <a:custGeom>
              <a:rect b="b" l="l" r="r" t="t"/>
              <a:pathLst>
                <a:path extrusionOk="0" fill="none" h="4647" w="14511">
                  <a:moveTo>
                    <a:pt x="13894" y="3805"/>
                  </a:moveTo>
                  <a:cubicBezTo>
                    <a:pt x="13263" y="3459"/>
                    <a:pt x="12977" y="3744"/>
                    <a:pt x="12766" y="3459"/>
                  </a:cubicBezTo>
                  <a:cubicBezTo>
                    <a:pt x="12541" y="3173"/>
                    <a:pt x="13383" y="2436"/>
                    <a:pt x="11684" y="1699"/>
                  </a:cubicBezTo>
                  <a:cubicBezTo>
                    <a:pt x="11684" y="1699"/>
                    <a:pt x="11578" y="121"/>
                    <a:pt x="9248" y="60"/>
                  </a:cubicBezTo>
                  <a:cubicBezTo>
                    <a:pt x="6917" y="0"/>
                    <a:pt x="7549" y="1654"/>
                    <a:pt x="6917" y="2045"/>
                  </a:cubicBezTo>
                  <a:cubicBezTo>
                    <a:pt x="6286" y="2436"/>
                    <a:pt x="6120" y="1820"/>
                    <a:pt x="5504" y="2211"/>
                  </a:cubicBezTo>
                  <a:cubicBezTo>
                    <a:pt x="4872" y="2617"/>
                    <a:pt x="5158" y="3399"/>
                    <a:pt x="4647" y="3519"/>
                  </a:cubicBezTo>
                  <a:cubicBezTo>
                    <a:pt x="4135" y="3624"/>
                    <a:pt x="3459" y="3008"/>
                    <a:pt x="2842" y="3399"/>
                  </a:cubicBezTo>
                  <a:cubicBezTo>
                    <a:pt x="2211" y="3805"/>
                    <a:pt x="2211" y="4135"/>
                    <a:pt x="1925" y="4135"/>
                  </a:cubicBezTo>
                  <a:cubicBezTo>
                    <a:pt x="1654" y="4135"/>
                    <a:pt x="1083" y="3910"/>
                    <a:pt x="737" y="4135"/>
                  </a:cubicBezTo>
                  <a:cubicBezTo>
                    <a:pt x="406" y="4376"/>
                    <a:pt x="0" y="4647"/>
                    <a:pt x="0" y="4647"/>
                  </a:cubicBezTo>
                  <a:lnTo>
                    <a:pt x="14345" y="4647"/>
                  </a:lnTo>
                  <a:cubicBezTo>
                    <a:pt x="14345" y="4647"/>
                    <a:pt x="14511" y="4135"/>
                    <a:pt x="13894" y="3805"/>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1" name="Google Shape;7591;p303"/>
            <p:cNvSpPr/>
            <p:nvPr/>
          </p:nvSpPr>
          <p:spPr>
            <a:xfrm>
              <a:off x="3935325" y="338641"/>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592" name="Google Shape;7592;p303"/>
            <p:cNvGrpSpPr/>
            <p:nvPr/>
          </p:nvGrpSpPr>
          <p:grpSpPr>
            <a:xfrm>
              <a:off x="2179520" y="1113216"/>
              <a:ext cx="105457" cy="105457"/>
              <a:chOff x="7812545" y="194375"/>
              <a:chExt cx="105457" cy="105457"/>
            </a:xfrm>
          </p:grpSpPr>
          <p:sp>
            <p:nvSpPr>
              <p:cNvPr id="7593" name="Google Shape;7593;p303"/>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4" name="Google Shape;7594;p303"/>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5" name="Google Shape;7595;p303"/>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6" name="Google Shape;7596;p303"/>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97" name="Google Shape;7597;p303"/>
            <p:cNvGrpSpPr/>
            <p:nvPr/>
          </p:nvGrpSpPr>
          <p:grpSpPr>
            <a:xfrm>
              <a:off x="5288520" y="1007766"/>
              <a:ext cx="105457" cy="105457"/>
              <a:chOff x="7812545" y="194375"/>
              <a:chExt cx="105457" cy="105457"/>
            </a:xfrm>
          </p:grpSpPr>
          <p:sp>
            <p:nvSpPr>
              <p:cNvPr id="7598" name="Google Shape;7598;p303"/>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9" name="Google Shape;7599;p303"/>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0" name="Google Shape;7600;p303"/>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1" name="Google Shape;7601;p303"/>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602" name="Google Shape;7602;p303"/>
            <p:cNvSpPr/>
            <p:nvPr/>
          </p:nvSpPr>
          <p:spPr>
            <a:xfrm>
              <a:off x="8211200" y="1444625"/>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603" name="Google Shape;7603;p303"/>
            <p:cNvGrpSpPr/>
            <p:nvPr/>
          </p:nvGrpSpPr>
          <p:grpSpPr>
            <a:xfrm>
              <a:off x="7988195" y="154325"/>
              <a:ext cx="105457" cy="105457"/>
              <a:chOff x="7812545" y="194375"/>
              <a:chExt cx="105457" cy="105457"/>
            </a:xfrm>
          </p:grpSpPr>
          <p:sp>
            <p:nvSpPr>
              <p:cNvPr id="7604" name="Google Shape;7604;p303"/>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5" name="Google Shape;7605;p303"/>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6" name="Google Shape;7606;p303"/>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7" name="Google Shape;7607;p303"/>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608" name="Google Shape;7608;p303"/>
            <p:cNvSpPr/>
            <p:nvPr/>
          </p:nvSpPr>
          <p:spPr>
            <a:xfrm flipH="1">
              <a:off x="8624108" y="-304605"/>
              <a:ext cx="991119" cy="877511"/>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09" name="Google Shape;7609;p303"/>
          <p:cNvGrpSpPr/>
          <p:nvPr/>
        </p:nvGrpSpPr>
        <p:grpSpPr>
          <a:xfrm>
            <a:off x="-1391383" y="2943501"/>
            <a:ext cx="2967633" cy="3117497"/>
            <a:chOff x="-1391383" y="2943501"/>
            <a:chExt cx="2967633" cy="3117497"/>
          </a:xfrm>
        </p:grpSpPr>
        <p:sp>
          <p:nvSpPr>
            <p:cNvPr id="7610" name="Google Shape;7610;p303"/>
            <p:cNvSpPr/>
            <p:nvPr/>
          </p:nvSpPr>
          <p:spPr>
            <a:xfrm flipH="1">
              <a:off x="-1391383" y="2943501"/>
              <a:ext cx="2967633" cy="3117497"/>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1" name="Google Shape;7611;p303"/>
            <p:cNvSpPr/>
            <p:nvPr/>
          </p:nvSpPr>
          <p:spPr>
            <a:xfrm>
              <a:off x="-533479" y="4183785"/>
              <a:ext cx="1643608" cy="1455209"/>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612" name="Google Shape;7612;p303"/>
            <p:cNvGrpSpPr/>
            <p:nvPr/>
          </p:nvGrpSpPr>
          <p:grpSpPr>
            <a:xfrm>
              <a:off x="448432" y="3524550"/>
              <a:ext cx="105457" cy="105457"/>
              <a:chOff x="7812545" y="194375"/>
              <a:chExt cx="105457" cy="105457"/>
            </a:xfrm>
          </p:grpSpPr>
          <p:sp>
            <p:nvSpPr>
              <p:cNvPr id="7613" name="Google Shape;7613;p303"/>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4" name="Google Shape;7614;p303"/>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5" name="Google Shape;7615;p303"/>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6" name="Google Shape;7616;p303"/>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7617" name="Google Shape;7617;p303"/>
          <p:cNvGrpSpPr/>
          <p:nvPr/>
        </p:nvGrpSpPr>
        <p:grpSpPr>
          <a:xfrm rot="10800000">
            <a:off x="8496297" y="4349552"/>
            <a:ext cx="470057" cy="586177"/>
            <a:chOff x="215745" y="152938"/>
            <a:chExt cx="470057" cy="586177"/>
          </a:xfrm>
        </p:grpSpPr>
        <p:sp>
          <p:nvSpPr>
            <p:cNvPr id="7618" name="Google Shape;7618;p303"/>
            <p:cNvSpPr/>
            <p:nvPr/>
          </p:nvSpPr>
          <p:spPr>
            <a:xfrm>
              <a:off x="215750" y="633725"/>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9" name="Google Shape;7619;p303"/>
            <p:cNvSpPr/>
            <p:nvPr/>
          </p:nvSpPr>
          <p:spPr>
            <a:xfrm>
              <a:off x="607851" y="22487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7620" name="Google Shape;7620;p303"/>
            <p:cNvGrpSpPr/>
            <p:nvPr/>
          </p:nvGrpSpPr>
          <p:grpSpPr>
            <a:xfrm>
              <a:off x="215745" y="152938"/>
              <a:ext cx="105457" cy="105457"/>
              <a:chOff x="7812545" y="194375"/>
              <a:chExt cx="105457" cy="105457"/>
            </a:xfrm>
          </p:grpSpPr>
          <p:sp>
            <p:nvSpPr>
              <p:cNvPr id="7621" name="Google Shape;7621;p303"/>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2" name="Google Shape;7622;p303"/>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3" name="Google Shape;7623;p303"/>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4" name="Google Shape;7624;p303"/>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7625" name="Google Shape;7625;p303"/>
          <p:cNvGrpSpPr/>
          <p:nvPr/>
        </p:nvGrpSpPr>
        <p:grpSpPr>
          <a:xfrm>
            <a:off x="3186400" y="4032125"/>
            <a:ext cx="3326023" cy="808356"/>
            <a:chOff x="3186400" y="4032125"/>
            <a:chExt cx="3326023" cy="808356"/>
          </a:xfrm>
        </p:grpSpPr>
        <p:sp>
          <p:nvSpPr>
            <p:cNvPr id="7626" name="Google Shape;7626;p303"/>
            <p:cNvSpPr/>
            <p:nvPr/>
          </p:nvSpPr>
          <p:spPr>
            <a:xfrm>
              <a:off x="3186400" y="4234775"/>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627" name="Google Shape;7627;p303"/>
            <p:cNvGrpSpPr/>
            <p:nvPr/>
          </p:nvGrpSpPr>
          <p:grpSpPr>
            <a:xfrm>
              <a:off x="4750482" y="4735025"/>
              <a:ext cx="105457" cy="105457"/>
              <a:chOff x="7812545" y="194375"/>
              <a:chExt cx="105457" cy="105457"/>
            </a:xfrm>
          </p:grpSpPr>
          <p:sp>
            <p:nvSpPr>
              <p:cNvPr id="7628" name="Google Shape;7628;p303"/>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9" name="Google Shape;7629;p303"/>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0" name="Google Shape;7630;p303"/>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1" name="Google Shape;7631;p303"/>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632" name="Google Shape;7632;p303"/>
            <p:cNvSpPr/>
            <p:nvPr/>
          </p:nvSpPr>
          <p:spPr>
            <a:xfrm flipH="1">
              <a:off x="5521285" y="4032125"/>
              <a:ext cx="991138" cy="317437"/>
            </a:xfrm>
            <a:custGeom>
              <a:rect b="b" l="l" r="r" t="t"/>
              <a:pathLst>
                <a:path extrusionOk="0" fill="none" h="4647" w="14511">
                  <a:moveTo>
                    <a:pt x="13894" y="3805"/>
                  </a:moveTo>
                  <a:cubicBezTo>
                    <a:pt x="13263" y="3459"/>
                    <a:pt x="12977" y="3744"/>
                    <a:pt x="12766" y="3459"/>
                  </a:cubicBezTo>
                  <a:cubicBezTo>
                    <a:pt x="12541" y="3173"/>
                    <a:pt x="13383" y="2436"/>
                    <a:pt x="11684" y="1699"/>
                  </a:cubicBezTo>
                  <a:cubicBezTo>
                    <a:pt x="11684" y="1699"/>
                    <a:pt x="11578" y="121"/>
                    <a:pt x="9248" y="60"/>
                  </a:cubicBezTo>
                  <a:cubicBezTo>
                    <a:pt x="6917" y="0"/>
                    <a:pt x="7549" y="1654"/>
                    <a:pt x="6917" y="2045"/>
                  </a:cubicBezTo>
                  <a:cubicBezTo>
                    <a:pt x="6286" y="2436"/>
                    <a:pt x="6120" y="1820"/>
                    <a:pt x="5504" y="2211"/>
                  </a:cubicBezTo>
                  <a:cubicBezTo>
                    <a:pt x="4872" y="2617"/>
                    <a:pt x="5158" y="3399"/>
                    <a:pt x="4647" y="3519"/>
                  </a:cubicBezTo>
                  <a:cubicBezTo>
                    <a:pt x="4135" y="3624"/>
                    <a:pt x="3459" y="3008"/>
                    <a:pt x="2842" y="3399"/>
                  </a:cubicBezTo>
                  <a:cubicBezTo>
                    <a:pt x="2211" y="3805"/>
                    <a:pt x="2211" y="4135"/>
                    <a:pt x="1925" y="4135"/>
                  </a:cubicBezTo>
                  <a:cubicBezTo>
                    <a:pt x="1654" y="4135"/>
                    <a:pt x="1083" y="3910"/>
                    <a:pt x="737" y="4135"/>
                  </a:cubicBezTo>
                  <a:cubicBezTo>
                    <a:pt x="406" y="4376"/>
                    <a:pt x="0" y="4647"/>
                    <a:pt x="0" y="4647"/>
                  </a:cubicBezTo>
                  <a:lnTo>
                    <a:pt x="14345" y="4647"/>
                  </a:lnTo>
                  <a:cubicBezTo>
                    <a:pt x="14345" y="4647"/>
                    <a:pt x="14511" y="4135"/>
                    <a:pt x="13894" y="3805"/>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lt1"/>
        </a:solidFill>
      </p:bgPr>
    </p:bg>
    <p:spTree>
      <p:nvGrpSpPr>
        <p:cNvPr id="7633" name="Shape 7633"/>
        <p:cNvGrpSpPr/>
        <p:nvPr/>
      </p:nvGrpSpPr>
      <p:grpSpPr>
        <a:xfrm>
          <a:off x="0" y="0"/>
          <a:ext cx="0" cy="0"/>
          <a:chOff x="0" y="0"/>
          <a:chExt cx="0" cy="0"/>
        </a:xfrm>
      </p:grpSpPr>
      <p:sp>
        <p:nvSpPr>
          <p:cNvPr id="7634" name="Google Shape;7634;p30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2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BLANK_10">
    <p:spTree>
      <p:nvGrpSpPr>
        <p:cNvPr id="7635" name="Shape 7635"/>
        <p:cNvGrpSpPr/>
        <p:nvPr/>
      </p:nvGrpSpPr>
      <p:grpSpPr>
        <a:xfrm>
          <a:off x="0" y="0"/>
          <a:ext cx="0" cy="0"/>
          <a:chOff x="0" y="0"/>
          <a:chExt cx="0" cy="0"/>
        </a:xfrm>
      </p:grpSpPr>
      <p:sp>
        <p:nvSpPr>
          <p:cNvPr id="7636" name="Google Shape;7636;p30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7637" name="Google Shape;7637;p305"/>
          <p:cNvSpPr txBox="1"/>
          <p:nvPr>
            <p:ph type="title"/>
          </p:nvPr>
        </p:nvSpPr>
        <p:spPr>
          <a:xfrm>
            <a:off x="698777" y="2223325"/>
            <a:ext cx="4551600" cy="749100"/>
          </a:xfrm>
          <a:prstGeom prst="rect">
            <a:avLst/>
          </a:prstGeom>
        </p:spPr>
        <p:txBody>
          <a:bodyPr anchorCtr="0" anchor="ctr" bIns="91425" lIns="91425" spcFirstLastPara="1" rIns="91425" wrap="square" tIns="91425">
            <a:noAutofit/>
          </a:bodyPr>
          <a:lstStyle>
            <a:lvl1pPr lvl="0">
              <a:spcBef>
                <a:spcPts val="0"/>
              </a:spcBef>
              <a:spcAft>
                <a:spcPts val="0"/>
              </a:spcAft>
              <a:buSzPts val="3600"/>
              <a:buNone/>
              <a:defRPr sz="4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7638" name="Google Shape;7638;p305"/>
          <p:cNvSpPr txBox="1"/>
          <p:nvPr>
            <p:ph idx="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7639" name="Google Shape;7639;p305"/>
          <p:cNvSpPr txBox="1"/>
          <p:nvPr>
            <p:ph idx="1" type="subTitle"/>
          </p:nvPr>
        </p:nvSpPr>
        <p:spPr>
          <a:xfrm>
            <a:off x="685800" y="2905550"/>
            <a:ext cx="4551600" cy="383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800"/>
              <a:buNone/>
              <a:defRPr sz="18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7640" name="Google Shape;7640;p305"/>
          <p:cNvSpPr txBox="1"/>
          <p:nvPr>
            <p:ph hasCustomPrompt="1" idx="3" type="title"/>
          </p:nvPr>
        </p:nvSpPr>
        <p:spPr>
          <a:xfrm>
            <a:off x="685795" y="1278475"/>
            <a:ext cx="1595700" cy="898500"/>
          </a:xfrm>
          <a:prstGeom prst="rect">
            <a:avLst/>
          </a:prstGeom>
        </p:spPr>
        <p:txBody>
          <a:bodyPr anchorCtr="0" anchor="ctr" bIns="91425" lIns="91425" spcFirstLastPara="1" rIns="91425" wrap="square" tIns="91425">
            <a:noAutofit/>
          </a:bodyPr>
          <a:lstStyle>
            <a:lvl1pPr lvl="0">
              <a:spcBef>
                <a:spcPts val="0"/>
              </a:spcBef>
              <a:spcAft>
                <a:spcPts val="0"/>
              </a:spcAft>
              <a:buSzPts val="8000"/>
              <a:buNone/>
              <a:defRPr sz="8000">
                <a:solidFill>
                  <a:schemeClr val="accent2"/>
                </a:solidFill>
              </a:defRPr>
            </a:lvl1pPr>
            <a:lvl2pPr lvl="1" algn="ctr">
              <a:spcBef>
                <a:spcPts val="0"/>
              </a:spcBef>
              <a:spcAft>
                <a:spcPts val="0"/>
              </a:spcAft>
              <a:buSzPts val="8000"/>
              <a:buNone/>
              <a:defRPr sz="8000"/>
            </a:lvl2pPr>
            <a:lvl3pPr lvl="2" algn="ctr">
              <a:spcBef>
                <a:spcPts val="0"/>
              </a:spcBef>
              <a:spcAft>
                <a:spcPts val="0"/>
              </a:spcAft>
              <a:buSzPts val="8000"/>
              <a:buNone/>
              <a:defRPr sz="8000"/>
            </a:lvl3pPr>
            <a:lvl4pPr lvl="3" algn="ctr">
              <a:spcBef>
                <a:spcPts val="0"/>
              </a:spcBef>
              <a:spcAft>
                <a:spcPts val="0"/>
              </a:spcAft>
              <a:buSzPts val="8000"/>
              <a:buNone/>
              <a:defRPr sz="8000"/>
            </a:lvl4pPr>
            <a:lvl5pPr lvl="4" algn="ctr">
              <a:spcBef>
                <a:spcPts val="0"/>
              </a:spcBef>
              <a:spcAft>
                <a:spcPts val="0"/>
              </a:spcAft>
              <a:buSzPts val="8000"/>
              <a:buNone/>
              <a:defRPr sz="8000"/>
            </a:lvl5pPr>
            <a:lvl6pPr lvl="5" algn="ctr">
              <a:spcBef>
                <a:spcPts val="0"/>
              </a:spcBef>
              <a:spcAft>
                <a:spcPts val="0"/>
              </a:spcAft>
              <a:buSzPts val="8000"/>
              <a:buNone/>
              <a:defRPr sz="8000"/>
            </a:lvl6pPr>
            <a:lvl7pPr lvl="6" algn="ctr">
              <a:spcBef>
                <a:spcPts val="0"/>
              </a:spcBef>
              <a:spcAft>
                <a:spcPts val="0"/>
              </a:spcAft>
              <a:buSzPts val="8000"/>
              <a:buNone/>
              <a:defRPr sz="8000"/>
            </a:lvl7pPr>
            <a:lvl8pPr lvl="7" algn="ctr">
              <a:spcBef>
                <a:spcPts val="0"/>
              </a:spcBef>
              <a:spcAft>
                <a:spcPts val="0"/>
              </a:spcAft>
              <a:buSzPts val="8000"/>
              <a:buNone/>
              <a:defRPr sz="8000"/>
            </a:lvl8pPr>
            <a:lvl9pPr lvl="8" algn="ctr">
              <a:spcBef>
                <a:spcPts val="0"/>
              </a:spcBef>
              <a:spcAft>
                <a:spcPts val="0"/>
              </a:spcAft>
              <a:buSzPts val="8000"/>
              <a:buNone/>
              <a:defRPr sz="8000"/>
            </a:lvl9pPr>
          </a:lstStyle>
          <a:p>
            <a:r>
              <a:t>xx%</a:t>
            </a:r>
          </a:p>
        </p:txBody>
      </p:sp>
      <p:grpSp>
        <p:nvGrpSpPr>
          <p:cNvPr id="7641" name="Google Shape;7641;p305"/>
          <p:cNvGrpSpPr/>
          <p:nvPr/>
        </p:nvGrpSpPr>
        <p:grpSpPr>
          <a:xfrm>
            <a:off x="-354378" y="3834438"/>
            <a:ext cx="3893180" cy="1785854"/>
            <a:chOff x="-354378" y="3834438"/>
            <a:chExt cx="3893180" cy="1785854"/>
          </a:xfrm>
        </p:grpSpPr>
        <p:sp>
          <p:nvSpPr>
            <p:cNvPr id="7642" name="Google Shape;7642;p305"/>
            <p:cNvSpPr/>
            <p:nvPr/>
          </p:nvSpPr>
          <p:spPr>
            <a:xfrm>
              <a:off x="1835075" y="4676425"/>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3" name="Google Shape;7643;p305"/>
            <p:cNvSpPr/>
            <p:nvPr/>
          </p:nvSpPr>
          <p:spPr>
            <a:xfrm>
              <a:off x="2382226" y="394162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7644" name="Google Shape;7644;p305"/>
            <p:cNvGrpSpPr/>
            <p:nvPr/>
          </p:nvGrpSpPr>
          <p:grpSpPr>
            <a:xfrm>
              <a:off x="3433345" y="4523988"/>
              <a:ext cx="105457" cy="105457"/>
              <a:chOff x="7812545" y="194375"/>
              <a:chExt cx="105457" cy="105457"/>
            </a:xfrm>
          </p:grpSpPr>
          <p:sp>
            <p:nvSpPr>
              <p:cNvPr id="7645" name="Google Shape;7645;p305"/>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6" name="Google Shape;7646;p305"/>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7" name="Google Shape;7647;p305"/>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8" name="Google Shape;7648;p305"/>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49" name="Google Shape;7649;p305"/>
            <p:cNvGrpSpPr/>
            <p:nvPr/>
          </p:nvGrpSpPr>
          <p:grpSpPr>
            <a:xfrm>
              <a:off x="385570" y="3834438"/>
              <a:ext cx="105457" cy="105457"/>
              <a:chOff x="7812545" y="194375"/>
              <a:chExt cx="105457" cy="105457"/>
            </a:xfrm>
          </p:grpSpPr>
          <p:sp>
            <p:nvSpPr>
              <p:cNvPr id="7650" name="Google Shape;7650;p305"/>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1" name="Google Shape;7651;p305"/>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2" name="Google Shape;7652;p305"/>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3" name="Google Shape;7653;p305"/>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654" name="Google Shape;7654;p305"/>
            <p:cNvSpPr/>
            <p:nvPr/>
          </p:nvSpPr>
          <p:spPr>
            <a:xfrm rot="5400000">
              <a:off x="-437566" y="4303179"/>
              <a:ext cx="1400300" cy="1233925"/>
            </a:xfrm>
            <a:custGeom>
              <a:rect b="b" l="l" r="r" t="t"/>
              <a:pathLst>
                <a:path extrusionOk="0" h="49357" w="56012">
                  <a:moveTo>
                    <a:pt x="29954" y="0"/>
                  </a:moveTo>
                  <a:cubicBezTo>
                    <a:pt x="26409" y="0"/>
                    <a:pt x="22321" y="902"/>
                    <a:pt x="17654" y="3034"/>
                  </a:cubicBezTo>
                  <a:cubicBezTo>
                    <a:pt x="17654" y="3034"/>
                    <a:pt x="8827" y="7530"/>
                    <a:pt x="4406" y="14477"/>
                  </a:cubicBezTo>
                  <a:cubicBezTo>
                    <a:pt x="1" y="21424"/>
                    <a:pt x="347" y="30340"/>
                    <a:pt x="5715" y="36971"/>
                  </a:cubicBezTo>
                  <a:cubicBezTo>
                    <a:pt x="11068" y="43588"/>
                    <a:pt x="21308" y="42730"/>
                    <a:pt x="29878" y="46926"/>
                  </a:cubicBezTo>
                  <a:cubicBezTo>
                    <a:pt x="33082" y="48494"/>
                    <a:pt x="36410" y="49356"/>
                    <a:pt x="39533" y="49356"/>
                  </a:cubicBezTo>
                  <a:cubicBezTo>
                    <a:pt x="44766" y="49356"/>
                    <a:pt x="49425" y="46936"/>
                    <a:pt x="51967" y="41362"/>
                  </a:cubicBezTo>
                  <a:cubicBezTo>
                    <a:pt x="56012" y="32476"/>
                    <a:pt x="49907" y="29137"/>
                    <a:pt x="48854" y="18852"/>
                  </a:cubicBezTo>
                  <a:cubicBezTo>
                    <a:pt x="48037" y="10867"/>
                    <a:pt x="42263" y="0"/>
                    <a:pt x="29954"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
    <p:spTree>
      <p:nvGrpSpPr>
        <p:cNvPr id="7655" name="Shape 7655"/>
        <p:cNvGrpSpPr/>
        <p:nvPr/>
      </p:nvGrpSpPr>
      <p:grpSpPr>
        <a:xfrm>
          <a:off x="0" y="0"/>
          <a:ext cx="0" cy="0"/>
          <a:chOff x="0" y="0"/>
          <a:chExt cx="0" cy="0"/>
        </a:xfrm>
      </p:grpSpPr>
      <p:sp>
        <p:nvSpPr>
          <p:cNvPr id="7656" name="Google Shape;7656;p30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7657" name="Google Shape;7657;p306"/>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658" name="Google Shape;7658;p306"/>
          <p:cNvSpPr txBox="1"/>
          <p:nvPr>
            <p:ph idx="2" type="title"/>
          </p:nvPr>
        </p:nvSpPr>
        <p:spPr>
          <a:xfrm>
            <a:off x="1850175" y="2086662"/>
            <a:ext cx="2629200" cy="3936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sz="2000">
                <a:solidFill>
                  <a:schemeClr val="accent2"/>
                </a:solidFill>
              </a:defRPr>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sp>
        <p:nvSpPr>
          <p:cNvPr id="7659" name="Google Shape;7659;p306"/>
          <p:cNvSpPr txBox="1"/>
          <p:nvPr>
            <p:ph idx="1" type="subTitle"/>
          </p:nvPr>
        </p:nvSpPr>
        <p:spPr>
          <a:xfrm>
            <a:off x="1853175" y="2480262"/>
            <a:ext cx="2629200" cy="4680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660" name="Google Shape;7660;p306"/>
          <p:cNvSpPr txBox="1"/>
          <p:nvPr>
            <p:ph hasCustomPrompt="1" idx="3" type="title"/>
          </p:nvPr>
        </p:nvSpPr>
        <p:spPr>
          <a:xfrm>
            <a:off x="1776168" y="1586400"/>
            <a:ext cx="792600" cy="528300"/>
          </a:xfrm>
          <a:prstGeom prst="rect">
            <a:avLst/>
          </a:prstGeom>
        </p:spPr>
        <p:txBody>
          <a:bodyPr anchorCtr="0" anchor="ctr" bIns="91425" lIns="91425" spcFirstLastPara="1" rIns="91425" wrap="square" tIns="91425">
            <a:noAutofit/>
          </a:bodyPr>
          <a:lstStyle>
            <a:lvl1pPr lvl="0" algn="r">
              <a:spcBef>
                <a:spcPts val="0"/>
              </a:spcBef>
              <a:spcAft>
                <a:spcPts val="0"/>
              </a:spcAft>
              <a:buSzPts val="3000"/>
              <a:buNone/>
              <a:defRPr sz="3000"/>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grpSp>
        <p:nvGrpSpPr>
          <p:cNvPr id="7661" name="Google Shape;7661;p306"/>
          <p:cNvGrpSpPr/>
          <p:nvPr/>
        </p:nvGrpSpPr>
        <p:grpSpPr>
          <a:xfrm>
            <a:off x="-1260750" y="4247400"/>
            <a:ext cx="2224933" cy="1789104"/>
            <a:chOff x="-1260750" y="4247400"/>
            <a:chExt cx="2224933" cy="1789104"/>
          </a:xfrm>
        </p:grpSpPr>
        <p:sp>
          <p:nvSpPr>
            <p:cNvPr id="7662" name="Google Shape;7662;p306"/>
            <p:cNvSpPr/>
            <p:nvPr/>
          </p:nvSpPr>
          <p:spPr>
            <a:xfrm flipH="1">
              <a:off x="-1260750" y="4247400"/>
              <a:ext cx="2224933" cy="1789104"/>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3" name="Google Shape;7663;p306"/>
            <p:cNvSpPr/>
            <p:nvPr/>
          </p:nvSpPr>
          <p:spPr>
            <a:xfrm>
              <a:off x="-708950" y="4596438"/>
              <a:ext cx="1232275" cy="1091025"/>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664" name="Google Shape;7664;p306"/>
          <p:cNvSpPr/>
          <p:nvPr/>
        </p:nvSpPr>
        <p:spPr>
          <a:xfrm>
            <a:off x="-708950" y="-242512"/>
            <a:ext cx="1232275" cy="1091025"/>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5" name="Google Shape;7665;p306"/>
          <p:cNvSpPr txBox="1"/>
          <p:nvPr>
            <p:ph idx="4" type="title"/>
          </p:nvPr>
        </p:nvSpPr>
        <p:spPr>
          <a:xfrm>
            <a:off x="5162350" y="2086662"/>
            <a:ext cx="2629200" cy="3936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sz="2000">
                <a:solidFill>
                  <a:schemeClr val="accent2"/>
                </a:solidFill>
              </a:defRPr>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sp>
        <p:nvSpPr>
          <p:cNvPr id="7666" name="Google Shape;7666;p306"/>
          <p:cNvSpPr txBox="1"/>
          <p:nvPr>
            <p:ph idx="5" type="subTitle"/>
          </p:nvPr>
        </p:nvSpPr>
        <p:spPr>
          <a:xfrm>
            <a:off x="5165350" y="2480262"/>
            <a:ext cx="2629200" cy="4680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667" name="Google Shape;7667;p306"/>
          <p:cNvSpPr txBox="1"/>
          <p:nvPr>
            <p:ph hasCustomPrompt="1" idx="6" type="title"/>
          </p:nvPr>
        </p:nvSpPr>
        <p:spPr>
          <a:xfrm>
            <a:off x="5088343" y="1586400"/>
            <a:ext cx="792600" cy="528300"/>
          </a:xfrm>
          <a:prstGeom prst="rect">
            <a:avLst/>
          </a:prstGeom>
        </p:spPr>
        <p:txBody>
          <a:bodyPr anchorCtr="0" anchor="ctr" bIns="91425" lIns="91425" spcFirstLastPara="1" rIns="91425" wrap="square" tIns="91425">
            <a:noAutofit/>
          </a:bodyPr>
          <a:lstStyle>
            <a:lvl1pPr lvl="0" algn="r">
              <a:spcBef>
                <a:spcPts val="0"/>
              </a:spcBef>
              <a:spcAft>
                <a:spcPts val="0"/>
              </a:spcAft>
              <a:buSzPts val="3000"/>
              <a:buNone/>
              <a:defRPr sz="3000"/>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sp>
        <p:nvSpPr>
          <p:cNvPr id="7668" name="Google Shape;7668;p306"/>
          <p:cNvSpPr txBox="1"/>
          <p:nvPr>
            <p:ph idx="7" type="title"/>
          </p:nvPr>
        </p:nvSpPr>
        <p:spPr>
          <a:xfrm>
            <a:off x="1850175" y="3728737"/>
            <a:ext cx="2629200" cy="3936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sz="2000">
                <a:solidFill>
                  <a:schemeClr val="accent2"/>
                </a:solidFill>
              </a:defRPr>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sp>
        <p:nvSpPr>
          <p:cNvPr id="7669" name="Google Shape;7669;p306"/>
          <p:cNvSpPr txBox="1"/>
          <p:nvPr>
            <p:ph idx="8" type="subTitle"/>
          </p:nvPr>
        </p:nvSpPr>
        <p:spPr>
          <a:xfrm>
            <a:off x="1853175" y="4122337"/>
            <a:ext cx="2629200" cy="4680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670" name="Google Shape;7670;p306"/>
          <p:cNvSpPr txBox="1"/>
          <p:nvPr>
            <p:ph hasCustomPrompt="1" idx="9" type="title"/>
          </p:nvPr>
        </p:nvSpPr>
        <p:spPr>
          <a:xfrm>
            <a:off x="1776168" y="3228475"/>
            <a:ext cx="792600" cy="528300"/>
          </a:xfrm>
          <a:prstGeom prst="rect">
            <a:avLst/>
          </a:prstGeom>
        </p:spPr>
        <p:txBody>
          <a:bodyPr anchorCtr="0" anchor="ctr" bIns="91425" lIns="91425" spcFirstLastPara="1" rIns="91425" wrap="square" tIns="91425">
            <a:noAutofit/>
          </a:bodyPr>
          <a:lstStyle>
            <a:lvl1pPr lvl="0" algn="r">
              <a:spcBef>
                <a:spcPts val="0"/>
              </a:spcBef>
              <a:spcAft>
                <a:spcPts val="0"/>
              </a:spcAft>
              <a:buSzPts val="3000"/>
              <a:buNone/>
              <a:defRPr sz="3000"/>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sp>
        <p:nvSpPr>
          <p:cNvPr id="7671" name="Google Shape;7671;p306"/>
          <p:cNvSpPr txBox="1"/>
          <p:nvPr>
            <p:ph idx="13" type="title"/>
          </p:nvPr>
        </p:nvSpPr>
        <p:spPr>
          <a:xfrm>
            <a:off x="5162350" y="3728737"/>
            <a:ext cx="2629200" cy="3936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sz="2000">
                <a:solidFill>
                  <a:schemeClr val="accent2"/>
                </a:solidFill>
              </a:defRPr>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sp>
        <p:nvSpPr>
          <p:cNvPr id="7672" name="Google Shape;7672;p306"/>
          <p:cNvSpPr txBox="1"/>
          <p:nvPr>
            <p:ph idx="14" type="subTitle"/>
          </p:nvPr>
        </p:nvSpPr>
        <p:spPr>
          <a:xfrm>
            <a:off x="5165350" y="4122337"/>
            <a:ext cx="2629200" cy="4680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673" name="Google Shape;7673;p306"/>
          <p:cNvSpPr txBox="1"/>
          <p:nvPr>
            <p:ph hasCustomPrompt="1" idx="15" type="title"/>
          </p:nvPr>
        </p:nvSpPr>
        <p:spPr>
          <a:xfrm>
            <a:off x="5088343" y="3228475"/>
            <a:ext cx="792600" cy="528300"/>
          </a:xfrm>
          <a:prstGeom prst="rect">
            <a:avLst/>
          </a:prstGeom>
        </p:spPr>
        <p:txBody>
          <a:bodyPr anchorCtr="0" anchor="ctr" bIns="91425" lIns="91425" spcFirstLastPara="1" rIns="91425" wrap="square" tIns="91425">
            <a:noAutofit/>
          </a:bodyPr>
          <a:lstStyle>
            <a:lvl1pPr lvl="0" algn="r">
              <a:spcBef>
                <a:spcPts val="0"/>
              </a:spcBef>
              <a:spcAft>
                <a:spcPts val="0"/>
              </a:spcAft>
              <a:buSzPts val="3000"/>
              <a:buNone/>
              <a:defRPr sz="3000"/>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grpSp>
        <p:nvGrpSpPr>
          <p:cNvPr id="7674" name="Google Shape;7674;p306"/>
          <p:cNvGrpSpPr/>
          <p:nvPr/>
        </p:nvGrpSpPr>
        <p:grpSpPr>
          <a:xfrm>
            <a:off x="7034570" y="168075"/>
            <a:ext cx="1757682" cy="951244"/>
            <a:chOff x="7034570" y="168075"/>
            <a:chExt cx="1757682" cy="951244"/>
          </a:xfrm>
        </p:grpSpPr>
        <p:sp>
          <p:nvSpPr>
            <p:cNvPr id="7675" name="Google Shape;7675;p306"/>
            <p:cNvSpPr/>
            <p:nvPr/>
          </p:nvSpPr>
          <p:spPr>
            <a:xfrm flipH="1">
              <a:off x="7187129" y="453924"/>
              <a:ext cx="1232274" cy="394612"/>
            </a:xfrm>
            <a:custGeom>
              <a:rect b="b" l="l" r="r" t="t"/>
              <a:pathLst>
                <a:path extrusionOk="0" fill="none" h="4647" w="14511">
                  <a:moveTo>
                    <a:pt x="13894" y="3805"/>
                  </a:moveTo>
                  <a:cubicBezTo>
                    <a:pt x="13263" y="3459"/>
                    <a:pt x="12977" y="3744"/>
                    <a:pt x="12766" y="3459"/>
                  </a:cubicBezTo>
                  <a:cubicBezTo>
                    <a:pt x="12541" y="3173"/>
                    <a:pt x="13383" y="2436"/>
                    <a:pt x="11684" y="1699"/>
                  </a:cubicBezTo>
                  <a:cubicBezTo>
                    <a:pt x="11684" y="1699"/>
                    <a:pt x="11578" y="121"/>
                    <a:pt x="9248" y="60"/>
                  </a:cubicBezTo>
                  <a:cubicBezTo>
                    <a:pt x="6917" y="0"/>
                    <a:pt x="7549" y="1654"/>
                    <a:pt x="6917" y="2045"/>
                  </a:cubicBezTo>
                  <a:cubicBezTo>
                    <a:pt x="6286" y="2436"/>
                    <a:pt x="6120" y="1820"/>
                    <a:pt x="5504" y="2211"/>
                  </a:cubicBezTo>
                  <a:cubicBezTo>
                    <a:pt x="4872" y="2617"/>
                    <a:pt x="5158" y="3399"/>
                    <a:pt x="4647" y="3519"/>
                  </a:cubicBezTo>
                  <a:cubicBezTo>
                    <a:pt x="4135" y="3624"/>
                    <a:pt x="3459" y="3008"/>
                    <a:pt x="2842" y="3399"/>
                  </a:cubicBezTo>
                  <a:cubicBezTo>
                    <a:pt x="2211" y="3805"/>
                    <a:pt x="2211" y="4135"/>
                    <a:pt x="1925" y="4135"/>
                  </a:cubicBezTo>
                  <a:cubicBezTo>
                    <a:pt x="1654" y="4135"/>
                    <a:pt x="1083" y="3910"/>
                    <a:pt x="737" y="4135"/>
                  </a:cubicBezTo>
                  <a:cubicBezTo>
                    <a:pt x="406" y="4376"/>
                    <a:pt x="0" y="4647"/>
                    <a:pt x="0" y="4647"/>
                  </a:cubicBezTo>
                  <a:lnTo>
                    <a:pt x="14345" y="4647"/>
                  </a:lnTo>
                  <a:cubicBezTo>
                    <a:pt x="14345" y="4647"/>
                    <a:pt x="14511" y="4135"/>
                    <a:pt x="13894" y="3805"/>
                  </a:cubicBezTo>
                  <a:close/>
                </a:path>
              </a:pathLst>
            </a:custGeom>
            <a:solidFill>
              <a:schemeClr val="lt1"/>
            </a:solid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6" name="Google Shape;7676;p306"/>
            <p:cNvSpPr/>
            <p:nvPr/>
          </p:nvSpPr>
          <p:spPr>
            <a:xfrm>
              <a:off x="8655275" y="168075"/>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677" name="Google Shape;7677;p306"/>
            <p:cNvGrpSpPr/>
            <p:nvPr/>
          </p:nvGrpSpPr>
          <p:grpSpPr>
            <a:xfrm>
              <a:off x="8686795" y="1013863"/>
              <a:ext cx="105457" cy="105457"/>
              <a:chOff x="7812545" y="194375"/>
              <a:chExt cx="105457" cy="105457"/>
            </a:xfrm>
          </p:grpSpPr>
          <p:sp>
            <p:nvSpPr>
              <p:cNvPr id="7678" name="Google Shape;7678;p306"/>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9" name="Google Shape;7679;p306"/>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0" name="Google Shape;7680;p306"/>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1" name="Google Shape;7681;p306"/>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82" name="Google Shape;7682;p306"/>
            <p:cNvGrpSpPr/>
            <p:nvPr/>
          </p:nvGrpSpPr>
          <p:grpSpPr>
            <a:xfrm>
              <a:off x="7034570" y="192113"/>
              <a:ext cx="105457" cy="105457"/>
              <a:chOff x="7812545" y="194375"/>
              <a:chExt cx="105457" cy="105457"/>
            </a:xfrm>
          </p:grpSpPr>
          <p:sp>
            <p:nvSpPr>
              <p:cNvPr id="7683" name="Google Shape;7683;p306"/>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4" name="Google Shape;7684;p306"/>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5" name="Google Shape;7685;p306"/>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6" name="Google Shape;7686;p306"/>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7687" name="Google Shape;7687;p306"/>
          <p:cNvGrpSpPr/>
          <p:nvPr/>
        </p:nvGrpSpPr>
        <p:grpSpPr>
          <a:xfrm>
            <a:off x="8587992" y="4703163"/>
            <a:ext cx="172728" cy="172727"/>
            <a:chOff x="7812545" y="194375"/>
            <a:chExt cx="105457" cy="105457"/>
          </a:xfrm>
        </p:grpSpPr>
        <p:sp>
          <p:nvSpPr>
            <p:cNvPr id="7688" name="Google Shape;7688;p306"/>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9" name="Google Shape;7689;p306"/>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0" name="Google Shape;7690;p306"/>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1" name="Google Shape;7691;p306"/>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2">
    <p:spTree>
      <p:nvGrpSpPr>
        <p:cNvPr id="7692" name="Shape 7692"/>
        <p:cNvGrpSpPr/>
        <p:nvPr/>
      </p:nvGrpSpPr>
      <p:grpSpPr>
        <a:xfrm>
          <a:off x="0" y="0"/>
          <a:ext cx="0" cy="0"/>
          <a:chOff x="0" y="0"/>
          <a:chExt cx="0" cy="0"/>
        </a:xfrm>
      </p:grpSpPr>
      <p:sp>
        <p:nvSpPr>
          <p:cNvPr id="7693" name="Google Shape;7693;p30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7694" name="Google Shape;7694;p307"/>
          <p:cNvSpPr txBox="1"/>
          <p:nvPr>
            <p:ph type="title"/>
          </p:nvPr>
        </p:nvSpPr>
        <p:spPr>
          <a:xfrm>
            <a:off x="685800" y="3668238"/>
            <a:ext cx="3936300" cy="3936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sz="2000"/>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sp>
        <p:nvSpPr>
          <p:cNvPr id="7695" name="Google Shape;7695;p307"/>
          <p:cNvSpPr txBox="1"/>
          <p:nvPr>
            <p:ph idx="1" type="subTitle"/>
          </p:nvPr>
        </p:nvSpPr>
        <p:spPr>
          <a:xfrm>
            <a:off x="685800" y="1386463"/>
            <a:ext cx="6442500" cy="21948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800"/>
              <a:buFont typeface="Barlow"/>
              <a:buNone/>
              <a:defRPr b="1" sz="3400">
                <a:solidFill>
                  <a:schemeClr val="accent2"/>
                </a:solidFill>
              </a:defRPr>
            </a:lvl1pPr>
            <a:lvl2pPr lvl="1" algn="ctr">
              <a:lnSpc>
                <a:spcPct val="100000"/>
              </a:lnSpc>
              <a:spcBef>
                <a:spcPts val="0"/>
              </a:spcBef>
              <a:spcAft>
                <a:spcPts val="0"/>
              </a:spcAft>
              <a:buSzPts val="2800"/>
              <a:buFont typeface="Barlow"/>
              <a:buNone/>
              <a:defRPr b="1" sz="2800">
                <a:latin typeface="Barlow"/>
                <a:ea typeface="Barlow"/>
                <a:cs typeface="Barlow"/>
                <a:sym typeface="Barlow"/>
              </a:defRPr>
            </a:lvl2pPr>
            <a:lvl3pPr lvl="2" algn="ctr">
              <a:lnSpc>
                <a:spcPct val="100000"/>
              </a:lnSpc>
              <a:spcBef>
                <a:spcPts val="0"/>
              </a:spcBef>
              <a:spcAft>
                <a:spcPts val="0"/>
              </a:spcAft>
              <a:buSzPts val="2800"/>
              <a:buFont typeface="Barlow"/>
              <a:buNone/>
              <a:defRPr b="1" sz="2800">
                <a:latin typeface="Barlow"/>
                <a:ea typeface="Barlow"/>
                <a:cs typeface="Barlow"/>
                <a:sym typeface="Barlow"/>
              </a:defRPr>
            </a:lvl3pPr>
            <a:lvl4pPr lvl="3" algn="ctr">
              <a:lnSpc>
                <a:spcPct val="100000"/>
              </a:lnSpc>
              <a:spcBef>
                <a:spcPts val="0"/>
              </a:spcBef>
              <a:spcAft>
                <a:spcPts val="0"/>
              </a:spcAft>
              <a:buSzPts val="2800"/>
              <a:buFont typeface="Barlow"/>
              <a:buNone/>
              <a:defRPr b="1" sz="2800">
                <a:latin typeface="Barlow"/>
                <a:ea typeface="Barlow"/>
                <a:cs typeface="Barlow"/>
                <a:sym typeface="Barlow"/>
              </a:defRPr>
            </a:lvl4pPr>
            <a:lvl5pPr lvl="4" algn="ctr">
              <a:lnSpc>
                <a:spcPct val="100000"/>
              </a:lnSpc>
              <a:spcBef>
                <a:spcPts val="0"/>
              </a:spcBef>
              <a:spcAft>
                <a:spcPts val="0"/>
              </a:spcAft>
              <a:buSzPts val="2800"/>
              <a:buFont typeface="Barlow"/>
              <a:buNone/>
              <a:defRPr b="1" sz="2800">
                <a:latin typeface="Barlow"/>
                <a:ea typeface="Barlow"/>
                <a:cs typeface="Barlow"/>
                <a:sym typeface="Barlow"/>
              </a:defRPr>
            </a:lvl5pPr>
            <a:lvl6pPr lvl="5" algn="ctr">
              <a:lnSpc>
                <a:spcPct val="100000"/>
              </a:lnSpc>
              <a:spcBef>
                <a:spcPts val="0"/>
              </a:spcBef>
              <a:spcAft>
                <a:spcPts val="0"/>
              </a:spcAft>
              <a:buSzPts val="2800"/>
              <a:buFont typeface="Barlow"/>
              <a:buNone/>
              <a:defRPr b="1" sz="2800">
                <a:latin typeface="Barlow"/>
                <a:ea typeface="Barlow"/>
                <a:cs typeface="Barlow"/>
                <a:sym typeface="Barlow"/>
              </a:defRPr>
            </a:lvl6pPr>
            <a:lvl7pPr lvl="6" algn="ctr">
              <a:lnSpc>
                <a:spcPct val="100000"/>
              </a:lnSpc>
              <a:spcBef>
                <a:spcPts val="0"/>
              </a:spcBef>
              <a:spcAft>
                <a:spcPts val="0"/>
              </a:spcAft>
              <a:buSzPts val="2800"/>
              <a:buFont typeface="Barlow"/>
              <a:buNone/>
              <a:defRPr b="1" sz="2800">
                <a:latin typeface="Barlow"/>
                <a:ea typeface="Barlow"/>
                <a:cs typeface="Barlow"/>
                <a:sym typeface="Barlow"/>
              </a:defRPr>
            </a:lvl7pPr>
            <a:lvl8pPr lvl="7" algn="ctr">
              <a:lnSpc>
                <a:spcPct val="100000"/>
              </a:lnSpc>
              <a:spcBef>
                <a:spcPts val="0"/>
              </a:spcBef>
              <a:spcAft>
                <a:spcPts val="0"/>
              </a:spcAft>
              <a:buSzPts val="2800"/>
              <a:buFont typeface="Barlow"/>
              <a:buNone/>
              <a:defRPr b="1" sz="2800">
                <a:latin typeface="Barlow"/>
                <a:ea typeface="Barlow"/>
                <a:cs typeface="Barlow"/>
                <a:sym typeface="Barlow"/>
              </a:defRPr>
            </a:lvl8pPr>
            <a:lvl9pPr lvl="8" algn="ctr">
              <a:lnSpc>
                <a:spcPct val="100000"/>
              </a:lnSpc>
              <a:spcBef>
                <a:spcPts val="0"/>
              </a:spcBef>
              <a:spcAft>
                <a:spcPts val="0"/>
              </a:spcAft>
              <a:buSzPts val="2800"/>
              <a:buFont typeface="Barlow"/>
              <a:buNone/>
              <a:defRPr b="1" sz="2800">
                <a:latin typeface="Barlow"/>
                <a:ea typeface="Barlow"/>
                <a:cs typeface="Barlow"/>
                <a:sym typeface="Barlow"/>
              </a:defRPr>
            </a:lvl9pPr>
          </a:lstStyle>
          <a:p/>
        </p:txBody>
      </p:sp>
      <p:grpSp>
        <p:nvGrpSpPr>
          <p:cNvPr id="7696" name="Google Shape;7696;p307"/>
          <p:cNvGrpSpPr/>
          <p:nvPr/>
        </p:nvGrpSpPr>
        <p:grpSpPr>
          <a:xfrm>
            <a:off x="-270492" y="4323675"/>
            <a:ext cx="2205369" cy="1645127"/>
            <a:chOff x="-270492" y="4323675"/>
            <a:chExt cx="2205369" cy="1645127"/>
          </a:xfrm>
        </p:grpSpPr>
        <p:sp>
          <p:nvSpPr>
            <p:cNvPr id="7697" name="Google Shape;7697;p307"/>
            <p:cNvSpPr/>
            <p:nvPr/>
          </p:nvSpPr>
          <p:spPr>
            <a:xfrm flipH="1">
              <a:off x="-270492" y="4323675"/>
              <a:ext cx="1406967" cy="1131364"/>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8" name="Google Shape;7698;p307"/>
            <p:cNvSpPr/>
            <p:nvPr/>
          </p:nvSpPr>
          <p:spPr>
            <a:xfrm rot="5828238">
              <a:off x="294226" y="4262605"/>
              <a:ext cx="1085117" cy="2077472"/>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99" name="Google Shape;7699;p307"/>
          <p:cNvGrpSpPr/>
          <p:nvPr/>
        </p:nvGrpSpPr>
        <p:grpSpPr>
          <a:xfrm>
            <a:off x="380257" y="228264"/>
            <a:ext cx="797231" cy="676888"/>
            <a:chOff x="380257" y="228264"/>
            <a:chExt cx="797231" cy="676888"/>
          </a:xfrm>
        </p:grpSpPr>
        <p:sp>
          <p:nvSpPr>
            <p:cNvPr id="7700" name="Google Shape;7700;p307"/>
            <p:cNvSpPr/>
            <p:nvPr/>
          </p:nvSpPr>
          <p:spPr>
            <a:xfrm>
              <a:off x="380263" y="799762"/>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701" name="Google Shape;7701;p307"/>
            <p:cNvGrpSpPr/>
            <p:nvPr/>
          </p:nvGrpSpPr>
          <p:grpSpPr>
            <a:xfrm>
              <a:off x="380257" y="294338"/>
              <a:ext cx="105457" cy="105457"/>
              <a:chOff x="7812545" y="194375"/>
              <a:chExt cx="105457" cy="105457"/>
            </a:xfrm>
          </p:grpSpPr>
          <p:sp>
            <p:nvSpPr>
              <p:cNvPr id="7702" name="Google Shape;7702;p307"/>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3" name="Google Shape;7703;p307"/>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4" name="Google Shape;7704;p307"/>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5" name="Google Shape;7705;p307"/>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06" name="Google Shape;7706;p307"/>
            <p:cNvSpPr/>
            <p:nvPr/>
          </p:nvSpPr>
          <p:spPr>
            <a:xfrm>
              <a:off x="1005861" y="228264"/>
              <a:ext cx="171626" cy="171542"/>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BLANK_7">
    <p:spTree>
      <p:nvGrpSpPr>
        <p:cNvPr id="7707" name="Shape 7707"/>
        <p:cNvGrpSpPr/>
        <p:nvPr/>
      </p:nvGrpSpPr>
      <p:grpSpPr>
        <a:xfrm>
          <a:off x="0" y="0"/>
          <a:ext cx="0" cy="0"/>
          <a:chOff x="0" y="0"/>
          <a:chExt cx="0" cy="0"/>
        </a:xfrm>
      </p:grpSpPr>
      <p:sp>
        <p:nvSpPr>
          <p:cNvPr id="7708" name="Google Shape;7708;p30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7709" name="Google Shape;7709;p308"/>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710" name="Google Shape;7710;p308"/>
          <p:cNvSpPr txBox="1"/>
          <p:nvPr>
            <p:ph idx="1" type="subTitle"/>
          </p:nvPr>
        </p:nvSpPr>
        <p:spPr>
          <a:xfrm>
            <a:off x="5284651" y="3218278"/>
            <a:ext cx="2538600" cy="38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800"/>
              <a:buNone/>
              <a:defRPr b="1" sz="2000">
                <a:solidFill>
                  <a:schemeClr val="accent2"/>
                </a:solidFill>
                <a:latin typeface="Barlow"/>
                <a:ea typeface="Barlow"/>
                <a:cs typeface="Barlow"/>
                <a:sym typeface="Barlow"/>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7711" name="Google Shape;7711;p308"/>
          <p:cNvSpPr txBox="1"/>
          <p:nvPr>
            <p:ph idx="2" type="subTitle"/>
          </p:nvPr>
        </p:nvSpPr>
        <p:spPr>
          <a:xfrm>
            <a:off x="5284651" y="3612350"/>
            <a:ext cx="2538600" cy="497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8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7712" name="Google Shape;7712;p308"/>
          <p:cNvSpPr txBox="1"/>
          <p:nvPr>
            <p:ph idx="3" type="subTitle"/>
          </p:nvPr>
        </p:nvSpPr>
        <p:spPr>
          <a:xfrm>
            <a:off x="5284651" y="1917775"/>
            <a:ext cx="2538600" cy="38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800"/>
              <a:buNone/>
              <a:defRPr b="1" sz="2000">
                <a:solidFill>
                  <a:schemeClr val="accent2"/>
                </a:solidFill>
                <a:latin typeface="Barlow"/>
                <a:ea typeface="Barlow"/>
                <a:cs typeface="Barlow"/>
                <a:sym typeface="Barlow"/>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7713" name="Google Shape;7713;p308"/>
          <p:cNvSpPr txBox="1"/>
          <p:nvPr>
            <p:ph idx="4" type="subTitle"/>
          </p:nvPr>
        </p:nvSpPr>
        <p:spPr>
          <a:xfrm>
            <a:off x="5284651" y="2311850"/>
            <a:ext cx="2538600" cy="497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8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7714" name="Google Shape;7714;p308"/>
          <p:cNvSpPr/>
          <p:nvPr/>
        </p:nvSpPr>
        <p:spPr>
          <a:xfrm rot="-1858022">
            <a:off x="-666282" y="4523640"/>
            <a:ext cx="1257303" cy="1273910"/>
          </a:xfrm>
          <a:custGeom>
            <a:rect b="b" l="l" r="r" t="t"/>
            <a:pathLst>
              <a:path extrusionOk="0" h="49357" w="56012">
                <a:moveTo>
                  <a:pt x="29954" y="0"/>
                </a:moveTo>
                <a:cubicBezTo>
                  <a:pt x="26409" y="0"/>
                  <a:pt x="22321" y="902"/>
                  <a:pt x="17654" y="3034"/>
                </a:cubicBezTo>
                <a:cubicBezTo>
                  <a:pt x="17654" y="3034"/>
                  <a:pt x="8827" y="7530"/>
                  <a:pt x="4406" y="14477"/>
                </a:cubicBezTo>
                <a:cubicBezTo>
                  <a:pt x="1" y="21424"/>
                  <a:pt x="347" y="30340"/>
                  <a:pt x="5715" y="36971"/>
                </a:cubicBezTo>
                <a:cubicBezTo>
                  <a:pt x="11068" y="43588"/>
                  <a:pt x="21308" y="42730"/>
                  <a:pt x="29878" y="46926"/>
                </a:cubicBezTo>
                <a:cubicBezTo>
                  <a:pt x="33082" y="48494"/>
                  <a:pt x="36410" y="49356"/>
                  <a:pt x="39533" y="49356"/>
                </a:cubicBezTo>
                <a:cubicBezTo>
                  <a:pt x="44766" y="49356"/>
                  <a:pt x="49425" y="46936"/>
                  <a:pt x="51967" y="41362"/>
                </a:cubicBezTo>
                <a:cubicBezTo>
                  <a:pt x="56012" y="32476"/>
                  <a:pt x="49907" y="29137"/>
                  <a:pt x="48854" y="18852"/>
                </a:cubicBezTo>
                <a:cubicBezTo>
                  <a:pt x="48037" y="10867"/>
                  <a:pt x="42263" y="0"/>
                  <a:pt x="29954"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715" name="Google Shape;7715;p308"/>
          <p:cNvGrpSpPr/>
          <p:nvPr/>
        </p:nvGrpSpPr>
        <p:grpSpPr>
          <a:xfrm>
            <a:off x="7421634" y="154775"/>
            <a:ext cx="1313073" cy="580503"/>
            <a:chOff x="7421634" y="154775"/>
            <a:chExt cx="1313073" cy="580503"/>
          </a:xfrm>
        </p:grpSpPr>
        <p:sp>
          <p:nvSpPr>
            <p:cNvPr id="7716" name="Google Shape;7716;p308"/>
            <p:cNvSpPr/>
            <p:nvPr/>
          </p:nvSpPr>
          <p:spPr>
            <a:xfrm>
              <a:off x="7421637" y="386405"/>
              <a:ext cx="1089450" cy="348874"/>
            </a:xfrm>
            <a:custGeom>
              <a:rect b="b" l="l" r="r" t="t"/>
              <a:pathLst>
                <a:path extrusionOk="0" fill="none" h="4647" w="14511">
                  <a:moveTo>
                    <a:pt x="13894" y="3805"/>
                  </a:moveTo>
                  <a:cubicBezTo>
                    <a:pt x="13263" y="3459"/>
                    <a:pt x="12977" y="3744"/>
                    <a:pt x="12766" y="3459"/>
                  </a:cubicBezTo>
                  <a:cubicBezTo>
                    <a:pt x="12541" y="3173"/>
                    <a:pt x="13383" y="2436"/>
                    <a:pt x="11684" y="1699"/>
                  </a:cubicBezTo>
                  <a:cubicBezTo>
                    <a:pt x="11684" y="1699"/>
                    <a:pt x="11578" y="121"/>
                    <a:pt x="9248" y="60"/>
                  </a:cubicBezTo>
                  <a:cubicBezTo>
                    <a:pt x="6917" y="0"/>
                    <a:pt x="7549" y="1654"/>
                    <a:pt x="6917" y="2045"/>
                  </a:cubicBezTo>
                  <a:cubicBezTo>
                    <a:pt x="6286" y="2436"/>
                    <a:pt x="6120" y="1820"/>
                    <a:pt x="5504" y="2211"/>
                  </a:cubicBezTo>
                  <a:cubicBezTo>
                    <a:pt x="4872" y="2617"/>
                    <a:pt x="5158" y="3399"/>
                    <a:pt x="4647" y="3519"/>
                  </a:cubicBezTo>
                  <a:cubicBezTo>
                    <a:pt x="4135" y="3624"/>
                    <a:pt x="3459" y="3008"/>
                    <a:pt x="2842" y="3399"/>
                  </a:cubicBezTo>
                  <a:cubicBezTo>
                    <a:pt x="2211" y="3805"/>
                    <a:pt x="2211" y="4135"/>
                    <a:pt x="1925" y="4135"/>
                  </a:cubicBezTo>
                  <a:cubicBezTo>
                    <a:pt x="1654" y="4135"/>
                    <a:pt x="1083" y="3910"/>
                    <a:pt x="737" y="4135"/>
                  </a:cubicBezTo>
                  <a:cubicBezTo>
                    <a:pt x="406" y="4376"/>
                    <a:pt x="0" y="4647"/>
                    <a:pt x="0" y="4647"/>
                  </a:cubicBezTo>
                  <a:lnTo>
                    <a:pt x="14345" y="4647"/>
                  </a:lnTo>
                  <a:cubicBezTo>
                    <a:pt x="14345" y="4647"/>
                    <a:pt x="14511" y="4135"/>
                    <a:pt x="13894" y="3805"/>
                  </a:cubicBezTo>
                  <a:close/>
                </a:path>
              </a:pathLst>
            </a:custGeom>
            <a:solidFill>
              <a:schemeClr val="lt1"/>
            </a:solid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717" name="Google Shape;7717;p308"/>
            <p:cNvGrpSpPr/>
            <p:nvPr/>
          </p:nvGrpSpPr>
          <p:grpSpPr>
            <a:xfrm flipH="1">
              <a:off x="7421634" y="154775"/>
              <a:ext cx="93234" cy="93234"/>
              <a:chOff x="7812545" y="194375"/>
              <a:chExt cx="105457" cy="105457"/>
            </a:xfrm>
          </p:grpSpPr>
          <p:sp>
            <p:nvSpPr>
              <p:cNvPr id="7718" name="Google Shape;7718;p308"/>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9" name="Google Shape;7719;p308"/>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0" name="Google Shape;7720;p308"/>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1" name="Google Shape;7721;p308"/>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22" name="Google Shape;7722;p308"/>
            <p:cNvSpPr/>
            <p:nvPr/>
          </p:nvSpPr>
          <p:spPr>
            <a:xfrm flipH="1">
              <a:off x="8641476" y="154795"/>
              <a:ext cx="93231" cy="93173"/>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23" name="Google Shape;7723;p308"/>
          <p:cNvGrpSpPr/>
          <p:nvPr/>
        </p:nvGrpSpPr>
        <p:grpSpPr>
          <a:xfrm>
            <a:off x="7319770" y="4322625"/>
            <a:ext cx="1421044" cy="650202"/>
            <a:chOff x="7319770" y="4322625"/>
            <a:chExt cx="1421044" cy="650202"/>
          </a:xfrm>
        </p:grpSpPr>
        <p:sp>
          <p:nvSpPr>
            <p:cNvPr id="7724" name="Google Shape;7724;p308"/>
            <p:cNvSpPr/>
            <p:nvPr/>
          </p:nvSpPr>
          <p:spPr>
            <a:xfrm>
              <a:off x="8205375" y="4867437"/>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5" name="Google Shape;7725;p308"/>
            <p:cNvSpPr/>
            <p:nvPr/>
          </p:nvSpPr>
          <p:spPr>
            <a:xfrm>
              <a:off x="7868626" y="432262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7726" name="Google Shape;7726;p308"/>
            <p:cNvGrpSpPr/>
            <p:nvPr/>
          </p:nvGrpSpPr>
          <p:grpSpPr>
            <a:xfrm>
              <a:off x="8635357" y="4441263"/>
              <a:ext cx="105457" cy="105457"/>
              <a:chOff x="7812545" y="194375"/>
              <a:chExt cx="105457" cy="105457"/>
            </a:xfrm>
          </p:grpSpPr>
          <p:sp>
            <p:nvSpPr>
              <p:cNvPr id="7727" name="Google Shape;7727;p308"/>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8" name="Google Shape;7728;p308"/>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9" name="Google Shape;7729;p308"/>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0" name="Google Shape;7730;p308"/>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31" name="Google Shape;7731;p308"/>
            <p:cNvGrpSpPr/>
            <p:nvPr/>
          </p:nvGrpSpPr>
          <p:grpSpPr>
            <a:xfrm>
              <a:off x="7319770" y="4672638"/>
              <a:ext cx="105457" cy="105457"/>
              <a:chOff x="7812545" y="194375"/>
              <a:chExt cx="105457" cy="105457"/>
            </a:xfrm>
          </p:grpSpPr>
          <p:sp>
            <p:nvSpPr>
              <p:cNvPr id="7732" name="Google Shape;7732;p308"/>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3" name="Google Shape;7733;p308"/>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4" name="Google Shape;7734;p308"/>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5" name="Google Shape;7735;p308"/>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7736" name="Google Shape;7736;p308"/>
          <p:cNvGrpSpPr/>
          <p:nvPr/>
        </p:nvGrpSpPr>
        <p:grpSpPr>
          <a:xfrm>
            <a:off x="-761575" y="-488764"/>
            <a:ext cx="1578128" cy="1318359"/>
            <a:chOff x="-761575" y="-488764"/>
            <a:chExt cx="1578128" cy="1318359"/>
          </a:xfrm>
        </p:grpSpPr>
        <p:sp>
          <p:nvSpPr>
            <p:cNvPr id="7737" name="Google Shape;7737;p308"/>
            <p:cNvSpPr/>
            <p:nvPr/>
          </p:nvSpPr>
          <p:spPr>
            <a:xfrm>
              <a:off x="-761575" y="-455027"/>
              <a:ext cx="1578128" cy="1284622"/>
            </a:xfrm>
            <a:custGeom>
              <a:rect b="b" l="l" r="r" t="t"/>
              <a:pathLst>
                <a:path extrusionOk="0" h="48924" w="60102">
                  <a:moveTo>
                    <a:pt x="31550" y="1"/>
                  </a:moveTo>
                  <a:cubicBezTo>
                    <a:pt x="28688" y="1"/>
                    <a:pt x="25391" y="541"/>
                    <a:pt x="22089" y="2238"/>
                  </a:cubicBezTo>
                  <a:cubicBezTo>
                    <a:pt x="12977" y="6900"/>
                    <a:pt x="8196" y="17230"/>
                    <a:pt x="4091" y="25485"/>
                  </a:cubicBezTo>
                  <a:cubicBezTo>
                    <a:pt x="1" y="33725"/>
                    <a:pt x="2016" y="42612"/>
                    <a:pt x="8767" y="47123"/>
                  </a:cubicBezTo>
                  <a:cubicBezTo>
                    <a:pt x="10764" y="48461"/>
                    <a:pt x="12590" y="48924"/>
                    <a:pt x="14421" y="48924"/>
                  </a:cubicBezTo>
                  <a:cubicBezTo>
                    <a:pt x="18514" y="48924"/>
                    <a:pt x="22630" y="46611"/>
                    <a:pt x="28730" y="46611"/>
                  </a:cubicBezTo>
                  <a:cubicBezTo>
                    <a:pt x="29125" y="46611"/>
                    <a:pt x="29527" y="46621"/>
                    <a:pt x="29939" y="46641"/>
                  </a:cubicBezTo>
                  <a:cubicBezTo>
                    <a:pt x="34134" y="46851"/>
                    <a:pt x="36984" y="47278"/>
                    <a:pt x="39535" y="47278"/>
                  </a:cubicBezTo>
                  <a:cubicBezTo>
                    <a:pt x="42835" y="47278"/>
                    <a:pt x="45637" y="46563"/>
                    <a:pt x="50208" y="43739"/>
                  </a:cubicBezTo>
                  <a:cubicBezTo>
                    <a:pt x="58328" y="38732"/>
                    <a:pt x="60102" y="25500"/>
                    <a:pt x="54042" y="15140"/>
                  </a:cubicBezTo>
                  <a:cubicBezTo>
                    <a:pt x="47997" y="4779"/>
                    <a:pt x="40254" y="1667"/>
                    <a:pt x="40254" y="1667"/>
                  </a:cubicBezTo>
                  <a:cubicBezTo>
                    <a:pt x="40254" y="1667"/>
                    <a:pt x="36573" y="1"/>
                    <a:pt x="31550"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8" name="Google Shape;7738;p308"/>
            <p:cNvSpPr/>
            <p:nvPr/>
          </p:nvSpPr>
          <p:spPr>
            <a:xfrm rot="899878">
              <a:off x="-523899" y="-362625"/>
              <a:ext cx="1102774" cy="971749"/>
            </a:xfrm>
            <a:custGeom>
              <a:rect b="b" l="l" r="r" t="t"/>
              <a:pathLst>
                <a:path extrusionOk="0" h="49357" w="56012">
                  <a:moveTo>
                    <a:pt x="29954" y="0"/>
                  </a:moveTo>
                  <a:cubicBezTo>
                    <a:pt x="26409" y="0"/>
                    <a:pt x="22321" y="902"/>
                    <a:pt x="17654" y="3034"/>
                  </a:cubicBezTo>
                  <a:cubicBezTo>
                    <a:pt x="17654" y="3034"/>
                    <a:pt x="8827" y="7530"/>
                    <a:pt x="4406" y="14477"/>
                  </a:cubicBezTo>
                  <a:cubicBezTo>
                    <a:pt x="1" y="21424"/>
                    <a:pt x="347" y="30340"/>
                    <a:pt x="5715" y="36971"/>
                  </a:cubicBezTo>
                  <a:cubicBezTo>
                    <a:pt x="11068" y="43588"/>
                    <a:pt x="21308" y="42730"/>
                    <a:pt x="29878" y="46926"/>
                  </a:cubicBezTo>
                  <a:cubicBezTo>
                    <a:pt x="33082" y="48494"/>
                    <a:pt x="36410" y="49356"/>
                    <a:pt x="39533" y="49356"/>
                  </a:cubicBezTo>
                  <a:cubicBezTo>
                    <a:pt x="44766" y="49356"/>
                    <a:pt x="49425" y="46936"/>
                    <a:pt x="51967" y="41362"/>
                  </a:cubicBezTo>
                  <a:cubicBezTo>
                    <a:pt x="56012" y="32476"/>
                    <a:pt x="49907" y="29137"/>
                    <a:pt x="48854" y="18852"/>
                  </a:cubicBezTo>
                  <a:cubicBezTo>
                    <a:pt x="48037" y="10867"/>
                    <a:pt x="42263" y="0"/>
                    <a:pt x="29954"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BLANK_18">
    <p:spTree>
      <p:nvGrpSpPr>
        <p:cNvPr id="7739" name="Shape 7739"/>
        <p:cNvGrpSpPr/>
        <p:nvPr/>
      </p:nvGrpSpPr>
      <p:grpSpPr>
        <a:xfrm>
          <a:off x="0" y="0"/>
          <a:ext cx="0" cy="0"/>
          <a:chOff x="0" y="0"/>
          <a:chExt cx="0" cy="0"/>
        </a:xfrm>
      </p:grpSpPr>
      <p:sp>
        <p:nvSpPr>
          <p:cNvPr id="7740" name="Google Shape;7740;p30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7741" name="Google Shape;7741;p309"/>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742" name="Google Shape;7742;p309"/>
          <p:cNvSpPr txBox="1"/>
          <p:nvPr>
            <p:ph idx="1" type="subTitle"/>
          </p:nvPr>
        </p:nvSpPr>
        <p:spPr>
          <a:xfrm>
            <a:off x="4998625" y="1632940"/>
            <a:ext cx="3459600" cy="38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800"/>
              <a:buNone/>
              <a:defRPr b="1" sz="2000">
                <a:solidFill>
                  <a:schemeClr val="accent2"/>
                </a:solidFill>
                <a:latin typeface="Barlow"/>
                <a:ea typeface="Barlow"/>
                <a:cs typeface="Barlow"/>
                <a:sym typeface="Barlow"/>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7743" name="Google Shape;7743;p309"/>
          <p:cNvSpPr txBox="1"/>
          <p:nvPr>
            <p:ph idx="2" type="subTitle"/>
          </p:nvPr>
        </p:nvSpPr>
        <p:spPr>
          <a:xfrm>
            <a:off x="4998625" y="2118453"/>
            <a:ext cx="3459600" cy="20013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accent1"/>
              </a:buClr>
              <a:buSzPts val="1800"/>
              <a:buChar char="●"/>
              <a:defRPr/>
            </a:lvl1pPr>
            <a:lvl2pPr lvl="1" algn="ctr">
              <a:lnSpc>
                <a:spcPct val="100000"/>
              </a:lnSpc>
              <a:spcBef>
                <a:spcPts val="0"/>
              </a:spcBef>
              <a:spcAft>
                <a:spcPts val="0"/>
              </a:spcAft>
              <a:buSzPts val="1800"/>
              <a:buChar char="○"/>
              <a:defRPr sz="1800"/>
            </a:lvl2pPr>
            <a:lvl3pPr lvl="2" algn="ctr">
              <a:lnSpc>
                <a:spcPct val="100000"/>
              </a:lnSpc>
              <a:spcBef>
                <a:spcPts val="0"/>
              </a:spcBef>
              <a:spcAft>
                <a:spcPts val="0"/>
              </a:spcAft>
              <a:buSzPts val="1800"/>
              <a:buChar char="■"/>
              <a:defRPr sz="1800"/>
            </a:lvl3pPr>
            <a:lvl4pPr lvl="3" algn="ctr">
              <a:lnSpc>
                <a:spcPct val="100000"/>
              </a:lnSpc>
              <a:spcBef>
                <a:spcPts val="0"/>
              </a:spcBef>
              <a:spcAft>
                <a:spcPts val="0"/>
              </a:spcAft>
              <a:buSzPts val="1800"/>
              <a:buChar char="●"/>
              <a:defRPr sz="1800"/>
            </a:lvl4pPr>
            <a:lvl5pPr lvl="4" algn="ctr">
              <a:lnSpc>
                <a:spcPct val="100000"/>
              </a:lnSpc>
              <a:spcBef>
                <a:spcPts val="0"/>
              </a:spcBef>
              <a:spcAft>
                <a:spcPts val="0"/>
              </a:spcAft>
              <a:buSzPts val="1800"/>
              <a:buChar char="○"/>
              <a:defRPr sz="1800"/>
            </a:lvl5pPr>
            <a:lvl6pPr lvl="5" algn="ctr">
              <a:lnSpc>
                <a:spcPct val="100000"/>
              </a:lnSpc>
              <a:spcBef>
                <a:spcPts val="0"/>
              </a:spcBef>
              <a:spcAft>
                <a:spcPts val="0"/>
              </a:spcAft>
              <a:buSzPts val="1800"/>
              <a:buChar char="■"/>
              <a:defRPr sz="1800"/>
            </a:lvl6pPr>
            <a:lvl7pPr lvl="6" algn="ctr">
              <a:lnSpc>
                <a:spcPct val="100000"/>
              </a:lnSpc>
              <a:spcBef>
                <a:spcPts val="0"/>
              </a:spcBef>
              <a:spcAft>
                <a:spcPts val="0"/>
              </a:spcAft>
              <a:buSzPts val="1800"/>
              <a:buChar char="●"/>
              <a:defRPr sz="1800"/>
            </a:lvl7pPr>
            <a:lvl8pPr lvl="7" algn="ctr">
              <a:lnSpc>
                <a:spcPct val="100000"/>
              </a:lnSpc>
              <a:spcBef>
                <a:spcPts val="0"/>
              </a:spcBef>
              <a:spcAft>
                <a:spcPts val="0"/>
              </a:spcAft>
              <a:buSzPts val="1800"/>
              <a:buChar char="○"/>
              <a:defRPr sz="1800"/>
            </a:lvl8pPr>
            <a:lvl9pPr lvl="8" algn="ctr">
              <a:lnSpc>
                <a:spcPct val="100000"/>
              </a:lnSpc>
              <a:spcBef>
                <a:spcPts val="0"/>
              </a:spcBef>
              <a:spcAft>
                <a:spcPts val="0"/>
              </a:spcAft>
              <a:buSzPts val="1800"/>
              <a:buChar char="■"/>
              <a:defRPr sz="1800"/>
            </a:lvl9pPr>
          </a:lstStyle>
          <a:p/>
        </p:txBody>
      </p:sp>
      <p:sp>
        <p:nvSpPr>
          <p:cNvPr id="7744" name="Google Shape;7744;p309"/>
          <p:cNvSpPr txBox="1"/>
          <p:nvPr>
            <p:ph idx="3" type="subTitle"/>
          </p:nvPr>
        </p:nvSpPr>
        <p:spPr>
          <a:xfrm>
            <a:off x="685800" y="1632940"/>
            <a:ext cx="3459600" cy="38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800"/>
              <a:buNone/>
              <a:defRPr b="1" sz="2000">
                <a:solidFill>
                  <a:schemeClr val="accent2"/>
                </a:solidFill>
                <a:latin typeface="Barlow"/>
                <a:ea typeface="Barlow"/>
                <a:cs typeface="Barlow"/>
                <a:sym typeface="Barlow"/>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7745" name="Google Shape;7745;p309"/>
          <p:cNvSpPr txBox="1"/>
          <p:nvPr>
            <p:ph idx="4" type="subTitle"/>
          </p:nvPr>
        </p:nvSpPr>
        <p:spPr>
          <a:xfrm>
            <a:off x="685800" y="2118455"/>
            <a:ext cx="3459600" cy="20013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accent1"/>
              </a:buClr>
              <a:buSzPts val="1800"/>
              <a:buChar char="●"/>
              <a:defRPr/>
            </a:lvl1pPr>
            <a:lvl2pPr lvl="1" algn="ctr">
              <a:lnSpc>
                <a:spcPct val="100000"/>
              </a:lnSpc>
              <a:spcBef>
                <a:spcPts val="0"/>
              </a:spcBef>
              <a:spcAft>
                <a:spcPts val="0"/>
              </a:spcAft>
              <a:buSzPts val="1800"/>
              <a:buChar char="○"/>
              <a:defRPr sz="1800"/>
            </a:lvl2pPr>
            <a:lvl3pPr lvl="2" algn="ctr">
              <a:lnSpc>
                <a:spcPct val="100000"/>
              </a:lnSpc>
              <a:spcBef>
                <a:spcPts val="0"/>
              </a:spcBef>
              <a:spcAft>
                <a:spcPts val="0"/>
              </a:spcAft>
              <a:buSzPts val="1800"/>
              <a:buChar char="■"/>
              <a:defRPr sz="1800"/>
            </a:lvl3pPr>
            <a:lvl4pPr lvl="3" algn="ctr">
              <a:lnSpc>
                <a:spcPct val="100000"/>
              </a:lnSpc>
              <a:spcBef>
                <a:spcPts val="0"/>
              </a:spcBef>
              <a:spcAft>
                <a:spcPts val="0"/>
              </a:spcAft>
              <a:buSzPts val="1800"/>
              <a:buChar char="●"/>
              <a:defRPr sz="1800"/>
            </a:lvl4pPr>
            <a:lvl5pPr lvl="4" algn="ctr">
              <a:lnSpc>
                <a:spcPct val="100000"/>
              </a:lnSpc>
              <a:spcBef>
                <a:spcPts val="0"/>
              </a:spcBef>
              <a:spcAft>
                <a:spcPts val="0"/>
              </a:spcAft>
              <a:buSzPts val="1800"/>
              <a:buChar char="○"/>
              <a:defRPr sz="1800"/>
            </a:lvl5pPr>
            <a:lvl6pPr lvl="5" algn="ctr">
              <a:lnSpc>
                <a:spcPct val="100000"/>
              </a:lnSpc>
              <a:spcBef>
                <a:spcPts val="0"/>
              </a:spcBef>
              <a:spcAft>
                <a:spcPts val="0"/>
              </a:spcAft>
              <a:buSzPts val="1800"/>
              <a:buChar char="■"/>
              <a:defRPr sz="1800"/>
            </a:lvl6pPr>
            <a:lvl7pPr lvl="6" algn="ctr">
              <a:lnSpc>
                <a:spcPct val="100000"/>
              </a:lnSpc>
              <a:spcBef>
                <a:spcPts val="0"/>
              </a:spcBef>
              <a:spcAft>
                <a:spcPts val="0"/>
              </a:spcAft>
              <a:buSzPts val="1800"/>
              <a:buChar char="●"/>
              <a:defRPr sz="1800"/>
            </a:lvl7pPr>
            <a:lvl8pPr lvl="7" algn="ctr">
              <a:lnSpc>
                <a:spcPct val="100000"/>
              </a:lnSpc>
              <a:spcBef>
                <a:spcPts val="0"/>
              </a:spcBef>
              <a:spcAft>
                <a:spcPts val="0"/>
              </a:spcAft>
              <a:buSzPts val="1800"/>
              <a:buChar char="○"/>
              <a:defRPr sz="1800"/>
            </a:lvl8pPr>
            <a:lvl9pPr lvl="8" algn="ctr">
              <a:lnSpc>
                <a:spcPct val="100000"/>
              </a:lnSpc>
              <a:spcBef>
                <a:spcPts val="0"/>
              </a:spcBef>
              <a:spcAft>
                <a:spcPts val="0"/>
              </a:spcAft>
              <a:buSzPts val="1800"/>
              <a:buChar char="■"/>
              <a:defRPr sz="1800"/>
            </a:lvl9pPr>
          </a:lstStyle>
          <a:p/>
        </p:txBody>
      </p:sp>
      <p:grpSp>
        <p:nvGrpSpPr>
          <p:cNvPr id="7746" name="Google Shape;7746;p309"/>
          <p:cNvGrpSpPr/>
          <p:nvPr/>
        </p:nvGrpSpPr>
        <p:grpSpPr>
          <a:xfrm>
            <a:off x="8084850" y="4293850"/>
            <a:ext cx="1463600" cy="1388798"/>
            <a:chOff x="8084850" y="4293850"/>
            <a:chExt cx="1463600" cy="1388798"/>
          </a:xfrm>
        </p:grpSpPr>
        <p:sp>
          <p:nvSpPr>
            <p:cNvPr id="7747" name="Google Shape;7747;p309"/>
            <p:cNvSpPr/>
            <p:nvPr/>
          </p:nvSpPr>
          <p:spPr>
            <a:xfrm flipH="1">
              <a:off x="8084857" y="4293850"/>
              <a:ext cx="1463593" cy="1176898"/>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8" name="Google Shape;7748;p309"/>
            <p:cNvSpPr/>
            <p:nvPr/>
          </p:nvSpPr>
          <p:spPr>
            <a:xfrm>
              <a:off x="8084850" y="4432988"/>
              <a:ext cx="1411448" cy="1249660"/>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49" name="Google Shape;7749;p309"/>
          <p:cNvGrpSpPr/>
          <p:nvPr/>
        </p:nvGrpSpPr>
        <p:grpSpPr>
          <a:xfrm>
            <a:off x="-717350" y="3957135"/>
            <a:ext cx="1914569" cy="1586363"/>
            <a:chOff x="-717350" y="3957135"/>
            <a:chExt cx="1914569" cy="1586363"/>
          </a:xfrm>
        </p:grpSpPr>
        <p:sp>
          <p:nvSpPr>
            <p:cNvPr id="7750" name="Google Shape;7750;p309"/>
            <p:cNvSpPr/>
            <p:nvPr/>
          </p:nvSpPr>
          <p:spPr>
            <a:xfrm>
              <a:off x="1103988" y="4872095"/>
              <a:ext cx="93231" cy="93173"/>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751" name="Google Shape;7751;p309"/>
            <p:cNvGrpSpPr/>
            <p:nvPr/>
          </p:nvGrpSpPr>
          <p:grpSpPr>
            <a:xfrm>
              <a:off x="361171" y="3957135"/>
              <a:ext cx="93234" cy="93234"/>
              <a:chOff x="7812545" y="194375"/>
              <a:chExt cx="105457" cy="105457"/>
            </a:xfrm>
          </p:grpSpPr>
          <p:sp>
            <p:nvSpPr>
              <p:cNvPr id="7752" name="Google Shape;7752;p309"/>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3" name="Google Shape;7753;p309"/>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4" name="Google Shape;7754;p309"/>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5" name="Google Shape;7755;p309"/>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56" name="Google Shape;7756;p309"/>
            <p:cNvSpPr/>
            <p:nvPr/>
          </p:nvSpPr>
          <p:spPr>
            <a:xfrm>
              <a:off x="-717350" y="4293838"/>
              <a:ext cx="1411448" cy="1249660"/>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57" name="Google Shape;7757;p309"/>
          <p:cNvGrpSpPr/>
          <p:nvPr/>
        </p:nvGrpSpPr>
        <p:grpSpPr>
          <a:xfrm>
            <a:off x="221846" y="184375"/>
            <a:ext cx="644290" cy="401656"/>
            <a:chOff x="221846" y="184375"/>
            <a:chExt cx="644290" cy="401656"/>
          </a:xfrm>
        </p:grpSpPr>
        <p:grpSp>
          <p:nvGrpSpPr>
            <p:cNvPr id="7758" name="Google Shape;7758;p309"/>
            <p:cNvGrpSpPr/>
            <p:nvPr/>
          </p:nvGrpSpPr>
          <p:grpSpPr>
            <a:xfrm>
              <a:off x="772902" y="184375"/>
              <a:ext cx="93234" cy="93234"/>
              <a:chOff x="7812545" y="194375"/>
              <a:chExt cx="105457" cy="105457"/>
            </a:xfrm>
          </p:grpSpPr>
          <p:sp>
            <p:nvSpPr>
              <p:cNvPr id="7759" name="Google Shape;7759;p309"/>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0" name="Google Shape;7760;p309"/>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1" name="Google Shape;7761;p309"/>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2" name="Google Shape;7762;p309"/>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63" name="Google Shape;7763;p309"/>
            <p:cNvGrpSpPr/>
            <p:nvPr/>
          </p:nvGrpSpPr>
          <p:grpSpPr>
            <a:xfrm>
              <a:off x="221846" y="492797"/>
              <a:ext cx="93234" cy="93234"/>
              <a:chOff x="7812545" y="194375"/>
              <a:chExt cx="105457" cy="105457"/>
            </a:xfrm>
          </p:grpSpPr>
          <p:sp>
            <p:nvSpPr>
              <p:cNvPr id="7764" name="Google Shape;7764;p309"/>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5" name="Google Shape;7765;p309"/>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6" name="Google Shape;7766;p309"/>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7" name="Google Shape;7767;p309"/>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3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3">
  <p:cSld name="BLANK_22">
    <p:spTree>
      <p:nvGrpSpPr>
        <p:cNvPr id="7768" name="Shape 7768"/>
        <p:cNvGrpSpPr/>
        <p:nvPr/>
      </p:nvGrpSpPr>
      <p:grpSpPr>
        <a:xfrm>
          <a:off x="0" y="0"/>
          <a:ext cx="0" cy="0"/>
          <a:chOff x="0" y="0"/>
          <a:chExt cx="0" cy="0"/>
        </a:xfrm>
      </p:grpSpPr>
      <p:sp>
        <p:nvSpPr>
          <p:cNvPr id="7769" name="Google Shape;7769;p3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7770" name="Google Shape;7770;p310"/>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771" name="Google Shape;7771;p310"/>
          <p:cNvSpPr txBox="1"/>
          <p:nvPr>
            <p:ph idx="1" type="subTitle"/>
          </p:nvPr>
        </p:nvSpPr>
        <p:spPr>
          <a:xfrm>
            <a:off x="2286745" y="3114078"/>
            <a:ext cx="4265700" cy="38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800"/>
              <a:buNone/>
              <a:defRPr b="1" sz="2000">
                <a:solidFill>
                  <a:schemeClr val="accent2"/>
                </a:solidFill>
                <a:latin typeface="Barlow"/>
                <a:ea typeface="Barlow"/>
                <a:cs typeface="Barlow"/>
                <a:sym typeface="Barlow"/>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7772" name="Google Shape;7772;p310"/>
          <p:cNvSpPr txBox="1"/>
          <p:nvPr>
            <p:ph idx="2" type="subTitle"/>
          </p:nvPr>
        </p:nvSpPr>
        <p:spPr>
          <a:xfrm>
            <a:off x="2286745" y="3508150"/>
            <a:ext cx="4265700" cy="497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8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7773" name="Google Shape;7773;p310"/>
          <p:cNvSpPr txBox="1"/>
          <p:nvPr>
            <p:ph idx="3" type="subTitle"/>
          </p:nvPr>
        </p:nvSpPr>
        <p:spPr>
          <a:xfrm>
            <a:off x="2286745" y="1737375"/>
            <a:ext cx="4265700" cy="387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800"/>
              <a:buNone/>
              <a:defRPr b="1" sz="2000">
                <a:solidFill>
                  <a:schemeClr val="accent2"/>
                </a:solidFill>
                <a:latin typeface="Barlow"/>
                <a:ea typeface="Barlow"/>
                <a:cs typeface="Barlow"/>
                <a:sym typeface="Barlow"/>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7774" name="Google Shape;7774;p310"/>
          <p:cNvSpPr txBox="1"/>
          <p:nvPr>
            <p:ph idx="4" type="subTitle"/>
          </p:nvPr>
        </p:nvSpPr>
        <p:spPr>
          <a:xfrm>
            <a:off x="2286745" y="2131450"/>
            <a:ext cx="4265700" cy="497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8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7775" name="Google Shape;7775;p310"/>
          <p:cNvSpPr txBox="1"/>
          <p:nvPr>
            <p:ph hasCustomPrompt="1" idx="5" type="title"/>
          </p:nvPr>
        </p:nvSpPr>
        <p:spPr>
          <a:xfrm>
            <a:off x="7001304" y="2043438"/>
            <a:ext cx="1280700" cy="528300"/>
          </a:xfrm>
          <a:prstGeom prst="rect">
            <a:avLst/>
          </a:prstGeom>
        </p:spPr>
        <p:txBody>
          <a:bodyPr anchorCtr="0" anchor="ctr" bIns="91425" lIns="91425" spcFirstLastPara="1" rIns="91425" wrap="square" tIns="91425">
            <a:noAutofit/>
          </a:bodyPr>
          <a:lstStyle>
            <a:lvl1pPr lvl="0" algn="ctr">
              <a:spcBef>
                <a:spcPts val="0"/>
              </a:spcBef>
              <a:spcAft>
                <a:spcPts val="0"/>
              </a:spcAft>
              <a:buSzPts val="3000"/>
              <a:buNone/>
              <a:defRPr sz="3000">
                <a:solidFill>
                  <a:schemeClr val="accent2"/>
                </a:solidFill>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sp>
        <p:nvSpPr>
          <p:cNvPr id="7776" name="Google Shape;7776;p310"/>
          <p:cNvSpPr txBox="1"/>
          <p:nvPr>
            <p:ph hasCustomPrompt="1" idx="6" type="title"/>
          </p:nvPr>
        </p:nvSpPr>
        <p:spPr>
          <a:xfrm>
            <a:off x="7001304" y="3421613"/>
            <a:ext cx="1280700" cy="528300"/>
          </a:xfrm>
          <a:prstGeom prst="rect">
            <a:avLst/>
          </a:prstGeom>
        </p:spPr>
        <p:txBody>
          <a:bodyPr anchorCtr="0" anchor="ctr" bIns="91425" lIns="91425" spcFirstLastPara="1" rIns="91425" wrap="square" tIns="91425">
            <a:noAutofit/>
          </a:bodyPr>
          <a:lstStyle>
            <a:lvl1pPr lvl="0" algn="ctr">
              <a:spcBef>
                <a:spcPts val="0"/>
              </a:spcBef>
              <a:spcAft>
                <a:spcPts val="0"/>
              </a:spcAft>
              <a:buSzPts val="3000"/>
              <a:buNone/>
              <a:defRPr sz="3000">
                <a:solidFill>
                  <a:schemeClr val="accent2"/>
                </a:solidFill>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grpSp>
        <p:nvGrpSpPr>
          <p:cNvPr id="7777" name="Google Shape;7777;p310"/>
          <p:cNvGrpSpPr/>
          <p:nvPr/>
        </p:nvGrpSpPr>
        <p:grpSpPr>
          <a:xfrm>
            <a:off x="-427206" y="4089303"/>
            <a:ext cx="1802175" cy="1760346"/>
            <a:chOff x="-427206" y="4089303"/>
            <a:chExt cx="1802175" cy="1760346"/>
          </a:xfrm>
        </p:grpSpPr>
        <p:sp>
          <p:nvSpPr>
            <p:cNvPr id="7778" name="Google Shape;7778;p310"/>
            <p:cNvSpPr/>
            <p:nvPr/>
          </p:nvSpPr>
          <p:spPr>
            <a:xfrm flipH="1">
              <a:off x="-427206" y="4089303"/>
              <a:ext cx="1802175" cy="1449157"/>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9" name="Google Shape;7779;p310"/>
            <p:cNvSpPr/>
            <p:nvPr/>
          </p:nvSpPr>
          <p:spPr>
            <a:xfrm rot="5828238">
              <a:off x="-16738" y="4485381"/>
              <a:ext cx="1085117" cy="1469222"/>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80" name="Google Shape;7780;p310"/>
          <p:cNvGrpSpPr/>
          <p:nvPr/>
        </p:nvGrpSpPr>
        <p:grpSpPr>
          <a:xfrm>
            <a:off x="241711" y="191700"/>
            <a:ext cx="706103" cy="747169"/>
            <a:chOff x="241711" y="191700"/>
            <a:chExt cx="706103" cy="747169"/>
          </a:xfrm>
        </p:grpSpPr>
        <p:sp>
          <p:nvSpPr>
            <p:cNvPr id="7781" name="Google Shape;7781;p310"/>
            <p:cNvSpPr/>
            <p:nvPr/>
          </p:nvSpPr>
          <p:spPr>
            <a:xfrm>
              <a:off x="842363" y="191700"/>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782" name="Google Shape;7782;p310"/>
            <p:cNvGrpSpPr/>
            <p:nvPr/>
          </p:nvGrpSpPr>
          <p:grpSpPr>
            <a:xfrm>
              <a:off x="307895" y="833413"/>
              <a:ext cx="105457" cy="105457"/>
              <a:chOff x="7812545" y="194375"/>
              <a:chExt cx="105457" cy="105457"/>
            </a:xfrm>
          </p:grpSpPr>
          <p:sp>
            <p:nvSpPr>
              <p:cNvPr id="7783" name="Google Shape;7783;p310"/>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4" name="Google Shape;7784;p310"/>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5" name="Google Shape;7785;p310"/>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6" name="Google Shape;7786;p310"/>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87" name="Google Shape;7787;p310"/>
            <p:cNvSpPr/>
            <p:nvPr/>
          </p:nvSpPr>
          <p:spPr>
            <a:xfrm>
              <a:off x="241711" y="244839"/>
              <a:ext cx="171626" cy="171542"/>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88" name="Google Shape;7788;p310"/>
          <p:cNvSpPr/>
          <p:nvPr/>
        </p:nvSpPr>
        <p:spPr>
          <a:xfrm rot="2700000">
            <a:off x="8490124" y="4034762"/>
            <a:ext cx="1085154" cy="1469202"/>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4">
  <p:cSld name="BLANK_25">
    <p:spTree>
      <p:nvGrpSpPr>
        <p:cNvPr id="7789" name="Shape 7789"/>
        <p:cNvGrpSpPr/>
        <p:nvPr/>
      </p:nvGrpSpPr>
      <p:grpSpPr>
        <a:xfrm>
          <a:off x="0" y="0"/>
          <a:ext cx="0" cy="0"/>
          <a:chOff x="0" y="0"/>
          <a:chExt cx="0" cy="0"/>
        </a:xfrm>
      </p:grpSpPr>
      <p:sp>
        <p:nvSpPr>
          <p:cNvPr id="7790" name="Google Shape;7790;p3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7791" name="Google Shape;7791;p311"/>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792" name="Google Shape;7792;p311"/>
          <p:cNvSpPr txBox="1"/>
          <p:nvPr>
            <p:ph idx="1" type="subTitle"/>
          </p:nvPr>
        </p:nvSpPr>
        <p:spPr>
          <a:xfrm>
            <a:off x="4998625" y="1284148"/>
            <a:ext cx="3459600" cy="2938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accent1"/>
              </a:buClr>
              <a:buSzPts val="1400"/>
              <a:buChar char="●"/>
              <a:defRPr b="1"/>
            </a:lvl1pPr>
            <a:lvl2pPr lvl="1" algn="ctr">
              <a:lnSpc>
                <a:spcPct val="100000"/>
              </a:lnSpc>
              <a:spcBef>
                <a:spcPts val="0"/>
              </a:spcBef>
              <a:spcAft>
                <a:spcPts val="0"/>
              </a:spcAft>
              <a:buSzPts val="1400"/>
              <a:buChar char="○"/>
              <a:defRPr sz="1800"/>
            </a:lvl2pPr>
            <a:lvl3pPr lvl="2" algn="ctr">
              <a:lnSpc>
                <a:spcPct val="100000"/>
              </a:lnSpc>
              <a:spcBef>
                <a:spcPts val="0"/>
              </a:spcBef>
              <a:spcAft>
                <a:spcPts val="0"/>
              </a:spcAft>
              <a:buSzPts val="1400"/>
              <a:buChar char="■"/>
              <a:defRPr sz="1800"/>
            </a:lvl3pPr>
            <a:lvl4pPr lvl="3" algn="ctr">
              <a:lnSpc>
                <a:spcPct val="100000"/>
              </a:lnSpc>
              <a:spcBef>
                <a:spcPts val="0"/>
              </a:spcBef>
              <a:spcAft>
                <a:spcPts val="0"/>
              </a:spcAft>
              <a:buSzPts val="1400"/>
              <a:buChar char="●"/>
              <a:defRPr sz="1800"/>
            </a:lvl4pPr>
            <a:lvl5pPr lvl="4" algn="ctr">
              <a:lnSpc>
                <a:spcPct val="100000"/>
              </a:lnSpc>
              <a:spcBef>
                <a:spcPts val="0"/>
              </a:spcBef>
              <a:spcAft>
                <a:spcPts val="0"/>
              </a:spcAft>
              <a:buSzPts val="1400"/>
              <a:buChar char="○"/>
              <a:defRPr sz="1800"/>
            </a:lvl5pPr>
            <a:lvl6pPr lvl="5" algn="ctr">
              <a:lnSpc>
                <a:spcPct val="100000"/>
              </a:lnSpc>
              <a:spcBef>
                <a:spcPts val="0"/>
              </a:spcBef>
              <a:spcAft>
                <a:spcPts val="0"/>
              </a:spcAft>
              <a:buSzPts val="1400"/>
              <a:buChar char="■"/>
              <a:defRPr sz="1800"/>
            </a:lvl6pPr>
            <a:lvl7pPr lvl="6" algn="ctr">
              <a:lnSpc>
                <a:spcPct val="100000"/>
              </a:lnSpc>
              <a:spcBef>
                <a:spcPts val="0"/>
              </a:spcBef>
              <a:spcAft>
                <a:spcPts val="0"/>
              </a:spcAft>
              <a:buSzPts val="1400"/>
              <a:buChar char="●"/>
              <a:defRPr sz="1800"/>
            </a:lvl7pPr>
            <a:lvl8pPr lvl="7" algn="ctr">
              <a:lnSpc>
                <a:spcPct val="100000"/>
              </a:lnSpc>
              <a:spcBef>
                <a:spcPts val="0"/>
              </a:spcBef>
              <a:spcAft>
                <a:spcPts val="0"/>
              </a:spcAft>
              <a:buSzPts val="1400"/>
              <a:buChar char="○"/>
              <a:defRPr sz="1800"/>
            </a:lvl8pPr>
            <a:lvl9pPr lvl="8" algn="ctr">
              <a:lnSpc>
                <a:spcPct val="100000"/>
              </a:lnSpc>
              <a:spcBef>
                <a:spcPts val="0"/>
              </a:spcBef>
              <a:spcAft>
                <a:spcPts val="0"/>
              </a:spcAft>
              <a:buSzPts val="1400"/>
              <a:buChar char="■"/>
              <a:defRPr sz="1800"/>
            </a:lvl9pPr>
          </a:lstStyle>
          <a:p/>
        </p:txBody>
      </p:sp>
      <p:sp>
        <p:nvSpPr>
          <p:cNvPr id="7793" name="Google Shape;7793;p311"/>
          <p:cNvSpPr txBox="1"/>
          <p:nvPr>
            <p:ph idx="2" type="subTitle"/>
          </p:nvPr>
        </p:nvSpPr>
        <p:spPr>
          <a:xfrm>
            <a:off x="685800" y="1284151"/>
            <a:ext cx="3459600" cy="2938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400"/>
              <a:buChar char="●"/>
              <a:defRPr/>
            </a:lvl1pPr>
            <a:lvl2pPr lvl="1" algn="ctr">
              <a:lnSpc>
                <a:spcPct val="100000"/>
              </a:lnSpc>
              <a:spcBef>
                <a:spcPts val="0"/>
              </a:spcBef>
              <a:spcAft>
                <a:spcPts val="0"/>
              </a:spcAft>
              <a:buSzPts val="1400"/>
              <a:buChar char="○"/>
              <a:defRPr sz="1800"/>
            </a:lvl2pPr>
            <a:lvl3pPr lvl="2" algn="ctr">
              <a:lnSpc>
                <a:spcPct val="100000"/>
              </a:lnSpc>
              <a:spcBef>
                <a:spcPts val="0"/>
              </a:spcBef>
              <a:spcAft>
                <a:spcPts val="0"/>
              </a:spcAft>
              <a:buSzPts val="1400"/>
              <a:buChar char="■"/>
              <a:defRPr sz="1800"/>
            </a:lvl3pPr>
            <a:lvl4pPr lvl="3" algn="ctr">
              <a:lnSpc>
                <a:spcPct val="100000"/>
              </a:lnSpc>
              <a:spcBef>
                <a:spcPts val="0"/>
              </a:spcBef>
              <a:spcAft>
                <a:spcPts val="0"/>
              </a:spcAft>
              <a:buSzPts val="1400"/>
              <a:buChar char="●"/>
              <a:defRPr sz="1800"/>
            </a:lvl4pPr>
            <a:lvl5pPr lvl="4" algn="ctr">
              <a:lnSpc>
                <a:spcPct val="100000"/>
              </a:lnSpc>
              <a:spcBef>
                <a:spcPts val="0"/>
              </a:spcBef>
              <a:spcAft>
                <a:spcPts val="0"/>
              </a:spcAft>
              <a:buSzPts val="1400"/>
              <a:buChar char="○"/>
              <a:defRPr sz="1800"/>
            </a:lvl5pPr>
            <a:lvl6pPr lvl="5" algn="ctr">
              <a:lnSpc>
                <a:spcPct val="100000"/>
              </a:lnSpc>
              <a:spcBef>
                <a:spcPts val="0"/>
              </a:spcBef>
              <a:spcAft>
                <a:spcPts val="0"/>
              </a:spcAft>
              <a:buSzPts val="1400"/>
              <a:buChar char="■"/>
              <a:defRPr sz="1800"/>
            </a:lvl6pPr>
            <a:lvl7pPr lvl="6" algn="ctr">
              <a:lnSpc>
                <a:spcPct val="100000"/>
              </a:lnSpc>
              <a:spcBef>
                <a:spcPts val="0"/>
              </a:spcBef>
              <a:spcAft>
                <a:spcPts val="0"/>
              </a:spcAft>
              <a:buSzPts val="1400"/>
              <a:buChar char="●"/>
              <a:defRPr sz="1800"/>
            </a:lvl7pPr>
            <a:lvl8pPr lvl="7" algn="ctr">
              <a:lnSpc>
                <a:spcPct val="100000"/>
              </a:lnSpc>
              <a:spcBef>
                <a:spcPts val="0"/>
              </a:spcBef>
              <a:spcAft>
                <a:spcPts val="0"/>
              </a:spcAft>
              <a:buSzPts val="1400"/>
              <a:buChar char="○"/>
              <a:defRPr sz="1800"/>
            </a:lvl8pPr>
            <a:lvl9pPr lvl="8" algn="ctr">
              <a:lnSpc>
                <a:spcPct val="100000"/>
              </a:lnSpc>
              <a:spcBef>
                <a:spcPts val="0"/>
              </a:spcBef>
              <a:spcAft>
                <a:spcPts val="0"/>
              </a:spcAft>
              <a:buSzPts val="1400"/>
              <a:buChar char="■"/>
              <a:defRPr sz="1800"/>
            </a:lvl9pPr>
          </a:lstStyle>
          <a:p/>
        </p:txBody>
      </p:sp>
      <p:grpSp>
        <p:nvGrpSpPr>
          <p:cNvPr id="7794" name="Google Shape;7794;p311"/>
          <p:cNvGrpSpPr/>
          <p:nvPr/>
        </p:nvGrpSpPr>
        <p:grpSpPr>
          <a:xfrm>
            <a:off x="-741940" y="4176741"/>
            <a:ext cx="1671890" cy="1554246"/>
            <a:chOff x="-741940" y="4176741"/>
            <a:chExt cx="1671890" cy="1554246"/>
          </a:xfrm>
        </p:grpSpPr>
        <p:sp>
          <p:nvSpPr>
            <p:cNvPr id="7795" name="Google Shape;7795;p311"/>
            <p:cNvSpPr/>
            <p:nvPr/>
          </p:nvSpPr>
          <p:spPr>
            <a:xfrm>
              <a:off x="-702500" y="4176749"/>
              <a:ext cx="1593004" cy="1296731"/>
            </a:xfrm>
            <a:custGeom>
              <a:rect b="b" l="l" r="r" t="t"/>
              <a:pathLst>
                <a:path extrusionOk="0" h="48924" w="60102">
                  <a:moveTo>
                    <a:pt x="31550" y="1"/>
                  </a:moveTo>
                  <a:cubicBezTo>
                    <a:pt x="28688" y="1"/>
                    <a:pt x="25391" y="541"/>
                    <a:pt x="22089" y="2238"/>
                  </a:cubicBezTo>
                  <a:cubicBezTo>
                    <a:pt x="12977" y="6900"/>
                    <a:pt x="8196" y="17230"/>
                    <a:pt x="4091" y="25485"/>
                  </a:cubicBezTo>
                  <a:cubicBezTo>
                    <a:pt x="1" y="33725"/>
                    <a:pt x="2016" y="42612"/>
                    <a:pt x="8767" y="47123"/>
                  </a:cubicBezTo>
                  <a:cubicBezTo>
                    <a:pt x="10764" y="48461"/>
                    <a:pt x="12590" y="48924"/>
                    <a:pt x="14421" y="48924"/>
                  </a:cubicBezTo>
                  <a:cubicBezTo>
                    <a:pt x="18514" y="48924"/>
                    <a:pt x="22630" y="46611"/>
                    <a:pt x="28730" y="46611"/>
                  </a:cubicBezTo>
                  <a:cubicBezTo>
                    <a:pt x="29125" y="46611"/>
                    <a:pt x="29527" y="46621"/>
                    <a:pt x="29939" y="46641"/>
                  </a:cubicBezTo>
                  <a:cubicBezTo>
                    <a:pt x="34134" y="46851"/>
                    <a:pt x="36984" y="47278"/>
                    <a:pt x="39535" y="47278"/>
                  </a:cubicBezTo>
                  <a:cubicBezTo>
                    <a:pt x="42835" y="47278"/>
                    <a:pt x="45637" y="46563"/>
                    <a:pt x="50208" y="43739"/>
                  </a:cubicBezTo>
                  <a:cubicBezTo>
                    <a:pt x="58328" y="38732"/>
                    <a:pt x="60102" y="25500"/>
                    <a:pt x="54042" y="15140"/>
                  </a:cubicBezTo>
                  <a:cubicBezTo>
                    <a:pt x="47997" y="4779"/>
                    <a:pt x="40254" y="1667"/>
                    <a:pt x="40254" y="1667"/>
                  </a:cubicBezTo>
                  <a:cubicBezTo>
                    <a:pt x="40254" y="1667"/>
                    <a:pt x="36573" y="1"/>
                    <a:pt x="31550"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6" name="Google Shape;7796;p311"/>
            <p:cNvSpPr/>
            <p:nvPr/>
          </p:nvSpPr>
          <p:spPr>
            <a:xfrm rot="-899960">
              <a:off x="-606125" y="4336919"/>
              <a:ext cx="1400258" cy="1233888"/>
            </a:xfrm>
            <a:custGeom>
              <a:rect b="b" l="l" r="r" t="t"/>
              <a:pathLst>
                <a:path extrusionOk="0" h="49357" w="56012">
                  <a:moveTo>
                    <a:pt x="29954" y="0"/>
                  </a:moveTo>
                  <a:cubicBezTo>
                    <a:pt x="26409" y="0"/>
                    <a:pt x="22321" y="902"/>
                    <a:pt x="17654" y="3034"/>
                  </a:cubicBezTo>
                  <a:cubicBezTo>
                    <a:pt x="17654" y="3034"/>
                    <a:pt x="8827" y="7530"/>
                    <a:pt x="4406" y="14477"/>
                  </a:cubicBezTo>
                  <a:cubicBezTo>
                    <a:pt x="1" y="21424"/>
                    <a:pt x="347" y="30340"/>
                    <a:pt x="5715" y="36971"/>
                  </a:cubicBezTo>
                  <a:cubicBezTo>
                    <a:pt x="11068" y="43588"/>
                    <a:pt x="21308" y="42730"/>
                    <a:pt x="29878" y="46926"/>
                  </a:cubicBezTo>
                  <a:cubicBezTo>
                    <a:pt x="33082" y="48494"/>
                    <a:pt x="36410" y="49356"/>
                    <a:pt x="39533" y="49356"/>
                  </a:cubicBezTo>
                  <a:cubicBezTo>
                    <a:pt x="44766" y="49356"/>
                    <a:pt x="49425" y="46936"/>
                    <a:pt x="51967" y="41362"/>
                  </a:cubicBezTo>
                  <a:cubicBezTo>
                    <a:pt x="56012" y="32476"/>
                    <a:pt x="49907" y="29137"/>
                    <a:pt x="48854" y="18852"/>
                  </a:cubicBezTo>
                  <a:cubicBezTo>
                    <a:pt x="48037" y="10867"/>
                    <a:pt x="42263" y="0"/>
                    <a:pt x="29954"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97" name="Google Shape;7797;p311"/>
          <p:cNvGrpSpPr/>
          <p:nvPr/>
        </p:nvGrpSpPr>
        <p:grpSpPr>
          <a:xfrm>
            <a:off x="3317375" y="4356350"/>
            <a:ext cx="2768739" cy="650202"/>
            <a:chOff x="3317375" y="4356350"/>
            <a:chExt cx="2768739" cy="650202"/>
          </a:xfrm>
        </p:grpSpPr>
        <p:sp>
          <p:nvSpPr>
            <p:cNvPr id="7798" name="Google Shape;7798;p311"/>
            <p:cNvSpPr/>
            <p:nvPr/>
          </p:nvSpPr>
          <p:spPr>
            <a:xfrm>
              <a:off x="5449575" y="4811825"/>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9" name="Google Shape;7799;p311"/>
            <p:cNvSpPr/>
            <p:nvPr/>
          </p:nvSpPr>
          <p:spPr>
            <a:xfrm>
              <a:off x="4792551" y="4356350"/>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7800" name="Google Shape;7800;p311"/>
            <p:cNvGrpSpPr/>
            <p:nvPr/>
          </p:nvGrpSpPr>
          <p:grpSpPr>
            <a:xfrm>
              <a:off x="5980657" y="4474988"/>
              <a:ext cx="105457" cy="105457"/>
              <a:chOff x="7812545" y="194375"/>
              <a:chExt cx="105457" cy="105457"/>
            </a:xfrm>
          </p:grpSpPr>
          <p:sp>
            <p:nvSpPr>
              <p:cNvPr id="7801" name="Google Shape;7801;p311"/>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2" name="Google Shape;7802;p311"/>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3" name="Google Shape;7803;p311"/>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4" name="Google Shape;7804;p311"/>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805" name="Google Shape;7805;p311"/>
            <p:cNvGrpSpPr/>
            <p:nvPr/>
          </p:nvGrpSpPr>
          <p:grpSpPr>
            <a:xfrm>
              <a:off x="4243695" y="4706363"/>
              <a:ext cx="105457" cy="105457"/>
              <a:chOff x="7812545" y="194375"/>
              <a:chExt cx="105457" cy="105457"/>
            </a:xfrm>
          </p:grpSpPr>
          <p:sp>
            <p:nvSpPr>
              <p:cNvPr id="7806" name="Google Shape;7806;p311"/>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7" name="Google Shape;7807;p311"/>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8" name="Google Shape;7808;p311"/>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9" name="Google Shape;7809;p311"/>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810" name="Google Shape;7810;p311"/>
            <p:cNvSpPr/>
            <p:nvPr/>
          </p:nvSpPr>
          <p:spPr>
            <a:xfrm>
              <a:off x="3317375" y="4901162"/>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811" name="Google Shape;7811;p311"/>
          <p:cNvGrpSpPr/>
          <p:nvPr/>
        </p:nvGrpSpPr>
        <p:grpSpPr>
          <a:xfrm>
            <a:off x="7489059" y="249150"/>
            <a:ext cx="1447898" cy="1070793"/>
            <a:chOff x="7489059" y="249150"/>
            <a:chExt cx="1447898" cy="1070793"/>
          </a:xfrm>
        </p:grpSpPr>
        <p:sp>
          <p:nvSpPr>
            <p:cNvPr id="7812" name="Google Shape;7812;p311"/>
            <p:cNvSpPr/>
            <p:nvPr/>
          </p:nvSpPr>
          <p:spPr>
            <a:xfrm>
              <a:off x="7489062" y="480780"/>
              <a:ext cx="1089450" cy="348874"/>
            </a:xfrm>
            <a:custGeom>
              <a:rect b="b" l="l" r="r" t="t"/>
              <a:pathLst>
                <a:path extrusionOk="0" fill="none" h="4647" w="14511">
                  <a:moveTo>
                    <a:pt x="13894" y="3805"/>
                  </a:moveTo>
                  <a:cubicBezTo>
                    <a:pt x="13263" y="3459"/>
                    <a:pt x="12977" y="3744"/>
                    <a:pt x="12766" y="3459"/>
                  </a:cubicBezTo>
                  <a:cubicBezTo>
                    <a:pt x="12541" y="3173"/>
                    <a:pt x="13383" y="2436"/>
                    <a:pt x="11684" y="1699"/>
                  </a:cubicBezTo>
                  <a:cubicBezTo>
                    <a:pt x="11684" y="1699"/>
                    <a:pt x="11578" y="121"/>
                    <a:pt x="9248" y="60"/>
                  </a:cubicBezTo>
                  <a:cubicBezTo>
                    <a:pt x="6917" y="0"/>
                    <a:pt x="7549" y="1654"/>
                    <a:pt x="6917" y="2045"/>
                  </a:cubicBezTo>
                  <a:cubicBezTo>
                    <a:pt x="6286" y="2436"/>
                    <a:pt x="6120" y="1820"/>
                    <a:pt x="5504" y="2211"/>
                  </a:cubicBezTo>
                  <a:cubicBezTo>
                    <a:pt x="4872" y="2617"/>
                    <a:pt x="5158" y="3399"/>
                    <a:pt x="4647" y="3519"/>
                  </a:cubicBezTo>
                  <a:cubicBezTo>
                    <a:pt x="4135" y="3624"/>
                    <a:pt x="3459" y="3008"/>
                    <a:pt x="2842" y="3399"/>
                  </a:cubicBezTo>
                  <a:cubicBezTo>
                    <a:pt x="2211" y="3805"/>
                    <a:pt x="2211" y="4135"/>
                    <a:pt x="1925" y="4135"/>
                  </a:cubicBezTo>
                  <a:cubicBezTo>
                    <a:pt x="1654" y="4135"/>
                    <a:pt x="1083" y="3910"/>
                    <a:pt x="737" y="4135"/>
                  </a:cubicBezTo>
                  <a:cubicBezTo>
                    <a:pt x="406" y="4376"/>
                    <a:pt x="0" y="4647"/>
                    <a:pt x="0" y="4647"/>
                  </a:cubicBezTo>
                  <a:lnTo>
                    <a:pt x="14345" y="4647"/>
                  </a:lnTo>
                  <a:cubicBezTo>
                    <a:pt x="14345" y="4647"/>
                    <a:pt x="14511" y="4135"/>
                    <a:pt x="13894" y="3805"/>
                  </a:cubicBezTo>
                  <a:close/>
                </a:path>
              </a:pathLst>
            </a:custGeom>
            <a:solidFill>
              <a:schemeClr val="lt1"/>
            </a:solid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813" name="Google Shape;7813;p311"/>
            <p:cNvGrpSpPr/>
            <p:nvPr/>
          </p:nvGrpSpPr>
          <p:grpSpPr>
            <a:xfrm flipH="1">
              <a:off x="7489059" y="249150"/>
              <a:ext cx="93234" cy="93234"/>
              <a:chOff x="7812545" y="194375"/>
              <a:chExt cx="105457" cy="105457"/>
            </a:xfrm>
          </p:grpSpPr>
          <p:sp>
            <p:nvSpPr>
              <p:cNvPr id="7814" name="Google Shape;7814;p311"/>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5" name="Google Shape;7815;p311"/>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6" name="Google Shape;7816;p311"/>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7" name="Google Shape;7817;p311"/>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818" name="Google Shape;7818;p311"/>
            <p:cNvSpPr/>
            <p:nvPr/>
          </p:nvSpPr>
          <p:spPr>
            <a:xfrm flipH="1">
              <a:off x="8708901" y="249170"/>
              <a:ext cx="93231" cy="93173"/>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9" name="Google Shape;7819;p311"/>
            <p:cNvSpPr/>
            <p:nvPr/>
          </p:nvSpPr>
          <p:spPr>
            <a:xfrm flipH="1">
              <a:off x="8843726" y="1226770"/>
              <a:ext cx="93231" cy="93173"/>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820" name="Google Shape;7820;p311"/>
          <p:cNvSpPr/>
          <p:nvPr/>
        </p:nvSpPr>
        <p:spPr>
          <a:xfrm rot="5828238">
            <a:off x="8273326" y="4219055"/>
            <a:ext cx="1085117" cy="2077472"/>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BLANK_4">
    <p:spTree>
      <p:nvGrpSpPr>
        <p:cNvPr id="7821" name="Shape 7821"/>
        <p:cNvGrpSpPr/>
        <p:nvPr/>
      </p:nvGrpSpPr>
      <p:grpSpPr>
        <a:xfrm>
          <a:off x="0" y="0"/>
          <a:ext cx="0" cy="0"/>
          <a:chOff x="0" y="0"/>
          <a:chExt cx="0" cy="0"/>
        </a:xfrm>
      </p:grpSpPr>
      <p:sp>
        <p:nvSpPr>
          <p:cNvPr id="7822" name="Google Shape;7822;p3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7823" name="Google Shape;7823;p312"/>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824" name="Google Shape;7824;p312"/>
          <p:cNvSpPr txBox="1"/>
          <p:nvPr>
            <p:ph idx="1" type="subTitle"/>
          </p:nvPr>
        </p:nvSpPr>
        <p:spPr>
          <a:xfrm>
            <a:off x="685800" y="3395721"/>
            <a:ext cx="2353500" cy="6720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825" name="Google Shape;7825;p312"/>
          <p:cNvSpPr txBox="1"/>
          <p:nvPr>
            <p:ph idx="2" type="subTitle"/>
          </p:nvPr>
        </p:nvSpPr>
        <p:spPr>
          <a:xfrm>
            <a:off x="685800" y="3022400"/>
            <a:ext cx="2353500" cy="321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sp>
        <p:nvSpPr>
          <p:cNvPr id="7826" name="Google Shape;7826;p312"/>
          <p:cNvSpPr txBox="1"/>
          <p:nvPr>
            <p:ph idx="3" type="subTitle"/>
          </p:nvPr>
        </p:nvSpPr>
        <p:spPr>
          <a:xfrm>
            <a:off x="3395250" y="3395721"/>
            <a:ext cx="2353500" cy="6720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827" name="Google Shape;7827;p312"/>
          <p:cNvSpPr txBox="1"/>
          <p:nvPr>
            <p:ph idx="4" type="subTitle"/>
          </p:nvPr>
        </p:nvSpPr>
        <p:spPr>
          <a:xfrm>
            <a:off x="3395250" y="3022400"/>
            <a:ext cx="2353500" cy="321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sp>
        <p:nvSpPr>
          <p:cNvPr id="7828" name="Google Shape;7828;p312"/>
          <p:cNvSpPr txBox="1"/>
          <p:nvPr>
            <p:ph idx="5" type="subTitle"/>
          </p:nvPr>
        </p:nvSpPr>
        <p:spPr>
          <a:xfrm>
            <a:off x="6104700" y="3395721"/>
            <a:ext cx="2353500" cy="6720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829" name="Google Shape;7829;p312"/>
          <p:cNvSpPr txBox="1"/>
          <p:nvPr>
            <p:ph idx="6" type="subTitle"/>
          </p:nvPr>
        </p:nvSpPr>
        <p:spPr>
          <a:xfrm>
            <a:off x="6104700" y="3022400"/>
            <a:ext cx="2353500" cy="321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gn="ct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sp>
        <p:nvSpPr>
          <p:cNvPr id="7830" name="Google Shape;7830;p312"/>
          <p:cNvSpPr/>
          <p:nvPr/>
        </p:nvSpPr>
        <p:spPr>
          <a:xfrm>
            <a:off x="-486246" y="4538820"/>
            <a:ext cx="991119" cy="877511"/>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1" name="Google Shape;7831;p312"/>
          <p:cNvSpPr/>
          <p:nvPr/>
        </p:nvSpPr>
        <p:spPr>
          <a:xfrm>
            <a:off x="-708950" y="-242512"/>
            <a:ext cx="1232275" cy="1091025"/>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832" name="Google Shape;7832;p312"/>
          <p:cNvGrpSpPr/>
          <p:nvPr/>
        </p:nvGrpSpPr>
        <p:grpSpPr>
          <a:xfrm>
            <a:off x="6725000" y="4484900"/>
            <a:ext cx="1916852" cy="488594"/>
            <a:chOff x="6725000" y="4484900"/>
            <a:chExt cx="1916852" cy="488594"/>
          </a:xfrm>
        </p:grpSpPr>
        <p:sp>
          <p:nvSpPr>
            <p:cNvPr id="7833" name="Google Shape;7833;p312"/>
            <p:cNvSpPr/>
            <p:nvPr/>
          </p:nvSpPr>
          <p:spPr>
            <a:xfrm>
              <a:off x="8536400" y="4484900"/>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834" name="Google Shape;7834;p312"/>
            <p:cNvGrpSpPr/>
            <p:nvPr/>
          </p:nvGrpSpPr>
          <p:grpSpPr>
            <a:xfrm>
              <a:off x="7801920" y="4868038"/>
              <a:ext cx="105457" cy="105457"/>
              <a:chOff x="7812545" y="194375"/>
              <a:chExt cx="105457" cy="105457"/>
            </a:xfrm>
          </p:grpSpPr>
          <p:sp>
            <p:nvSpPr>
              <p:cNvPr id="7835" name="Google Shape;7835;p312"/>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6" name="Google Shape;7836;p312"/>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7" name="Google Shape;7837;p312"/>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8" name="Google Shape;7838;p312"/>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839" name="Google Shape;7839;p312"/>
            <p:cNvSpPr/>
            <p:nvPr/>
          </p:nvSpPr>
          <p:spPr>
            <a:xfrm>
              <a:off x="6725000" y="4762662"/>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BLANK_17">
    <p:spTree>
      <p:nvGrpSpPr>
        <p:cNvPr id="7840" name="Shape 7840"/>
        <p:cNvGrpSpPr/>
        <p:nvPr/>
      </p:nvGrpSpPr>
      <p:grpSpPr>
        <a:xfrm>
          <a:off x="0" y="0"/>
          <a:ext cx="0" cy="0"/>
          <a:chOff x="0" y="0"/>
          <a:chExt cx="0" cy="0"/>
        </a:xfrm>
      </p:grpSpPr>
      <p:sp>
        <p:nvSpPr>
          <p:cNvPr id="7841" name="Google Shape;7841;p3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7842" name="Google Shape;7842;p313"/>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843" name="Google Shape;7843;p313"/>
          <p:cNvSpPr txBox="1"/>
          <p:nvPr>
            <p:ph idx="2" type="title"/>
          </p:nvPr>
        </p:nvSpPr>
        <p:spPr>
          <a:xfrm>
            <a:off x="1850175" y="1419750"/>
            <a:ext cx="3249300" cy="3936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sz="2000">
                <a:solidFill>
                  <a:schemeClr val="accent2"/>
                </a:solidFill>
              </a:defRPr>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sp>
        <p:nvSpPr>
          <p:cNvPr id="7844" name="Google Shape;7844;p313"/>
          <p:cNvSpPr txBox="1"/>
          <p:nvPr>
            <p:ph idx="1" type="subTitle"/>
          </p:nvPr>
        </p:nvSpPr>
        <p:spPr>
          <a:xfrm>
            <a:off x="1853883" y="1813350"/>
            <a:ext cx="3249300" cy="4680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845" name="Google Shape;7845;p313"/>
          <p:cNvSpPr txBox="1"/>
          <p:nvPr>
            <p:ph hasCustomPrompt="1" idx="3" type="title"/>
          </p:nvPr>
        </p:nvSpPr>
        <p:spPr>
          <a:xfrm>
            <a:off x="851618" y="1586400"/>
            <a:ext cx="792600" cy="528300"/>
          </a:xfrm>
          <a:prstGeom prst="rect">
            <a:avLst/>
          </a:prstGeom>
        </p:spPr>
        <p:txBody>
          <a:bodyPr anchorCtr="0" anchor="ctr" bIns="91425" lIns="91425" spcFirstLastPara="1" rIns="91425" wrap="square" tIns="91425">
            <a:noAutofit/>
          </a:bodyPr>
          <a:lstStyle>
            <a:lvl1pPr lvl="0" algn="r">
              <a:spcBef>
                <a:spcPts val="0"/>
              </a:spcBef>
              <a:spcAft>
                <a:spcPts val="0"/>
              </a:spcAft>
              <a:buSzPts val="3000"/>
              <a:buNone/>
              <a:defRPr sz="3000">
                <a:solidFill>
                  <a:schemeClr val="accent2"/>
                </a:solidFill>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sp>
        <p:nvSpPr>
          <p:cNvPr id="7846" name="Google Shape;7846;p313"/>
          <p:cNvSpPr txBox="1"/>
          <p:nvPr>
            <p:ph idx="4" type="title"/>
          </p:nvPr>
        </p:nvSpPr>
        <p:spPr>
          <a:xfrm>
            <a:off x="1850175" y="2503025"/>
            <a:ext cx="3249300" cy="3936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sz="2000">
                <a:solidFill>
                  <a:schemeClr val="accent2"/>
                </a:solidFill>
              </a:defRPr>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sp>
        <p:nvSpPr>
          <p:cNvPr id="7847" name="Google Shape;7847;p313"/>
          <p:cNvSpPr txBox="1"/>
          <p:nvPr>
            <p:ph idx="5" type="subTitle"/>
          </p:nvPr>
        </p:nvSpPr>
        <p:spPr>
          <a:xfrm>
            <a:off x="1853883" y="2896625"/>
            <a:ext cx="3249300" cy="4680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848" name="Google Shape;7848;p313"/>
          <p:cNvSpPr txBox="1"/>
          <p:nvPr>
            <p:ph hasCustomPrompt="1" idx="6" type="title"/>
          </p:nvPr>
        </p:nvSpPr>
        <p:spPr>
          <a:xfrm>
            <a:off x="851618" y="2669675"/>
            <a:ext cx="792600" cy="528300"/>
          </a:xfrm>
          <a:prstGeom prst="rect">
            <a:avLst/>
          </a:prstGeom>
        </p:spPr>
        <p:txBody>
          <a:bodyPr anchorCtr="0" anchor="ctr" bIns="91425" lIns="91425" spcFirstLastPara="1" rIns="91425" wrap="square" tIns="91425">
            <a:noAutofit/>
          </a:bodyPr>
          <a:lstStyle>
            <a:lvl1pPr lvl="0" algn="r">
              <a:spcBef>
                <a:spcPts val="0"/>
              </a:spcBef>
              <a:spcAft>
                <a:spcPts val="0"/>
              </a:spcAft>
              <a:buSzPts val="3000"/>
              <a:buNone/>
              <a:defRPr sz="3000">
                <a:solidFill>
                  <a:schemeClr val="accent2"/>
                </a:solidFill>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sp>
        <p:nvSpPr>
          <p:cNvPr id="7849" name="Google Shape;7849;p313"/>
          <p:cNvSpPr txBox="1"/>
          <p:nvPr>
            <p:ph idx="7" type="title"/>
          </p:nvPr>
        </p:nvSpPr>
        <p:spPr>
          <a:xfrm>
            <a:off x="1850175" y="3586300"/>
            <a:ext cx="3249300" cy="3936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sz="2000">
                <a:solidFill>
                  <a:schemeClr val="accent2"/>
                </a:solidFill>
              </a:defRPr>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sp>
        <p:nvSpPr>
          <p:cNvPr id="7850" name="Google Shape;7850;p313"/>
          <p:cNvSpPr txBox="1"/>
          <p:nvPr>
            <p:ph idx="8" type="subTitle"/>
          </p:nvPr>
        </p:nvSpPr>
        <p:spPr>
          <a:xfrm>
            <a:off x="1853883" y="3979900"/>
            <a:ext cx="3249300" cy="4680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851" name="Google Shape;7851;p313"/>
          <p:cNvSpPr txBox="1"/>
          <p:nvPr>
            <p:ph hasCustomPrompt="1" idx="9" type="title"/>
          </p:nvPr>
        </p:nvSpPr>
        <p:spPr>
          <a:xfrm>
            <a:off x="851618" y="3752950"/>
            <a:ext cx="792600" cy="528300"/>
          </a:xfrm>
          <a:prstGeom prst="rect">
            <a:avLst/>
          </a:prstGeom>
        </p:spPr>
        <p:txBody>
          <a:bodyPr anchorCtr="0" anchor="ctr" bIns="91425" lIns="91425" spcFirstLastPara="1" rIns="91425" wrap="square" tIns="91425">
            <a:noAutofit/>
          </a:bodyPr>
          <a:lstStyle>
            <a:lvl1pPr lvl="0" algn="r">
              <a:spcBef>
                <a:spcPts val="0"/>
              </a:spcBef>
              <a:spcAft>
                <a:spcPts val="0"/>
              </a:spcAft>
              <a:buSzPts val="3000"/>
              <a:buNone/>
              <a:defRPr sz="3000">
                <a:solidFill>
                  <a:schemeClr val="accent2"/>
                </a:solidFill>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grpSp>
        <p:nvGrpSpPr>
          <p:cNvPr id="7852" name="Google Shape;7852;p313"/>
          <p:cNvGrpSpPr/>
          <p:nvPr/>
        </p:nvGrpSpPr>
        <p:grpSpPr>
          <a:xfrm>
            <a:off x="8195401" y="151622"/>
            <a:ext cx="609155" cy="610375"/>
            <a:chOff x="8195401" y="151622"/>
            <a:chExt cx="609155" cy="610375"/>
          </a:xfrm>
        </p:grpSpPr>
        <p:sp>
          <p:nvSpPr>
            <p:cNvPr id="7853" name="Google Shape;7853;p313"/>
            <p:cNvSpPr/>
            <p:nvPr/>
          </p:nvSpPr>
          <p:spPr>
            <a:xfrm>
              <a:off x="8195401" y="192608"/>
              <a:ext cx="93231" cy="93173"/>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854" name="Google Shape;7854;p313"/>
            <p:cNvGrpSpPr/>
            <p:nvPr/>
          </p:nvGrpSpPr>
          <p:grpSpPr>
            <a:xfrm>
              <a:off x="8711321" y="151622"/>
              <a:ext cx="93234" cy="93234"/>
              <a:chOff x="7812545" y="194375"/>
              <a:chExt cx="105457" cy="105457"/>
            </a:xfrm>
          </p:grpSpPr>
          <p:sp>
            <p:nvSpPr>
              <p:cNvPr id="7855" name="Google Shape;7855;p313"/>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6" name="Google Shape;7856;p313"/>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7" name="Google Shape;7857;p313"/>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8" name="Google Shape;7858;p313"/>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859" name="Google Shape;7859;p313"/>
            <p:cNvSpPr/>
            <p:nvPr/>
          </p:nvSpPr>
          <p:spPr>
            <a:xfrm>
              <a:off x="8670497" y="628022"/>
              <a:ext cx="134050" cy="133976"/>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860" name="Google Shape;7860;p313"/>
          <p:cNvGrpSpPr/>
          <p:nvPr/>
        </p:nvGrpSpPr>
        <p:grpSpPr>
          <a:xfrm>
            <a:off x="172645" y="4524332"/>
            <a:ext cx="552132" cy="431244"/>
            <a:chOff x="172645" y="4524332"/>
            <a:chExt cx="552132" cy="431244"/>
          </a:xfrm>
        </p:grpSpPr>
        <p:sp>
          <p:nvSpPr>
            <p:cNvPr id="7861" name="Google Shape;7861;p313"/>
            <p:cNvSpPr/>
            <p:nvPr/>
          </p:nvSpPr>
          <p:spPr>
            <a:xfrm flipH="1" rot="10800000">
              <a:off x="646826" y="487762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7862" name="Google Shape;7862;p313"/>
            <p:cNvGrpSpPr/>
            <p:nvPr/>
          </p:nvGrpSpPr>
          <p:grpSpPr>
            <a:xfrm flipH="1" rot="10800000">
              <a:off x="172645" y="4524332"/>
              <a:ext cx="105457" cy="105457"/>
              <a:chOff x="7812545" y="194375"/>
              <a:chExt cx="105457" cy="105457"/>
            </a:xfrm>
          </p:grpSpPr>
          <p:sp>
            <p:nvSpPr>
              <p:cNvPr id="7863" name="Google Shape;7863;p313"/>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4" name="Google Shape;7864;p313"/>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5" name="Google Shape;7865;p313"/>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6" name="Google Shape;7866;p313"/>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7867" name="Google Shape;7867;p313"/>
          <p:cNvGrpSpPr/>
          <p:nvPr/>
        </p:nvGrpSpPr>
        <p:grpSpPr>
          <a:xfrm>
            <a:off x="198551" y="248100"/>
            <a:ext cx="340151" cy="550476"/>
            <a:chOff x="198551" y="248100"/>
            <a:chExt cx="340151" cy="550476"/>
          </a:xfrm>
        </p:grpSpPr>
        <p:sp>
          <p:nvSpPr>
            <p:cNvPr id="7868" name="Google Shape;7868;p313"/>
            <p:cNvSpPr/>
            <p:nvPr/>
          </p:nvSpPr>
          <p:spPr>
            <a:xfrm>
              <a:off x="198551" y="72062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7869" name="Google Shape;7869;p313"/>
            <p:cNvGrpSpPr/>
            <p:nvPr/>
          </p:nvGrpSpPr>
          <p:grpSpPr>
            <a:xfrm>
              <a:off x="433245" y="248100"/>
              <a:ext cx="105457" cy="105457"/>
              <a:chOff x="7812545" y="194375"/>
              <a:chExt cx="105457" cy="105457"/>
            </a:xfrm>
          </p:grpSpPr>
          <p:sp>
            <p:nvSpPr>
              <p:cNvPr id="7870" name="Google Shape;7870;p313"/>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1" name="Google Shape;7871;p313"/>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2" name="Google Shape;7872;p313"/>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3" name="Google Shape;7873;p313"/>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7874" name="Google Shape;7874;p313"/>
          <p:cNvSpPr/>
          <p:nvPr/>
        </p:nvSpPr>
        <p:spPr>
          <a:xfrm rot="-2505920">
            <a:off x="8402181" y="4360827"/>
            <a:ext cx="1232310" cy="1091056"/>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2">
  <p:cSld name="BLANK_24">
    <p:spTree>
      <p:nvGrpSpPr>
        <p:cNvPr id="7875" name="Shape 7875"/>
        <p:cNvGrpSpPr/>
        <p:nvPr/>
      </p:nvGrpSpPr>
      <p:grpSpPr>
        <a:xfrm>
          <a:off x="0" y="0"/>
          <a:ext cx="0" cy="0"/>
          <a:chOff x="0" y="0"/>
          <a:chExt cx="0" cy="0"/>
        </a:xfrm>
      </p:grpSpPr>
      <p:sp>
        <p:nvSpPr>
          <p:cNvPr id="7876" name="Google Shape;7876;p3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7877" name="Google Shape;7877;p314"/>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878" name="Google Shape;7878;p314"/>
          <p:cNvSpPr txBox="1"/>
          <p:nvPr>
            <p:ph idx="2" type="title"/>
          </p:nvPr>
        </p:nvSpPr>
        <p:spPr>
          <a:xfrm>
            <a:off x="4641675" y="1480725"/>
            <a:ext cx="3812100" cy="3936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sz="2000">
                <a:solidFill>
                  <a:schemeClr val="accent2"/>
                </a:solidFill>
              </a:defRPr>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sp>
        <p:nvSpPr>
          <p:cNvPr id="7879" name="Google Shape;7879;p314"/>
          <p:cNvSpPr txBox="1"/>
          <p:nvPr>
            <p:ph idx="1" type="subTitle"/>
          </p:nvPr>
        </p:nvSpPr>
        <p:spPr>
          <a:xfrm>
            <a:off x="4646025" y="1874325"/>
            <a:ext cx="3812100" cy="4680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880" name="Google Shape;7880;p314"/>
          <p:cNvSpPr txBox="1"/>
          <p:nvPr>
            <p:ph idx="3" type="title"/>
          </p:nvPr>
        </p:nvSpPr>
        <p:spPr>
          <a:xfrm>
            <a:off x="4641675" y="2564000"/>
            <a:ext cx="3812100" cy="3936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sz="2000">
                <a:solidFill>
                  <a:schemeClr val="accent2"/>
                </a:solidFill>
              </a:defRPr>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sp>
        <p:nvSpPr>
          <p:cNvPr id="7881" name="Google Shape;7881;p314"/>
          <p:cNvSpPr txBox="1"/>
          <p:nvPr>
            <p:ph idx="4" type="subTitle"/>
          </p:nvPr>
        </p:nvSpPr>
        <p:spPr>
          <a:xfrm>
            <a:off x="4646025" y="2957600"/>
            <a:ext cx="3812100" cy="4680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882" name="Google Shape;7882;p314"/>
          <p:cNvSpPr txBox="1"/>
          <p:nvPr>
            <p:ph idx="5" type="title"/>
          </p:nvPr>
        </p:nvSpPr>
        <p:spPr>
          <a:xfrm>
            <a:off x="4641675" y="3647275"/>
            <a:ext cx="3812100" cy="3936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sz="2000">
                <a:solidFill>
                  <a:schemeClr val="accent2"/>
                </a:solidFill>
              </a:defRPr>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sp>
        <p:nvSpPr>
          <p:cNvPr id="7883" name="Google Shape;7883;p314"/>
          <p:cNvSpPr txBox="1"/>
          <p:nvPr>
            <p:ph idx="6" type="subTitle"/>
          </p:nvPr>
        </p:nvSpPr>
        <p:spPr>
          <a:xfrm>
            <a:off x="4646025" y="4040875"/>
            <a:ext cx="3812100" cy="4680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884" name="Google Shape;7884;p314"/>
          <p:cNvSpPr/>
          <p:nvPr/>
        </p:nvSpPr>
        <p:spPr>
          <a:xfrm>
            <a:off x="-615151" y="1413475"/>
            <a:ext cx="4960669" cy="4038065"/>
          </a:xfrm>
          <a:custGeom>
            <a:rect b="b" l="l" r="r" t="t"/>
            <a:pathLst>
              <a:path extrusionOk="0" h="48924" w="60102">
                <a:moveTo>
                  <a:pt x="31550" y="1"/>
                </a:moveTo>
                <a:cubicBezTo>
                  <a:pt x="28688" y="1"/>
                  <a:pt x="25391" y="541"/>
                  <a:pt x="22089" y="2238"/>
                </a:cubicBezTo>
                <a:cubicBezTo>
                  <a:pt x="12977" y="6900"/>
                  <a:pt x="8196" y="17230"/>
                  <a:pt x="4091" y="25485"/>
                </a:cubicBezTo>
                <a:cubicBezTo>
                  <a:pt x="1" y="33725"/>
                  <a:pt x="2016" y="42612"/>
                  <a:pt x="8767" y="47123"/>
                </a:cubicBezTo>
                <a:cubicBezTo>
                  <a:pt x="10764" y="48461"/>
                  <a:pt x="12590" y="48924"/>
                  <a:pt x="14421" y="48924"/>
                </a:cubicBezTo>
                <a:cubicBezTo>
                  <a:pt x="18514" y="48924"/>
                  <a:pt x="22630" y="46611"/>
                  <a:pt x="28730" y="46611"/>
                </a:cubicBezTo>
                <a:cubicBezTo>
                  <a:pt x="29125" y="46611"/>
                  <a:pt x="29527" y="46621"/>
                  <a:pt x="29939" y="46641"/>
                </a:cubicBezTo>
                <a:cubicBezTo>
                  <a:pt x="34134" y="46851"/>
                  <a:pt x="36984" y="47278"/>
                  <a:pt x="39535" y="47278"/>
                </a:cubicBezTo>
                <a:cubicBezTo>
                  <a:pt x="42835" y="47278"/>
                  <a:pt x="45637" y="46563"/>
                  <a:pt x="50208" y="43739"/>
                </a:cubicBezTo>
                <a:cubicBezTo>
                  <a:pt x="58328" y="38732"/>
                  <a:pt x="60102" y="25500"/>
                  <a:pt x="54042" y="15140"/>
                </a:cubicBezTo>
                <a:cubicBezTo>
                  <a:pt x="47997" y="4779"/>
                  <a:pt x="40254" y="1667"/>
                  <a:pt x="40254" y="1667"/>
                </a:cubicBezTo>
                <a:cubicBezTo>
                  <a:pt x="40254" y="1667"/>
                  <a:pt x="36573" y="1"/>
                  <a:pt x="31550"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885" name="Google Shape;7885;p314"/>
          <p:cNvGrpSpPr/>
          <p:nvPr/>
        </p:nvGrpSpPr>
        <p:grpSpPr>
          <a:xfrm rot="5400000">
            <a:off x="8326001" y="4395047"/>
            <a:ext cx="609155" cy="610375"/>
            <a:chOff x="8195401" y="151622"/>
            <a:chExt cx="609155" cy="610375"/>
          </a:xfrm>
        </p:grpSpPr>
        <p:sp>
          <p:nvSpPr>
            <p:cNvPr id="7886" name="Google Shape;7886;p314"/>
            <p:cNvSpPr/>
            <p:nvPr/>
          </p:nvSpPr>
          <p:spPr>
            <a:xfrm>
              <a:off x="8195401" y="192608"/>
              <a:ext cx="93231" cy="93173"/>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887" name="Google Shape;7887;p314"/>
            <p:cNvGrpSpPr/>
            <p:nvPr/>
          </p:nvGrpSpPr>
          <p:grpSpPr>
            <a:xfrm>
              <a:off x="8711321" y="151622"/>
              <a:ext cx="93234" cy="93234"/>
              <a:chOff x="7812545" y="194375"/>
              <a:chExt cx="105457" cy="105457"/>
            </a:xfrm>
          </p:grpSpPr>
          <p:sp>
            <p:nvSpPr>
              <p:cNvPr id="7888" name="Google Shape;7888;p314"/>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9" name="Google Shape;7889;p314"/>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0" name="Google Shape;7890;p314"/>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1" name="Google Shape;7891;p314"/>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892" name="Google Shape;7892;p314"/>
            <p:cNvSpPr/>
            <p:nvPr/>
          </p:nvSpPr>
          <p:spPr>
            <a:xfrm>
              <a:off x="8670497" y="628022"/>
              <a:ext cx="134050" cy="133976"/>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893" name="Google Shape;7893;p314"/>
          <p:cNvGrpSpPr/>
          <p:nvPr/>
        </p:nvGrpSpPr>
        <p:grpSpPr>
          <a:xfrm>
            <a:off x="242101" y="187150"/>
            <a:ext cx="340151" cy="550476"/>
            <a:chOff x="198551" y="248100"/>
            <a:chExt cx="340151" cy="550476"/>
          </a:xfrm>
        </p:grpSpPr>
        <p:sp>
          <p:nvSpPr>
            <p:cNvPr id="7894" name="Google Shape;7894;p314"/>
            <p:cNvSpPr/>
            <p:nvPr/>
          </p:nvSpPr>
          <p:spPr>
            <a:xfrm>
              <a:off x="198551" y="72062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7895" name="Google Shape;7895;p314"/>
            <p:cNvGrpSpPr/>
            <p:nvPr/>
          </p:nvGrpSpPr>
          <p:grpSpPr>
            <a:xfrm>
              <a:off x="433245" y="248100"/>
              <a:ext cx="105457" cy="105457"/>
              <a:chOff x="7812545" y="194375"/>
              <a:chExt cx="105457" cy="105457"/>
            </a:xfrm>
          </p:grpSpPr>
          <p:sp>
            <p:nvSpPr>
              <p:cNvPr id="7896" name="Google Shape;7896;p314"/>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7" name="Google Shape;7897;p314"/>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8" name="Google Shape;7898;p314"/>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9" name="Google Shape;7899;p314"/>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7900" name="Google Shape;7900;p314"/>
          <p:cNvGrpSpPr/>
          <p:nvPr/>
        </p:nvGrpSpPr>
        <p:grpSpPr>
          <a:xfrm>
            <a:off x="-842823" y="3927658"/>
            <a:ext cx="2382475" cy="2041993"/>
            <a:chOff x="-842823" y="3927658"/>
            <a:chExt cx="2382475" cy="2041993"/>
          </a:xfrm>
        </p:grpSpPr>
        <p:sp>
          <p:nvSpPr>
            <p:cNvPr id="7901" name="Google Shape;7901;p314"/>
            <p:cNvSpPr/>
            <p:nvPr/>
          </p:nvSpPr>
          <p:spPr>
            <a:xfrm rot="-2505897">
              <a:off x="-584499" y="4267169"/>
              <a:ext cx="1539427" cy="1362970"/>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2" name="Google Shape;7902;p314"/>
            <p:cNvSpPr/>
            <p:nvPr/>
          </p:nvSpPr>
          <p:spPr>
            <a:xfrm>
              <a:off x="1461701" y="4822437"/>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7903" name="Google Shape;7903;p314"/>
            <p:cNvGrpSpPr/>
            <p:nvPr/>
          </p:nvGrpSpPr>
          <p:grpSpPr>
            <a:xfrm>
              <a:off x="1029945" y="4290188"/>
              <a:ext cx="105457" cy="105457"/>
              <a:chOff x="7812545" y="194375"/>
              <a:chExt cx="105457" cy="105457"/>
            </a:xfrm>
          </p:grpSpPr>
          <p:sp>
            <p:nvSpPr>
              <p:cNvPr id="7904" name="Google Shape;7904;p314"/>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5" name="Google Shape;7905;p314"/>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6" name="Google Shape;7906;p314"/>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7" name="Google Shape;7907;p314"/>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7908" name="Google Shape;7908;p314"/>
          <p:cNvGrpSpPr/>
          <p:nvPr/>
        </p:nvGrpSpPr>
        <p:grpSpPr>
          <a:xfrm>
            <a:off x="7208520" y="-639702"/>
            <a:ext cx="2388459" cy="1634614"/>
            <a:chOff x="7208520" y="-639702"/>
            <a:chExt cx="2388459" cy="1634614"/>
          </a:xfrm>
        </p:grpSpPr>
        <p:sp>
          <p:nvSpPr>
            <p:cNvPr id="7909" name="Google Shape;7909;p314"/>
            <p:cNvSpPr/>
            <p:nvPr/>
          </p:nvSpPr>
          <p:spPr>
            <a:xfrm rot="-2505920">
              <a:off x="8157881" y="-367923"/>
              <a:ext cx="1232310" cy="1091056"/>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0" name="Google Shape;7910;p314"/>
            <p:cNvSpPr/>
            <p:nvPr/>
          </p:nvSpPr>
          <p:spPr>
            <a:xfrm>
              <a:off x="8175601" y="78677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7911" name="Google Shape;7911;p314"/>
            <p:cNvGrpSpPr/>
            <p:nvPr/>
          </p:nvGrpSpPr>
          <p:grpSpPr>
            <a:xfrm>
              <a:off x="7208520" y="178550"/>
              <a:ext cx="105457" cy="105457"/>
              <a:chOff x="7812545" y="194375"/>
              <a:chExt cx="105457" cy="105457"/>
            </a:xfrm>
          </p:grpSpPr>
          <p:sp>
            <p:nvSpPr>
              <p:cNvPr id="7912" name="Google Shape;7912;p314"/>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3" name="Google Shape;7913;p314"/>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4" name="Google Shape;7914;p314"/>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5" name="Google Shape;7915;p314"/>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3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5">
    <p:spTree>
      <p:nvGrpSpPr>
        <p:cNvPr id="7916" name="Shape 7916"/>
        <p:cNvGrpSpPr/>
        <p:nvPr/>
      </p:nvGrpSpPr>
      <p:grpSpPr>
        <a:xfrm>
          <a:off x="0" y="0"/>
          <a:ext cx="0" cy="0"/>
          <a:chOff x="0" y="0"/>
          <a:chExt cx="0" cy="0"/>
        </a:xfrm>
      </p:grpSpPr>
      <p:sp>
        <p:nvSpPr>
          <p:cNvPr id="7917" name="Google Shape;7917;p3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7918" name="Google Shape;7918;p315"/>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919" name="Google Shape;7919;p315"/>
          <p:cNvSpPr txBox="1"/>
          <p:nvPr>
            <p:ph idx="1" type="subTitle"/>
          </p:nvPr>
        </p:nvSpPr>
        <p:spPr>
          <a:xfrm>
            <a:off x="694600" y="2141050"/>
            <a:ext cx="1987800" cy="6741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7920" name="Google Shape;7920;p315"/>
          <p:cNvSpPr txBox="1"/>
          <p:nvPr>
            <p:ph idx="2" type="subTitle"/>
          </p:nvPr>
        </p:nvSpPr>
        <p:spPr>
          <a:xfrm>
            <a:off x="694600" y="1677500"/>
            <a:ext cx="1987800" cy="393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sp>
        <p:nvSpPr>
          <p:cNvPr id="7921" name="Google Shape;7921;p315"/>
          <p:cNvSpPr txBox="1"/>
          <p:nvPr>
            <p:ph idx="3" type="subTitle"/>
          </p:nvPr>
        </p:nvSpPr>
        <p:spPr>
          <a:xfrm>
            <a:off x="694600" y="3635925"/>
            <a:ext cx="1987800" cy="6741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7922" name="Google Shape;7922;p315"/>
          <p:cNvSpPr txBox="1"/>
          <p:nvPr>
            <p:ph idx="4" type="subTitle"/>
          </p:nvPr>
        </p:nvSpPr>
        <p:spPr>
          <a:xfrm>
            <a:off x="694600" y="3172375"/>
            <a:ext cx="1987800" cy="393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sp>
        <p:nvSpPr>
          <p:cNvPr id="7923" name="Google Shape;7923;p315"/>
          <p:cNvSpPr txBox="1"/>
          <p:nvPr>
            <p:ph idx="5" type="subTitle"/>
          </p:nvPr>
        </p:nvSpPr>
        <p:spPr>
          <a:xfrm>
            <a:off x="3022700" y="2141050"/>
            <a:ext cx="1987800" cy="6741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7924" name="Google Shape;7924;p315"/>
          <p:cNvSpPr txBox="1"/>
          <p:nvPr>
            <p:ph idx="6" type="subTitle"/>
          </p:nvPr>
        </p:nvSpPr>
        <p:spPr>
          <a:xfrm>
            <a:off x="3022700" y="1677500"/>
            <a:ext cx="1987800" cy="393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sp>
        <p:nvSpPr>
          <p:cNvPr id="7925" name="Google Shape;7925;p315"/>
          <p:cNvSpPr txBox="1"/>
          <p:nvPr>
            <p:ph idx="7" type="subTitle"/>
          </p:nvPr>
        </p:nvSpPr>
        <p:spPr>
          <a:xfrm>
            <a:off x="3022700" y="3635925"/>
            <a:ext cx="1987800" cy="6741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7926" name="Google Shape;7926;p315"/>
          <p:cNvSpPr txBox="1"/>
          <p:nvPr>
            <p:ph idx="8" type="subTitle"/>
          </p:nvPr>
        </p:nvSpPr>
        <p:spPr>
          <a:xfrm>
            <a:off x="3022700" y="3172375"/>
            <a:ext cx="1987800" cy="393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grpSp>
        <p:nvGrpSpPr>
          <p:cNvPr id="7927" name="Google Shape;7927;p315"/>
          <p:cNvGrpSpPr/>
          <p:nvPr/>
        </p:nvGrpSpPr>
        <p:grpSpPr>
          <a:xfrm>
            <a:off x="-1260750" y="4247400"/>
            <a:ext cx="2224933" cy="1789104"/>
            <a:chOff x="-1260750" y="4247400"/>
            <a:chExt cx="2224933" cy="1789104"/>
          </a:xfrm>
        </p:grpSpPr>
        <p:sp>
          <p:nvSpPr>
            <p:cNvPr id="7928" name="Google Shape;7928;p315"/>
            <p:cNvSpPr/>
            <p:nvPr/>
          </p:nvSpPr>
          <p:spPr>
            <a:xfrm flipH="1">
              <a:off x="-1260750" y="4247400"/>
              <a:ext cx="2224933" cy="1789104"/>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9" name="Google Shape;7929;p315"/>
            <p:cNvSpPr/>
            <p:nvPr/>
          </p:nvSpPr>
          <p:spPr>
            <a:xfrm>
              <a:off x="-708950" y="4596438"/>
              <a:ext cx="1232275" cy="1091025"/>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930" name="Google Shape;7930;p315"/>
          <p:cNvGrpSpPr/>
          <p:nvPr/>
        </p:nvGrpSpPr>
        <p:grpSpPr>
          <a:xfrm>
            <a:off x="274663" y="183250"/>
            <a:ext cx="463864" cy="572939"/>
            <a:chOff x="274663" y="183250"/>
            <a:chExt cx="463864" cy="572939"/>
          </a:xfrm>
        </p:grpSpPr>
        <p:grpSp>
          <p:nvGrpSpPr>
            <p:cNvPr id="7931" name="Google Shape;7931;p315"/>
            <p:cNvGrpSpPr/>
            <p:nvPr/>
          </p:nvGrpSpPr>
          <p:grpSpPr>
            <a:xfrm>
              <a:off x="633070" y="183250"/>
              <a:ext cx="105457" cy="105457"/>
              <a:chOff x="7812545" y="194375"/>
              <a:chExt cx="105457" cy="105457"/>
            </a:xfrm>
          </p:grpSpPr>
          <p:sp>
            <p:nvSpPr>
              <p:cNvPr id="7932" name="Google Shape;7932;p315"/>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3" name="Google Shape;7933;p315"/>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4" name="Google Shape;7934;p315"/>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5" name="Google Shape;7935;p315"/>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936" name="Google Shape;7936;p315"/>
            <p:cNvSpPr/>
            <p:nvPr/>
          </p:nvSpPr>
          <p:spPr>
            <a:xfrm>
              <a:off x="274663" y="650800"/>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937" name="Google Shape;7937;p315"/>
          <p:cNvGrpSpPr/>
          <p:nvPr/>
        </p:nvGrpSpPr>
        <p:grpSpPr>
          <a:xfrm>
            <a:off x="8458201" y="174775"/>
            <a:ext cx="450001" cy="729257"/>
            <a:chOff x="8458201" y="174775"/>
            <a:chExt cx="450001" cy="729257"/>
          </a:xfrm>
        </p:grpSpPr>
        <p:sp>
          <p:nvSpPr>
            <p:cNvPr id="7938" name="Google Shape;7938;p315"/>
            <p:cNvSpPr/>
            <p:nvPr/>
          </p:nvSpPr>
          <p:spPr>
            <a:xfrm>
              <a:off x="8458201" y="17477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7939" name="Google Shape;7939;p315"/>
            <p:cNvGrpSpPr/>
            <p:nvPr/>
          </p:nvGrpSpPr>
          <p:grpSpPr>
            <a:xfrm>
              <a:off x="8802745" y="798575"/>
              <a:ext cx="105457" cy="105457"/>
              <a:chOff x="7812545" y="194375"/>
              <a:chExt cx="105457" cy="105457"/>
            </a:xfrm>
          </p:grpSpPr>
          <p:sp>
            <p:nvSpPr>
              <p:cNvPr id="7940" name="Google Shape;7940;p315"/>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1" name="Google Shape;7941;p315"/>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2" name="Google Shape;7942;p315"/>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3" name="Google Shape;7943;p315"/>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7944" name="Google Shape;7944;p315"/>
          <p:cNvGrpSpPr/>
          <p:nvPr/>
        </p:nvGrpSpPr>
        <p:grpSpPr>
          <a:xfrm>
            <a:off x="4674326" y="4643998"/>
            <a:ext cx="1462601" cy="285801"/>
            <a:chOff x="4826726" y="4646175"/>
            <a:chExt cx="1462601" cy="285801"/>
          </a:xfrm>
        </p:grpSpPr>
        <p:sp>
          <p:nvSpPr>
            <p:cNvPr id="7945" name="Google Shape;7945;p315"/>
            <p:cNvSpPr/>
            <p:nvPr/>
          </p:nvSpPr>
          <p:spPr>
            <a:xfrm>
              <a:off x="4826726" y="485402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7946" name="Google Shape;7946;p315"/>
            <p:cNvGrpSpPr/>
            <p:nvPr/>
          </p:nvGrpSpPr>
          <p:grpSpPr>
            <a:xfrm>
              <a:off x="5519620" y="4646175"/>
              <a:ext cx="105457" cy="105457"/>
              <a:chOff x="7812545" y="194375"/>
              <a:chExt cx="105457" cy="105457"/>
            </a:xfrm>
          </p:grpSpPr>
          <p:sp>
            <p:nvSpPr>
              <p:cNvPr id="7947" name="Google Shape;7947;p315"/>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8" name="Google Shape;7948;p315"/>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9" name="Google Shape;7949;p315"/>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0" name="Google Shape;7950;p315"/>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951" name="Google Shape;7951;p315"/>
            <p:cNvSpPr/>
            <p:nvPr/>
          </p:nvSpPr>
          <p:spPr>
            <a:xfrm>
              <a:off x="6211376" y="485402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spTree>
  </p:cSld>
  <p:clrMapOvr>
    <a:masterClrMapping/>
  </p:clrMapOvr>
</p:sldLayout>
</file>

<file path=ppt/slideLayouts/slideLayout3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1">
  <p:cSld name="BLANK_16">
    <p:spTree>
      <p:nvGrpSpPr>
        <p:cNvPr id="7952" name="Shape 7952"/>
        <p:cNvGrpSpPr/>
        <p:nvPr/>
      </p:nvGrpSpPr>
      <p:grpSpPr>
        <a:xfrm>
          <a:off x="0" y="0"/>
          <a:ext cx="0" cy="0"/>
          <a:chOff x="0" y="0"/>
          <a:chExt cx="0" cy="0"/>
        </a:xfrm>
      </p:grpSpPr>
      <p:sp>
        <p:nvSpPr>
          <p:cNvPr id="7953" name="Google Shape;7953;p3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7954" name="Google Shape;7954;p316"/>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955" name="Google Shape;7955;p316"/>
          <p:cNvSpPr txBox="1"/>
          <p:nvPr>
            <p:ph idx="1" type="subTitle"/>
          </p:nvPr>
        </p:nvSpPr>
        <p:spPr>
          <a:xfrm>
            <a:off x="685800" y="2234667"/>
            <a:ext cx="2249100" cy="481500"/>
          </a:xfrm>
          <a:prstGeom prst="rect">
            <a:avLst/>
          </a:prstGeom>
        </p:spPr>
        <p:txBody>
          <a:bodyPr anchorCtr="0" anchor="ctr" bIns="91425" lIns="91425" spcFirstLastPara="1" rIns="91425" wrap="square" tIns="91425">
            <a:noAutofit/>
          </a:bodyPr>
          <a:lstStyle>
            <a:lvl1pPr lvl="0" algn="r">
              <a:lnSpc>
                <a:spcPct val="100000"/>
              </a:lnSpc>
              <a:spcBef>
                <a:spcPts val="0"/>
              </a:spcBef>
              <a:spcAft>
                <a:spcPts val="0"/>
              </a:spcAft>
              <a:buSzPts val="1400"/>
              <a:buNone/>
              <a:defRPr/>
            </a:lvl1pPr>
            <a:lvl2pPr lvl="1" algn="r">
              <a:lnSpc>
                <a:spcPct val="100000"/>
              </a:lnSpc>
              <a:spcBef>
                <a:spcPts val="0"/>
              </a:spcBef>
              <a:spcAft>
                <a:spcPts val="0"/>
              </a:spcAft>
              <a:buSzPts val="1400"/>
              <a:buNone/>
              <a:defRPr/>
            </a:lvl2pPr>
            <a:lvl3pPr lvl="2" algn="r">
              <a:lnSpc>
                <a:spcPct val="100000"/>
              </a:lnSpc>
              <a:spcBef>
                <a:spcPts val="0"/>
              </a:spcBef>
              <a:spcAft>
                <a:spcPts val="0"/>
              </a:spcAft>
              <a:buSzPts val="1400"/>
              <a:buNone/>
              <a:defRPr/>
            </a:lvl3pPr>
            <a:lvl4pPr lvl="3" algn="r">
              <a:lnSpc>
                <a:spcPct val="100000"/>
              </a:lnSpc>
              <a:spcBef>
                <a:spcPts val="0"/>
              </a:spcBef>
              <a:spcAft>
                <a:spcPts val="0"/>
              </a:spcAft>
              <a:buSzPts val="1400"/>
              <a:buNone/>
              <a:defRPr/>
            </a:lvl4pPr>
            <a:lvl5pPr lvl="4" algn="r">
              <a:lnSpc>
                <a:spcPct val="100000"/>
              </a:lnSpc>
              <a:spcBef>
                <a:spcPts val="0"/>
              </a:spcBef>
              <a:spcAft>
                <a:spcPts val="0"/>
              </a:spcAft>
              <a:buSzPts val="1400"/>
              <a:buNone/>
              <a:defRPr/>
            </a:lvl5pPr>
            <a:lvl6pPr lvl="5" algn="r">
              <a:lnSpc>
                <a:spcPct val="100000"/>
              </a:lnSpc>
              <a:spcBef>
                <a:spcPts val="0"/>
              </a:spcBef>
              <a:spcAft>
                <a:spcPts val="0"/>
              </a:spcAft>
              <a:buSzPts val="1400"/>
              <a:buNone/>
              <a:defRPr/>
            </a:lvl6pPr>
            <a:lvl7pPr lvl="6" algn="r">
              <a:lnSpc>
                <a:spcPct val="100000"/>
              </a:lnSpc>
              <a:spcBef>
                <a:spcPts val="0"/>
              </a:spcBef>
              <a:spcAft>
                <a:spcPts val="0"/>
              </a:spcAft>
              <a:buSzPts val="1400"/>
              <a:buNone/>
              <a:defRPr/>
            </a:lvl7pPr>
            <a:lvl8pPr lvl="7" algn="r">
              <a:lnSpc>
                <a:spcPct val="100000"/>
              </a:lnSpc>
              <a:spcBef>
                <a:spcPts val="0"/>
              </a:spcBef>
              <a:spcAft>
                <a:spcPts val="0"/>
              </a:spcAft>
              <a:buSzPts val="1400"/>
              <a:buNone/>
              <a:defRPr/>
            </a:lvl8pPr>
            <a:lvl9pPr lvl="8" algn="r">
              <a:lnSpc>
                <a:spcPct val="100000"/>
              </a:lnSpc>
              <a:spcBef>
                <a:spcPts val="0"/>
              </a:spcBef>
              <a:spcAft>
                <a:spcPts val="0"/>
              </a:spcAft>
              <a:buSzPts val="1400"/>
              <a:buNone/>
              <a:defRPr/>
            </a:lvl9pPr>
          </a:lstStyle>
          <a:p/>
        </p:txBody>
      </p:sp>
      <p:sp>
        <p:nvSpPr>
          <p:cNvPr id="7956" name="Google Shape;7956;p316"/>
          <p:cNvSpPr txBox="1"/>
          <p:nvPr>
            <p:ph idx="2" type="subTitle"/>
          </p:nvPr>
        </p:nvSpPr>
        <p:spPr>
          <a:xfrm>
            <a:off x="685800" y="1771117"/>
            <a:ext cx="2249100" cy="393600"/>
          </a:xfrm>
          <a:prstGeom prst="rect">
            <a:avLst/>
          </a:prstGeom>
        </p:spPr>
        <p:txBody>
          <a:bodyPr anchorCtr="0" anchor="ctr" bIns="91425" lIns="91425" spcFirstLastPara="1" rIns="91425" wrap="square" tIns="91425">
            <a:noAutofit/>
          </a:bodyPr>
          <a:lstStyle>
            <a:lvl1pPr lvl="0" algn="r">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sp>
        <p:nvSpPr>
          <p:cNvPr id="7957" name="Google Shape;7957;p316"/>
          <p:cNvSpPr txBox="1"/>
          <p:nvPr>
            <p:ph idx="3" type="subTitle"/>
          </p:nvPr>
        </p:nvSpPr>
        <p:spPr>
          <a:xfrm>
            <a:off x="685800" y="3577142"/>
            <a:ext cx="2249100" cy="481500"/>
          </a:xfrm>
          <a:prstGeom prst="rect">
            <a:avLst/>
          </a:prstGeom>
        </p:spPr>
        <p:txBody>
          <a:bodyPr anchorCtr="0" anchor="ctr" bIns="91425" lIns="91425" spcFirstLastPara="1" rIns="91425" wrap="square" tIns="91425">
            <a:noAutofit/>
          </a:bodyPr>
          <a:lstStyle>
            <a:lvl1pPr lvl="0" algn="r">
              <a:lnSpc>
                <a:spcPct val="100000"/>
              </a:lnSpc>
              <a:spcBef>
                <a:spcPts val="0"/>
              </a:spcBef>
              <a:spcAft>
                <a:spcPts val="0"/>
              </a:spcAft>
              <a:buSzPts val="1400"/>
              <a:buNone/>
              <a:defRPr/>
            </a:lvl1pPr>
            <a:lvl2pPr lvl="1" algn="r">
              <a:lnSpc>
                <a:spcPct val="100000"/>
              </a:lnSpc>
              <a:spcBef>
                <a:spcPts val="0"/>
              </a:spcBef>
              <a:spcAft>
                <a:spcPts val="0"/>
              </a:spcAft>
              <a:buSzPts val="1400"/>
              <a:buNone/>
              <a:defRPr/>
            </a:lvl2pPr>
            <a:lvl3pPr lvl="2" algn="r">
              <a:lnSpc>
                <a:spcPct val="100000"/>
              </a:lnSpc>
              <a:spcBef>
                <a:spcPts val="0"/>
              </a:spcBef>
              <a:spcAft>
                <a:spcPts val="0"/>
              </a:spcAft>
              <a:buSzPts val="1400"/>
              <a:buNone/>
              <a:defRPr/>
            </a:lvl3pPr>
            <a:lvl4pPr lvl="3" algn="r">
              <a:lnSpc>
                <a:spcPct val="100000"/>
              </a:lnSpc>
              <a:spcBef>
                <a:spcPts val="0"/>
              </a:spcBef>
              <a:spcAft>
                <a:spcPts val="0"/>
              </a:spcAft>
              <a:buSzPts val="1400"/>
              <a:buNone/>
              <a:defRPr/>
            </a:lvl4pPr>
            <a:lvl5pPr lvl="4" algn="r">
              <a:lnSpc>
                <a:spcPct val="100000"/>
              </a:lnSpc>
              <a:spcBef>
                <a:spcPts val="0"/>
              </a:spcBef>
              <a:spcAft>
                <a:spcPts val="0"/>
              </a:spcAft>
              <a:buSzPts val="1400"/>
              <a:buNone/>
              <a:defRPr/>
            </a:lvl5pPr>
            <a:lvl6pPr lvl="5" algn="r">
              <a:lnSpc>
                <a:spcPct val="100000"/>
              </a:lnSpc>
              <a:spcBef>
                <a:spcPts val="0"/>
              </a:spcBef>
              <a:spcAft>
                <a:spcPts val="0"/>
              </a:spcAft>
              <a:buSzPts val="1400"/>
              <a:buNone/>
              <a:defRPr/>
            </a:lvl6pPr>
            <a:lvl7pPr lvl="6" algn="r">
              <a:lnSpc>
                <a:spcPct val="100000"/>
              </a:lnSpc>
              <a:spcBef>
                <a:spcPts val="0"/>
              </a:spcBef>
              <a:spcAft>
                <a:spcPts val="0"/>
              </a:spcAft>
              <a:buSzPts val="1400"/>
              <a:buNone/>
              <a:defRPr/>
            </a:lvl7pPr>
            <a:lvl8pPr lvl="7" algn="r">
              <a:lnSpc>
                <a:spcPct val="100000"/>
              </a:lnSpc>
              <a:spcBef>
                <a:spcPts val="0"/>
              </a:spcBef>
              <a:spcAft>
                <a:spcPts val="0"/>
              </a:spcAft>
              <a:buSzPts val="1400"/>
              <a:buNone/>
              <a:defRPr/>
            </a:lvl8pPr>
            <a:lvl9pPr lvl="8" algn="r">
              <a:lnSpc>
                <a:spcPct val="100000"/>
              </a:lnSpc>
              <a:spcBef>
                <a:spcPts val="0"/>
              </a:spcBef>
              <a:spcAft>
                <a:spcPts val="0"/>
              </a:spcAft>
              <a:buSzPts val="1400"/>
              <a:buNone/>
              <a:defRPr/>
            </a:lvl9pPr>
          </a:lstStyle>
          <a:p/>
        </p:txBody>
      </p:sp>
      <p:sp>
        <p:nvSpPr>
          <p:cNvPr id="7958" name="Google Shape;7958;p316"/>
          <p:cNvSpPr txBox="1"/>
          <p:nvPr>
            <p:ph idx="4" type="subTitle"/>
          </p:nvPr>
        </p:nvSpPr>
        <p:spPr>
          <a:xfrm>
            <a:off x="685800" y="3113592"/>
            <a:ext cx="2249100" cy="393600"/>
          </a:xfrm>
          <a:prstGeom prst="rect">
            <a:avLst/>
          </a:prstGeom>
        </p:spPr>
        <p:txBody>
          <a:bodyPr anchorCtr="0" anchor="ctr" bIns="91425" lIns="91425" spcFirstLastPara="1" rIns="91425" wrap="square" tIns="91425">
            <a:noAutofit/>
          </a:bodyPr>
          <a:lstStyle>
            <a:lvl1pPr lvl="0" algn="r">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gn="r">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sp>
        <p:nvSpPr>
          <p:cNvPr id="7959" name="Google Shape;7959;p316"/>
          <p:cNvSpPr txBox="1"/>
          <p:nvPr>
            <p:ph idx="5" type="subTitle"/>
          </p:nvPr>
        </p:nvSpPr>
        <p:spPr>
          <a:xfrm>
            <a:off x="6209200" y="2234667"/>
            <a:ext cx="2249100" cy="4815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7960" name="Google Shape;7960;p316"/>
          <p:cNvSpPr txBox="1"/>
          <p:nvPr>
            <p:ph idx="6" type="subTitle"/>
          </p:nvPr>
        </p:nvSpPr>
        <p:spPr>
          <a:xfrm>
            <a:off x="6209200" y="1771117"/>
            <a:ext cx="2249100" cy="393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sp>
        <p:nvSpPr>
          <p:cNvPr id="7961" name="Google Shape;7961;p316"/>
          <p:cNvSpPr txBox="1"/>
          <p:nvPr>
            <p:ph idx="7" type="subTitle"/>
          </p:nvPr>
        </p:nvSpPr>
        <p:spPr>
          <a:xfrm>
            <a:off x="6209200" y="3577142"/>
            <a:ext cx="2249100" cy="4815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7962" name="Google Shape;7962;p316"/>
          <p:cNvSpPr txBox="1"/>
          <p:nvPr>
            <p:ph idx="8" type="subTitle"/>
          </p:nvPr>
        </p:nvSpPr>
        <p:spPr>
          <a:xfrm>
            <a:off x="6209200" y="3113592"/>
            <a:ext cx="2249100" cy="3936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grpSp>
        <p:nvGrpSpPr>
          <p:cNvPr id="7963" name="Google Shape;7963;p316"/>
          <p:cNvGrpSpPr/>
          <p:nvPr/>
        </p:nvGrpSpPr>
        <p:grpSpPr>
          <a:xfrm flipH="1">
            <a:off x="450425" y="4456075"/>
            <a:ext cx="1916852" cy="488594"/>
            <a:chOff x="6725000" y="4484900"/>
            <a:chExt cx="1916852" cy="488594"/>
          </a:xfrm>
        </p:grpSpPr>
        <p:sp>
          <p:nvSpPr>
            <p:cNvPr id="7964" name="Google Shape;7964;p316"/>
            <p:cNvSpPr/>
            <p:nvPr/>
          </p:nvSpPr>
          <p:spPr>
            <a:xfrm>
              <a:off x="8536400" y="4484900"/>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965" name="Google Shape;7965;p316"/>
            <p:cNvGrpSpPr/>
            <p:nvPr/>
          </p:nvGrpSpPr>
          <p:grpSpPr>
            <a:xfrm>
              <a:off x="7801920" y="4868038"/>
              <a:ext cx="105457" cy="105457"/>
              <a:chOff x="7812545" y="194375"/>
              <a:chExt cx="105457" cy="105457"/>
            </a:xfrm>
          </p:grpSpPr>
          <p:sp>
            <p:nvSpPr>
              <p:cNvPr id="7966" name="Google Shape;7966;p316"/>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7" name="Google Shape;7967;p316"/>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8" name="Google Shape;7968;p316"/>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9" name="Google Shape;7969;p316"/>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970" name="Google Shape;7970;p316"/>
            <p:cNvSpPr/>
            <p:nvPr/>
          </p:nvSpPr>
          <p:spPr>
            <a:xfrm>
              <a:off x="6725000" y="4762662"/>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971" name="Google Shape;7971;p316"/>
          <p:cNvGrpSpPr/>
          <p:nvPr/>
        </p:nvGrpSpPr>
        <p:grpSpPr>
          <a:xfrm>
            <a:off x="8072151" y="199650"/>
            <a:ext cx="727201" cy="912457"/>
            <a:chOff x="8072151" y="199650"/>
            <a:chExt cx="727201" cy="912457"/>
          </a:xfrm>
        </p:grpSpPr>
        <p:sp>
          <p:nvSpPr>
            <p:cNvPr id="7972" name="Google Shape;7972;p316"/>
            <p:cNvSpPr/>
            <p:nvPr/>
          </p:nvSpPr>
          <p:spPr>
            <a:xfrm>
              <a:off x="8072151" y="199650"/>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7973" name="Google Shape;7973;p316"/>
            <p:cNvGrpSpPr/>
            <p:nvPr/>
          </p:nvGrpSpPr>
          <p:grpSpPr>
            <a:xfrm>
              <a:off x="8645970" y="1006650"/>
              <a:ext cx="105457" cy="105457"/>
              <a:chOff x="7812545" y="194375"/>
              <a:chExt cx="105457" cy="105457"/>
            </a:xfrm>
          </p:grpSpPr>
          <p:sp>
            <p:nvSpPr>
              <p:cNvPr id="7974" name="Google Shape;7974;p316"/>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5" name="Google Shape;7975;p316"/>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6" name="Google Shape;7976;p316"/>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7" name="Google Shape;7977;p316"/>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978" name="Google Shape;7978;p316"/>
            <p:cNvGrpSpPr/>
            <p:nvPr/>
          </p:nvGrpSpPr>
          <p:grpSpPr>
            <a:xfrm>
              <a:off x="8693895" y="342525"/>
              <a:ext cx="105457" cy="105457"/>
              <a:chOff x="7812545" y="194375"/>
              <a:chExt cx="105457" cy="105457"/>
            </a:xfrm>
          </p:grpSpPr>
          <p:sp>
            <p:nvSpPr>
              <p:cNvPr id="7979" name="Google Shape;7979;p316"/>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0" name="Google Shape;7980;p316"/>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1" name="Google Shape;7981;p316"/>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2" name="Google Shape;7982;p316"/>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7983" name="Google Shape;7983;p316"/>
          <p:cNvGrpSpPr/>
          <p:nvPr/>
        </p:nvGrpSpPr>
        <p:grpSpPr>
          <a:xfrm>
            <a:off x="7924782" y="4282875"/>
            <a:ext cx="1763256" cy="1268320"/>
            <a:chOff x="7924782" y="4282875"/>
            <a:chExt cx="1763256" cy="1268320"/>
          </a:xfrm>
        </p:grpSpPr>
        <p:sp>
          <p:nvSpPr>
            <p:cNvPr id="7984" name="Google Shape;7984;p316"/>
            <p:cNvSpPr/>
            <p:nvPr/>
          </p:nvSpPr>
          <p:spPr>
            <a:xfrm flipH="1">
              <a:off x="7924782" y="4282875"/>
              <a:ext cx="1463593" cy="1176898"/>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rgbClr val="F0F0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5" name="Google Shape;7985;p316"/>
            <p:cNvSpPr/>
            <p:nvPr/>
          </p:nvSpPr>
          <p:spPr>
            <a:xfrm>
              <a:off x="8471361" y="4438924"/>
              <a:ext cx="1216677" cy="1112271"/>
            </a:xfrm>
            <a:custGeom>
              <a:rect b="b" l="l" r="r" t="t"/>
              <a:pathLst>
                <a:path extrusionOk="0" h="49900" w="54584">
                  <a:moveTo>
                    <a:pt x="39803" y="0"/>
                  </a:moveTo>
                  <a:cubicBezTo>
                    <a:pt x="38029" y="0"/>
                    <a:pt x="36248" y="409"/>
                    <a:pt x="34570" y="1238"/>
                  </a:cubicBezTo>
                  <a:cubicBezTo>
                    <a:pt x="31367" y="2802"/>
                    <a:pt x="28886" y="5448"/>
                    <a:pt x="25683" y="7012"/>
                  </a:cubicBezTo>
                  <a:cubicBezTo>
                    <a:pt x="21308" y="9163"/>
                    <a:pt x="16511" y="10320"/>
                    <a:pt x="12090" y="12380"/>
                  </a:cubicBezTo>
                  <a:cubicBezTo>
                    <a:pt x="7684" y="14425"/>
                    <a:pt x="3444" y="17628"/>
                    <a:pt x="1865" y="22244"/>
                  </a:cubicBezTo>
                  <a:cubicBezTo>
                    <a:pt x="1" y="27673"/>
                    <a:pt x="647" y="34078"/>
                    <a:pt x="3504" y="39040"/>
                  </a:cubicBezTo>
                  <a:cubicBezTo>
                    <a:pt x="8069" y="46988"/>
                    <a:pt x="17031" y="49899"/>
                    <a:pt x="25743" y="49899"/>
                  </a:cubicBezTo>
                  <a:cubicBezTo>
                    <a:pt x="25898" y="49899"/>
                    <a:pt x="26054" y="49898"/>
                    <a:pt x="26209" y="49897"/>
                  </a:cubicBezTo>
                  <a:cubicBezTo>
                    <a:pt x="44945" y="49671"/>
                    <a:pt x="54583" y="26996"/>
                    <a:pt x="51531" y="10696"/>
                  </a:cubicBezTo>
                  <a:cubicBezTo>
                    <a:pt x="50869" y="7163"/>
                    <a:pt x="49230" y="3779"/>
                    <a:pt x="46118" y="1840"/>
                  </a:cubicBezTo>
                  <a:cubicBezTo>
                    <a:pt x="44160" y="620"/>
                    <a:pt x="41987" y="0"/>
                    <a:pt x="398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2">
  <p:cSld name="BLANK_21">
    <p:spTree>
      <p:nvGrpSpPr>
        <p:cNvPr id="7986" name="Shape 7986"/>
        <p:cNvGrpSpPr/>
        <p:nvPr/>
      </p:nvGrpSpPr>
      <p:grpSpPr>
        <a:xfrm>
          <a:off x="0" y="0"/>
          <a:ext cx="0" cy="0"/>
          <a:chOff x="0" y="0"/>
          <a:chExt cx="0" cy="0"/>
        </a:xfrm>
      </p:grpSpPr>
      <p:sp>
        <p:nvSpPr>
          <p:cNvPr id="7987" name="Google Shape;7987;p3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7988" name="Google Shape;7988;p317"/>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989" name="Google Shape;7989;p317"/>
          <p:cNvSpPr txBox="1"/>
          <p:nvPr>
            <p:ph idx="2" type="title"/>
          </p:nvPr>
        </p:nvSpPr>
        <p:spPr>
          <a:xfrm>
            <a:off x="685800" y="2239050"/>
            <a:ext cx="2227800" cy="3936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sz="2000">
                <a:solidFill>
                  <a:schemeClr val="accent2"/>
                </a:solidFill>
              </a:defRPr>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sp>
        <p:nvSpPr>
          <p:cNvPr id="7990" name="Google Shape;7990;p317"/>
          <p:cNvSpPr txBox="1"/>
          <p:nvPr>
            <p:ph idx="1" type="subTitle"/>
          </p:nvPr>
        </p:nvSpPr>
        <p:spPr>
          <a:xfrm>
            <a:off x="688342" y="2632650"/>
            <a:ext cx="2227800" cy="4680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991" name="Google Shape;7991;p317"/>
          <p:cNvSpPr txBox="1"/>
          <p:nvPr>
            <p:ph hasCustomPrompt="1" idx="3" type="title"/>
          </p:nvPr>
        </p:nvSpPr>
        <p:spPr>
          <a:xfrm>
            <a:off x="685793" y="1773634"/>
            <a:ext cx="792600" cy="5283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solidFill>
                  <a:schemeClr val="accent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7992" name="Google Shape;7992;p317"/>
          <p:cNvSpPr txBox="1"/>
          <p:nvPr>
            <p:ph idx="4" type="title"/>
          </p:nvPr>
        </p:nvSpPr>
        <p:spPr>
          <a:xfrm>
            <a:off x="6230350" y="2239050"/>
            <a:ext cx="2225400" cy="393600"/>
          </a:xfrm>
          <a:prstGeom prst="rect">
            <a:avLst/>
          </a:prstGeom>
        </p:spPr>
        <p:txBody>
          <a:bodyPr anchorCtr="0" anchor="ctr" bIns="91425" lIns="91425" spcFirstLastPara="1" rIns="91425" wrap="square" tIns="91425">
            <a:noAutofit/>
          </a:bodyPr>
          <a:lstStyle>
            <a:lvl1pPr lvl="0" algn="r">
              <a:spcBef>
                <a:spcPts val="0"/>
              </a:spcBef>
              <a:spcAft>
                <a:spcPts val="0"/>
              </a:spcAft>
              <a:buSzPts val="2000"/>
              <a:buNone/>
              <a:defRPr sz="2000">
                <a:solidFill>
                  <a:schemeClr val="accent2"/>
                </a:solidFill>
              </a:defRPr>
            </a:lvl1pPr>
            <a:lvl2pPr lvl="1" algn="r">
              <a:spcBef>
                <a:spcPts val="0"/>
              </a:spcBef>
              <a:spcAft>
                <a:spcPts val="0"/>
              </a:spcAft>
              <a:buSzPts val="2000"/>
              <a:buNone/>
              <a:defRPr sz="2000"/>
            </a:lvl2pPr>
            <a:lvl3pPr lvl="2" algn="r">
              <a:spcBef>
                <a:spcPts val="0"/>
              </a:spcBef>
              <a:spcAft>
                <a:spcPts val="0"/>
              </a:spcAft>
              <a:buSzPts val="2000"/>
              <a:buNone/>
              <a:defRPr sz="2000"/>
            </a:lvl3pPr>
            <a:lvl4pPr lvl="3" algn="r">
              <a:spcBef>
                <a:spcPts val="0"/>
              </a:spcBef>
              <a:spcAft>
                <a:spcPts val="0"/>
              </a:spcAft>
              <a:buSzPts val="2000"/>
              <a:buNone/>
              <a:defRPr sz="2000"/>
            </a:lvl4pPr>
            <a:lvl5pPr lvl="4" algn="r">
              <a:spcBef>
                <a:spcPts val="0"/>
              </a:spcBef>
              <a:spcAft>
                <a:spcPts val="0"/>
              </a:spcAft>
              <a:buSzPts val="2000"/>
              <a:buNone/>
              <a:defRPr sz="2000"/>
            </a:lvl5pPr>
            <a:lvl6pPr lvl="5" algn="r">
              <a:spcBef>
                <a:spcPts val="0"/>
              </a:spcBef>
              <a:spcAft>
                <a:spcPts val="0"/>
              </a:spcAft>
              <a:buSzPts val="2000"/>
              <a:buNone/>
              <a:defRPr sz="2000"/>
            </a:lvl6pPr>
            <a:lvl7pPr lvl="6" algn="r">
              <a:spcBef>
                <a:spcPts val="0"/>
              </a:spcBef>
              <a:spcAft>
                <a:spcPts val="0"/>
              </a:spcAft>
              <a:buSzPts val="2000"/>
              <a:buNone/>
              <a:defRPr sz="2000"/>
            </a:lvl7pPr>
            <a:lvl8pPr lvl="7" algn="r">
              <a:spcBef>
                <a:spcPts val="0"/>
              </a:spcBef>
              <a:spcAft>
                <a:spcPts val="0"/>
              </a:spcAft>
              <a:buSzPts val="2000"/>
              <a:buNone/>
              <a:defRPr sz="2000"/>
            </a:lvl8pPr>
            <a:lvl9pPr lvl="8" algn="r">
              <a:spcBef>
                <a:spcPts val="0"/>
              </a:spcBef>
              <a:spcAft>
                <a:spcPts val="0"/>
              </a:spcAft>
              <a:buSzPts val="2000"/>
              <a:buNone/>
              <a:defRPr sz="2000"/>
            </a:lvl9pPr>
          </a:lstStyle>
          <a:p/>
        </p:txBody>
      </p:sp>
      <p:sp>
        <p:nvSpPr>
          <p:cNvPr id="7993" name="Google Shape;7993;p317"/>
          <p:cNvSpPr txBox="1"/>
          <p:nvPr>
            <p:ph idx="5" type="subTitle"/>
          </p:nvPr>
        </p:nvSpPr>
        <p:spPr>
          <a:xfrm>
            <a:off x="6232889" y="2632650"/>
            <a:ext cx="2225400" cy="468000"/>
          </a:xfrm>
          <a:prstGeom prst="rect">
            <a:avLst/>
          </a:prstGeom>
        </p:spPr>
        <p:txBody>
          <a:bodyPr anchorCtr="0" anchor="ctr" bIns="91425" lIns="91425" spcFirstLastPara="1" rIns="91425" wrap="square" tIns="91425">
            <a:noAutofit/>
          </a:bodyPr>
          <a:lstStyle>
            <a:lvl1pPr lvl="0" algn="r">
              <a:lnSpc>
                <a:spcPct val="100000"/>
              </a:lnSpc>
              <a:spcBef>
                <a:spcPts val="0"/>
              </a:spcBef>
              <a:spcAft>
                <a:spcPts val="0"/>
              </a:spcAft>
              <a:buSzPts val="1400"/>
              <a:buNone/>
              <a:defRPr/>
            </a:lvl1pPr>
            <a:lvl2pPr lvl="1" algn="r">
              <a:lnSpc>
                <a:spcPct val="100000"/>
              </a:lnSpc>
              <a:spcBef>
                <a:spcPts val="0"/>
              </a:spcBef>
              <a:spcAft>
                <a:spcPts val="0"/>
              </a:spcAft>
              <a:buSzPts val="1400"/>
              <a:buNone/>
              <a:defRPr/>
            </a:lvl2pPr>
            <a:lvl3pPr lvl="2" algn="r">
              <a:lnSpc>
                <a:spcPct val="100000"/>
              </a:lnSpc>
              <a:spcBef>
                <a:spcPts val="0"/>
              </a:spcBef>
              <a:spcAft>
                <a:spcPts val="0"/>
              </a:spcAft>
              <a:buSzPts val="1400"/>
              <a:buNone/>
              <a:defRPr/>
            </a:lvl3pPr>
            <a:lvl4pPr lvl="3" algn="r">
              <a:lnSpc>
                <a:spcPct val="100000"/>
              </a:lnSpc>
              <a:spcBef>
                <a:spcPts val="0"/>
              </a:spcBef>
              <a:spcAft>
                <a:spcPts val="0"/>
              </a:spcAft>
              <a:buSzPts val="1400"/>
              <a:buNone/>
              <a:defRPr/>
            </a:lvl4pPr>
            <a:lvl5pPr lvl="4" algn="r">
              <a:lnSpc>
                <a:spcPct val="100000"/>
              </a:lnSpc>
              <a:spcBef>
                <a:spcPts val="0"/>
              </a:spcBef>
              <a:spcAft>
                <a:spcPts val="0"/>
              </a:spcAft>
              <a:buSzPts val="1400"/>
              <a:buNone/>
              <a:defRPr/>
            </a:lvl5pPr>
            <a:lvl6pPr lvl="5" algn="r">
              <a:lnSpc>
                <a:spcPct val="100000"/>
              </a:lnSpc>
              <a:spcBef>
                <a:spcPts val="0"/>
              </a:spcBef>
              <a:spcAft>
                <a:spcPts val="0"/>
              </a:spcAft>
              <a:buSzPts val="1400"/>
              <a:buNone/>
              <a:defRPr/>
            </a:lvl6pPr>
            <a:lvl7pPr lvl="6" algn="r">
              <a:lnSpc>
                <a:spcPct val="100000"/>
              </a:lnSpc>
              <a:spcBef>
                <a:spcPts val="0"/>
              </a:spcBef>
              <a:spcAft>
                <a:spcPts val="0"/>
              </a:spcAft>
              <a:buSzPts val="1400"/>
              <a:buNone/>
              <a:defRPr/>
            </a:lvl7pPr>
            <a:lvl8pPr lvl="7" algn="r">
              <a:lnSpc>
                <a:spcPct val="100000"/>
              </a:lnSpc>
              <a:spcBef>
                <a:spcPts val="0"/>
              </a:spcBef>
              <a:spcAft>
                <a:spcPts val="0"/>
              </a:spcAft>
              <a:buSzPts val="1400"/>
              <a:buNone/>
              <a:defRPr/>
            </a:lvl8pPr>
            <a:lvl9pPr lvl="8" algn="r">
              <a:lnSpc>
                <a:spcPct val="100000"/>
              </a:lnSpc>
              <a:spcBef>
                <a:spcPts val="0"/>
              </a:spcBef>
              <a:spcAft>
                <a:spcPts val="0"/>
              </a:spcAft>
              <a:buSzPts val="1400"/>
              <a:buNone/>
              <a:defRPr/>
            </a:lvl9pPr>
          </a:lstStyle>
          <a:p/>
        </p:txBody>
      </p:sp>
      <p:sp>
        <p:nvSpPr>
          <p:cNvPr id="7994" name="Google Shape;7994;p317"/>
          <p:cNvSpPr txBox="1"/>
          <p:nvPr>
            <p:ph hasCustomPrompt="1" idx="6" type="title"/>
          </p:nvPr>
        </p:nvSpPr>
        <p:spPr>
          <a:xfrm>
            <a:off x="7662593" y="1773634"/>
            <a:ext cx="792600" cy="528300"/>
          </a:xfrm>
          <a:prstGeom prst="rect">
            <a:avLst/>
          </a:prstGeom>
        </p:spPr>
        <p:txBody>
          <a:bodyPr anchorCtr="0" anchor="ctr" bIns="91425" lIns="91425" spcFirstLastPara="1" rIns="91425" wrap="square" tIns="91425">
            <a:noAutofit/>
          </a:bodyPr>
          <a:lstStyle>
            <a:lvl1pPr lvl="0" algn="r">
              <a:spcBef>
                <a:spcPts val="0"/>
              </a:spcBef>
              <a:spcAft>
                <a:spcPts val="0"/>
              </a:spcAft>
              <a:buSzPts val="3000"/>
              <a:buNone/>
              <a:defRPr sz="3000">
                <a:solidFill>
                  <a:schemeClr val="accent2"/>
                </a:solidFill>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sp>
        <p:nvSpPr>
          <p:cNvPr id="7995" name="Google Shape;7995;p317"/>
          <p:cNvSpPr txBox="1"/>
          <p:nvPr>
            <p:ph idx="7" type="title"/>
          </p:nvPr>
        </p:nvSpPr>
        <p:spPr>
          <a:xfrm>
            <a:off x="687071" y="3702599"/>
            <a:ext cx="2227800" cy="393600"/>
          </a:xfrm>
          <a:prstGeom prst="rect">
            <a:avLst/>
          </a:prstGeom>
        </p:spPr>
        <p:txBody>
          <a:bodyPr anchorCtr="0" anchor="ctr" bIns="91425" lIns="91425" spcFirstLastPara="1" rIns="91425" wrap="square" tIns="91425">
            <a:noAutofit/>
          </a:bodyPr>
          <a:lstStyle>
            <a:lvl1pPr lvl="0">
              <a:spcBef>
                <a:spcPts val="0"/>
              </a:spcBef>
              <a:spcAft>
                <a:spcPts val="0"/>
              </a:spcAft>
              <a:buSzPts val="2000"/>
              <a:buNone/>
              <a:defRPr sz="2000">
                <a:solidFill>
                  <a:schemeClr val="accent2"/>
                </a:solidFill>
              </a:defRPr>
            </a:lvl1pPr>
            <a:lvl2pPr lvl="1" algn="ctr">
              <a:spcBef>
                <a:spcPts val="0"/>
              </a:spcBef>
              <a:spcAft>
                <a:spcPts val="0"/>
              </a:spcAft>
              <a:buSzPts val="2000"/>
              <a:buNone/>
              <a:defRPr sz="2000"/>
            </a:lvl2pPr>
            <a:lvl3pPr lvl="2" algn="ctr">
              <a:spcBef>
                <a:spcPts val="0"/>
              </a:spcBef>
              <a:spcAft>
                <a:spcPts val="0"/>
              </a:spcAft>
              <a:buSzPts val="2000"/>
              <a:buNone/>
              <a:defRPr sz="2000"/>
            </a:lvl3pPr>
            <a:lvl4pPr lvl="3" algn="ctr">
              <a:spcBef>
                <a:spcPts val="0"/>
              </a:spcBef>
              <a:spcAft>
                <a:spcPts val="0"/>
              </a:spcAft>
              <a:buSzPts val="2000"/>
              <a:buNone/>
              <a:defRPr sz="2000"/>
            </a:lvl4pPr>
            <a:lvl5pPr lvl="4" algn="ctr">
              <a:spcBef>
                <a:spcPts val="0"/>
              </a:spcBef>
              <a:spcAft>
                <a:spcPts val="0"/>
              </a:spcAft>
              <a:buSzPts val="2000"/>
              <a:buNone/>
              <a:defRPr sz="2000"/>
            </a:lvl5pPr>
            <a:lvl6pPr lvl="5" algn="ctr">
              <a:spcBef>
                <a:spcPts val="0"/>
              </a:spcBef>
              <a:spcAft>
                <a:spcPts val="0"/>
              </a:spcAft>
              <a:buSzPts val="2000"/>
              <a:buNone/>
              <a:defRPr sz="2000"/>
            </a:lvl6pPr>
            <a:lvl7pPr lvl="6" algn="ctr">
              <a:spcBef>
                <a:spcPts val="0"/>
              </a:spcBef>
              <a:spcAft>
                <a:spcPts val="0"/>
              </a:spcAft>
              <a:buSzPts val="2000"/>
              <a:buNone/>
              <a:defRPr sz="2000"/>
            </a:lvl7pPr>
            <a:lvl8pPr lvl="7" algn="ctr">
              <a:spcBef>
                <a:spcPts val="0"/>
              </a:spcBef>
              <a:spcAft>
                <a:spcPts val="0"/>
              </a:spcAft>
              <a:buSzPts val="2000"/>
              <a:buNone/>
              <a:defRPr sz="2000"/>
            </a:lvl8pPr>
            <a:lvl9pPr lvl="8" algn="ctr">
              <a:spcBef>
                <a:spcPts val="0"/>
              </a:spcBef>
              <a:spcAft>
                <a:spcPts val="0"/>
              </a:spcAft>
              <a:buSzPts val="2000"/>
              <a:buNone/>
              <a:defRPr sz="2000"/>
            </a:lvl9pPr>
          </a:lstStyle>
          <a:p/>
        </p:txBody>
      </p:sp>
      <p:sp>
        <p:nvSpPr>
          <p:cNvPr id="7996" name="Google Shape;7996;p317"/>
          <p:cNvSpPr txBox="1"/>
          <p:nvPr>
            <p:ph idx="8" type="subTitle"/>
          </p:nvPr>
        </p:nvSpPr>
        <p:spPr>
          <a:xfrm>
            <a:off x="689613" y="4096199"/>
            <a:ext cx="2227800" cy="4680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997" name="Google Shape;7997;p317"/>
          <p:cNvSpPr txBox="1"/>
          <p:nvPr>
            <p:ph hasCustomPrompt="1" idx="9" type="title"/>
          </p:nvPr>
        </p:nvSpPr>
        <p:spPr>
          <a:xfrm>
            <a:off x="685793" y="3237184"/>
            <a:ext cx="792600" cy="5283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solidFill>
                  <a:schemeClr val="accent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7998" name="Google Shape;7998;p317"/>
          <p:cNvSpPr txBox="1"/>
          <p:nvPr>
            <p:ph idx="13" type="title"/>
          </p:nvPr>
        </p:nvSpPr>
        <p:spPr>
          <a:xfrm>
            <a:off x="6230350" y="3702599"/>
            <a:ext cx="2225400" cy="393600"/>
          </a:xfrm>
          <a:prstGeom prst="rect">
            <a:avLst/>
          </a:prstGeom>
        </p:spPr>
        <p:txBody>
          <a:bodyPr anchorCtr="0" anchor="ctr" bIns="91425" lIns="91425" spcFirstLastPara="1" rIns="91425" wrap="square" tIns="91425">
            <a:noAutofit/>
          </a:bodyPr>
          <a:lstStyle>
            <a:lvl1pPr lvl="0" algn="r">
              <a:spcBef>
                <a:spcPts val="0"/>
              </a:spcBef>
              <a:spcAft>
                <a:spcPts val="0"/>
              </a:spcAft>
              <a:buSzPts val="2000"/>
              <a:buNone/>
              <a:defRPr sz="2000">
                <a:solidFill>
                  <a:schemeClr val="accent2"/>
                </a:solidFill>
              </a:defRPr>
            </a:lvl1pPr>
            <a:lvl2pPr lvl="1" algn="r">
              <a:spcBef>
                <a:spcPts val="0"/>
              </a:spcBef>
              <a:spcAft>
                <a:spcPts val="0"/>
              </a:spcAft>
              <a:buSzPts val="2000"/>
              <a:buNone/>
              <a:defRPr sz="2000"/>
            </a:lvl2pPr>
            <a:lvl3pPr lvl="2" algn="r">
              <a:spcBef>
                <a:spcPts val="0"/>
              </a:spcBef>
              <a:spcAft>
                <a:spcPts val="0"/>
              </a:spcAft>
              <a:buSzPts val="2000"/>
              <a:buNone/>
              <a:defRPr sz="2000"/>
            </a:lvl3pPr>
            <a:lvl4pPr lvl="3" algn="r">
              <a:spcBef>
                <a:spcPts val="0"/>
              </a:spcBef>
              <a:spcAft>
                <a:spcPts val="0"/>
              </a:spcAft>
              <a:buSzPts val="2000"/>
              <a:buNone/>
              <a:defRPr sz="2000"/>
            </a:lvl4pPr>
            <a:lvl5pPr lvl="4" algn="r">
              <a:spcBef>
                <a:spcPts val="0"/>
              </a:spcBef>
              <a:spcAft>
                <a:spcPts val="0"/>
              </a:spcAft>
              <a:buSzPts val="2000"/>
              <a:buNone/>
              <a:defRPr sz="2000"/>
            </a:lvl5pPr>
            <a:lvl6pPr lvl="5" algn="r">
              <a:spcBef>
                <a:spcPts val="0"/>
              </a:spcBef>
              <a:spcAft>
                <a:spcPts val="0"/>
              </a:spcAft>
              <a:buSzPts val="2000"/>
              <a:buNone/>
              <a:defRPr sz="2000"/>
            </a:lvl6pPr>
            <a:lvl7pPr lvl="6" algn="r">
              <a:spcBef>
                <a:spcPts val="0"/>
              </a:spcBef>
              <a:spcAft>
                <a:spcPts val="0"/>
              </a:spcAft>
              <a:buSzPts val="2000"/>
              <a:buNone/>
              <a:defRPr sz="2000"/>
            </a:lvl7pPr>
            <a:lvl8pPr lvl="7" algn="r">
              <a:spcBef>
                <a:spcPts val="0"/>
              </a:spcBef>
              <a:spcAft>
                <a:spcPts val="0"/>
              </a:spcAft>
              <a:buSzPts val="2000"/>
              <a:buNone/>
              <a:defRPr sz="2000"/>
            </a:lvl8pPr>
            <a:lvl9pPr lvl="8" algn="r">
              <a:spcBef>
                <a:spcPts val="0"/>
              </a:spcBef>
              <a:spcAft>
                <a:spcPts val="0"/>
              </a:spcAft>
              <a:buSzPts val="2000"/>
              <a:buNone/>
              <a:defRPr sz="2000"/>
            </a:lvl9pPr>
          </a:lstStyle>
          <a:p/>
        </p:txBody>
      </p:sp>
      <p:sp>
        <p:nvSpPr>
          <p:cNvPr id="7999" name="Google Shape;7999;p317"/>
          <p:cNvSpPr txBox="1"/>
          <p:nvPr>
            <p:ph idx="14" type="subTitle"/>
          </p:nvPr>
        </p:nvSpPr>
        <p:spPr>
          <a:xfrm>
            <a:off x="6232889" y="4096199"/>
            <a:ext cx="2225400" cy="468000"/>
          </a:xfrm>
          <a:prstGeom prst="rect">
            <a:avLst/>
          </a:prstGeom>
        </p:spPr>
        <p:txBody>
          <a:bodyPr anchorCtr="0" anchor="ctr" bIns="91425" lIns="91425" spcFirstLastPara="1" rIns="91425" wrap="square" tIns="91425">
            <a:noAutofit/>
          </a:bodyPr>
          <a:lstStyle>
            <a:lvl1pPr lvl="0" algn="r">
              <a:lnSpc>
                <a:spcPct val="100000"/>
              </a:lnSpc>
              <a:spcBef>
                <a:spcPts val="0"/>
              </a:spcBef>
              <a:spcAft>
                <a:spcPts val="0"/>
              </a:spcAft>
              <a:buSzPts val="1400"/>
              <a:buNone/>
              <a:defRPr/>
            </a:lvl1pPr>
            <a:lvl2pPr lvl="1" algn="r">
              <a:lnSpc>
                <a:spcPct val="100000"/>
              </a:lnSpc>
              <a:spcBef>
                <a:spcPts val="0"/>
              </a:spcBef>
              <a:spcAft>
                <a:spcPts val="0"/>
              </a:spcAft>
              <a:buSzPts val="1400"/>
              <a:buNone/>
              <a:defRPr/>
            </a:lvl2pPr>
            <a:lvl3pPr lvl="2" algn="r">
              <a:lnSpc>
                <a:spcPct val="100000"/>
              </a:lnSpc>
              <a:spcBef>
                <a:spcPts val="0"/>
              </a:spcBef>
              <a:spcAft>
                <a:spcPts val="0"/>
              </a:spcAft>
              <a:buSzPts val="1400"/>
              <a:buNone/>
              <a:defRPr/>
            </a:lvl3pPr>
            <a:lvl4pPr lvl="3" algn="r">
              <a:lnSpc>
                <a:spcPct val="100000"/>
              </a:lnSpc>
              <a:spcBef>
                <a:spcPts val="0"/>
              </a:spcBef>
              <a:spcAft>
                <a:spcPts val="0"/>
              </a:spcAft>
              <a:buSzPts val="1400"/>
              <a:buNone/>
              <a:defRPr/>
            </a:lvl4pPr>
            <a:lvl5pPr lvl="4" algn="r">
              <a:lnSpc>
                <a:spcPct val="100000"/>
              </a:lnSpc>
              <a:spcBef>
                <a:spcPts val="0"/>
              </a:spcBef>
              <a:spcAft>
                <a:spcPts val="0"/>
              </a:spcAft>
              <a:buSzPts val="1400"/>
              <a:buNone/>
              <a:defRPr/>
            </a:lvl5pPr>
            <a:lvl6pPr lvl="5" algn="r">
              <a:lnSpc>
                <a:spcPct val="100000"/>
              </a:lnSpc>
              <a:spcBef>
                <a:spcPts val="0"/>
              </a:spcBef>
              <a:spcAft>
                <a:spcPts val="0"/>
              </a:spcAft>
              <a:buSzPts val="1400"/>
              <a:buNone/>
              <a:defRPr/>
            </a:lvl6pPr>
            <a:lvl7pPr lvl="6" algn="r">
              <a:lnSpc>
                <a:spcPct val="100000"/>
              </a:lnSpc>
              <a:spcBef>
                <a:spcPts val="0"/>
              </a:spcBef>
              <a:spcAft>
                <a:spcPts val="0"/>
              </a:spcAft>
              <a:buSzPts val="1400"/>
              <a:buNone/>
              <a:defRPr/>
            </a:lvl7pPr>
            <a:lvl8pPr lvl="7" algn="r">
              <a:lnSpc>
                <a:spcPct val="100000"/>
              </a:lnSpc>
              <a:spcBef>
                <a:spcPts val="0"/>
              </a:spcBef>
              <a:spcAft>
                <a:spcPts val="0"/>
              </a:spcAft>
              <a:buSzPts val="1400"/>
              <a:buNone/>
              <a:defRPr/>
            </a:lvl8pPr>
            <a:lvl9pPr lvl="8" algn="r">
              <a:lnSpc>
                <a:spcPct val="100000"/>
              </a:lnSpc>
              <a:spcBef>
                <a:spcPts val="0"/>
              </a:spcBef>
              <a:spcAft>
                <a:spcPts val="0"/>
              </a:spcAft>
              <a:buSzPts val="1400"/>
              <a:buNone/>
              <a:defRPr/>
            </a:lvl9pPr>
          </a:lstStyle>
          <a:p/>
        </p:txBody>
      </p:sp>
      <p:sp>
        <p:nvSpPr>
          <p:cNvPr id="8000" name="Google Shape;8000;p317"/>
          <p:cNvSpPr txBox="1"/>
          <p:nvPr>
            <p:ph hasCustomPrompt="1" idx="15" type="title"/>
          </p:nvPr>
        </p:nvSpPr>
        <p:spPr>
          <a:xfrm>
            <a:off x="7662593" y="3237184"/>
            <a:ext cx="792600" cy="528300"/>
          </a:xfrm>
          <a:prstGeom prst="rect">
            <a:avLst/>
          </a:prstGeom>
        </p:spPr>
        <p:txBody>
          <a:bodyPr anchorCtr="0" anchor="ctr" bIns="91425" lIns="91425" spcFirstLastPara="1" rIns="91425" wrap="square" tIns="91425">
            <a:noAutofit/>
          </a:bodyPr>
          <a:lstStyle>
            <a:lvl1pPr lvl="0" algn="r">
              <a:spcBef>
                <a:spcPts val="0"/>
              </a:spcBef>
              <a:spcAft>
                <a:spcPts val="0"/>
              </a:spcAft>
              <a:buSzPts val="3000"/>
              <a:buNone/>
              <a:defRPr sz="3000">
                <a:solidFill>
                  <a:schemeClr val="accent2"/>
                </a:solidFill>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grpSp>
        <p:nvGrpSpPr>
          <p:cNvPr id="8001" name="Google Shape;8001;p317"/>
          <p:cNvGrpSpPr/>
          <p:nvPr/>
        </p:nvGrpSpPr>
        <p:grpSpPr>
          <a:xfrm>
            <a:off x="-1069154" y="4407897"/>
            <a:ext cx="1878379" cy="1510434"/>
            <a:chOff x="-1069154" y="4407897"/>
            <a:chExt cx="1878379" cy="1510434"/>
          </a:xfrm>
        </p:grpSpPr>
        <p:sp>
          <p:nvSpPr>
            <p:cNvPr id="8002" name="Google Shape;8002;p317"/>
            <p:cNvSpPr/>
            <p:nvPr/>
          </p:nvSpPr>
          <p:spPr>
            <a:xfrm flipH="1">
              <a:off x="-1069154" y="4407897"/>
              <a:ext cx="1878379" cy="1510434"/>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3" name="Google Shape;8003;p317"/>
            <p:cNvSpPr/>
            <p:nvPr/>
          </p:nvSpPr>
          <p:spPr>
            <a:xfrm>
              <a:off x="-603318" y="4702573"/>
              <a:ext cx="1040410" cy="921152"/>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004" name="Google Shape;8004;p317"/>
          <p:cNvGrpSpPr/>
          <p:nvPr/>
        </p:nvGrpSpPr>
        <p:grpSpPr>
          <a:xfrm flipH="1" rot="10800000">
            <a:off x="8455188" y="183250"/>
            <a:ext cx="463864" cy="572939"/>
            <a:chOff x="274663" y="183250"/>
            <a:chExt cx="463864" cy="572939"/>
          </a:xfrm>
        </p:grpSpPr>
        <p:grpSp>
          <p:nvGrpSpPr>
            <p:cNvPr id="8005" name="Google Shape;8005;p317"/>
            <p:cNvGrpSpPr/>
            <p:nvPr/>
          </p:nvGrpSpPr>
          <p:grpSpPr>
            <a:xfrm>
              <a:off x="633070" y="183250"/>
              <a:ext cx="105457" cy="105457"/>
              <a:chOff x="7812545" y="194375"/>
              <a:chExt cx="105457" cy="105457"/>
            </a:xfrm>
          </p:grpSpPr>
          <p:sp>
            <p:nvSpPr>
              <p:cNvPr id="8006" name="Google Shape;8006;p317"/>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7" name="Google Shape;8007;p317"/>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8" name="Google Shape;8008;p317"/>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9" name="Google Shape;8009;p317"/>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010" name="Google Shape;8010;p317"/>
            <p:cNvSpPr/>
            <p:nvPr/>
          </p:nvSpPr>
          <p:spPr>
            <a:xfrm>
              <a:off x="274663" y="650800"/>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011" name="Google Shape;8011;p317"/>
          <p:cNvSpPr/>
          <p:nvPr/>
        </p:nvSpPr>
        <p:spPr>
          <a:xfrm rot="10800000">
            <a:off x="8055478" y="4564201"/>
            <a:ext cx="1683999" cy="1354130"/>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012" name="Google Shape;8012;p317"/>
          <p:cNvGrpSpPr/>
          <p:nvPr/>
        </p:nvGrpSpPr>
        <p:grpSpPr>
          <a:xfrm>
            <a:off x="167651" y="174775"/>
            <a:ext cx="719526" cy="729257"/>
            <a:chOff x="167651" y="174775"/>
            <a:chExt cx="719526" cy="729257"/>
          </a:xfrm>
        </p:grpSpPr>
        <p:sp>
          <p:nvSpPr>
            <p:cNvPr id="8013" name="Google Shape;8013;p317"/>
            <p:cNvSpPr/>
            <p:nvPr/>
          </p:nvSpPr>
          <p:spPr>
            <a:xfrm flipH="1" rot="10800000">
              <a:off x="167651" y="826080"/>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8014" name="Google Shape;8014;p317"/>
            <p:cNvGrpSpPr/>
            <p:nvPr/>
          </p:nvGrpSpPr>
          <p:grpSpPr>
            <a:xfrm flipH="1" rot="10800000">
              <a:off x="512195" y="174775"/>
              <a:ext cx="105457" cy="105457"/>
              <a:chOff x="7812545" y="194375"/>
              <a:chExt cx="105457" cy="105457"/>
            </a:xfrm>
          </p:grpSpPr>
          <p:sp>
            <p:nvSpPr>
              <p:cNvPr id="8015" name="Google Shape;8015;p317"/>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6" name="Google Shape;8016;p317"/>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7" name="Google Shape;8017;p317"/>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8" name="Google Shape;8018;p317"/>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019" name="Google Shape;8019;p317"/>
            <p:cNvSpPr/>
            <p:nvPr/>
          </p:nvSpPr>
          <p:spPr>
            <a:xfrm flipH="1" rot="10800000">
              <a:off x="809226" y="58245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spTree>
  </p:cSld>
  <p:clrMapOvr>
    <a:masterClrMapping/>
  </p:clrMapOvr>
</p:sldLayout>
</file>

<file path=ppt/slideLayouts/slideLayout3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BLANK_8">
    <p:spTree>
      <p:nvGrpSpPr>
        <p:cNvPr id="8020" name="Shape 8020"/>
        <p:cNvGrpSpPr/>
        <p:nvPr/>
      </p:nvGrpSpPr>
      <p:grpSpPr>
        <a:xfrm>
          <a:off x="0" y="0"/>
          <a:ext cx="0" cy="0"/>
          <a:chOff x="0" y="0"/>
          <a:chExt cx="0" cy="0"/>
        </a:xfrm>
      </p:grpSpPr>
      <p:sp>
        <p:nvSpPr>
          <p:cNvPr id="8021" name="Google Shape;8021;p3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8022" name="Google Shape;8022;p318"/>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023" name="Google Shape;8023;p318"/>
          <p:cNvSpPr txBox="1"/>
          <p:nvPr>
            <p:ph idx="1" type="subTitle"/>
          </p:nvPr>
        </p:nvSpPr>
        <p:spPr>
          <a:xfrm>
            <a:off x="3601100" y="1757449"/>
            <a:ext cx="2063100" cy="4815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8024" name="Google Shape;8024;p318"/>
          <p:cNvSpPr txBox="1"/>
          <p:nvPr>
            <p:ph idx="2" type="subTitle"/>
          </p:nvPr>
        </p:nvSpPr>
        <p:spPr>
          <a:xfrm>
            <a:off x="3601100" y="1346150"/>
            <a:ext cx="2063100" cy="393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sp>
        <p:nvSpPr>
          <p:cNvPr id="8025" name="Google Shape;8025;p318"/>
          <p:cNvSpPr txBox="1"/>
          <p:nvPr>
            <p:ph idx="3" type="subTitle"/>
          </p:nvPr>
        </p:nvSpPr>
        <p:spPr>
          <a:xfrm>
            <a:off x="3601100" y="2860349"/>
            <a:ext cx="2063100" cy="4815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8026" name="Google Shape;8026;p318"/>
          <p:cNvSpPr txBox="1"/>
          <p:nvPr>
            <p:ph idx="4" type="subTitle"/>
          </p:nvPr>
        </p:nvSpPr>
        <p:spPr>
          <a:xfrm>
            <a:off x="3601100" y="2449051"/>
            <a:ext cx="2063100" cy="393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sp>
        <p:nvSpPr>
          <p:cNvPr id="8027" name="Google Shape;8027;p318"/>
          <p:cNvSpPr txBox="1"/>
          <p:nvPr>
            <p:ph idx="5" type="subTitle"/>
          </p:nvPr>
        </p:nvSpPr>
        <p:spPr>
          <a:xfrm>
            <a:off x="3601100" y="3963250"/>
            <a:ext cx="2063100" cy="4815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8028" name="Google Shape;8028;p318"/>
          <p:cNvSpPr txBox="1"/>
          <p:nvPr>
            <p:ph idx="6" type="subTitle"/>
          </p:nvPr>
        </p:nvSpPr>
        <p:spPr>
          <a:xfrm>
            <a:off x="3601100" y="3551951"/>
            <a:ext cx="2063100" cy="393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sp>
        <p:nvSpPr>
          <p:cNvPr id="8029" name="Google Shape;8029;p318"/>
          <p:cNvSpPr txBox="1"/>
          <p:nvPr>
            <p:ph idx="7" type="subTitle"/>
          </p:nvPr>
        </p:nvSpPr>
        <p:spPr>
          <a:xfrm>
            <a:off x="6395100" y="1757449"/>
            <a:ext cx="2063100" cy="4815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8030" name="Google Shape;8030;p318"/>
          <p:cNvSpPr txBox="1"/>
          <p:nvPr>
            <p:ph idx="8" type="subTitle"/>
          </p:nvPr>
        </p:nvSpPr>
        <p:spPr>
          <a:xfrm>
            <a:off x="6395100" y="1346150"/>
            <a:ext cx="2063100" cy="393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sp>
        <p:nvSpPr>
          <p:cNvPr id="8031" name="Google Shape;8031;p318"/>
          <p:cNvSpPr txBox="1"/>
          <p:nvPr>
            <p:ph idx="9" type="subTitle"/>
          </p:nvPr>
        </p:nvSpPr>
        <p:spPr>
          <a:xfrm>
            <a:off x="6395100" y="2860349"/>
            <a:ext cx="2063100" cy="4815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8032" name="Google Shape;8032;p318"/>
          <p:cNvSpPr txBox="1"/>
          <p:nvPr>
            <p:ph idx="13" type="subTitle"/>
          </p:nvPr>
        </p:nvSpPr>
        <p:spPr>
          <a:xfrm>
            <a:off x="6395100" y="2449051"/>
            <a:ext cx="2063100" cy="393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sp>
        <p:nvSpPr>
          <p:cNvPr id="8033" name="Google Shape;8033;p318"/>
          <p:cNvSpPr txBox="1"/>
          <p:nvPr>
            <p:ph idx="14" type="subTitle"/>
          </p:nvPr>
        </p:nvSpPr>
        <p:spPr>
          <a:xfrm>
            <a:off x="6395100" y="3963250"/>
            <a:ext cx="2063100" cy="4815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8034" name="Google Shape;8034;p318"/>
          <p:cNvSpPr txBox="1"/>
          <p:nvPr>
            <p:ph idx="15" type="subTitle"/>
          </p:nvPr>
        </p:nvSpPr>
        <p:spPr>
          <a:xfrm>
            <a:off x="6395100" y="3551951"/>
            <a:ext cx="2063100" cy="393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Clr>
                <a:schemeClr val="accent2"/>
              </a:buClr>
              <a:buSzPts val="2000"/>
              <a:buFont typeface="Barlow"/>
              <a:buNone/>
              <a:defRPr b="1" sz="2000">
                <a:solidFill>
                  <a:schemeClr val="accent2"/>
                </a:solidFill>
                <a:latin typeface="Barlow"/>
                <a:ea typeface="Barlow"/>
                <a:cs typeface="Barlow"/>
                <a:sym typeface="Barlow"/>
              </a:defRPr>
            </a:lvl1pPr>
            <a:lvl2pPr lvl="1">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2pPr>
            <a:lvl3pPr lvl="2">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3pPr>
            <a:lvl4pPr lvl="3">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4pPr>
            <a:lvl5pPr lvl="4">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5pPr>
            <a:lvl6pPr lvl="5">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6pPr>
            <a:lvl7pPr lvl="6">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7pPr>
            <a:lvl8pPr lvl="7">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8pPr>
            <a:lvl9pPr lvl="8">
              <a:lnSpc>
                <a:spcPct val="100000"/>
              </a:lnSpc>
              <a:spcBef>
                <a:spcPts val="0"/>
              </a:spcBef>
              <a:spcAft>
                <a:spcPts val="0"/>
              </a:spcAft>
              <a:buClr>
                <a:schemeClr val="accent2"/>
              </a:buClr>
              <a:buSzPts val="1400"/>
              <a:buFont typeface="Barlow"/>
              <a:buNone/>
              <a:defRPr b="1">
                <a:solidFill>
                  <a:schemeClr val="accent2"/>
                </a:solidFill>
                <a:latin typeface="Barlow"/>
                <a:ea typeface="Barlow"/>
                <a:cs typeface="Barlow"/>
                <a:sym typeface="Barlow"/>
              </a:defRPr>
            </a:lvl9pPr>
          </a:lstStyle>
          <a:p/>
        </p:txBody>
      </p:sp>
      <p:grpSp>
        <p:nvGrpSpPr>
          <p:cNvPr id="8035" name="Google Shape;8035;p318"/>
          <p:cNvGrpSpPr/>
          <p:nvPr/>
        </p:nvGrpSpPr>
        <p:grpSpPr>
          <a:xfrm>
            <a:off x="8140895" y="199900"/>
            <a:ext cx="767307" cy="704132"/>
            <a:chOff x="8140895" y="199900"/>
            <a:chExt cx="767307" cy="704132"/>
          </a:xfrm>
        </p:grpSpPr>
        <p:sp>
          <p:nvSpPr>
            <p:cNvPr id="8036" name="Google Shape;8036;p318"/>
            <p:cNvSpPr/>
            <p:nvPr/>
          </p:nvSpPr>
          <p:spPr>
            <a:xfrm>
              <a:off x="8724801" y="261850"/>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8037" name="Google Shape;8037;p318"/>
            <p:cNvGrpSpPr/>
            <p:nvPr/>
          </p:nvGrpSpPr>
          <p:grpSpPr>
            <a:xfrm>
              <a:off x="8802745" y="798575"/>
              <a:ext cx="105457" cy="105457"/>
              <a:chOff x="7812545" y="194375"/>
              <a:chExt cx="105457" cy="105457"/>
            </a:xfrm>
          </p:grpSpPr>
          <p:sp>
            <p:nvSpPr>
              <p:cNvPr id="8038" name="Google Shape;8038;p318"/>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9" name="Google Shape;8039;p318"/>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0" name="Google Shape;8040;p318"/>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1" name="Google Shape;8041;p318"/>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042" name="Google Shape;8042;p318"/>
            <p:cNvGrpSpPr/>
            <p:nvPr/>
          </p:nvGrpSpPr>
          <p:grpSpPr>
            <a:xfrm>
              <a:off x="8140895" y="199900"/>
              <a:ext cx="105457" cy="105457"/>
              <a:chOff x="7812545" y="194375"/>
              <a:chExt cx="105457" cy="105457"/>
            </a:xfrm>
          </p:grpSpPr>
          <p:sp>
            <p:nvSpPr>
              <p:cNvPr id="8043" name="Google Shape;8043;p318"/>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4" name="Google Shape;8044;p318"/>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5" name="Google Shape;8045;p318"/>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6" name="Google Shape;8046;p318"/>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8047" name="Google Shape;8047;p318"/>
          <p:cNvGrpSpPr/>
          <p:nvPr/>
        </p:nvGrpSpPr>
        <p:grpSpPr>
          <a:xfrm>
            <a:off x="198551" y="248100"/>
            <a:ext cx="340151" cy="550476"/>
            <a:chOff x="198551" y="248100"/>
            <a:chExt cx="340151" cy="550476"/>
          </a:xfrm>
        </p:grpSpPr>
        <p:sp>
          <p:nvSpPr>
            <p:cNvPr id="8048" name="Google Shape;8048;p318"/>
            <p:cNvSpPr/>
            <p:nvPr/>
          </p:nvSpPr>
          <p:spPr>
            <a:xfrm>
              <a:off x="198551" y="72062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8049" name="Google Shape;8049;p318"/>
            <p:cNvGrpSpPr/>
            <p:nvPr/>
          </p:nvGrpSpPr>
          <p:grpSpPr>
            <a:xfrm>
              <a:off x="433245" y="248100"/>
              <a:ext cx="105457" cy="105457"/>
              <a:chOff x="7812545" y="194375"/>
              <a:chExt cx="105457" cy="105457"/>
            </a:xfrm>
          </p:grpSpPr>
          <p:sp>
            <p:nvSpPr>
              <p:cNvPr id="8050" name="Google Shape;8050;p318"/>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1" name="Google Shape;8051;p318"/>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2" name="Google Shape;8052;p318"/>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3" name="Google Shape;8053;p318"/>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054" name="Google Shape;8054;p318"/>
          <p:cNvSpPr/>
          <p:nvPr/>
        </p:nvSpPr>
        <p:spPr>
          <a:xfrm flipH="1">
            <a:off x="8724788" y="4527038"/>
            <a:ext cx="1232275" cy="1091025"/>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055" name="Google Shape;8055;p318"/>
          <p:cNvGrpSpPr/>
          <p:nvPr/>
        </p:nvGrpSpPr>
        <p:grpSpPr>
          <a:xfrm>
            <a:off x="2880351" y="4654848"/>
            <a:ext cx="2357201" cy="285801"/>
            <a:chOff x="2880351" y="4654848"/>
            <a:chExt cx="2357201" cy="285801"/>
          </a:xfrm>
        </p:grpSpPr>
        <p:sp>
          <p:nvSpPr>
            <p:cNvPr id="8056" name="Google Shape;8056;p318"/>
            <p:cNvSpPr/>
            <p:nvPr/>
          </p:nvSpPr>
          <p:spPr>
            <a:xfrm>
              <a:off x="2880351" y="4862698"/>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8057" name="Google Shape;8057;p318"/>
            <p:cNvGrpSpPr/>
            <p:nvPr/>
          </p:nvGrpSpPr>
          <p:grpSpPr>
            <a:xfrm>
              <a:off x="3601095" y="4654848"/>
              <a:ext cx="105457" cy="105457"/>
              <a:chOff x="7812545" y="194375"/>
              <a:chExt cx="105457" cy="105457"/>
            </a:xfrm>
          </p:grpSpPr>
          <p:sp>
            <p:nvSpPr>
              <p:cNvPr id="8058" name="Google Shape;8058;p318"/>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9" name="Google Shape;8059;p318"/>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0" name="Google Shape;8060;p318"/>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1" name="Google Shape;8061;p318"/>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062" name="Google Shape;8062;p318"/>
            <p:cNvSpPr/>
            <p:nvPr/>
          </p:nvSpPr>
          <p:spPr>
            <a:xfrm>
              <a:off x="4343376" y="4862698"/>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8063" name="Google Shape;8063;p318"/>
            <p:cNvGrpSpPr/>
            <p:nvPr/>
          </p:nvGrpSpPr>
          <p:grpSpPr>
            <a:xfrm>
              <a:off x="5132095" y="4654848"/>
              <a:ext cx="105457" cy="105457"/>
              <a:chOff x="7812545" y="194375"/>
              <a:chExt cx="105457" cy="105457"/>
            </a:xfrm>
          </p:grpSpPr>
          <p:sp>
            <p:nvSpPr>
              <p:cNvPr id="8064" name="Google Shape;8064;p318"/>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5" name="Google Shape;8065;p318"/>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6" name="Google Shape;8066;p318"/>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7" name="Google Shape;8067;p318"/>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3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BLANK_9">
    <p:spTree>
      <p:nvGrpSpPr>
        <p:cNvPr id="8068" name="Shape 8068"/>
        <p:cNvGrpSpPr/>
        <p:nvPr/>
      </p:nvGrpSpPr>
      <p:grpSpPr>
        <a:xfrm>
          <a:off x="0" y="0"/>
          <a:ext cx="0" cy="0"/>
          <a:chOff x="0" y="0"/>
          <a:chExt cx="0" cy="0"/>
        </a:xfrm>
      </p:grpSpPr>
      <p:sp>
        <p:nvSpPr>
          <p:cNvPr id="8069" name="Google Shape;8069;p3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8070" name="Google Shape;8070;p319"/>
          <p:cNvSpPr txBox="1"/>
          <p:nvPr>
            <p:ph type="title"/>
          </p:nvPr>
        </p:nvSpPr>
        <p:spPr>
          <a:xfrm>
            <a:off x="685800" y="1976850"/>
            <a:ext cx="3598800" cy="5355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071" name="Google Shape;8071;p319"/>
          <p:cNvSpPr txBox="1"/>
          <p:nvPr>
            <p:ph idx="1" type="subTitle"/>
          </p:nvPr>
        </p:nvSpPr>
        <p:spPr>
          <a:xfrm>
            <a:off x="685800" y="2627175"/>
            <a:ext cx="3598800" cy="7518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nSpc>
                <a:spcPct val="100000"/>
              </a:lnSpc>
              <a:spcBef>
                <a:spcPts val="0"/>
              </a:spcBef>
              <a:spcAft>
                <a:spcPts val="0"/>
              </a:spcAft>
              <a:buSzPts val="2100"/>
              <a:buNone/>
              <a:defRPr sz="2100"/>
            </a:lvl2pPr>
            <a:lvl3pPr lvl="2">
              <a:lnSpc>
                <a:spcPct val="100000"/>
              </a:lnSpc>
              <a:spcBef>
                <a:spcPts val="0"/>
              </a:spcBef>
              <a:spcAft>
                <a:spcPts val="0"/>
              </a:spcAft>
              <a:buSzPts val="2100"/>
              <a:buNone/>
              <a:defRPr sz="2100"/>
            </a:lvl3pPr>
            <a:lvl4pPr lvl="3">
              <a:lnSpc>
                <a:spcPct val="100000"/>
              </a:lnSpc>
              <a:spcBef>
                <a:spcPts val="0"/>
              </a:spcBef>
              <a:spcAft>
                <a:spcPts val="0"/>
              </a:spcAft>
              <a:buSzPts val="2100"/>
              <a:buNone/>
              <a:defRPr sz="2100"/>
            </a:lvl4pPr>
            <a:lvl5pPr lvl="4">
              <a:lnSpc>
                <a:spcPct val="100000"/>
              </a:lnSpc>
              <a:spcBef>
                <a:spcPts val="0"/>
              </a:spcBef>
              <a:spcAft>
                <a:spcPts val="0"/>
              </a:spcAft>
              <a:buSzPts val="2100"/>
              <a:buNone/>
              <a:defRPr sz="2100"/>
            </a:lvl5pPr>
            <a:lvl6pPr lvl="5">
              <a:lnSpc>
                <a:spcPct val="100000"/>
              </a:lnSpc>
              <a:spcBef>
                <a:spcPts val="0"/>
              </a:spcBef>
              <a:spcAft>
                <a:spcPts val="0"/>
              </a:spcAft>
              <a:buSzPts val="2100"/>
              <a:buNone/>
              <a:defRPr sz="2100"/>
            </a:lvl6pPr>
            <a:lvl7pPr lvl="6">
              <a:lnSpc>
                <a:spcPct val="100000"/>
              </a:lnSpc>
              <a:spcBef>
                <a:spcPts val="0"/>
              </a:spcBef>
              <a:spcAft>
                <a:spcPts val="0"/>
              </a:spcAft>
              <a:buSzPts val="2100"/>
              <a:buNone/>
              <a:defRPr sz="2100"/>
            </a:lvl7pPr>
            <a:lvl8pPr lvl="7">
              <a:lnSpc>
                <a:spcPct val="100000"/>
              </a:lnSpc>
              <a:spcBef>
                <a:spcPts val="0"/>
              </a:spcBef>
              <a:spcAft>
                <a:spcPts val="0"/>
              </a:spcAft>
              <a:buSzPts val="2100"/>
              <a:buNone/>
              <a:defRPr sz="2100"/>
            </a:lvl8pPr>
            <a:lvl9pPr lvl="8">
              <a:lnSpc>
                <a:spcPct val="100000"/>
              </a:lnSpc>
              <a:spcBef>
                <a:spcPts val="0"/>
              </a:spcBef>
              <a:spcAft>
                <a:spcPts val="0"/>
              </a:spcAft>
              <a:buSzPts val="2100"/>
              <a:buNone/>
              <a:defRPr sz="2100"/>
            </a:lvl9pPr>
          </a:lstStyle>
          <a:p/>
        </p:txBody>
      </p:sp>
      <p:grpSp>
        <p:nvGrpSpPr>
          <p:cNvPr id="8072" name="Google Shape;8072;p319"/>
          <p:cNvGrpSpPr/>
          <p:nvPr/>
        </p:nvGrpSpPr>
        <p:grpSpPr>
          <a:xfrm>
            <a:off x="203282" y="217187"/>
            <a:ext cx="801319" cy="855707"/>
            <a:chOff x="203282" y="217187"/>
            <a:chExt cx="801319" cy="855707"/>
          </a:xfrm>
        </p:grpSpPr>
        <p:sp>
          <p:nvSpPr>
            <p:cNvPr id="8073" name="Google Shape;8073;p319"/>
            <p:cNvSpPr/>
            <p:nvPr/>
          </p:nvSpPr>
          <p:spPr>
            <a:xfrm>
              <a:off x="899150" y="217187"/>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074" name="Google Shape;8074;p319"/>
            <p:cNvGrpSpPr/>
            <p:nvPr/>
          </p:nvGrpSpPr>
          <p:grpSpPr>
            <a:xfrm>
              <a:off x="203282" y="967438"/>
              <a:ext cx="105457" cy="105457"/>
              <a:chOff x="7812545" y="194375"/>
              <a:chExt cx="105457" cy="105457"/>
            </a:xfrm>
          </p:grpSpPr>
          <p:sp>
            <p:nvSpPr>
              <p:cNvPr id="8075" name="Google Shape;8075;p319"/>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6" name="Google Shape;8076;p319"/>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7" name="Google Shape;8077;p319"/>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8" name="Google Shape;8078;p319"/>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8079" name="Google Shape;8079;p319"/>
          <p:cNvGrpSpPr/>
          <p:nvPr/>
        </p:nvGrpSpPr>
        <p:grpSpPr>
          <a:xfrm>
            <a:off x="-486246" y="4538820"/>
            <a:ext cx="1490848" cy="877511"/>
            <a:chOff x="-486246" y="4538820"/>
            <a:chExt cx="1490848" cy="877511"/>
          </a:xfrm>
        </p:grpSpPr>
        <p:sp>
          <p:nvSpPr>
            <p:cNvPr id="8080" name="Google Shape;8080;p319"/>
            <p:cNvSpPr/>
            <p:nvPr/>
          </p:nvSpPr>
          <p:spPr>
            <a:xfrm>
              <a:off x="-486246" y="4538820"/>
              <a:ext cx="991119" cy="877511"/>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1" name="Google Shape;8081;p319"/>
            <p:cNvSpPr/>
            <p:nvPr/>
          </p:nvSpPr>
          <p:spPr>
            <a:xfrm>
              <a:off x="899150" y="4850137"/>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BLANK_11">
    <p:spTree>
      <p:nvGrpSpPr>
        <p:cNvPr id="8082" name="Shape 8082"/>
        <p:cNvGrpSpPr/>
        <p:nvPr/>
      </p:nvGrpSpPr>
      <p:grpSpPr>
        <a:xfrm>
          <a:off x="0" y="0"/>
          <a:ext cx="0" cy="0"/>
          <a:chOff x="0" y="0"/>
          <a:chExt cx="0" cy="0"/>
        </a:xfrm>
      </p:grpSpPr>
      <p:sp>
        <p:nvSpPr>
          <p:cNvPr id="8083" name="Google Shape;8083;p3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8084" name="Google Shape;8084;p320"/>
          <p:cNvSpPr txBox="1"/>
          <p:nvPr>
            <p:ph type="title"/>
          </p:nvPr>
        </p:nvSpPr>
        <p:spPr>
          <a:xfrm>
            <a:off x="4859400" y="1976850"/>
            <a:ext cx="3598800" cy="5355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085" name="Google Shape;8085;p320"/>
          <p:cNvSpPr txBox="1"/>
          <p:nvPr>
            <p:ph idx="1" type="subTitle"/>
          </p:nvPr>
        </p:nvSpPr>
        <p:spPr>
          <a:xfrm>
            <a:off x="4859400" y="2627175"/>
            <a:ext cx="3598800" cy="7518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400"/>
              <a:buNone/>
              <a:defRPr/>
            </a:lvl1pPr>
            <a:lvl2pPr lvl="1">
              <a:lnSpc>
                <a:spcPct val="100000"/>
              </a:lnSpc>
              <a:spcBef>
                <a:spcPts val="0"/>
              </a:spcBef>
              <a:spcAft>
                <a:spcPts val="0"/>
              </a:spcAft>
              <a:buSzPts val="2100"/>
              <a:buNone/>
              <a:defRPr sz="2100"/>
            </a:lvl2pPr>
            <a:lvl3pPr lvl="2">
              <a:lnSpc>
                <a:spcPct val="100000"/>
              </a:lnSpc>
              <a:spcBef>
                <a:spcPts val="0"/>
              </a:spcBef>
              <a:spcAft>
                <a:spcPts val="0"/>
              </a:spcAft>
              <a:buSzPts val="2100"/>
              <a:buNone/>
              <a:defRPr sz="2100"/>
            </a:lvl3pPr>
            <a:lvl4pPr lvl="3">
              <a:lnSpc>
                <a:spcPct val="100000"/>
              </a:lnSpc>
              <a:spcBef>
                <a:spcPts val="0"/>
              </a:spcBef>
              <a:spcAft>
                <a:spcPts val="0"/>
              </a:spcAft>
              <a:buSzPts val="2100"/>
              <a:buNone/>
              <a:defRPr sz="2100"/>
            </a:lvl4pPr>
            <a:lvl5pPr lvl="4">
              <a:lnSpc>
                <a:spcPct val="100000"/>
              </a:lnSpc>
              <a:spcBef>
                <a:spcPts val="0"/>
              </a:spcBef>
              <a:spcAft>
                <a:spcPts val="0"/>
              </a:spcAft>
              <a:buSzPts val="2100"/>
              <a:buNone/>
              <a:defRPr sz="2100"/>
            </a:lvl5pPr>
            <a:lvl6pPr lvl="5">
              <a:lnSpc>
                <a:spcPct val="100000"/>
              </a:lnSpc>
              <a:spcBef>
                <a:spcPts val="0"/>
              </a:spcBef>
              <a:spcAft>
                <a:spcPts val="0"/>
              </a:spcAft>
              <a:buSzPts val="2100"/>
              <a:buNone/>
              <a:defRPr sz="2100"/>
            </a:lvl6pPr>
            <a:lvl7pPr lvl="6">
              <a:lnSpc>
                <a:spcPct val="100000"/>
              </a:lnSpc>
              <a:spcBef>
                <a:spcPts val="0"/>
              </a:spcBef>
              <a:spcAft>
                <a:spcPts val="0"/>
              </a:spcAft>
              <a:buSzPts val="2100"/>
              <a:buNone/>
              <a:defRPr sz="2100"/>
            </a:lvl7pPr>
            <a:lvl8pPr lvl="7">
              <a:lnSpc>
                <a:spcPct val="100000"/>
              </a:lnSpc>
              <a:spcBef>
                <a:spcPts val="0"/>
              </a:spcBef>
              <a:spcAft>
                <a:spcPts val="0"/>
              </a:spcAft>
              <a:buSzPts val="2100"/>
              <a:buNone/>
              <a:defRPr sz="2100"/>
            </a:lvl8pPr>
            <a:lvl9pPr lvl="8">
              <a:lnSpc>
                <a:spcPct val="100000"/>
              </a:lnSpc>
              <a:spcBef>
                <a:spcPts val="0"/>
              </a:spcBef>
              <a:spcAft>
                <a:spcPts val="0"/>
              </a:spcAft>
              <a:buSzPts val="2100"/>
              <a:buNone/>
              <a:defRPr sz="2100"/>
            </a:lvl9pPr>
          </a:lstStyle>
          <a:p/>
        </p:txBody>
      </p:sp>
      <p:grpSp>
        <p:nvGrpSpPr>
          <p:cNvPr id="8086" name="Google Shape;8086;p320"/>
          <p:cNvGrpSpPr/>
          <p:nvPr/>
        </p:nvGrpSpPr>
        <p:grpSpPr>
          <a:xfrm>
            <a:off x="4267201" y="4281023"/>
            <a:ext cx="2862276" cy="557407"/>
            <a:chOff x="4267201" y="4281023"/>
            <a:chExt cx="2862276" cy="557407"/>
          </a:xfrm>
        </p:grpSpPr>
        <p:sp>
          <p:nvSpPr>
            <p:cNvPr id="8087" name="Google Shape;8087;p320"/>
            <p:cNvSpPr/>
            <p:nvPr/>
          </p:nvSpPr>
          <p:spPr>
            <a:xfrm>
              <a:off x="4267201" y="4746723"/>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8088" name="Google Shape;8088;p320"/>
            <p:cNvGrpSpPr/>
            <p:nvPr/>
          </p:nvGrpSpPr>
          <p:grpSpPr>
            <a:xfrm>
              <a:off x="5127270" y="4281023"/>
              <a:ext cx="105457" cy="105457"/>
              <a:chOff x="7812545" y="194375"/>
              <a:chExt cx="105457" cy="105457"/>
            </a:xfrm>
          </p:grpSpPr>
          <p:sp>
            <p:nvSpPr>
              <p:cNvPr id="8089" name="Google Shape;8089;p320"/>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0" name="Google Shape;8090;p320"/>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1" name="Google Shape;8091;p320"/>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2" name="Google Shape;8092;p320"/>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093" name="Google Shape;8093;p320"/>
            <p:cNvSpPr/>
            <p:nvPr/>
          </p:nvSpPr>
          <p:spPr>
            <a:xfrm>
              <a:off x="6165650" y="4487449"/>
              <a:ext cx="171626" cy="171626"/>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8094" name="Google Shape;8094;p320"/>
            <p:cNvGrpSpPr/>
            <p:nvPr/>
          </p:nvGrpSpPr>
          <p:grpSpPr>
            <a:xfrm>
              <a:off x="7024020" y="4732973"/>
              <a:ext cx="105457" cy="105457"/>
              <a:chOff x="7812545" y="194375"/>
              <a:chExt cx="105457" cy="105457"/>
            </a:xfrm>
          </p:grpSpPr>
          <p:sp>
            <p:nvSpPr>
              <p:cNvPr id="8095" name="Google Shape;8095;p320"/>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6" name="Google Shape;8096;p320"/>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7" name="Google Shape;8097;p320"/>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8" name="Google Shape;8098;p320"/>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099" name="Google Shape;8099;p320"/>
          <p:cNvSpPr/>
          <p:nvPr/>
        </p:nvSpPr>
        <p:spPr>
          <a:xfrm rot="5828238">
            <a:off x="712226" y="4219055"/>
            <a:ext cx="1085117" cy="2077472"/>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0" name="Google Shape;8100;p320"/>
          <p:cNvSpPr/>
          <p:nvPr/>
        </p:nvSpPr>
        <p:spPr>
          <a:xfrm flipH="1">
            <a:off x="8516050" y="4487450"/>
            <a:ext cx="1172375" cy="942725"/>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101" name="Google Shape;8101;p320"/>
          <p:cNvGrpSpPr/>
          <p:nvPr/>
        </p:nvGrpSpPr>
        <p:grpSpPr>
          <a:xfrm>
            <a:off x="8176604" y="-179030"/>
            <a:ext cx="1421198" cy="1325909"/>
            <a:chOff x="8176604" y="-179030"/>
            <a:chExt cx="1421198" cy="1325909"/>
          </a:xfrm>
        </p:grpSpPr>
        <p:sp>
          <p:nvSpPr>
            <p:cNvPr id="8102" name="Google Shape;8102;p320"/>
            <p:cNvSpPr/>
            <p:nvPr/>
          </p:nvSpPr>
          <p:spPr>
            <a:xfrm flipH="1">
              <a:off x="8606683" y="-179030"/>
              <a:ext cx="991119" cy="877511"/>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3" name="Google Shape;8103;p320"/>
            <p:cNvSpPr/>
            <p:nvPr/>
          </p:nvSpPr>
          <p:spPr>
            <a:xfrm flipH="1">
              <a:off x="8176604" y="349987"/>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104" name="Google Shape;8104;p320"/>
            <p:cNvGrpSpPr/>
            <p:nvPr/>
          </p:nvGrpSpPr>
          <p:grpSpPr>
            <a:xfrm>
              <a:off x="8732620" y="1041423"/>
              <a:ext cx="105457" cy="105457"/>
              <a:chOff x="7812545" y="194375"/>
              <a:chExt cx="105457" cy="105457"/>
            </a:xfrm>
          </p:grpSpPr>
          <p:sp>
            <p:nvSpPr>
              <p:cNvPr id="8105" name="Google Shape;8105;p320"/>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6" name="Google Shape;8106;p320"/>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7" name="Google Shape;8107;p320"/>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8" name="Google Shape;8108;p320"/>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109" name="Google Shape;8109;p320"/>
          <p:cNvSpPr/>
          <p:nvPr/>
        </p:nvSpPr>
        <p:spPr>
          <a:xfrm>
            <a:off x="-1881050" y="-618725"/>
            <a:ext cx="6399210" cy="5209061"/>
          </a:xfrm>
          <a:custGeom>
            <a:rect b="b" l="l" r="r" t="t"/>
            <a:pathLst>
              <a:path extrusionOk="0" h="48924" w="60102">
                <a:moveTo>
                  <a:pt x="31550" y="1"/>
                </a:moveTo>
                <a:cubicBezTo>
                  <a:pt x="28688" y="1"/>
                  <a:pt x="25391" y="541"/>
                  <a:pt x="22089" y="2238"/>
                </a:cubicBezTo>
                <a:cubicBezTo>
                  <a:pt x="12977" y="6900"/>
                  <a:pt x="8196" y="17230"/>
                  <a:pt x="4091" y="25485"/>
                </a:cubicBezTo>
                <a:cubicBezTo>
                  <a:pt x="1" y="33725"/>
                  <a:pt x="2016" y="42612"/>
                  <a:pt x="8767" y="47123"/>
                </a:cubicBezTo>
                <a:cubicBezTo>
                  <a:pt x="10764" y="48461"/>
                  <a:pt x="12590" y="48924"/>
                  <a:pt x="14421" y="48924"/>
                </a:cubicBezTo>
                <a:cubicBezTo>
                  <a:pt x="18514" y="48924"/>
                  <a:pt x="22630" y="46611"/>
                  <a:pt x="28730" y="46611"/>
                </a:cubicBezTo>
                <a:cubicBezTo>
                  <a:pt x="29125" y="46611"/>
                  <a:pt x="29527" y="46621"/>
                  <a:pt x="29939" y="46641"/>
                </a:cubicBezTo>
                <a:cubicBezTo>
                  <a:pt x="34134" y="46851"/>
                  <a:pt x="36984" y="47278"/>
                  <a:pt x="39535" y="47278"/>
                </a:cubicBezTo>
                <a:cubicBezTo>
                  <a:pt x="42835" y="47278"/>
                  <a:pt x="45637" y="46563"/>
                  <a:pt x="50208" y="43739"/>
                </a:cubicBezTo>
                <a:cubicBezTo>
                  <a:pt x="58328" y="38732"/>
                  <a:pt x="60102" y="25500"/>
                  <a:pt x="54042" y="15140"/>
                </a:cubicBezTo>
                <a:cubicBezTo>
                  <a:pt x="47997" y="4779"/>
                  <a:pt x="40254" y="1667"/>
                  <a:pt x="40254" y="1667"/>
                </a:cubicBezTo>
                <a:cubicBezTo>
                  <a:pt x="40254" y="1667"/>
                  <a:pt x="36573" y="1"/>
                  <a:pt x="31550"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BLANK_13">
    <p:spTree>
      <p:nvGrpSpPr>
        <p:cNvPr id="8110" name="Shape 8110"/>
        <p:cNvGrpSpPr/>
        <p:nvPr/>
      </p:nvGrpSpPr>
      <p:grpSpPr>
        <a:xfrm>
          <a:off x="0" y="0"/>
          <a:ext cx="0" cy="0"/>
          <a:chOff x="0" y="0"/>
          <a:chExt cx="0" cy="0"/>
        </a:xfrm>
      </p:grpSpPr>
      <p:sp>
        <p:nvSpPr>
          <p:cNvPr id="8111" name="Google Shape;8111;p321"/>
          <p:cNvSpPr/>
          <p:nvPr/>
        </p:nvSpPr>
        <p:spPr>
          <a:xfrm flipH="1" rot="10800000">
            <a:off x="708675" y="219590"/>
            <a:ext cx="7726638" cy="4704323"/>
          </a:xfrm>
          <a:custGeom>
            <a:rect b="b" l="l" r="r" t="t"/>
            <a:pathLst>
              <a:path extrusionOk="0" h="49900" w="54584">
                <a:moveTo>
                  <a:pt x="39803" y="0"/>
                </a:moveTo>
                <a:cubicBezTo>
                  <a:pt x="38029" y="0"/>
                  <a:pt x="36248" y="409"/>
                  <a:pt x="34570" y="1238"/>
                </a:cubicBezTo>
                <a:cubicBezTo>
                  <a:pt x="31367" y="2802"/>
                  <a:pt x="28886" y="5448"/>
                  <a:pt x="25683" y="7012"/>
                </a:cubicBezTo>
                <a:cubicBezTo>
                  <a:pt x="21308" y="9163"/>
                  <a:pt x="16511" y="10320"/>
                  <a:pt x="12090" y="12380"/>
                </a:cubicBezTo>
                <a:cubicBezTo>
                  <a:pt x="7684" y="14425"/>
                  <a:pt x="3444" y="17628"/>
                  <a:pt x="1865" y="22244"/>
                </a:cubicBezTo>
                <a:cubicBezTo>
                  <a:pt x="1" y="27673"/>
                  <a:pt x="647" y="34078"/>
                  <a:pt x="3504" y="39040"/>
                </a:cubicBezTo>
                <a:cubicBezTo>
                  <a:pt x="8069" y="46988"/>
                  <a:pt x="17031" y="49899"/>
                  <a:pt x="25743" y="49899"/>
                </a:cubicBezTo>
                <a:cubicBezTo>
                  <a:pt x="25898" y="49899"/>
                  <a:pt x="26054" y="49898"/>
                  <a:pt x="26209" y="49897"/>
                </a:cubicBezTo>
                <a:cubicBezTo>
                  <a:pt x="44945" y="49671"/>
                  <a:pt x="54583" y="26996"/>
                  <a:pt x="51531" y="10696"/>
                </a:cubicBezTo>
                <a:cubicBezTo>
                  <a:pt x="50869" y="7163"/>
                  <a:pt x="49230" y="3779"/>
                  <a:pt x="46118" y="1840"/>
                </a:cubicBezTo>
                <a:cubicBezTo>
                  <a:pt x="44160" y="620"/>
                  <a:pt x="41987" y="0"/>
                  <a:pt x="3980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2" name="Google Shape;8112;p3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8113" name="Google Shape;8113;p321"/>
          <p:cNvSpPr txBox="1"/>
          <p:nvPr>
            <p:ph type="title"/>
          </p:nvPr>
        </p:nvSpPr>
        <p:spPr>
          <a:xfrm>
            <a:off x="1342950" y="1382675"/>
            <a:ext cx="6458100" cy="12486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accent2"/>
              </a:buClr>
              <a:buSzPts val="10000"/>
              <a:buNone/>
              <a:defRPr sz="10000">
                <a:solidFill>
                  <a:schemeClr val="accent2"/>
                </a:solidFill>
              </a:defRPr>
            </a:lvl1pPr>
            <a:lvl2pPr lvl="1">
              <a:spcBef>
                <a:spcPts val="0"/>
              </a:spcBef>
              <a:spcAft>
                <a:spcPts val="0"/>
              </a:spcAft>
              <a:buClr>
                <a:schemeClr val="accent2"/>
              </a:buClr>
              <a:buSzPts val="10000"/>
              <a:buNone/>
              <a:defRPr sz="10000">
                <a:solidFill>
                  <a:schemeClr val="accent2"/>
                </a:solidFill>
              </a:defRPr>
            </a:lvl2pPr>
            <a:lvl3pPr lvl="2">
              <a:spcBef>
                <a:spcPts val="0"/>
              </a:spcBef>
              <a:spcAft>
                <a:spcPts val="0"/>
              </a:spcAft>
              <a:buClr>
                <a:schemeClr val="accent2"/>
              </a:buClr>
              <a:buSzPts val="10000"/>
              <a:buNone/>
              <a:defRPr sz="10000">
                <a:solidFill>
                  <a:schemeClr val="accent2"/>
                </a:solidFill>
              </a:defRPr>
            </a:lvl3pPr>
            <a:lvl4pPr lvl="3">
              <a:spcBef>
                <a:spcPts val="0"/>
              </a:spcBef>
              <a:spcAft>
                <a:spcPts val="0"/>
              </a:spcAft>
              <a:buClr>
                <a:schemeClr val="accent2"/>
              </a:buClr>
              <a:buSzPts val="10000"/>
              <a:buNone/>
              <a:defRPr sz="10000">
                <a:solidFill>
                  <a:schemeClr val="accent2"/>
                </a:solidFill>
              </a:defRPr>
            </a:lvl4pPr>
            <a:lvl5pPr lvl="4">
              <a:spcBef>
                <a:spcPts val="0"/>
              </a:spcBef>
              <a:spcAft>
                <a:spcPts val="0"/>
              </a:spcAft>
              <a:buClr>
                <a:schemeClr val="accent2"/>
              </a:buClr>
              <a:buSzPts val="10000"/>
              <a:buNone/>
              <a:defRPr sz="10000">
                <a:solidFill>
                  <a:schemeClr val="accent2"/>
                </a:solidFill>
              </a:defRPr>
            </a:lvl5pPr>
            <a:lvl6pPr lvl="5">
              <a:spcBef>
                <a:spcPts val="0"/>
              </a:spcBef>
              <a:spcAft>
                <a:spcPts val="0"/>
              </a:spcAft>
              <a:buClr>
                <a:schemeClr val="accent2"/>
              </a:buClr>
              <a:buSzPts val="10000"/>
              <a:buNone/>
              <a:defRPr sz="10000">
                <a:solidFill>
                  <a:schemeClr val="accent2"/>
                </a:solidFill>
              </a:defRPr>
            </a:lvl6pPr>
            <a:lvl7pPr lvl="6">
              <a:spcBef>
                <a:spcPts val="0"/>
              </a:spcBef>
              <a:spcAft>
                <a:spcPts val="0"/>
              </a:spcAft>
              <a:buClr>
                <a:schemeClr val="accent2"/>
              </a:buClr>
              <a:buSzPts val="10000"/>
              <a:buNone/>
              <a:defRPr sz="10000">
                <a:solidFill>
                  <a:schemeClr val="accent2"/>
                </a:solidFill>
              </a:defRPr>
            </a:lvl7pPr>
            <a:lvl8pPr lvl="7">
              <a:spcBef>
                <a:spcPts val="0"/>
              </a:spcBef>
              <a:spcAft>
                <a:spcPts val="0"/>
              </a:spcAft>
              <a:buClr>
                <a:schemeClr val="accent2"/>
              </a:buClr>
              <a:buSzPts val="10000"/>
              <a:buNone/>
              <a:defRPr sz="10000">
                <a:solidFill>
                  <a:schemeClr val="accent2"/>
                </a:solidFill>
              </a:defRPr>
            </a:lvl8pPr>
            <a:lvl9pPr lvl="8">
              <a:spcBef>
                <a:spcPts val="0"/>
              </a:spcBef>
              <a:spcAft>
                <a:spcPts val="0"/>
              </a:spcAft>
              <a:buClr>
                <a:schemeClr val="accent2"/>
              </a:buClr>
              <a:buSzPts val="10000"/>
              <a:buNone/>
              <a:defRPr sz="10000">
                <a:solidFill>
                  <a:schemeClr val="accent2"/>
                </a:solidFill>
              </a:defRPr>
            </a:lvl9pPr>
          </a:lstStyle>
          <a:p/>
        </p:txBody>
      </p:sp>
      <p:sp>
        <p:nvSpPr>
          <p:cNvPr id="8114" name="Google Shape;8114;p321"/>
          <p:cNvSpPr txBox="1"/>
          <p:nvPr>
            <p:ph idx="1" type="subTitle"/>
          </p:nvPr>
        </p:nvSpPr>
        <p:spPr>
          <a:xfrm>
            <a:off x="2011650" y="2844800"/>
            <a:ext cx="5120700" cy="4470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8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8115" name="Google Shape;8115;p321"/>
          <p:cNvGrpSpPr/>
          <p:nvPr/>
        </p:nvGrpSpPr>
        <p:grpSpPr>
          <a:xfrm>
            <a:off x="-491969" y="3889601"/>
            <a:ext cx="2426346" cy="1766101"/>
            <a:chOff x="-491969" y="3889601"/>
            <a:chExt cx="2426346" cy="1766101"/>
          </a:xfrm>
        </p:grpSpPr>
        <p:sp>
          <p:nvSpPr>
            <p:cNvPr id="8116" name="Google Shape;8116;p321"/>
            <p:cNvSpPr/>
            <p:nvPr/>
          </p:nvSpPr>
          <p:spPr>
            <a:xfrm>
              <a:off x="-261950" y="3889601"/>
              <a:ext cx="2196327" cy="1766101"/>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7" name="Google Shape;8117;p321"/>
            <p:cNvSpPr/>
            <p:nvPr/>
          </p:nvSpPr>
          <p:spPr>
            <a:xfrm flipH="1">
              <a:off x="-491969" y="4265416"/>
              <a:ext cx="1463670" cy="1338068"/>
            </a:xfrm>
            <a:custGeom>
              <a:rect b="b" l="l" r="r" t="t"/>
              <a:pathLst>
                <a:path extrusionOk="0" h="49900" w="54584">
                  <a:moveTo>
                    <a:pt x="39803" y="0"/>
                  </a:moveTo>
                  <a:cubicBezTo>
                    <a:pt x="38029" y="0"/>
                    <a:pt x="36248" y="409"/>
                    <a:pt x="34570" y="1238"/>
                  </a:cubicBezTo>
                  <a:cubicBezTo>
                    <a:pt x="31367" y="2802"/>
                    <a:pt x="28886" y="5448"/>
                    <a:pt x="25683" y="7012"/>
                  </a:cubicBezTo>
                  <a:cubicBezTo>
                    <a:pt x="21308" y="9163"/>
                    <a:pt x="16511" y="10320"/>
                    <a:pt x="12090" y="12380"/>
                  </a:cubicBezTo>
                  <a:cubicBezTo>
                    <a:pt x="7684" y="14425"/>
                    <a:pt x="3444" y="17628"/>
                    <a:pt x="1865" y="22244"/>
                  </a:cubicBezTo>
                  <a:cubicBezTo>
                    <a:pt x="1" y="27673"/>
                    <a:pt x="647" y="34078"/>
                    <a:pt x="3504" y="39040"/>
                  </a:cubicBezTo>
                  <a:cubicBezTo>
                    <a:pt x="8069" y="46988"/>
                    <a:pt x="17031" y="49899"/>
                    <a:pt x="25743" y="49899"/>
                  </a:cubicBezTo>
                  <a:cubicBezTo>
                    <a:pt x="25898" y="49899"/>
                    <a:pt x="26054" y="49898"/>
                    <a:pt x="26209" y="49897"/>
                  </a:cubicBezTo>
                  <a:cubicBezTo>
                    <a:pt x="44945" y="49671"/>
                    <a:pt x="54583" y="26996"/>
                    <a:pt x="51531" y="10696"/>
                  </a:cubicBezTo>
                  <a:cubicBezTo>
                    <a:pt x="50869" y="7163"/>
                    <a:pt x="49230" y="3779"/>
                    <a:pt x="46118" y="1840"/>
                  </a:cubicBezTo>
                  <a:cubicBezTo>
                    <a:pt x="44160" y="620"/>
                    <a:pt x="41987" y="0"/>
                    <a:pt x="398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118" name="Google Shape;8118;p321"/>
          <p:cNvGrpSpPr/>
          <p:nvPr/>
        </p:nvGrpSpPr>
        <p:grpSpPr>
          <a:xfrm>
            <a:off x="8112408" y="-304605"/>
            <a:ext cx="1502819" cy="1131369"/>
            <a:chOff x="8112408" y="-304605"/>
            <a:chExt cx="1502819" cy="1131369"/>
          </a:xfrm>
        </p:grpSpPr>
        <p:sp>
          <p:nvSpPr>
            <p:cNvPr id="8119" name="Google Shape;8119;p321"/>
            <p:cNvSpPr/>
            <p:nvPr/>
          </p:nvSpPr>
          <p:spPr>
            <a:xfrm flipH="1">
              <a:off x="8112408" y="-304600"/>
              <a:ext cx="1406967" cy="1131364"/>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0" name="Google Shape;8120;p321"/>
            <p:cNvSpPr/>
            <p:nvPr/>
          </p:nvSpPr>
          <p:spPr>
            <a:xfrm flipH="1">
              <a:off x="8624108" y="-304605"/>
              <a:ext cx="991119" cy="877511"/>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121" name="Google Shape;8121;p321"/>
          <p:cNvGrpSpPr/>
          <p:nvPr/>
        </p:nvGrpSpPr>
        <p:grpSpPr>
          <a:xfrm>
            <a:off x="356395" y="307050"/>
            <a:ext cx="1124357" cy="1900014"/>
            <a:chOff x="356395" y="307050"/>
            <a:chExt cx="1124357" cy="1900014"/>
          </a:xfrm>
        </p:grpSpPr>
        <p:grpSp>
          <p:nvGrpSpPr>
            <p:cNvPr id="8122" name="Google Shape;8122;p321"/>
            <p:cNvGrpSpPr/>
            <p:nvPr/>
          </p:nvGrpSpPr>
          <p:grpSpPr>
            <a:xfrm>
              <a:off x="356395" y="1077175"/>
              <a:ext cx="105457" cy="105457"/>
              <a:chOff x="7812545" y="194375"/>
              <a:chExt cx="105457" cy="105457"/>
            </a:xfrm>
          </p:grpSpPr>
          <p:sp>
            <p:nvSpPr>
              <p:cNvPr id="8123" name="Google Shape;8123;p321"/>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4" name="Google Shape;8124;p321"/>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5" name="Google Shape;8125;p321"/>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6" name="Google Shape;8126;p321"/>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127" name="Google Shape;8127;p321"/>
            <p:cNvSpPr/>
            <p:nvPr/>
          </p:nvSpPr>
          <p:spPr>
            <a:xfrm>
              <a:off x="525263" y="2101675"/>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8" name="Google Shape;8128;p321"/>
            <p:cNvSpPr/>
            <p:nvPr/>
          </p:nvSpPr>
          <p:spPr>
            <a:xfrm>
              <a:off x="886526" y="307050"/>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8129" name="Google Shape;8129;p321"/>
            <p:cNvGrpSpPr/>
            <p:nvPr/>
          </p:nvGrpSpPr>
          <p:grpSpPr>
            <a:xfrm>
              <a:off x="1375295" y="1834350"/>
              <a:ext cx="105457" cy="105457"/>
              <a:chOff x="7812545" y="194375"/>
              <a:chExt cx="105457" cy="105457"/>
            </a:xfrm>
          </p:grpSpPr>
          <p:sp>
            <p:nvSpPr>
              <p:cNvPr id="8130" name="Google Shape;8130;p321"/>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1" name="Google Shape;8131;p321"/>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2" name="Google Shape;8132;p321"/>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3" name="Google Shape;8133;p321"/>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8134" name="Google Shape;8134;p321"/>
          <p:cNvGrpSpPr/>
          <p:nvPr/>
        </p:nvGrpSpPr>
        <p:grpSpPr>
          <a:xfrm>
            <a:off x="7287120" y="3141625"/>
            <a:ext cx="1552557" cy="1766094"/>
            <a:chOff x="7400320" y="248200"/>
            <a:chExt cx="1552557" cy="1766094"/>
          </a:xfrm>
        </p:grpSpPr>
        <p:sp>
          <p:nvSpPr>
            <p:cNvPr id="8135" name="Google Shape;8135;p321"/>
            <p:cNvSpPr/>
            <p:nvPr/>
          </p:nvSpPr>
          <p:spPr>
            <a:xfrm>
              <a:off x="8405475" y="1190225"/>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6" name="Google Shape;8136;p321"/>
            <p:cNvSpPr/>
            <p:nvPr/>
          </p:nvSpPr>
          <p:spPr>
            <a:xfrm>
              <a:off x="8861176" y="248200"/>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8137" name="Google Shape;8137;p321"/>
            <p:cNvGrpSpPr/>
            <p:nvPr/>
          </p:nvGrpSpPr>
          <p:grpSpPr>
            <a:xfrm>
              <a:off x="8847420" y="1908838"/>
              <a:ext cx="105457" cy="105457"/>
              <a:chOff x="7812545" y="194375"/>
              <a:chExt cx="105457" cy="105457"/>
            </a:xfrm>
          </p:grpSpPr>
          <p:sp>
            <p:nvSpPr>
              <p:cNvPr id="8138" name="Google Shape;8138;p321"/>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9" name="Google Shape;8139;p321"/>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0" name="Google Shape;8140;p321"/>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1" name="Google Shape;8141;p321"/>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142" name="Google Shape;8142;p321"/>
            <p:cNvGrpSpPr/>
            <p:nvPr/>
          </p:nvGrpSpPr>
          <p:grpSpPr>
            <a:xfrm>
              <a:off x="7400320" y="473138"/>
              <a:ext cx="105457" cy="105457"/>
              <a:chOff x="7812545" y="194375"/>
              <a:chExt cx="105457" cy="105457"/>
            </a:xfrm>
          </p:grpSpPr>
          <p:sp>
            <p:nvSpPr>
              <p:cNvPr id="8143" name="Google Shape;8143;p321"/>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4" name="Google Shape;8144;p321"/>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5" name="Google Shape;8145;p321"/>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6" name="Google Shape;8146;p321"/>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8147" name="Google Shape;8147;p321"/>
          <p:cNvGrpSpPr/>
          <p:nvPr/>
        </p:nvGrpSpPr>
        <p:grpSpPr>
          <a:xfrm>
            <a:off x="6039884" y="307038"/>
            <a:ext cx="1761155" cy="1002727"/>
            <a:chOff x="6039884" y="307038"/>
            <a:chExt cx="1761155" cy="1002727"/>
          </a:xfrm>
        </p:grpSpPr>
        <p:sp>
          <p:nvSpPr>
            <p:cNvPr id="8148" name="Google Shape;8148;p321"/>
            <p:cNvSpPr/>
            <p:nvPr/>
          </p:nvSpPr>
          <p:spPr>
            <a:xfrm flipH="1">
              <a:off x="6039884" y="455902"/>
              <a:ext cx="1463616" cy="468662"/>
            </a:xfrm>
            <a:custGeom>
              <a:rect b="b" l="l" r="r" t="t"/>
              <a:pathLst>
                <a:path extrusionOk="0" fill="none" h="4647" w="14511">
                  <a:moveTo>
                    <a:pt x="13894" y="3805"/>
                  </a:moveTo>
                  <a:cubicBezTo>
                    <a:pt x="13263" y="3459"/>
                    <a:pt x="12977" y="3744"/>
                    <a:pt x="12766" y="3459"/>
                  </a:cubicBezTo>
                  <a:cubicBezTo>
                    <a:pt x="12541" y="3173"/>
                    <a:pt x="13383" y="2436"/>
                    <a:pt x="11684" y="1699"/>
                  </a:cubicBezTo>
                  <a:cubicBezTo>
                    <a:pt x="11684" y="1699"/>
                    <a:pt x="11578" y="121"/>
                    <a:pt x="9248" y="60"/>
                  </a:cubicBezTo>
                  <a:cubicBezTo>
                    <a:pt x="6917" y="0"/>
                    <a:pt x="7549" y="1654"/>
                    <a:pt x="6917" y="2045"/>
                  </a:cubicBezTo>
                  <a:cubicBezTo>
                    <a:pt x="6286" y="2436"/>
                    <a:pt x="6120" y="1820"/>
                    <a:pt x="5504" y="2211"/>
                  </a:cubicBezTo>
                  <a:cubicBezTo>
                    <a:pt x="4872" y="2617"/>
                    <a:pt x="5158" y="3399"/>
                    <a:pt x="4647" y="3519"/>
                  </a:cubicBezTo>
                  <a:cubicBezTo>
                    <a:pt x="4135" y="3624"/>
                    <a:pt x="3459" y="3008"/>
                    <a:pt x="2842" y="3399"/>
                  </a:cubicBezTo>
                  <a:cubicBezTo>
                    <a:pt x="2211" y="3805"/>
                    <a:pt x="2211" y="4135"/>
                    <a:pt x="1925" y="4135"/>
                  </a:cubicBezTo>
                  <a:cubicBezTo>
                    <a:pt x="1654" y="4135"/>
                    <a:pt x="1083" y="3910"/>
                    <a:pt x="737" y="4135"/>
                  </a:cubicBezTo>
                  <a:cubicBezTo>
                    <a:pt x="406" y="4376"/>
                    <a:pt x="0" y="4647"/>
                    <a:pt x="0" y="4647"/>
                  </a:cubicBezTo>
                  <a:lnTo>
                    <a:pt x="14345" y="4647"/>
                  </a:lnTo>
                  <a:cubicBezTo>
                    <a:pt x="14345" y="4647"/>
                    <a:pt x="14511" y="4135"/>
                    <a:pt x="13894" y="3805"/>
                  </a:cubicBezTo>
                  <a:close/>
                </a:path>
              </a:pathLst>
            </a:custGeom>
            <a:solidFill>
              <a:schemeClr val="lt1"/>
            </a:solid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9" name="Google Shape;8149;p321"/>
            <p:cNvSpPr/>
            <p:nvPr/>
          </p:nvSpPr>
          <p:spPr>
            <a:xfrm>
              <a:off x="7695588" y="1204375"/>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150" name="Google Shape;8150;p321"/>
            <p:cNvGrpSpPr/>
            <p:nvPr/>
          </p:nvGrpSpPr>
          <p:grpSpPr>
            <a:xfrm>
              <a:off x="7398045" y="307038"/>
              <a:ext cx="105457" cy="105457"/>
              <a:chOff x="7812545" y="194375"/>
              <a:chExt cx="105457" cy="105457"/>
            </a:xfrm>
          </p:grpSpPr>
          <p:sp>
            <p:nvSpPr>
              <p:cNvPr id="8151" name="Google Shape;8151;p321"/>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2" name="Google Shape;8152;p321"/>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3" name="Google Shape;8153;p321"/>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4" name="Google Shape;8154;p321"/>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3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BLANK_14">
    <p:spTree>
      <p:nvGrpSpPr>
        <p:cNvPr id="8155" name="Shape 8155"/>
        <p:cNvGrpSpPr/>
        <p:nvPr/>
      </p:nvGrpSpPr>
      <p:grpSpPr>
        <a:xfrm>
          <a:off x="0" y="0"/>
          <a:ext cx="0" cy="0"/>
          <a:chOff x="0" y="0"/>
          <a:chExt cx="0" cy="0"/>
        </a:xfrm>
      </p:grpSpPr>
      <p:sp>
        <p:nvSpPr>
          <p:cNvPr id="8156" name="Google Shape;8156;p3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8157" name="Google Shape;8157;p322"/>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lgn="ctr">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158" name="Google Shape;8158;p322"/>
          <p:cNvSpPr txBox="1"/>
          <p:nvPr>
            <p:ph idx="1" type="subTitle"/>
          </p:nvPr>
        </p:nvSpPr>
        <p:spPr>
          <a:xfrm>
            <a:off x="685800" y="3831709"/>
            <a:ext cx="3651000" cy="393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8159" name="Google Shape;8159;p322"/>
          <p:cNvSpPr txBox="1"/>
          <p:nvPr>
            <p:ph idx="2" type="subTitle"/>
          </p:nvPr>
        </p:nvSpPr>
        <p:spPr>
          <a:xfrm>
            <a:off x="2129250" y="2403350"/>
            <a:ext cx="4885500" cy="393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8160" name="Google Shape;8160;p322"/>
          <p:cNvSpPr txBox="1"/>
          <p:nvPr>
            <p:ph idx="3" type="subTitle"/>
          </p:nvPr>
        </p:nvSpPr>
        <p:spPr>
          <a:xfrm>
            <a:off x="4807243" y="3831709"/>
            <a:ext cx="3651000" cy="393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8161" name="Google Shape;8161;p322"/>
          <p:cNvSpPr txBox="1"/>
          <p:nvPr>
            <p:ph hasCustomPrompt="1" idx="4" type="title"/>
          </p:nvPr>
        </p:nvSpPr>
        <p:spPr>
          <a:xfrm>
            <a:off x="685800" y="3117675"/>
            <a:ext cx="3651000" cy="635700"/>
          </a:xfrm>
          <a:prstGeom prst="rect">
            <a:avLst/>
          </a:prstGeom>
        </p:spPr>
        <p:txBody>
          <a:bodyPr anchorCtr="0" anchor="ctr" bIns="91425" lIns="91425" spcFirstLastPara="1" rIns="91425" wrap="square" tIns="91425">
            <a:noAutofit/>
          </a:bodyPr>
          <a:lstStyle>
            <a:lvl1pPr lvl="0" algn="ctr">
              <a:spcBef>
                <a:spcPts val="0"/>
              </a:spcBef>
              <a:spcAft>
                <a:spcPts val="0"/>
              </a:spcAft>
              <a:buSzPts val="5000"/>
              <a:buNone/>
              <a:defRPr sz="6000">
                <a:solidFill>
                  <a:schemeClr val="accent2"/>
                </a:solidFill>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sp>
        <p:nvSpPr>
          <p:cNvPr id="8162" name="Google Shape;8162;p322"/>
          <p:cNvSpPr txBox="1"/>
          <p:nvPr>
            <p:ph hasCustomPrompt="1" idx="5" type="title"/>
          </p:nvPr>
        </p:nvSpPr>
        <p:spPr>
          <a:xfrm>
            <a:off x="2129250" y="1691873"/>
            <a:ext cx="4885500" cy="635700"/>
          </a:xfrm>
          <a:prstGeom prst="rect">
            <a:avLst/>
          </a:prstGeom>
        </p:spPr>
        <p:txBody>
          <a:bodyPr anchorCtr="0" anchor="ctr" bIns="91425" lIns="91425" spcFirstLastPara="1" rIns="91425" wrap="square" tIns="91425">
            <a:noAutofit/>
          </a:bodyPr>
          <a:lstStyle>
            <a:lvl1pPr lvl="0" algn="ctr">
              <a:spcBef>
                <a:spcPts val="0"/>
              </a:spcBef>
              <a:spcAft>
                <a:spcPts val="0"/>
              </a:spcAft>
              <a:buSzPts val="5000"/>
              <a:buNone/>
              <a:defRPr sz="6000">
                <a:solidFill>
                  <a:schemeClr val="accent2"/>
                </a:solidFill>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sp>
        <p:nvSpPr>
          <p:cNvPr id="8163" name="Google Shape;8163;p322"/>
          <p:cNvSpPr txBox="1"/>
          <p:nvPr>
            <p:ph hasCustomPrompt="1" idx="6" type="title"/>
          </p:nvPr>
        </p:nvSpPr>
        <p:spPr>
          <a:xfrm>
            <a:off x="4807125" y="3117675"/>
            <a:ext cx="3651000" cy="635700"/>
          </a:xfrm>
          <a:prstGeom prst="rect">
            <a:avLst/>
          </a:prstGeom>
        </p:spPr>
        <p:txBody>
          <a:bodyPr anchorCtr="0" anchor="ctr" bIns="91425" lIns="91425" spcFirstLastPara="1" rIns="91425" wrap="square" tIns="91425">
            <a:noAutofit/>
          </a:bodyPr>
          <a:lstStyle>
            <a:lvl1pPr lvl="0" algn="ctr">
              <a:spcBef>
                <a:spcPts val="0"/>
              </a:spcBef>
              <a:spcAft>
                <a:spcPts val="0"/>
              </a:spcAft>
              <a:buSzPts val="5000"/>
              <a:buNone/>
              <a:defRPr sz="6000">
                <a:solidFill>
                  <a:schemeClr val="accent2"/>
                </a:solidFill>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a:r>
              <a:t>xx%</a:t>
            </a:r>
          </a:p>
        </p:txBody>
      </p:sp>
      <p:sp>
        <p:nvSpPr>
          <p:cNvPr id="8164" name="Google Shape;8164;p322"/>
          <p:cNvSpPr/>
          <p:nvPr/>
        </p:nvSpPr>
        <p:spPr>
          <a:xfrm flipH="1">
            <a:off x="-379375" y="-260675"/>
            <a:ext cx="1172375" cy="942725"/>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5" name="Google Shape;8165;p322"/>
          <p:cNvSpPr/>
          <p:nvPr/>
        </p:nvSpPr>
        <p:spPr>
          <a:xfrm>
            <a:off x="8191050" y="4377350"/>
            <a:ext cx="1232275" cy="1091025"/>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BLANK_6">
    <p:spTree>
      <p:nvGrpSpPr>
        <p:cNvPr id="8166" name="Shape 8166"/>
        <p:cNvGrpSpPr/>
        <p:nvPr/>
      </p:nvGrpSpPr>
      <p:grpSpPr>
        <a:xfrm>
          <a:off x="0" y="0"/>
          <a:ext cx="0" cy="0"/>
          <a:chOff x="0" y="0"/>
          <a:chExt cx="0" cy="0"/>
        </a:xfrm>
      </p:grpSpPr>
      <p:sp>
        <p:nvSpPr>
          <p:cNvPr id="8167" name="Google Shape;8167;p3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8168" name="Google Shape;8168;p323"/>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grpSp>
        <p:nvGrpSpPr>
          <p:cNvPr id="8169" name="Google Shape;8169;p323"/>
          <p:cNvGrpSpPr/>
          <p:nvPr/>
        </p:nvGrpSpPr>
        <p:grpSpPr>
          <a:xfrm>
            <a:off x="286211" y="261301"/>
            <a:ext cx="678453" cy="565475"/>
            <a:chOff x="286211" y="261301"/>
            <a:chExt cx="678453" cy="565475"/>
          </a:xfrm>
        </p:grpSpPr>
        <p:sp>
          <p:nvSpPr>
            <p:cNvPr id="8170" name="Google Shape;8170;p323"/>
            <p:cNvSpPr/>
            <p:nvPr/>
          </p:nvSpPr>
          <p:spPr>
            <a:xfrm>
              <a:off x="319288" y="721387"/>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171" name="Google Shape;8171;p323"/>
            <p:cNvGrpSpPr/>
            <p:nvPr/>
          </p:nvGrpSpPr>
          <p:grpSpPr>
            <a:xfrm>
              <a:off x="859207" y="294338"/>
              <a:ext cx="105457" cy="105457"/>
              <a:chOff x="7812545" y="194375"/>
              <a:chExt cx="105457" cy="105457"/>
            </a:xfrm>
          </p:grpSpPr>
          <p:sp>
            <p:nvSpPr>
              <p:cNvPr id="8172" name="Google Shape;8172;p323"/>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3" name="Google Shape;8173;p323"/>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4" name="Google Shape;8174;p323"/>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5" name="Google Shape;8175;p323"/>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176" name="Google Shape;8176;p323"/>
            <p:cNvSpPr/>
            <p:nvPr/>
          </p:nvSpPr>
          <p:spPr>
            <a:xfrm>
              <a:off x="286211" y="261301"/>
              <a:ext cx="171626" cy="171542"/>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177" name="Google Shape;8177;p323"/>
          <p:cNvSpPr/>
          <p:nvPr/>
        </p:nvSpPr>
        <p:spPr>
          <a:xfrm rot="5828238">
            <a:off x="8273326" y="4219055"/>
            <a:ext cx="1085117" cy="2077472"/>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178" name="Google Shape;8178;p323"/>
          <p:cNvGrpSpPr/>
          <p:nvPr/>
        </p:nvGrpSpPr>
        <p:grpSpPr>
          <a:xfrm>
            <a:off x="319295" y="4308988"/>
            <a:ext cx="750832" cy="656232"/>
            <a:chOff x="319295" y="4308988"/>
            <a:chExt cx="750832" cy="656232"/>
          </a:xfrm>
        </p:grpSpPr>
        <p:grpSp>
          <p:nvGrpSpPr>
            <p:cNvPr id="8179" name="Google Shape;8179;p323"/>
            <p:cNvGrpSpPr/>
            <p:nvPr/>
          </p:nvGrpSpPr>
          <p:grpSpPr>
            <a:xfrm>
              <a:off x="964670" y="4859763"/>
              <a:ext cx="105457" cy="105457"/>
              <a:chOff x="7812545" y="194375"/>
              <a:chExt cx="105457" cy="105457"/>
            </a:xfrm>
          </p:grpSpPr>
          <p:sp>
            <p:nvSpPr>
              <p:cNvPr id="8180" name="Google Shape;8180;p323"/>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1" name="Google Shape;8181;p323"/>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2" name="Google Shape;8182;p323"/>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3" name="Google Shape;8183;p323"/>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184" name="Google Shape;8184;p323"/>
            <p:cNvSpPr/>
            <p:nvPr/>
          </p:nvSpPr>
          <p:spPr>
            <a:xfrm>
              <a:off x="424749" y="4721876"/>
              <a:ext cx="171626" cy="171542"/>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185" name="Google Shape;8185;p323"/>
            <p:cNvGrpSpPr/>
            <p:nvPr/>
          </p:nvGrpSpPr>
          <p:grpSpPr>
            <a:xfrm>
              <a:off x="319295" y="4308988"/>
              <a:ext cx="105457" cy="105457"/>
              <a:chOff x="7812545" y="194375"/>
              <a:chExt cx="105457" cy="105457"/>
            </a:xfrm>
          </p:grpSpPr>
          <p:sp>
            <p:nvSpPr>
              <p:cNvPr id="8186" name="Google Shape;8186;p323"/>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7" name="Google Shape;8187;p323"/>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8" name="Google Shape;8188;p323"/>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9" name="Google Shape;8189;p323"/>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8190" name="Google Shape;8190;p323"/>
          <p:cNvGrpSpPr/>
          <p:nvPr/>
        </p:nvGrpSpPr>
        <p:grpSpPr>
          <a:xfrm>
            <a:off x="8112408" y="-304605"/>
            <a:ext cx="1502819" cy="1131369"/>
            <a:chOff x="8112408" y="-304605"/>
            <a:chExt cx="1502819" cy="1131369"/>
          </a:xfrm>
        </p:grpSpPr>
        <p:sp>
          <p:nvSpPr>
            <p:cNvPr id="8191" name="Google Shape;8191;p323"/>
            <p:cNvSpPr/>
            <p:nvPr/>
          </p:nvSpPr>
          <p:spPr>
            <a:xfrm flipH="1">
              <a:off x="8112408" y="-304600"/>
              <a:ext cx="1406967" cy="1131364"/>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2" name="Google Shape;8192;p323"/>
            <p:cNvSpPr/>
            <p:nvPr/>
          </p:nvSpPr>
          <p:spPr>
            <a:xfrm flipH="1">
              <a:off x="8624108" y="-304605"/>
              <a:ext cx="991119" cy="877511"/>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BLANK_15">
    <p:spTree>
      <p:nvGrpSpPr>
        <p:cNvPr id="8193" name="Shape 8193"/>
        <p:cNvGrpSpPr/>
        <p:nvPr/>
      </p:nvGrpSpPr>
      <p:grpSpPr>
        <a:xfrm>
          <a:off x="0" y="0"/>
          <a:ext cx="0" cy="0"/>
          <a:chOff x="0" y="0"/>
          <a:chExt cx="0" cy="0"/>
        </a:xfrm>
      </p:grpSpPr>
      <p:sp>
        <p:nvSpPr>
          <p:cNvPr id="8194" name="Google Shape;8194;p3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8195" name="Google Shape;8195;p324"/>
          <p:cNvSpPr txBox="1"/>
          <p:nvPr>
            <p:ph type="title"/>
          </p:nvPr>
        </p:nvSpPr>
        <p:spPr>
          <a:xfrm>
            <a:off x="685800" y="539400"/>
            <a:ext cx="77724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196" name="Google Shape;8196;p324"/>
          <p:cNvSpPr/>
          <p:nvPr/>
        </p:nvSpPr>
        <p:spPr>
          <a:xfrm flipH="1" rot="10800000">
            <a:off x="5573502" y="2080275"/>
            <a:ext cx="5049319" cy="4110228"/>
          </a:xfrm>
          <a:custGeom>
            <a:rect b="b" l="l" r="r" t="t"/>
            <a:pathLst>
              <a:path extrusionOk="0" h="48924" w="60102">
                <a:moveTo>
                  <a:pt x="31550" y="1"/>
                </a:moveTo>
                <a:cubicBezTo>
                  <a:pt x="28688" y="1"/>
                  <a:pt x="25391" y="541"/>
                  <a:pt x="22089" y="2238"/>
                </a:cubicBezTo>
                <a:cubicBezTo>
                  <a:pt x="12977" y="6900"/>
                  <a:pt x="8196" y="17230"/>
                  <a:pt x="4091" y="25485"/>
                </a:cubicBezTo>
                <a:cubicBezTo>
                  <a:pt x="1" y="33725"/>
                  <a:pt x="2016" y="42612"/>
                  <a:pt x="8767" y="47123"/>
                </a:cubicBezTo>
                <a:cubicBezTo>
                  <a:pt x="10764" y="48461"/>
                  <a:pt x="12590" y="48924"/>
                  <a:pt x="14421" y="48924"/>
                </a:cubicBezTo>
                <a:cubicBezTo>
                  <a:pt x="18514" y="48924"/>
                  <a:pt x="22630" y="46611"/>
                  <a:pt x="28730" y="46611"/>
                </a:cubicBezTo>
                <a:cubicBezTo>
                  <a:pt x="29125" y="46611"/>
                  <a:pt x="29527" y="46621"/>
                  <a:pt x="29939" y="46641"/>
                </a:cubicBezTo>
                <a:cubicBezTo>
                  <a:pt x="34134" y="46851"/>
                  <a:pt x="36984" y="47278"/>
                  <a:pt x="39535" y="47278"/>
                </a:cubicBezTo>
                <a:cubicBezTo>
                  <a:pt x="42835" y="47278"/>
                  <a:pt x="45637" y="46563"/>
                  <a:pt x="50208" y="43739"/>
                </a:cubicBezTo>
                <a:cubicBezTo>
                  <a:pt x="58328" y="38732"/>
                  <a:pt x="60102" y="25500"/>
                  <a:pt x="54042" y="15140"/>
                </a:cubicBezTo>
                <a:cubicBezTo>
                  <a:pt x="47997" y="4779"/>
                  <a:pt x="40254" y="1667"/>
                  <a:pt x="40254" y="1667"/>
                </a:cubicBezTo>
                <a:cubicBezTo>
                  <a:pt x="40254" y="1667"/>
                  <a:pt x="36573" y="1"/>
                  <a:pt x="31550"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7" name="Google Shape;8197;p324"/>
          <p:cNvSpPr/>
          <p:nvPr/>
        </p:nvSpPr>
        <p:spPr>
          <a:xfrm rot="5828238">
            <a:off x="8273326" y="4219055"/>
            <a:ext cx="1085117" cy="2077472"/>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198" name="Google Shape;8198;p324"/>
          <p:cNvGrpSpPr/>
          <p:nvPr/>
        </p:nvGrpSpPr>
        <p:grpSpPr>
          <a:xfrm>
            <a:off x="319295" y="4308988"/>
            <a:ext cx="750832" cy="656232"/>
            <a:chOff x="319295" y="4308988"/>
            <a:chExt cx="750832" cy="656232"/>
          </a:xfrm>
        </p:grpSpPr>
        <p:grpSp>
          <p:nvGrpSpPr>
            <p:cNvPr id="8199" name="Google Shape;8199;p324"/>
            <p:cNvGrpSpPr/>
            <p:nvPr/>
          </p:nvGrpSpPr>
          <p:grpSpPr>
            <a:xfrm>
              <a:off x="964670" y="4859763"/>
              <a:ext cx="105457" cy="105457"/>
              <a:chOff x="7812545" y="194375"/>
              <a:chExt cx="105457" cy="105457"/>
            </a:xfrm>
          </p:grpSpPr>
          <p:sp>
            <p:nvSpPr>
              <p:cNvPr id="8200" name="Google Shape;8200;p324"/>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1" name="Google Shape;8201;p324"/>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2" name="Google Shape;8202;p324"/>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3" name="Google Shape;8203;p324"/>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204" name="Google Shape;8204;p324"/>
            <p:cNvSpPr/>
            <p:nvPr/>
          </p:nvSpPr>
          <p:spPr>
            <a:xfrm>
              <a:off x="424749" y="4721876"/>
              <a:ext cx="171626" cy="171542"/>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205" name="Google Shape;8205;p324"/>
            <p:cNvGrpSpPr/>
            <p:nvPr/>
          </p:nvGrpSpPr>
          <p:grpSpPr>
            <a:xfrm>
              <a:off x="319295" y="4308988"/>
              <a:ext cx="105457" cy="105457"/>
              <a:chOff x="7812545" y="194375"/>
              <a:chExt cx="105457" cy="105457"/>
            </a:xfrm>
          </p:grpSpPr>
          <p:sp>
            <p:nvSpPr>
              <p:cNvPr id="8206" name="Google Shape;8206;p324"/>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7" name="Google Shape;8207;p324"/>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8" name="Google Shape;8208;p324"/>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9" name="Google Shape;8209;p324"/>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8210" name="Google Shape;8210;p324"/>
          <p:cNvGrpSpPr/>
          <p:nvPr/>
        </p:nvGrpSpPr>
        <p:grpSpPr>
          <a:xfrm>
            <a:off x="319295" y="181363"/>
            <a:ext cx="698582" cy="835057"/>
            <a:chOff x="319295" y="181363"/>
            <a:chExt cx="698582" cy="835057"/>
          </a:xfrm>
        </p:grpSpPr>
        <p:grpSp>
          <p:nvGrpSpPr>
            <p:cNvPr id="8211" name="Google Shape;8211;p324"/>
            <p:cNvGrpSpPr/>
            <p:nvPr/>
          </p:nvGrpSpPr>
          <p:grpSpPr>
            <a:xfrm>
              <a:off x="912420" y="181363"/>
              <a:ext cx="105457" cy="105457"/>
              <a:chOff x="7812545" y="194375"/>
              <a:chExt cx="105457" cy="105457"/>
            </a:xfrm>
          </p:grpSpPr>
          <p:sp>
            <p:nvSpPr>
              <p:cNvPr id="8212" name="Google Shape;8212;p324"/>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3" name="Google Shape;8213;p324"/>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4" name="Google Shape;8214;p324"/>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5" name="Google Shape;8215;p324"/>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216" name="Google Shape;8216;p324"/>
            <p:cNvSpPr/>
            <p:nvPr/>
          </p:nvSpPr>
          <p:spPr>
            <a:xfrm>
              <a:off x="319299" y="331076"/>
              <a:ext cx="171626" cy="171542"/>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217" name="Google Shape;8217;p324"/>
            <p:cNvGrpSpPr/>
            <p:nvPr/>
          </p:nvGrpSpPr>
          <p:grpSpPr>
            <a:xfrm>
              <a:off x="319295" y="910963"/>
              <a:ext cx="105457" cy="105457"/>
              <a:chOff x="7812545" y="194375"/>
              <a:chExt cx="105457" cy="105457"/>
            </a:xfrm>
          </p:grpSpPr>
          <p:sp>
            <p:nvSpPr>
              <p:cNvPr id="8218" name="Google Shape;8218;p324"/>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9" name="Google Shape;8219;p324"/>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0" name="Google Shape;8220;p324"/>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1" name="Google Shape;8221;p324"/>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3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BLANK_3">
    <p:spTree>
      <p:nvGrpSpPr>
        <p:cNvPr id="8222" name="Shape 8222"/>
        <p:cNvGrpSpPr/>
        <p:nvPr/>
      </p:nvGrpSpPr>
      <p:grpSpPr>
        <a:xfrm>
          <a:off x="0" y="0"/>
          <a:ext cx="0" cy="0"/>
          <a:chOff x="0" y="0"/>
          <a:chExt cx="0" cy="0"/>
        </a:xfrm>
      </p:grpSpPr>
      <p:sp>
        <p:nvSpPr>
          <p:cNvPr id="8223" name="Google Shape;8223;p325"/>
          <p:cNvSpPr/>
          <p:nvPr/>
        </p:nvSpPr>
        <p:spPr>
          <a:xfrm flipH="1">
            <a:off x="437224" y="87075"/>
            <a:ext cx="8269551" cy="4798437"/>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4" name="Google Shape;8224;p3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8225" name="Google Shape;8225;p325"/>
          <p:cNvSpPr txBox="1"/>
          <p:nvPr>
            <p:ph type="title"/>
          </p:nvPr>
        </p:nvSpPr>
        <p:spPr>
          <a:xfrm>
            <a:off x="1505550" y="920400"/>
            <a:ext cx="6132900" cy="871500"/>
          </a:xfrm>
          <a:prstGeom prst="rect">
            <a:avLst/>
          </a:prstGeom>
        </p:spPr>
        <p:txBody>
          <a:bodyPr anchorCtr="0" anchor="ctr" bIns="91425" lIns="91425" spcFirstLastPara="1" rIns="91425" wrap="square" tIns="91425">
            <a:noAutofit/>
          </a:bodyPr>
          <a:lstStyle>
            <a:lvl1pPr lvl="0" algn="ctr">
              <a:spcBef>
                <a:spcPts val="0"/>
              </a:spcBef>
              <a:spcAft>
                <a:spcPts val="0"/>
              </a:spcAft>
              <a:buSzPts val="2800"/>
              <a:buNone/>
              <a:defRPr sz="6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226" name="Google Shape;8226;p325"/>
          <p:cNvSpPr txBox="1"/>
          <p:nvPr>
            <p:ph idx="1" type="subTitle"/>
          </p:nvPr>
        </p:nvSpPr>
        <p:spPr>
          <a:xfrm>
            <a:off x="2549400" y="1842175"/>
            <a:ext cx="4045200" cy="10122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8227" name="Google Shape;8227;p325"/>
          <p:cNvSpPr txBox="1"/>
          <p:nvPr/>
        </p:nvSpPr>
        <p:spPr>
          <a:xfrm>
            <a:off x="2549400" y="3439165"/>
            <a:ext cx="4045200" cy="670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CA" sz="1200">
                <a:solidFill>
                  <a:schemeClr val="dk1"/>
                </a:solidFill>
                <a:latin typeface="Lato"/>
                <a:ea typeface="Lato"/>
                <a:cs typeface="Lato"/>
                <a:sym typeface="Lato"/>
              </a:rPr>
              <a:t>CREDITS:</a:t>
            </a:r>
            <a:r>
              <a:rPr lang="en-CA" sz="1200">
                <a:solidFill>
                  <a:schemeClr val="dk1"/>
                </a:solidFill>
                <a:latin typeface="Lato"/>
                <a:ea typeface="Lato"/>
                <a:cs typeface="Lato"/>
                <a:sym typeface="Lato"/>
              </a:rPr>
              <a:t> This presentation template was created by </a:t>
            </a:r>
            <a:r>
              <a:rPr b="1" lang="en-CA" sz="1200">
                <a:solidFill>
                  <a:schemeClr val="dk1"/>
                </a:solidFill>
                <a:uFill>
                  <a:noFill/>
                </a:uFill>
                <a:latin typeface="Lato"/>
                <a:ea typeface="Lato"/>
                <a:cs typeface="Lato"/>
                <a:sym typeface="Lato"/>
                <a:hlinkClick r:id="rId2">
                  <a:extLst>
                    <a:ext uri="{A12FA001-AC4F-418D-AE19-62706E023703}">
                      <ahyp:hlinkClr val="tx"/>
                    </a:ext>
                  </a:extLst>
                </a:hlinkClick>
              </a:rPr>
              <a:t>Slidesgo</a:t>
            </a:r>
            <a:r>
              <a:rPr b="1" lang="en-CA" sz="1200">
                <a:solidFill>
                  <a:schemeClr val="dk1"/>
                </a:solidFill>
                <a:latin typeface="Lato"/>
                <a:ea typeface="Lato"/>
                <a:cs typeface="Lato"/>
                <a:sym typeface="Lato"/>
              </a:rPr>
              <a:t>,</a:t>
            </a:r>
            <a:r>
              <a:rPr lang="en-CA" sz="1200">
                <a:solidFill>
                  <a:schemeClr val="dk1"/>
                </a:solidFill>
                <a:latin typeface="Lato"/>
                <a:ea typeface="Lato"/>
                <a:cs typeface="Lato"/>
                <a:sym typeface="Lato"/>
              </a:rPr>
              <a:t> including icons by </a:t>
            </a:r>
            <a:r>
              <a:rPr b="1" lang="en-CA" sz="1200">
                <a:solidFill>
                  <a:schemeClr val="dk1"/>
                </a:solidFill>
                <a:uFill>
                  <a:noFill/>
                </a:uFill>
                <a:latin typeface="Lato"/>
                <a:ea typeface="Lato"/>
                <a:cs typeface="Lato"/>
                <a:sym typeface="Lato"/>
                <a:hlinkClick r:id="rId3">
                  <a:extLst>
                    <a:ext uri="{A12FA001-AC4F-418D-AE19-62706E023703}">
                      <ahyp:hlinkClr val="tx"/>
                    </a:ext>
                  </a:extLst>
                </a:hlinkClick>
              </a:rPr>
              <a:t>Flaticon</a:t>
            </a:r>
            <a:r>
              <a:rPr lang="en-CA" sz="1200">
                <a:solidFill>
                  <a:schemeClr val="dk1"/>
                </a:solidFill>
                <a:latin typeface="Lato"/>
                <a:ea typeface="Lato"/>
                <a:cs typeface="Lato"/>
                <a:sym typeface="Lato"/>
              </a:rPr>
              <a:t>, infographics &amp; images by </a:t>
            </a:r>
            <a:r>
              <a:rPr b="1" lang="en-CA" sz="1200">
                <a:solidFill>
                  <a:schemeClr val="dk1"/>
                </a:solidFill>
                <a:uFill>
                  <a:noFill/>
                </a:uFill>
                <a:latin typeface="Lato"/>
                <a:ea typeface="Lato"/>
                <a:cs typeface="Lato"/>
                <a:sym typeface="Lato"/>
                <a:hlinkClick r:id="rId4">
                  <a:extLst>
                    <a:ext uri="{A12FA001-AC4F-418D-AE19-62706E023703}">
                      <ahyp:hlinkClr val="tx"/>
                    </a:ext>
                  </a:extLst>
                </a:hlinkClick>
              </a:rPr>
              <a:t>Freepik</a:t>
            </a:r>
            <a:r>
              <a:rPr lang="en-CA" sz="1200">
                <a:solidFill>
                  <a:schemeClr val="dk1"/>
                </a:solidFill>
                <a:latin typeface="Lato"/>
                <a:ea typeface="Lato"/>
                <a:cs typeface="Lato"/>
                <a:sym typeface="Lato"/>
              </a:rPr>
              <a:t> and illustrations by </a:t>
            </a:r>
            <a:r>
              <a:rPr b="1" lang="en-CA" sz="1200">
                <a:solidFill>
                  <a:schemeClr val="dk1"/>
                </a:solidFill>
                <a:uFill>
                  <a:noFill/>
                </a:uFill>
                <a:latin typeface="Lato"/>
                <a:ea typeface="Lato"/>
                <a:cs typeface="Lato"/>
                <a:sym typeface="Lato"/>
                <a:hlinkClick r:id="rId5">
                  <a:extLst>
                    <a:ext uri="{A12FA001-AC4F-418D-AE19-62706E023703}">
                      <ahyp:hlinkClr val="tx"/>
                    </a:ext>
                  </a:extLst>
                </a:hlinkClick>
              </a:rPr>
              <a:t>Storyset</a:t>
            </a:r>
            <a:r>
              <a:rPr lang="en-CA" sz="1200">
                <a:solidFill>
                  <a:schemeClr val="dk1"/>
                </a:solidFill>
                <a:latin typeface="Lato"/>
                <a:ea typeface="Lato"/>
                <a:cs typeface="Lato"/>
                <a:sym typeface="Lato"/>
              </a:rPr>
              <a:t>.</a:t>
            </a:r>
            <a:endParaRPr>
              <a:solidFill>
                <a:schemeClr val="dk1"/>
              </a:solidFill>
              <a:latin typeface="Lato"/>
              <a:ea typeface="Lato"/>
              <a:cs typeface="Lato"/>
              <a:sym typeface="Lato"/>
            </a:endParaRPr>
          </a:p>
        </p:txBody>
      </p:sp>
      <p:grpSp>
        <p:nvGrpSpPr>
          <p:cNvPr id="8228" name="Google Shape;8228;p325"/>
          <p:cNvGrpSpPr/>
          <p:nvPr/>
        </p:nvGrpSpPr>
        <p:grpSpPr>
          <a:xfrm>
            <a:off x="-324289" y="3240517"/>
            <a:ext cx="2492715" cy="2684735"/>
            <a:chOff x="-324289" y="3240517"/>
            <a:chExt cx="2492715" cy="2684735"/>
          </a:xfrm>
        </p:grpSpPr>
        <p:sp>
          <p:nvSpPr>
            <p:cNvPr id="8229" name="Google Shape;8229;p325"/>
            <p:cNvSpPr/>
            <p:nvPr/>
          </p:nvSpPr>
          <p:spPr>
            <a:xfrm rot="10800000">
              <a:off x="-324289" y="3240517"/>
              <a:ext cx="2492715" cy="2278933"/>
            </a:xfrm>
            <a:custGeom>
              <a:rect b="b" l="l" r="r" t="t"/>
              <a:pathLst>
                <a:path extrusionOk="0" h="49900" w="54584">
                  <a:moveTo>
                    <a:pt x="39803" y="0"/>
                  </a:moveTo>
                  <a:cubicBezTo>
                    <a:pt x="38029" y="0"/>
                    <a:pt x="36248" y="409"/>
                    <a:pt x="34570" y="1238"/>
                  </a:cubicBezTo>
                  <a:cubicBezTo>
                    <a:pt x="31367" y="2802"/>
                    <a:pt x="28886" y="5448"/>
                    <a:pt x="25683" y="7012"/>
                  </a:cubicBezTo>
                  <a:cubicBezTo>
                    <a:pt x="21308" y="9163"/>
                    <a:pt x="16511" y="10320"/>
                    <a:pt x="12090" y="12380"/>
                  </a:cubicBezTo>
                  <a:cubicBezTo>
                    <a:pt x="7684" y="14425"/>
                    <a:pt x="3444" y="17628"/>
                    <a:pt x="1865" y="22244"/>
                  </a:cubicBezTo>
                  <a:cubicBezTo>
                    <a:pt x="1" y="27673"/>
                    <a:pt x="647" y="34078"/>
                    <a:pt x="3504" y="39040"/>
                  </a:cubicBezTo>
                  <a:cubicBezTo>
                    <a:pt x="8069" y="46988"/>
                    <a:pt x="17031" y="49899"/>
                    <a:pt x="25743" y="49899"/>
                  </a:cubicBezTo>
                  <a:cubicBezTo>
                    <a:pt x="25898" y="49899"/>
                    <a:pt x="26054" y="49898"/>
                    <a:pt x="26209" y="49897"/>
                  </a:cubicBezTo>
                  <a:cubicBezTo>
                    <a:pt x="44945" y="49671"/>
                    <a:pt x="54583" y="26996"/>
                    <a:pt x="51531" y="10696"/>
                  </a:cubicBezTo>
                  <a:cubicBezTo>
                    <a:pt x="50869" y="7163"/>
                    <a:pt x="49230" y="3779"/>
                    <a:pt x="46118" y="1840"/>
                  </a:cubicBezTo>
                  <a:cubicBezTo>
                    <a:pt x="44160" y="620"/>
                    <a:pt x="41987" y="0"/>
                    <a:pt x="39803" y="0"/>
                  </a:cubicBez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0" name="Google Shape;8230;p325"/>
            <p:cNvSpPr/>
            <p:nvPr/>
          </p:nvSpPr>
          <p:spPr>
            <a:xfrm rot="5828238">
              <a:off x="251851" y="4219055"/>
              <a:ext cx="1085117" cy="2077472"/>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231" name="Google Shape;8231;p325"/>
          <p:cNvSpPr/>
          <p:nvPr/>
        </p:nvSpPr>
        <p:spPr>
          <a:xfrm rot="899878">
            <a:off x="-523899" y="-362625"/>
            <a:ext cx="1102774" cy="971749"/>
          </a:xfrm>
          <a:custGeom>
            <a:rect b="b" l="l" r="r" t="t"/>
            <a:pathLst>
              <a:path extrusionOk="0" h="49357" w="56012">
                <a:moveTo>
                  <a:pt x="29954" y="0"/>
                </a:moveTo>
                <a:cubicBezTo>
                  <a:pt x="26409" y="0"/>
                  <a:pt x="22321" y="902"/>
                  <a:pt x="17654" y="3034"/>
                </a:cubicBezTo>
                <a:cubicBezTo>
                  <a:pt x="17654" y="3034"/>
                  <a:pt x="8827" y="7530"/>
                  <a:pt x="4406" y="14477"/>
                </a:cubicBezTo>
                <a:cubicBezTo>
                  <a:pt x="1" y="21424"/>
                  <a:pt x="347" y="30340"/>
                  <a:pt x="5715" y="36971"/>
                </a:cubicBezTo>
                <a:cubicBezTo>
                  <a:pt x="11068" y="43588"/>
                  <a:pt x="21308" y="42730"/>
                  <a:pt x="29878" y="46926"/>
                </a:cubicBezTo>
                <a:cubicBezTo>
                  <a:pt x="33082" y="48494"/>
                  <a:pt x="36410" y="49356"/>
                  <a:pt x="39533" y="49356"/>
                </a:cubicBezTo>
                <a:cubicBezTo>
                  <a:pt x="44766" y="49356"/>
                  <a:pt x="49425" y="46936"/>
                  <a:pt x="51967" y="41362"/>
                </a:cubicBezTo>
                <a:cubicBezTo>
                  <a:pt x="56012" y="32476"/>
                  <a:pt x="49907" y="29137"/>
                  <a:pt x="48854" y="18852"/>
                </a:cubicBezTo>
                <a:cubicBezTo>
                  <a:pt x="48037" y="10867"/>
                  <a:pt x="42263" y="0"/>
                  <a:pt x="29954"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232" name="Google Shape;8232;p325"/>
          <p:cNvGrpSpPr/>
          <p:nvPr/>
        </p:nvGrpSpPr>
        <p:grpSpPr>
          <a:xfrm>
            <a:off x="298009" y="1164970"/>
            <a:ext cx="1121498" cy="1129498"/>
            <a:chOff x="298009" y="1164970"/>
            <a:chExt cx="1121498" cy="1129498"/>
          </a:xfrm>
        </p:grpSpPr>
        <p:grpSp>
          <p:nvGrpSpPr>
            <p:cNvPr id="8233" name="Google Shape;8233;p325"/>
            <p:cNvGrpSpPr/>
            <p:nvPr/>
          </p:nvGrpSpPr>
          <p:grpSpPr>
            <a:xfrm flipH="1">
              <a:off x="298009" y="1309538"/>
              <a:ext cx="93234" cy="93234"/>
              <a:chOff x="7812545" y="194375"/>
              <a:chExt cx="105457" cy="105457"/>
            </a:xfrm>
          </p:grpSpPr>
          <p:sp>
            <p:nvSpPr>
              <p:cNvPr id="8234" name="Google Shape;8234;p325"/>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5" name="Google Shape;8235;p325"/>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6" name="Google Shape;8236;p325"/>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7" name="Google Shape;8237;p325"/>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238" name="Google Shape;8238;p325"/>
            <p:cNvSpPr/>
            <p:nvPr/>
          </p:nvSpPr>
          <p:spPr>
            <a:xfrm flipH="1">
              <a:off x="1326276" y="1164970"/>
              <a:ext cx="93231" cy="93173"/>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9" name="Google Shape;8239;p325"/>
            <p:cNvSpPr/>
            <p:nvPr/>
          </p:nvSpPr>
          <p:spPr>
            <a:xfrm flipH="1">
              <a:off x="685826" y="2201295"/>
              <a:ext cx="93231" cy="93173"/>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240" name="Google Shape;8240;p325"/>
          <p:cNvGrpSpPr/>
          <p:nvPr/>
        </p:nvGrpSpPr>
        <p:grpSpPr>
          <a:xfrm>
            <a:off x="7297176" y="3655625"/>
            <a:ext cx="2210428" cy="1863813"/>
            <a:chOff x="7297176" y="3655625"/>
            <a:chExt cx="2210428" cy="1863813"/>
          </a:xfrm>
        </p:grpSpPr>
        <p:sp>
          <p:nvSpPr>
            <p:cNvPr id="8241" name="Google Shape;8241;p325"/>
            <p:cNvSpPr/>
            <p:nvPr/>
          </p:nvSpPr>
          <p:spPr>
            <a:xfrm rot="899878">
              <a:off x="8297876" y="4421550"/>
              <a:ext cx="1102774" cy="971749"/>
            </a:xfrm>
            <a:custGeom>
              <a:rect b="b" l="l" r="r" t="t"/>
              <a:pathLst>
                <a:path extrusionOk="0" h="49357" w="56012">
                  <a:moveTo>
                    <a:pt x="29954" y="0"/>
                  </a:moveTo>
                  <a:cubicBezTo>
                    <a:pt x="26409" y="0"/>
                    <a:pt x="22321" y="902"/>
                    <a:pt x="17654" y="3034"/>
                  </a:cubicBezTo>
                  <a:cubicBezTo>
                    <a:pt x="17654" y="3034"/>
                    <a:pt x="8827" y="7530"/>
                    <a:pt x="4406" y="14477"/>
                  </a:cubicBezTo>
                  <a:cubicBezTo>
                    <a:pt x="1" y="21424"/>
                    <a:pt x="347" y="30340"/>
                    <a:pt x="5715" y="36971"/>
                  </a:cubicBezTo>
                  <a:cubicBezTo>
                    <a:pt x="11068" y="43588"/>
                    <a:pt x="21308" y="42730"/>
                    <a:pt x="29878" y="46926"/>
                  </a:cubicBezTo>
                  <a:cubicBezTo>
                    <a:pt x="33082" y="48494"/>
                    <a:pt x="36410" y="49356"/>
                    <a:pt x="39533" y="49356"/>
                  </a:cubicBezTo>
                  <a:cubicBezTo>
                    <a:pt x="44766" y="49356"/>
                    <a:pt x="49425" y="46936"/>
                    <a:pt x="51967" y="41362"/>
                  </a:cubicBezTo>
                  <a:cubicBezTo>
                    <a:pt x="56012" y="32476"/>
                    <a:pt x="49907" y="29137"/>
                    <a:pt x="48854" y="18852"/>
                  </a:cubicBezTo>
                  <a:cubicBezTo>
                    <a:pt x="48037" y="10867"/>
                    <a:pt x="42263" y="0"/>
                    <a:pt x="29954"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242" name="Google Shape;8242;p325"/>
            <p:cNvGrpSpPr/>
            <p:nvPr/>
          </p:nvGrpSpPr>
          <p:grpSpPr>
            <a:xfrm>
              <a:off x="7297176" y="3655625"/>
              <a:ext cx="1024368" cy="981280"/>
              <a:chOff x="7297176" y="3655625"/>
              <a:chExt cx="1024368" cy="981280"/>
            </a:xfrm>
          </p:grpSpPr>
          <p:grpSp>
            <p:nvGrpSpPr>
              <p:cNvPr id="8243" name="Google Shape;8243;p325"/>
              <p:cNvGrpSpPr/>
              <p:nvPr/>
            </p:nvGrpSpPr>
            <p:grpSpPr>
              <a:xfrm flipH="1">
                <a:off x="8228309" y="3655625"/>
                <a:ext cx="93234" cy="93234"/>
                <a:chOff x="7812545" y="194375"/>
                <a:chExt cx="105457" cy="105457"/>
              </a:xfrm>
            </p:grpSpPr>
            <p:sp>
              <p:nvSpPr>
                <p:cNvPr id="8244" name="Google Shape;8244;p325"/>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5" name="Google Shape;8245;p325"/>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6" name="Google Shape;8246;p325"/>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7" name="Google Shape;8247;p325"/>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248" name="Google Shape;8248;p325"/>
              <p:cNvSpPr/>
              <p:nvPr/>
            </p:nvSpPr>
            <p:spPr>
              <a:xfrm flipH="1">
                <a:off x="7297176" y="4543733"/>
                <a:ext cx="93231" cy="93173"/>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3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20">
    <p:spTree>
      <p:nvGrpSpPr>
        <p:cNvPr id="8249" name="Shape 8249"/>
        <p:cNvGrpSpPr/>
        <p:nvPr/>
      </p:nvGrpSpPr>
      <p:grpSpPr>
        <a:xfrm>
          <a:off x="0" y="0"/>
          <a:ext cx="0" cy="0"/>
          <a:chOff x="0" y="0"/>
          <a:chExt cx="0" cy="0"/>
        </a:xfrm>
      </p:grpSpPr>
      <p:sp>
        <p:nvSpPr>
          <p:cNvPr id="8250" name="Google Shape;8250;p3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grpSp>
        <p:nvGrpSpPr>
          <p:cNvPr id="8251" name="Google Shape;8251;p326"/>
          <p:cNvGrpSpPr/>
          <p:nvPr/>
        </p:nvGrpSpPr>
        <p:grpSpPr>
          <a:xfrm>
            <a:off x="319295" y="4308988"/>
            <a:ext cx="750832" cy="656232"/>
            <a:chOff x="319295" y="4308988"/>
            <a:chExt cx="750832" cy="656232"/>
          </a:xfrm>
        </p:grpSpPr>
        <p:grpSp>
          <p:nvGrpSpPr>
            <p:cNvPr id="8252" name="Google Shape;8252;p326"/>
            <p:cNvGrpSpPr/>
            <p:nvPr/>
          </p:nvGrpSpPr>
          <p:grpSpPr>
            <a:xfrm>
              <a:off x="964670" y="4859763"/>
              <a:ext cx="105457" cy="105457"/>
              <a:chOff x="7812545" y="194375"/>
              <a:chExt cx="105457" cy="105457"/>
            </a:xfrm>
          </p:grpSpPr>
          <p:sp>
            <p:nvSpPr>
              <p:cNvPr id="8253" name="Google Shape;8253;p326"/>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4" name="Google Shape;8254;p326"/>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5" name="Google Shape;8255;p326"/>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6" name="Google Shape;8256;p326"/>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257" name="Google Shape;8257;p326"/>
            <p:cNvSpPr/>
            <p:nvPr/>
          </p:nvSpPr>
          <p:spPr>
            <a:xfrm>
              <a:off x="424749" y="4721876"/>
              <a:ext cx="171626" cy="171542"/>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258" name="Google Shape;8258;p326"/>
            <p:cNvGrpSpPr/>
            <p:nvPr/>
          </p:nvGrpSpPr>
          <p:grpSpPr>
            <a:xfrm>
              <a:off x="319295" y="4308988"/>
              <a:ext cx="105457" cy="105457"/>
              <a:chOff x="7812545" y="194375"/>
              <a:chExt cx="105457" cy="105457"/>
            </a:xfrm>
          </p:grpSpPr>
          <p:sp>
            <p:nvSpPr>
              <p:cNvPr id="8259" name="Google Shape;8259;p326"/>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0" name="Google Shape;8260;p326"/>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1" name="Google Shape;8261;p326"/>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2" name="Google Shape;8262;p326"/>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8263" name="Google Shape;8263;p326"/>
          <p:cNvGrpSpPr/>
          <p:nvPr/>
        </p:nvGrpSpPr>
        <p:grpSpPr>
          <a:xfrm>
            <a:off x="8176604" y="-179030"/>
            <a:ext cx="1421198" cy="1325909"/>
            <a:chOff x="8176604" y="-179030"/>
            <a:chExt cx="1421198" cy="1325909"/>
          </a:xfrm>
        </p:grpSpPr>
        <p:sp>
          <p:nvSpPr>
            <p:cNvPr id="8264" name="Google Shape;8264;p326"/>
            <p:cNvSpPr/>
            <p:nvPr/>
          </p:nvSpPr>
          <p:spPr>
            <a:xfrm flipH="1">
              <a:off x="8606683" y="-179030"/>
              <a:ext cx="991119" cy="877511"/>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5" name="Google Shape;8265;p326"/>
            <p:cNvSpPr/>
            <p:nvPr/>
          </p:nvSpPr>
          <p:spPr>
            <a:xfrm flipH="1">
              <a:off x="8176604" y="349987"/>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266" name="Google Shape;8266;p326"/>
            <p:cNvGrpSpPr/>
            <p:nvPr/>
          </p:nvGrpSpPr>
          <p:grpSpPr>
            <a:xfrm>
              <a:off x="8732620" y="1041423"/>
              <a:ext cx="105457" cy="105457"/>
              <a:chOff x="7812545" y="194375"/>
              <a:chExt cx="105457" cy="105457"/>
            </a:xfrm>
          </p:grpSpPr>
          <p:sp>
            <p:nvSpPr>
              <p:cNvPr id="8267" name="Google Shape;8267;p326"/>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8" name="Google Shape;8268;p326"/>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9" name="Google Shape;8269;p326"/>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0" name="Google Shape;8270;p326"/>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3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19">
    <p:spTree>
      <p:nvGrpSpPr>
        <p:cNvPr id="8271" name="Shape 8271"/>
        <p:cNvGrpSpPr/>
        <p:nvPr/>
      </p:nvGrpSpPr>
      <p:grpSpPr>
        <a:xfrm>
          <a:off x="0" y="0"/>
          <a:ext cx="0" cy="0"/>
          <a:chOff x="0" y="0"/>
          <a:chExt cx="0" cy="0"/>
        </a:xfrm>
      </p:grpSpPr>
      <p:sp>
        <p:nvSpPr>
          <p:cNvPr id="8272" name="Google Shape;8272;p3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
        <p:nvSpPr>
          <p:cNvPr id="8273" name="Google Shape;8273;p327"/>
          <p:cNvSpPr/>
          <p:nvPr/>
        </p:nvSpPr>
        <p:spPr>
          <a:xfrm rot="5828238">
            <a:off x="712226" y="4219055"/>
            <a:ext cx="1085117" cy="2077472"/>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4" name="Google Shape;8274;p327"/>
          <p:cNvSpPr/>
          <p:nvPr/>
        </p:nvSpPr>
        <p:spPr>
          <a:xfrm flipH="1">
            <a:off x="8516050" y="4487450"/>
            <a:ext cx="1172375" cy="942725"/>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275" name="Google Shape;8275;p327"/>
          <p:cNvGrpSpPr/>
          <p:nvPr/>
        </p:nvGrpSpPr>
        <p:grpSpPr>
          <a:xfrm>
            <a:off x="-1252300" y="-775500"/>
            <a:ext cx="2224933" cy="1789104"/>
            <a:chOff x="-1260750" y="4247400"/>
            <a:chExt cx="2224933" cy="1789104"/>
          </a:xfrm>
        </p:grpSpPr>
        <p:sp>
          <p:nvSpPr>
            <p:cNvPr id="8276" name="Google Shape;8276;p327"/>
            <p:cNvSpPr/>
            <p:nvPr/>
          </p:nvSpPr>
          <p:spPr>
            <a:xfrm flipH="1">
              <a:off x="-1260750" y="4247400"/>
              <a:ext cx="2224933" cy="1789104"/>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7" name="Google Shape;8277;p327"/>
            <p:cNvSpPr/>
            <p:nvPr/>
          </p:nvSpPr>
          <p:spPr>
            <a:xfrm>
              <a:off x="-708950" y="4596438"/>
              <a:ext cx="1232275" cy="1091025"/>
            </a:xfrm>
            <a:custGeom>
              <a:rect b="b" l="l" r="r" t="t"/>
              <a:pathLst>
                <a:path extrusionOk="0" h="43641" w="49291">
                  <a:moveTo>
                    <a:pt x="34928" y="1"/>
                  </a:moveTo>
                  <a:cubicBezTo>
                    <a:pt x="33524" y="1"/>
                    <a:pt x="32096" y="348"/>
                    <a:pt x="30720" y="1114"/>
                  </a:cubicBezTo>
                  <a:cubicBezTo>
                    <a:pt x="29247" y="1941"/>
                    <a:pt x="27923" y="3008"/>
                    <a:pt x="26465" y="3865"/>
                  </a:cubicBezTo>
                  <a:cubicBezTo>
                    <a:pt x="21713" y="6632"/>
                    <a:pt x="17248" y="5444"/>
                    <a:pt x="12165" y="6121"/>
                  </a:cubicBezTo>
                  <a:cubicBezTo>
                    <a:pt x="8677" y="6587"/>
                    <a:pt x="5248" y="8091"/>
                    <a:pt x="3068" y="10947"/>
                  </a:cubicBezTo>
                  <a:cubicBezTo>
                    <a:pt x="1489" y="12977"/>
                    <a:pt x="557" y="15443"/>
                    <a:pt x="407" y="18015"/>
                  </a:cubicBezTo>
                  <a:cubicBezTo>
                    <a:pt x="1" y="25037"/>
                    <a:pt x="5023" y="32375"/>
                    <a:pt x="10376" y="36419"/>
                  </a:cubicBezTo>
                  <a:cubicBezTo>
                    <a:pt x="15557" y="40311"/>
                    <a:pt x="23044" y="43640"/>
                    <a:pt x="30082" y="43640"/>
                  </a:cubicBezTo>
                  <a:cubicBezTo>
                    <a:pt x="32806" y="43640"/>
                    <a:pt x="35463" y="43141"/>
                    <a:pt x="37893" y="41983"/>
                  </a:cubicBezTo>
                  <a:cubicBezTo>
                    <a:pt x="41742" y="40149"/>
                    <a:pt x="44749" y="36871"/>
                    <a:pt x="46088" y="32826"/>
                  </a:cubicBezTo>
                  <a:cubicBezTo>
                    <a:pt x="49050" y="23789"/>
                    <a:pt x="49290" y="11940"/>
                    <a:pt x="43005" y="4196"/>
                  </a:cubicBezTo>
                  <a:cubicBezTo>
                    <a:pt x="40943" y="1650"/>
                    <a:pt x="37991" y="1"/>
                    <a:pt x="34928" y="1"/>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278" name="Google Shape;8278;p327"/>
          <p:cNvGrpSpPr/>
          <p:nvPr/>
        </p:nvGrpSpPr>
        <p:grpSpPr>
          <a:xfrm flipH="1" rot="10800000">
            <a:off x="8455188" y="183250"/>
            <a:ext cx="463864" cy="572939"/>
            <a:chOff x="274663" y="183250"/>
            <a:chExt cx="463864" cy="572939"/>
          </a:xfrm>
        </p:grpSpPr>
        <p:grpSp>
          <p:nvGrpSpPr>
            <p:cNvPr id="8279" name="Google Shape;8279;p327"/>
            <p:cNvGrpSpPr/>
            <p:nvPr/>
          </p:nvGrpSpPr>
          <p:grpSpPr>
            <a:xfrm>
              <a:off x="633070" y="183250"/>
              <a:ext cx="105457" cy="105457"/>
              <a:chOff x="7812545" y="194375"/>
              <a:chExt cx="105457" cy="105457"/>
            </a:xfrm>
          </p:grpSpPr>
          <p:sp>
            <p:nvSpPr>
              <p:cNvPr id="8280" name="Google Shape;8280;p327"/>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1" name="Google Shape;8281;p327"/>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2" name="Google Shape;8282;p327"/>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3" name="Google Shape;8283;p327"/>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284" name="Google Shape;8284;p327"/>
            <p:cNvSpPr/>
            <p:nvPr/>
          </p:nvSpPr>
          <p:spPr>
            <a:xfrm>
              <a:off x="274663" y="650800"/>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5" Type="http://schemas.openxmlformats.org/officeDocument/2006/relationships/slideLayout" Target="../slideLayouts/slideLayout16.xml"/><Relationship Id="rId6" Type="http://schemas.openxmlformats.org/officeDocument/2006/relationships/slideLayout" Target="../slideLayouts/slideLayout17.xml"/><Relationship Id="rId29" Type="http://schemas.openxmlformats.org/officeDocument/2006/relationships/slideLayout" Target="../slideLayouts/slideLayout40.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11" Type="http://schemas.openxmlformats.org/officeDocument/2006/relationships/slideLayout" Target="../slideLayouts/slideLayout22.xml"/><Relationship Id="rId33" Type="http://schemas.openxmlformats.org/officeDocument/2006/relationships/slideLayout" Target="../slideLayouts/slideLayout44.xml"/><Relationship Id="rId10" Type="http://schemas.openxmlformats.org/officeDocument/2006/relationships/slideLayout" Target="../slideLayouts/slideLayout21.xml"/><Relationship Id="rId32" Type="http://schemas.openxmlformats.org/officeDocument/2006/relationships/slideLayout" Target="../slideLayouts/slideLayout43.xml"/><Relationship Id="rId13" Type="http://schemas.openxmlformats.org/officeDocument/2006/relationships/slideLayout" Target="../slideLayouts/slideLayout24.xml"/><Relationship Id="rId35" Type="http://schemas.openxmlformats.org/officeDocument/2006/relationships/theme" Target="../theme/theme11.xml"/><Relationship Id="rId12" Type="http://schemas.openxmlformats.org/officeDocument/2006/relationships/slideLayout" Target="../slideLayouts/slideLayout23.xml"/><Relationship Id="rId34" Type="http://schemas.openxmlformats.org/officeDocument/2006/relationships/slideLayout" Target="../slideLayouts/slideLayout45.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_rels/slideMaster3.xml.rels><?xml version="1.0" encoding="UTF-8" standalone="yes"?><Relationships xmlns="http://schemas.openxmlformats.org/package/2006/relationships"><Relationship Id="rId20" Type="http://schemas.openxmlformats.org/officeDocument/2006/relationships/slideLayout" Target="../slideLayouts/slideLayout65.xml"/><Relationship Id="rId22" Type="http://schemas.openxmlformats.org/officeDocument/2006/relationships/slideLayout" Target="../slideLayouts/slideLayout67.xml"/><Relationship Id="rId21" Type="http://schemas.openxmlformats.org/officeDocument/2006/relationships/slideLayout" Target="../slideLayouts/slideLayout66.xml"/><Relationship Id="rId24" Type="http://schemas.openxmlformats.org/officeDocument/2006/relationships/slideLayout" Target="../slideLayouts/slideLayout69.xml"/><Relationship Id="rId23" Type="http://schemas.openxmlformats.org/officeDocument/2006/relationships/slideLayout" Target="../slideLayouts/slideLayout68.xml"/><Relationship Id="rId1" Type="http://schemas.openxmlformats.org/officeDocument/2006/relationships/slideLayout" Target="../slideLayouts/slideLayout46.xml"/><Relationship Id="rId2" Type="http://schemas.openxmlformats.org/officeDocument/2006/relationships/slideLayout" Target="../slideLayouts/slideLayout47.xml"/><Relationship Id="rId3" Type="http://schemas.openxmlformats.org/officeDocument/2006/relationships/slideLayout" Target="../slideLayouts/slideLayout48.xml"/><Relationship Id="rId4" Type="http://schemas.openxmlformats.org/officeDocument/2006/relationships/slideLayout" Target="../slideLayouts/slideLayout49.xml"/><Relationship Id="rId9" Type="http://schemas.openxmlformats.org/officeDocument/2006/relationships/slideLayout" Target="../slideLayouts/slideLayout54.xml"/><Relationship Id="rId26" Type="http://schemas.openxmlformats.org/officeDocument/2006/relationships/slideLayout" Target="../slideLayouts/slideLayout71.xml"/><Relationship Id="rId25" Type="http://schemas.openxmlformats.org/officeDocument/2006/relationships/slideLayout" Target="../slideLayouts/slideLayout70.xml"/><Relationship Id="rId28" Type="http://schemas.openxmlformats.org/officeDocument/2006/relationships/slideLayout" Target="../slideLayouts/slideLayout73.xml"/><Relationship Id="rId27" Type="http://schemas.openxmlformats.org/officeDocument/2006/relationships/slideLayout" Target="../slideLayouts/slideLayout72.xml"/><Relationship Id="rId5" Type="http://schemas.openxmlformats.org/officeDocument/2006/relationships/slideLayout" Target="../slideLayouts/slideLayout50.xml"/><Relationship Id="rId6" Type="http://schemas.openxmlformats.org/officeDocument/2006/relationships/slideLayout" Target="../slideLayouts/slideLayout51.xml"/><Relationship Id="rId29" Type="http://schemas.openxmlformats.org/officeDocument/2006/relationships/slideLayout" Target="../slideLayouts/slideLayout74.xml"/><Relationship Id="rId7" Type="http://schemas.openxmlformats.org/officeDocument/2006/relationships/slideLayout" Target="../slideLayouts/slideLayout52.xml"/><Relationship Id="rId8" Type="http://schemas.openxmlformats.org/officeDocument/2006/relationships/slideLayout" Target="../slideLayouts/slideLayout53.xml"/><Relationship Id="rId31" Type="http://schemas.openxmlformats.org/officeDocument/2006/relationships/slideLayout" Target="../slideLayouts/slideLayout76.xml"/><Relationship Id="rId30" Type="http://schemas.openxmlformats.org/officeDocument/2006/relationships/slideLayout" Target="../slideLayouts/slideLayout75.xml"/><Relationship Id="rId11" Type="http://schemas.openxmlformats.org/officeDocument/2006/relationships/slideLayout" Target="../slideLayouts/slideLayout56.xml"/><Relationship Id="rId33" Type="http://schemas.openxmlformats.org/officeDocument/2006/relationships/slideLayout" Target="../slideLayouts/slideLayout78.xml"/><Relationship Id="rId10" Type="http://schemas.openxmlformats.org/officeDocument/2006/relationships/slideLayout" Target="../slideLayouts/slideLayout55.xml"/><Relationship Id="rId32" Type="http://schemas.openxmlformats.org/officeDocument/2006/relationships/slideLayout" Target="../slideLayouts/slideLayout77.xml"/><Relationship Id="rId13" Type="http://schemas.openxmlformats.org/officeDocument/2006/relationships/slideLayout" Target="../slideLayouts/slideLayout58.xml"/><Relationship Id="rId35" Type="http://schemas.openxmlformats.org/officeDocument/2006/relationships/theme" Target="../theme/theme5.xml"/><Relationship Id="rId12" Type="http://schemas.openxmlformats.org/officeDocument/2006/relationships/slideLayout" Target="../slideLayouts/slideLayout57.xml"/><Relationship Id="rId34" Type="http://schemas.openxmlformats.org/officeDocument/2006/relationships/slideLayout" Target="../slideLayouts/slideLayout79.xml"/><Relationship Id="rId15" Type="http://schemas.openxmlformats.org/officeDocument/2006/relationships/slideLayout" Target="../slideLayouts/slideLayout60.xml"/><Relationship Id="rId14" Type="http://schemas.openxmlformats.org/officeDocument/2006/relationships/slideLayout" Target="../slideLayouts/slideLayout59.xml"/><Relationship Id="rId17" Type="http://schemas.openxmlformats.org/officeDocument/2006/relationships/slideLayout" Target="../slideLayouts/slideLayout62.xml"/><Relationship Id="rId16" Type="http://schemas.openxmlformats.org/officeDocument/2006/relationships/slideLayout" Target="../slideLayouts/slideLayout61.xml"/><Relationship Id="rId19" Type="http://schemas.openxmlformats.org/officeDocument/2006/relationships/slideLayout" Target="../slideLayouts/slideLayout64.xml"/><Relationship Id="rId18" Type="http://schemas.openxmlformats.org/officeDocument/2006/relationships/slideLayout" Target="../slideLayouts/slideLayout63.xml"/></Relationships>
</file>

<file path=ppt/slideMasters/_rels/slideMaster4.xml.rels><?xml version="1.0" encoding="UTF-8" standalone="yes"?><Relationships xmlns="http://schemas.openxmlformats.org/package/2006/relationships"><Relationship Id="rId20" Type="http://schemas.openxmlformats.org/officeDocument/2006/relationships/slideLayout" Target="../slideLayouts/slideLayout99.xml"/><Relationship Id="rId22" Type="http://schemas.openxmlformats.org/officeDocument/2006/relationships/slideLayout" Target="../slideLayouts/slideLayout101.xml"/><Relationship Id="rId21" Type="http://schemas.openxmlformats.org/officeDocument/2006/relationships/slideLayout" Target="../slideLayouts/slideLayout100.xml"/><Relationship Id="rId24" Type="http://schemas.openxmlformats.org/officeDocument/2006/relationships/slideLayout" Target="../slideLayouts/slideLayout103.xml"/><Relationship Id="rId23" Type="http://schemas.openxmlformats.org/officeDocument/2006/relationships/slideLayout" Target="../slideLayouts/slideLayout102.xml"/><Relationship Id="rId1" Type="http://schemas.openxmlformats.org/officeDocument/2006/relationships/slideLayout" Target="../slideLayouts/slideLayout80.xml"/><Relationship Id="rId2" Type="http://schemas.openxmlformats.org/officeDocument/2006/relationships/slideLayout" Target="../slideLayouts/slideLayout81.xml"/><Relationship Id="rId3" Type="http://schemas.openxmlformats.org/officeDocument/2006/relationships/slideLayout" Target="../slideLayouts/slideLayout82.xml"/><Relationship Id="rId4" Type="http://schemas.openxmlformats.org/officeDocument/2006/relationships/slideLayout" Target="../slideLayouts/slideLayout83.xml"/><Relationship Id="rId9" Type="http://schemas.openxmlformats.org/officeDocument/2006/relationships/slideLayout" Target="../slideLayouts/slideLayout88.xml"/><Relationship Id="rId26" Type="http://schemas.openxmlformats.org/officeDocument/2006/relationships/slideLayout" Target="../slideLayouts/slideLayout105.xml"/><Relationship Id="rId25" Type="http://schemas.openxmlformats.org/officeDocument/2006/relationships/slideLayout" Target="../slideLayouts/slideLayout104.xml"/><Relationship Id="rId28" Type="http://schemas.openxmlformats.org/officeDocument/2006/relationships/slideLayout" Target="../slideLayouts/slideLayout107.xml"/><Relationship Id="rId27" Type="http://schemas.openxmlformats.org/officeDocument/2006/relationships/slideLayout" Target="../slideLayouts/slideLayout106.xml"/><Relationship Id="rId5" Type="http://schemas.openxmlformats.org/officeDocument/2006/relationships/slideLayout" Target="../slideLayouts/slideLayout84.xml"/><Relationship Id="rId6" Type="http://schemas.openxmlformats.org/officeDocument/2006/relationships/slideLayout" Target="../slideLayouts/slideLayout85.xml"/><Relationship Id="rId29" Type="http://schemas.openxmlformats.org/officeDocument/2006/relationships/slideLayout" Target="../slideLayouts/slideLayout108.xml"/><Relationship Id="rId7" Type="http://schemas.openxmlformats.org/officeDocument/2006/relationships/slideLayout" Target="../slideLayouts/slideLayout86.xml"/><Relationship Id="rId8" Type="http://schemas.openxmlformats.org/officeDocument/2006/relationships/slideLayout" Target="../slideLayouts/slideLayout87.xml"/><Relationship Id="rId31" Type="http://schemas.openxmlformats.org/officeDocument/2006/relationships/slideLayout" Target="../slideLayouts/slideLayout110.xml"/><Relationship Id="rId30" Type="http://schemas.openxmlformats.org/officeDocument/2006/relationships/slideLayout" Target="../slideLayouts/slideLayout109.xml"/><Relationship Id="rId11" Type="http://schemas.openxmlformats.org/officeDocument/2006/relationships/slideLayout" Target="../slideLayouts/slideLayout90.xml"/><Relationship Id="rId33" Type="http://schemas.openxmlformats.org/officeDocument/2006/relationships/slideLayout" Target="../slideLayouts/slideLayout112.xml"/><Relationship Id="rId10" Type="http://schemas.openxmlformats.org/officeDocument/2006/relationships/slideLayout" Target="../slideLayouts/slideLayout89.xml"/><Relationship Id="rId32" Type="http://schemas.openxmlformats.org/officeDocument/2006/relationships/slideLayout" Target="../slideLayouts/slideLayout111.xml"/><Relationship Id="rId13" Type="http://schemas.openxmlformats.org/officeDocument/2006/relationships/slideLayout" Target="../slideLayouts/slideLayout92.xml"/><Relationship Id="rId35" Type="http://schemas.openxmlformats.org/officeDocument/2006/relationships/theme" Target="../theme/theme3.xml"/><Relationship Id="rId12" Type="http://schemas.openxmlformats.org/officeDocument/2006/relationships/slideLayout" Target="../slideLayouts/slideLayout91.xml"/><Relationship Id="rId34" Type="http://schemas.openxmlformats.org/officeDocument/2006/relationships/slideLayout" Target="../slideLayouts/slideLayout113.xml"/><Relationship Id="rId15" Type="http://schemas.openxmlformats.org/officeDocument/2006/relationships/slideLayout" Target="../slideLayouts/slideLayout94.xml"/><Relationship Id="rId14" Type="http://schemas.openxmlformats.org/officeDocument/2006/relationships/slideLayout" Target="../slideLayouts/slideLayout93.xml"/><Relationship Id="rId17" Type="http://schemas.openxmlformats.org/officeDocument/2006/relationships/slideLayout" Target="../slideLayouts/slideLayout96.xml"/><Relationship Id="rId16" Type="http://schemas.openxmlformats.org/officeDocument/2006/relationships/slideLayout" Target="../slideLayouts/slideLayout95.xml"/><Relationship Id="rId19" Type="http://schemas.openxmlformats.org/officeDocument/2006/relationships/slideLayout" Target="../slideLayouts/slideLayout98.xml"/><Relationship Id="rId18" Type="http://schemas.openxmlformats.org/officeDocument/2006/relationships/slideLayout" Target="../slideLayouts/slideLayout97.xml"/></Relationships>
</file>

<file path=ppt/slideMasters/_rels/slideMaster5.xml.rels><?xml version="1.0" encoding="UTF-8" standalone="yes"?><Relationships xmlns="http://schemas.openxmlformats.org/package/2006/relationships"><Relationship Id="rId20" Type="http://schemas.openxmlformats.org/officeDocument/2006/relationships/slideLayout" Target="../slideLayouts/slideLayout133.xml"/><Relationship Id="rId22" Type="http://schemas.openxmlformats.org/officeDocument/2006/relationships/slideLayout" Target="../slideLayouts/slideLayout135.xml"/><Relationship Id="rId21" Type="http://schemas.openxmlformats.org/officeDocument/2006/relationships/slideLayout" Target="../slideLayouts/slideLayout134.xml"/><Relationship Id="rId24" Type="http://schemas.openxmlformats.org/officeDocument/2006/relationships/slideLayout" Target="../slideLayouts/slideLayout137.xml"/><Relationship Id="rId23" Type="http://schemas.openxmlformats.org/officeDocument/2006/relationships/slideLayout" Target="../slideLayouts/slideLayout136.xml"/><Relationship Id="rId1" Type="http://schemas.openxmlformats.org/officeDocument/2006/relationships/slideLayout" Target="../slideLayouts/slideLayout114.xml"/><Relationship Id="rId2" Type="http://schemas.openxmlformats.org/officeDocument/2006/relationships/slideLayout" Target="../slideLayouts/slideLayout115.xml"/><Relationship Id="rId3" Type="http://schemas.openxmlformats.org/officeDocument/2006/relationships/slideLayout" Target="../slideLayouts/slideLayout116.xml"/><Relationship Id="rId4" Type="http://schemas.openxmlformats.org/officeDocument/2006/relationships/slideLayout" Target="../slideLayouts/slideLayout117.xml"/><Relationship Id="rId9" Type="http://schemas.openxmlformats.org/officeDocument/2006/relationships/slideLayout" Target="../slideLayouts/slideLayout122.xml"/><Relationship Id="rId26" Type="http://schemas.openxmlformats.org/officeDocument/2006/relationships/slideLayout" Target="../slideLayouts/slideLayout139.xml"/><Relationship Id="rId25" Type="http://schemas.openxmlformats.org/officeDocument/2006/relationships/slideLayout" Target="../slideLayouts/slideLayout138.xml"/><Relationship Id="rId28" Type="http://schemas.openxmlformats.org/officeDocument/2006/relationships/slideLayout" Target="../slideLayouts/slideLayout141.xml"/><Relationship Id="rId27" Type="http://schemas.openxmlformats.org/officeDocument/2006/relationships/slideLayout" Target="../slideLayouts/slideLayout140.xml"/><Relationship Id="rId5" Type="http://schemas.openxmlformats.org/officeDocument/2006/relationships/slideLayout" Target="../slideLayouts/slideLayout118.xml"/><Relationship Id="rId6" Type="http://schemas.openxmlformats.org/officeDocument/2006/relationships/slideLayout" Target="../slideLayouts/slideLayout119.xml"/><Relationship Id="rId29" Type="http://schemas.openxmlformats.org/officeDocument/2006/relationships/slideLayout" Target="../slideLayouts/slideLayout142.xml"/><Relationship Id="rId7" Type="http://schemas.openxmlformats.org/officeDocument/2006/relationships/slideLayout" Target="../slideLayouts/slideLayout120.xml"/><Relationship Id="rId8" Type="http://schemas.openxmlformats.org/officeDocument/2006/relationships/slideLayout" Target="../slideLayouts/slideLayout121.xml"/><Relationship Id="rId31" Type="http://schemas.openxmlformats.org/officeDocument/2006/relationships/slideLayout" Target="../slideLayouts/slideLayout144.xml"/><Relationship Id="rId30" Type="http://schemas.openxmlformats.org/officeDocument/2006/relationships/slideLayout" Target="../slideLayouts/slideLayout143.xml"/><Relationship Id="rId11" Type="http://schemas.openxmlformats.org/officeDocument/2006/relationships/slideLayout" Target="../slideLayouts/slideLayout124.xml"/><Relationship Id="rId33" Type="http://schemas.openxmlformats.org/officeDocument/2006/relationships/slideLayout" Target="../slideLayouts/slideLayout146.xml"/><Relationship Id="rId10" Type="http://schemas.openxmlformats.org/officeDocument/2006/relationships/slideLayout" Target="../slideLayouts/slideLayout123.xml"/><Relationship Id="rId32" Type="http://schemas.openxmlformats.org/officeDocument/2006/relationships/slideLayout" Target="../slideLayouts/slideLayout145.xml"/><Relationship Id="rId13" Type="http://schemas.openxmlformats.org/officeDocument/2006/relationships/slideLayout" Target="../slideLayouts/slideLayout126.xml"/><Relationship Id="rId35" Type="http://schemas.openxmlformats.org/officeDocument/2006/relationships/theme" Target="../theme/theme4.xml"/><Relationship Id="rId12" Type="http://schemas.openxmlformats.org/officeDocument/2006/relationships/slideLayout" Target="../slideLayouts/slideLayout125.xml"/><Relationship Id="rId34" Type="http://schemas.openxmlformats.org/officeDocument/2006/relationships/slideLayout" Target="../slideLayouts/slideLayout147.xml"/><Relationship Id="rId15" Type="http://schemas.openxmlformats.org/officeDocument/2006/relationships/slideLayout" Target="../slideLayouts/slideLayout128.xml"/><Relationship Id="rId14" Type="http://schemas.openxmlformats.org/officeDocument/2006/relationships/slideLayout" Target="../slideLayouts/slideLayout127.xml"/><Relationship Id="rId17" Type="http://schemas.openxmlformats.org/officeDocument/2006/relationships/slideLayout" Target="../slideLayouts/slideLayout130.xml"/><Relationship Id="rId16" Type="http://schemas.openxmlformats.org/officeDocument/2006/relationships/slideLayout" Target="../slideLayouts/slideLayout129.xml"/><Relationship Id="rId19" Type="http://schemas.openxmlformats.org/officeDocument/2006/relationships/slideLayout" Target="../slideLayouts/slideLayout132.xml"/><Relationship Id="rId18" Type="http://schemas.openxmlformats.org/officeDocument/2006/relationships/slideLayout" Target="../slideLayouts/slideLayout131.xml"/></Relationships>
</file>

<file path=ppt/slideMasters/_rels/slideMaster6.xml.rels><?xml version="1.0" encoding="UTF-8" standalone="yes"?><Relationships xmlns="http://schemas.openxmlformats.org/package/2006/relationships"><Relationship Id="rId20" Type="http://schemas.openxmlformats.org/officeDocument/2006/relationships/slideLayout" Target="../slideLayouts/slideLayout167.xml"/><Relationship Id="rId22" Type="http://schemas.openxmlformats.org/officeDocument/2006/relationships/slideLayout" Target="../slideLayouts/slideLayout169.xml"/><Relationship Id="rId21" Type="http://schemas.openxmlformats.org/officeDocument/2006/relationships/slideLayout" Target="../slideLayouts/slideLayout168.xml"/><Relationship Id="rId24" Type="http://schemas.openxmlformats.org/officeDocument/2006/relationships/slideLayout" Target="../slideLayouts/slideLayout171.xml"/><Relationship Id="rId23" Type="http://schemas.openxmlformats.org/officeDocument/2006/relationships/slideLayout" Target="../slideLayouts/slideLayout170.xml"/><Relationship Id="rId1" Type="http://schemas.openxmlformats.org/officeDocument/2006/relationships/slideLayout" Target="../slideLayouts/slideLayout148.xml"/><Relationship Id="rId2" Type="http://schemas.openxmlformats.org/officeDocument/2006/relationships/slideLayout" Target="../slideLayouts/slideLayout149.xml"/><Relationship Id="rId3" Type="http://schemas.openxmlformats.org/officeDocument/2006/relationships/slideLayout" Target="../slideLayouts/slideLayout150.xml"/><Relationship Id="rId4" Type="http://schemas.openxmlformats.org/officeDocument/2006/relationships/slideLayout" Target="../slideLayouts/slideLayout151.xml"/><Relationship Id="rId9" Type="http://schemas.openxmlformats.org/officeDocument/2006/relationships/slideLayout" Target="../slideLayouts/slideLayout156.xml"/><Relationship Id="rId26" Type="http://schemas.openxmlformats.org/officeDocument/2006/relationships/slideLayout" Target="../slideLayouts/slideLayout173.xml"/><Relationship Id="rId25" Type="http://schemas.openxmlformats.org/officeDocument/2006/relationships/slideLayout" Target="../slideLayouts/slideLayout172.xml"/><Relationship Id="rId28" Type="http://schemas.openxmlformats.org/officeDocument/2006/relationships/slideLayout" Target="../slideLayouts/slideLayout175.xml"/><Relationship Id="rId27" Type="http://schemas.openxmlformats.org/officeDocument/2006/relationships/slideLayout" Target="../slideLayouts/slideLayout174.xml"/><Relationship Id="rId5" Type="http://schemas.openxmlformats.org/officeDocument/2006/relationships/slideLayout" Target="../slideLayouts/slideLayout152.xml"/><Relationship Id="rId6" Type="http://schemas.openxmlformats.org/officeDocument/2006/relationships/slideLayout" Target="../slideLayouts/slideLayout153.xml"/><Relationship Id="rId29" Type="http://schemas.openxmlformats.org/officeDocument/2006/relationships/slideLayout" Target="../slideLayouts/slideLayout176.xml"/><Relationship Id="rId7" Type="http://schemas.openxmlformats.org/officeDocument/2006/relationships/slideLayout" Target="../slideLayouts/slideLayout154.xml"/><Relationship Id="rId8" Type="http://schemas.openxmlformats.org/officeDocument/2006/relationships/slideLayout" Target="../slideLayouts/slideLayout155.xml"/><Relationship Id="rId31" Type="http://schemas.openxmlformats.org/officeDocument/2006/relationships/slideLayout" Target="../slideLayouts/slideLayout178.xml"/><Relationship Id="rId30" Type="http://schemas.openxmlformats.org/officeDocument/2006/relationships/slideLayout" Target="../slideLayouts/slideLayout177.xml"/><Relationship Id="rId11" Type="http://schemas.openxmlformats.org/officeDocument/2006/relationships/slideLayout" Target="../slideLayouts/slideLayout158.xml"/><Relationship Id="rId33" Type="http://schemas.openxmlformats.org/officeDocument/2006/relationships/slideLayout" Target="../slideLayouts/slideLayout180.xml"/><Relationship Id="rId10" Type="http://schemas.openxmlformats.org/officeDocument/2006/relationships/slideLayout" Target="../slideLayouts/slideLayout157.xml"/><Relationship Id="rId32" Type="http://schemas.openxmlformats.org/officeDocument/2006/relationships/slideLayout" Target="../slideLayouts/slideLayout179.xml"/><Relationship Id="rId13" Type="http://schemas.openxmlformats.org/officeDocument/2006/relationships/slideLayout" Target="../slideLayouts/slideLayout160.xml"/><Relationship Id="rId35" Type="http://schemas.openxmlformats.org/officeDocument/2006/relationships/theme" Target="../theme/theme6.xml"/><Relationship Id="rId12" Type="http://schemas.openxmlformats.org/officeDocument/2006/relationships/slideLayout" Target="../slideLayouts/slideLayout159.xml"/><Relationship Id="rId34" Type="http://schemas.openxmlformats.org/officeDocument/2006/relationships/slideLayout" Target="../slideLayouts/slideLayout181.xml"/><Relationship Id="rId15" Type="http://schemas.openxmlformats.org/officeDocument/2006/relationships/slideLayout" Target="../slideLayouts/slideLayout162.xml"/><Relationship Id="rId14" Type="http://schemas.openxmlformats.org/officeDocument/2006/relationships/slideLayout" Target="../slideLayouts/slideLayout161.xml"/><Relationship Id="rId17" Type="http://schemas.openxmlformats.org/officeDocument/2006/relationships/slideLayout" Target="../slideLayouts/slideLayout164.xml"/><Relationship Id="rId16" Type="http://schemas.openxmlformats.org/officeDocument/2006/relationships/slideLayout" Target="../slideLayouts/slideLayout163.xml"/><Relationship Id="rId19" Type="http://schemas.openxmlformats.org/officeDocument/2006/relationships/slideLayout" Target="../slideLayouts/slideLayout166.xml"/><Relationship Id="rId18" Type="http://schemas.openxmlformats.org/officeDocument/2006/relationships/slideLayout" Target="../slideLayouts/slideLayout165.xml"/></Relationships>
</file>

<file path=ppt/slideMasters/_rels/slideMaster7.xml.rels><?xml version="1.0" encoding="UTF-8" standalone="yes"?><Relationships xmlns="http://schemas.openxmlformats.org/package/2006/relationships"><Relationship Id="rId20" Type="http://schemas.openxmlformats.org/officeDocument/2006/relationships/slideLayout" Target="../slideLayouts/slideLayout201.xml"/><Relationship Id="rId22" Type="http://schemas.openxmlformats.org/officeDocument/2006/relationships/slideLayout" Target="../slideLayouts/slideLayout203.xml"/><Relationship Id="rId21" Type="http://schemas.openxmlformats.org/officeDocument/2006/relationships/slideLayout" Target="../slideLayouts/slideLayout202.xml"/><Relationship Id="rId24" Type="http://schemas.openxmlformats.org/officeDocument/2006/relationships/slideLayout" Target="../slideLayouts/slideLayout205.xml"/><Relationship Id="rId23" Type="http://schemas.openxmlformats.org/officeDocument/2006/relationships/slideLayout" Target="../slideLayouts/slideLayout204.xml"/><Relationship Id="rId1" Type="http://schemas.openxmlformats.org/officeDocument/2006/relationships/slideLayout" Target="../slideLayouts/slideLayout182.xml"/><Relationship Id="rId2" Type="http://schemas.openxmlformats.org/officeDocument/2006/relationships/slideLayout" Target="../slideLayouts/slideLayout183.xml"/><Relationship Id="rId3" Type="http://schemas.openxmlformats.org/officeDocument/2006/relationships/slideLayout" Target="../slideLayouts/slideLayout184.xml"/><Relationship Id="rId4" Type="http://schemas.openxmlformats.org/officeDocument/2006/relationships/slideLayout" Target="../slideLayouts/slideLayout185.xml"/><Relationship Id="rId9" Type="http://schemas.openxmlformats.org/officeDocument/2006/relationships/slideLayout" Target="../slideLayouts/slideLayout190.xml"/><Relationship Id="rId26" Type="http://schemas.openxmlformats.org/officeDocument/2006/relationships/slideLayout" Target="../slideLayouts/slideLayout207.xml"/><Relationship Id="rId25" Type="http://schemas.openxmlformats.org/officeDocument/2006/relationships/slideLayout" Target="../slideLayouts/slideLayout206.xml"/><Relationship Id="rId28" Type="http://schemas.openxmlformats.org/officeDocument/2006/relationships/slideLayout" Target="../slideLayouts/slideLayout209.xml"/><Relationship Id="rId27" Type="http://schemas.openxmlformats.org/officeDocument/2006/relationships/slideLayout" Target="../slideLayouts/slideLayout208.xml"/><Relationship Id="rId5" Type="http://schemas.openxmlformats.org/officeDocument/2006/relationships/slideLayout" Target="../slideLayouts/slideLayout186.xml"/><Relationship Id="rId6" Type="http://schemas.openxmlformats.org/officeDocument/2006/relationships/slideLayout" Target="../slideLayouts/slideLayout187.xml"/><Relationship Id="rId29" Type="http://schemas.openxmlformats.org/officeDocument/2006/relationships/slideLayout" Target="../slideLayouts/slideLayout210.xml"/><Relationship Id="rId7" Type="http://schemas.openxmlformats.org/officeDocument/2006/relationships/slideLayout" Target="../slideLayouts/slideLayout188.xml"/><Relationship Id="rId8" Type="http://schemas.openxmlformats.org/officeDocument/2006/relationships/slideLayout" Target="../slideLayouts/slideLayout189.xml"/><Relationship Id="rId31" Type="http://schemas.openxmlformats.org/officeDocument/2006/relationships/slideLayout" Target="../slideLayouts/slideLayout212.xml"/><Relationship Id="rId30" Type="http://schemas.openxmlformats.org/officeDocument/2006/relationships/slideLayout" Target="../slideLayouts/slideLayout211.xml"/><Relationship Id="rId11" Type="http://schemas.openxmlformats.org/officeDocument/2006/relationships/slideLayout" Target="../slideLayouts/slideLayout192.xml"/><Relationship Id="rId33" Type="http://schemas.openxmlformats.org/officeDocument/2006/relationships/slideLayout" Target="../slideLayouts/slideLayout214.xml"/><Relationship Id="rId10" Type="http://schemas.openxmlformats.org/officeDocument/2006/relationships/slideLayout" Target="../slideLayouts/slideLayout191.xml"/><Relationship Id="rId32" Type="http://schemas.openxmlformats.org/officeDocument/2006/relationships/slideLayout" Target="../slideLayouts/slideLayout213.xml"/><Relationship Id="rId13" Type="http://schemas.openxmlformats.org/officeDocument/2006/relationships/slideLayout" Target="../slideLayouts/slideLayout194.xml"/><Relationship Id="rId35" Type="http://schemas.openxmlformats.org/officeDocument/2006/relationships/theme" Target="../theme/theme10.xml"/><Relationship Id="rId12" Type="http://schemas.openxmlformats.org/officeDocument/2006/relationships/slideLayout" Target="../slideLayouts/slideLayout193.xml"/><Relationship Id="rId34" Type="http://schemas.openxmlformats.org/officeDocument/2006/relationships/slideLayout" Target="../slideLayouts/slideLayout215.xml"/><Relationship Id="rId15" Type="http://schemas.openxmlformats.org/officeDocument/2006/relationships/slideLayout" Target="../slideLayouts/slideLayout196.xml"/><Relationship Id="rId14" Type="http://schemas.openxmlformats.org/officeDocument/2006/relationships/slideLayout" Target="../slideLayouts/slideLayout195.xml"/><Relationship Id="rId17" Type="http://schemas.openxmlformats.org/officeDocument/2006/relationships/slideLayout" Target="../slideLayouts/slideLayout198.xml"/><Relationship Id="rId16" Type="http://schemas.openxmlformats.org/officeDocument/2006/relationships/slideLayout" Target="../slideLayouts/slideLayout197.xml"/><Relationship Id="rId19" Type="http://schemas.openxmlformats.org/officeDocument/2006/relationships/slideLayout" Target="../slideLayouts/slideLayout200.xml"/><Relationship Id="rId18" Type="http://schemas.openxmlformats.org/officeDocument/2006/relationships/slideLayout" Target="../slideLayouts/slideLayout199.xml"/></Relationships>
</file>

<file path=ppt/slideMasters/_rels/slideMaster8.xml.rels><?xml version="1.0" encoding="UTF-8" standalone="yes"?><Relationships xmlns="http://schemas.openxmlformats.org/package/2006/relationships"><Relationship Id="rId20" Type="http://schemas.openxmlformats.org/officeDocument/2006/relationships/slideLayout" Target="../slideLayouts/slideLayout235.xml"/><Relationship Id="rId22" Type="http://schemas.openxmlformats.org/officeDocument/2006/relationships/slideLayout" Target="../slideLayouts/slideLayout237.xml"/><Relationship Id="rId21" Type="http://schemas.openxmlformats.org/officeDocument/2006/relationships/slideLayout" Target="../slideLayouts/slideLayout236.xml"/><Relationship Id="rId24" Type="http://schemas.openxmlformats.org/officeDocument/2006/relationships/slideLayout" Target="../slideLayouts/slideLayout239.xml"/><Relationship Id="rId23" Type="http://schemas.openxmlformats.org/officeDocument/2006/relationships/slideLayout" Target="../slideLayouts/slideLayout238.xml"/><Relationship Id="rId1" Type="http://schemas.openxmlformats.org/officeDocument/2006/relationships/slideLayout" Target="../slideLayouts/slideLayout216.xml"/><Relationship Id="rId2" Type="http://schemas.openxmlformats.org/officeDocument/2006/relationships/slideLayout" Target="../slideLayouts/slideLayout217.xml"/><Relationship Id="rId3" Type="http://schemas.openxmlformats.org/officeDocument/2006/relationships/slideLayout" Target="../slideLayouts/slideLayout218.xml"/><Relationship Id="rId4" Type="http://schemas.openxmlformats.org/officeDocument/2006/relationships/slideLayout" Target="../slideLayouts/slideLayout219.xml"/><Relationship Id="rId9" Type="http://schemas.openxmlformats.org/officeDocument/2006/relationships/slideLayout" Target="../slideLayouts/slideLayout224.xml"/><Relationship Id="rId26" Type="http://schemas.openxmlformats.org/officeDocument/2006/relationships/slideLayout" Target="../slideLayouts/slideLayout241.xml"/><Relationship Id="rId25" Type="http://schemas.openxmlformats.org/officeDocument/2006/relationships/slideLayout" Target="../slideLayouts/slideLayout240.xml"/><Relationship Id="rId28" Type="http://schemas.openxmlformats.org/officeDocument/2006/relationships/slideLayout" Target="../slideLayouts/slideLayout243.xml"/><Relationship Id="rId27" Type="http://schemas.openxmlformats.org/officeDocument/2006/relationships/slideLayout" Target="../slideLayouts/slideLayout242.xml"/><Relationship Id="rId5" Type="http://schemas.openxmlformats.org/officeDocument/2006/relationships/slideLayout" Target="../slideLayouts/slideLayout220.xml"/><Relationship Id="rId6" Type="http://schemas.openxmlformats.org/officeDocument/2006/relationships/slideLayout" Target="../slideLayouts/slideLayout221.xml"/><Relationship Id="rId29" Type="http://schemas.openxmlformats.org/officeDocument/2006/relationships/slideLayout" Target="../slideLayouts/slideLayout244.xml"/><Relationship Id="rId7" Type="http://schemas.openxmlformats.org/officeDocument/2006/relationships/slideLayout" Target="../slideLayouts/slideLayout222.xml"/><Relationship Id="rId8" Type="http://schemas.openxmlformats.org/officeDocument/2006/relationships/slideLayout" Target="../slideLayouts/slideLayout223.xml"/><Relationship Id="rId31" Type="http://schemas.openxmlformats.org/officeDocument/2006/relationships/slideLayout" Target="../slideLayouts/slideLayout246.xml"/><Relationship Id="rId30" Type="http://schemas.openxmlformats.org/officeDocument/2006/relationships/slideLayout" Target="../slideLayouts/slideLayout245.xml"/><Relationship Id="rId11" Type="http://schemas.openxmlformats.org/officeDocument/2006/relationships/slideLayout" Target="../slideLayouts/slideLayout226.xml"/><Relationship Id="rId33" Type="http://schemas.openxmlformats.org/officeDocument/2006/relationships/slideLayout" Target="../slideLayouts/slideLayout248.xml"/><Relationship Id="rId10" Type="http://schemas.openxmlformats.org/officeDocument/2006/relationships/slideLayout" Target="../slideLayouts/slideLayout225.xml"/><Relationship Id="rId32" Type="http://schemas.openxmlformats.org/officeDocument/2006/relationships/slideLayout" Target="../slideLayouts/slideLayout247.xml"/><Relationship Id="rId13" Type="http://schemas.openxmlformats.org/officeDocument/2006/relationships/slideLayout" Target="../slideLayouts/slideLayout228.xml"/><Relationship Id="rId35" Type="http://schemas.openxmlformats.org/officeDocument/2006/relationships/theme" Target="../theme/theme7.xml"/><Relationship Id="rId12" Type="http://schemas.openxmlformats.org/officeDocument/2006/relationships/slideLayout" Target="../slideLayouts/slideLayout227.xml"/><Relationship Id="rId34" Type="http://schemas.openxmlformats.org/officeDocument/2006/relationships/slideLayout" Target="../slideLayouts/slideLayout249.xml"/><Relationship Id="rId15" Type="http://schemas.openxmlformats.org/officeDocument/2006/relationships/slideLayout" Target="../slideLayouts/slideLayout230.xml"/><Relationship Id="rId14" Type="http://schemas.openxmlformats.org/officeDocument/2006/relationships/slideLayout" Target="../slideLayouts/slideLayout229.xml"/><Relationship Id="rId17" Type="http://schemas.openxmlformats.org/officeDocument/2006/relationships/slideLayout" Target="../slideLayouts/slideLayout232.xml"/><Relationship Id="rId16" Type="http://schemas.openxmlformats.org/officeDocument/2006/relationships/slideLayout" Target="../slideLayouts/slideLayout231.xml"/><Relationship Id="rId19" Type="http://schemas.openxmlformats.org/officeDocument/2006/relationships/slideLayout" Target="../slideLayouts/slideLayout234.xml"/><Relationship Id="rId18" Type="http://schemas.openxmlformats.org/officeDocument/2006/relationships/slideLayout" Target="../slideLayouts/slideLayout233.xml"/></Relationships>
</file>

<file path=ppt/slideMasters/_rels/slideMaster9.xml.rels><?xml version="1.0" encoding="UTF-8" standalone="yes"?><Relationships xmlns="http://schemas.openxmlformats.org/package/2006/relationships"><Relationship Id="rId20" Type="http://schemas.openxmlformats.org/officeDocument/2006/relationships/slideLayout" Target="../slideLayouts/slideLayout269.xml"/><Relationship Id="rId22" Type="http://schemas.openxmlformats.org/officeDocument/2006/relationships/slideLayout" Target="../slideLayouts/slideLayout271.xml"/><Relationship Id="rId21" Type="http://schemas.openxmlformats.org/officeDocument/2006/relationships/slideLayout" Target="../slideLayouts/slideLayout270.xml"/><Relationship Id="rId24" Type="http://schemas.openxmlformats.org/officeDocument/2006/relationships/slideLayout" Target="../slideLayouts/slideLayout273.xml"/><Relationship Id="rId23" Type="http://schemas.openxmlformats.org/officeDocument/2006/relationships/slideLayout" Target="../slideLayouts/slideLayout272.xml"/><Relationship Id="rId1" Type="http://schemas.openxmlformats.org/officeDocument/2006/relationships/slideLayout" Target="../slideLayouts/slideLayout250.xml"/><Relationship Id="rId2" Type="http://schemas.openxmlformats.org/officeDocument/2006/relationships/slideLayout" Target="../slideLayouts/slideLayout251.xml"/><Relationship Id="rId3" Type="http://schemas.openxmlformats.org/officeDocument/2006/relationships/slideLayout" Target="../slideLayouts/slideLayout252.xml"/><Relationship Id="rId4" Type="http://schemas.openxmlformats.org/officeDocument/2006/relationships/slideLayout" Target="../slideLayouts/slideLayout253.xml"/><Relationship Id="rId9" Type="http://schemas.openxmlformats.org/officeDocument/2006/relationships/slideLayout" Target="../slideLayouts/slideLayout258.xml"/><Relationship Id="rId26" Type="http://schemas.openxmlformats.org/officeDocument/2006/relationships/slideLayout" Target="../slideLayouts/slideLayout275.xml"/><Relationship Id="rId25" Type="http://schemas.openxmlformats.org/officeDocument/2006/relationships/slideLayout" Target="../slideLayouts/slideLayout274.xml"/><Relationship Id="rId28" Type="http://schemas.openxmlformats.org/officeDocument/2006/relationships/slideLayout" Target="../slideLayouts/slideLayout277.xml"/><Relationship Id="rId27" Type="http://schemas.openxmlformats.org/officeDocument/2006/relationships/slideLayout" Target="../slideLayouts/slideLayout276.xml"/><Relationship Id="rId5" Type="http://schemas.openxmlformats.org/officeDocument/2006/relationships/slideLayout" Target="../slideLayouts/slideLayout254.xml"/><Relationship Id="rId6" Type="http://schemas.openxmlformats.org/officeDocument/2006/relationships/slideLayout" Target="../slideLayouts/slideLayout255.xml"/><Relationship Id="rId29" Type="http://schemas.openxmlformats.org/officeDocument/2006/relationships/slideLayout" Target="../slideLayouts/slideLayout278.xml"/><Relationship Id="rId7" Type="http://schemas.openxmlformats.org/officeDocument/2006/relationships/slideLayout" Target="../slideLayouts/slideLayout256.xml"/><Relationship Id="rId8" Type="http://schemas.openxmlformats.org/officeDocument/2006/relationships/slideLayout" Target="../slideLayouts/slideLayout257.xml"/><Relationship Id="rId31" Type="http://schemas.openxmlformats.org/officeDocument/2006/relationships/slideLayout" Target="../slideLayouts/slideLayout280.xml"/><Relationship Id="rId30" Type="http://schemas.openxmlformats.org/officeDocument/2006/relationships/slideLayout" Target="../slideLayouts/slideLayout279.xml"/><Relationship Id="rId11" Type="http://schemas.openxmlformats.org/officeDocument/2006/relationships/slideLayout" Target="../slideLayouts/slideLayout260.xml"/><Relationship Id="rId33" Type="http://schemas.openxmlformats.org/officeDocument/2006/relationships/slideLayout" Target="../slideLayouts/slideLayout282.xml"/><Relationship Id="rId10" Type="http://schemas.openxmlformats.org/officeDocument/2006/relationships/slideLayout" Target="../slideLayouts/slideLayout259.xml"/><Relationship Id="rId32" Type="http://schemas.openxmlformats.org/officeDocument/2006/relationships/slideLayout" Target="../slideLayouts/slideLayout281.xml"/><Relationship Id="rId13" Type="http://schemas.openxmlformats.org/officeDocument/2006/relationships/slideLayout" Target="../slideLayouts/slideLayout262.xml"/><Relationship Id="rId35" Type="http://schemas.openxmlformats.org/officeDocument/2006/relationships/theme" Target="../theme/theme8.xml"/><Relationship Id="rId12" Type="http://schemas.openxmlformats.org/officeDocument/2006/relationships/slideLayout" Target="../slideLayouts/slideLayout261.xml"/><Relationship Id="rId34" Type="http://schemas.openxmlformats.org/officeDocument/2006/relationships/slideLayout" Target="../slideLayouts/slideLayout283.xml"/><Relationship Id="rId15" Type="http://schemas.openxmlformats.org/officeDocument/2006/relationships/slideLayout" Target="../slideLayouts/slideLayout264.xml"/><Relationship Id="rId14" Type="http://schemas.openxmlformats.org/officeDocument/2006/relationships/slideLayout" Target="../slideLayouts/slideLayout263.xml"/><Relationship Id="rId17" Type="http://schemas.openxmlformats.org/officeDocument/2006/relationships/slideLayout" Target="../slideLayouts/slideLayout266.xml"/><Relationship Id="rId16" Type="http://schemas.openxmlformats.org/officeDocument/2006/relationships/slideLayout" Target="../slideLayouts/slideLayout265.xml"/><Relationship Id="rId19" Type="http://schemas.openxmlformats.org/officeDocument/2006/relationships/slideLayout" Target="../slideLayouts/slideLayout268.xml"/><Relationship Id="rId18" Type="http://schemas.openxmlformats.org/officeDocument/2006/relationships/slideLayout" Target="../slideLayouts/slideLayout267.xml"/></Relationships>
</file>

<file path=ppt/slideMasters/_rels/slideMaster10.xml.rels><?xml version="1.0" encoding="UTF-8" standalone="yes"?><Relationships xmlns="http://schemas.openxmlformats.org/package/2006/relationships"><Relationship Id="rId20" Type="http://schemas.openxmlformats.org/officeDocument/2006/relationships/slideLayout" Target="../slideLayouts/slideLayout303.xml"/><Relationship Id="rId22" Type="http://schemas.openxmlformats.org/officeDocument/2006/relationships/slideLayout" Target="../slideLayouts/slideLayout305.xml"/><Relationship Id="rId21" Type="http://schemas.openxmlformats.org/officeDocument/2006/relationships/slideLayout" Target="../slideLayouts/slideLayout304.xml"/><Relationship Id="rId24" Type="http://schemas.openxmlformats.org/officeDocument/2006/relationships/slideLayout" Target="../slideLayouts/slideLayout307.xml"/><Relationship Id="rId23" Type="http://schemas.openxmlformats.org/officeDocument/2006/relationships/slideLayout" Target="../slideLayouts/slideLayout306.xml"/><Relationship Id="rId1" Type="http://schemas.openxmlformats.org/officeDocument/2006/relationships/slideLayout" Target="../slideLayouts/slideLayout284.xml"/><Relationship Id="rId2" Type="http://schemas.openxmlformats.org/officeDocument/2006/relationships/slideLayout" Target="../slideLayouts/slideLayout285.xml"/><Relationship Id="rId3" Type="http://schemas.openxmlformats.org/officeDocument/2006/relationships/slideLayout" Target="../slideLayouts/slideLayout286.xml"/><Relationship Id="rId4" Type="http://schemas.openxmlformats.org/officeDocument/2006/relationships/slideLayout" Target="../slideLayouts/slideLayout287.xml"/><Relationship Id="rId9" Type="http://schemas.openxmlformats.org/officeDocument/2006/relationships/slideLayout" Target="../slideLayouts/slideLayout292.xml"/><Relationship Id="rId26" Type="http://schemas.openxmlformats.org/officeDocument/2006/relationships/slideLayout" Target="../slideLayouts/slideLayout309.xml"/><Relationship Id="rId25" Type="http://schemas.openxmlformats.org/officeDocument/2006/relationships/slideLayout" Target="../slideLayouts/slideLayout308.xml"/><Relationship Id="rId28" Type="http://schemas.openxmlformats.org/officeDocument/2006/relationships/slideLayout" Target="../slideLayouts/slideLayout311.xml"/><Relationship Id="rId27" Type="http://schemas.openxmlformats.org/officeDocument/2006/relationships/slideLayout" Target="../slideLayouts/slideLayout310.xml"/><Relationship Id="rId5" Type="http://schemas.openxmlformats.org/officeDocument/2006/relationships/slideLayout" Target="../slideLayouts/slideLayout288.xml"/><Relationship Id="rId6" Type="http://schemas.openxmlformats.org/officeDocument/2006/relationships/slideLayout" Target="../slideLayouts/slideLayout289.xml"/><Relationship Id="rId29" Type="http://schemas.openxmlformats.org/officeDocument/2006/relationships/slideLayout" Target="../slideLayouts/slideLayout312.xml"/><Relationship Id="rId7" Type="http://schemas.openxmlformats.org/officeDocument/2006/relationships/slideLayout" Target="../slideLayouts/slideLayout290.xml"/><Relationship Id="rId8" Type="http://schemas.openxmlformats.org/officeDocument/2006/relationships/slideLayout" Target="../slideLayouts/slideLayout291.xml"/><Relationship Id="rId31" Type="http://schemas.openxmlformats.org/officeDocument/2006/relationships/slideLayout" Target="../slideLayouts/slideLayout314.xml"/><Relationship Id="rId30" Type="http://schemas.openxmlformats.org/officeDocument/2006/relationships/slideLayout" Target="../slideLayouts/slideLayout313.xml"/><Relationship Id="rId11" Type="http://schemas.openxmlformats.org/officeDocument/2006/relationships/slideLayout" Target="../slideLayouts/slideLayout294.xml"/><Relationship Id="rId33" Type="http://schemas.openxmlformats.org/officeDocument/2006/relationships/slideLayout" Target="../slideLayouts/slideLayout316.xml"/><Relationship Id="rId10" Type="http://schemas.openxmlformats.org/officeDocument/2006/relationships/slideLayout" Target="../slideLayouts/slideLayout293.xml"/><Relationship Id="rId32" Type="http://schemas.openxmlformats.org/officeDocument/2006/relationships/slideLayout" Target="../slideLayouts/slideLayout315.xml"/><Relationship Id="rId13" Type="http://schemas.openxmlformats.org/officeDocument/2006/relationships/slideLayout" Target="../slideLayouts/slideLayout296.xml"/><Relationship Id="rId35" Type="http://schemas.openxmlformats.org/officeDocument/2006/relationships/theme" Target="../theme/theme2.xml"/><Relationship Id="rId12" Type="http://schemas.openxmlformats.org/officeDocument/2006/relationships/slideLayout" Target="../slideLayouts/slideLayout295.xml"/><Relationship Id="rId34" Type="http://schemas.openxmlformats.org/officeDocument/2006/relationships/slideLayout" Target="../slideLayouts/slideLayout317.xml"/><Relationship Id="rId15" Type="http://schemas.openxmlformats.org/officeDocument/2006/relationships/slideLayout" Target="../slideLayouts/slideLayout298.xml"/><Relationship Id="rId14" Type="http://schemas.openxmlformats.org/officeDocument/2006/relationships/slideLayout" Target="../slideLayouts/slideLayout297.xml"/><Relationship Id="rId17" Type="http://schemas.openxmlformats.org/officeDocument/2006/relationships/slideLayout" Target="../slideLayouts/slideLayout300.xml"/><Relationship Id="rId16" Type="http://schemas.openxmlformats.org/officeDocument/2006/relationships/slideLayout" Target="../slideLayouts/slideLayout299.xml"/><Relationship Id="rId19" Type="http://schemas.openxmlformats.org/officeDocument/2006/relationships/slideLayout" Target="../slideLayouts/slideLayout302.xml"/><Relationship Id="rId18" Type="http://schemas.openxmlformats.org/officeDocument/2006/relationships/slideLayout" Target="../slideLayouts/slideLayout30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CA"/>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685800" y="539400"/>
            <a:ext cx="7772400" cy="5727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Clr>
                <a:schemeClr val="dk1"/>
              </a:buClr>
              <a:buSzPts val="2800"/>
              <a:buFont typeface="Barlow"/>
              <a:buNone/>
              <a:defRPr b="1" sz="2800">
                <a:solidFill>
                  <a:schemeClr val="dk1"/>
                </a:solidFill>
                <a:latin typeface="Barlow"/>
                <a:ea typeface="Barlow"/>
                <a:cs typeface="Barlow"/>
                <a:sym typeface="Barlow"/>
              </a:defRPr>
            </a:lvl1pPr>
            <a:lvl2pPr lvl="1">
              <a:spcBef>
                <a:spcPts val="0"/>
              </a:spcBef>
              <a:spcAft>
                <a:spcPts val="0"/>
              </a:spcAft>
              <a:buClr>
                <a:schemeClr val="dk1"/>
              </a:buClr>
              <a:buSzPts val="2800"/>
              <a:buFont typeface="Barlow"/>
              <a:buNone/>
              <a:defRPr b="1" sz="2800">
                <a:solidFill>
                  <a:schemeClr val="dk1"/>
                </a:solidFill>
                <a:latin typeface="Barlow"/>
                <a:ea typeface="Barlow"/>
                <a:cs typeface="Barlow"/>
                <a:sym typeface="Barlow"/>
              </a:defRPr>
            </a:lvl2pPr>
            <a:lvl3pPr lvl="2">
              <a:spcBef>
                <a:spcPts val="0"/>
              </a:spcBef>
              <a:spcAft>
                <a:spcPts val="0"/>
              </a:spcAft>
              <a:buClr>
                <a:schemeClr val="dk1"/>
              </a:buClr>
              <a:buSzPts val="2800"/>
              <a:buFont typeface="Barlow"/>
              <a:buNone/>
              <a:defRPr b="1" sz="2800">
                <a:solidFill>
                  <a:schemeClr val="dk1"/>
                </a:solidFill>
                <a:latin typeface="Barlow"/>
                <a:ea typeface="Barlow"/>
                <a:cs typeface="Barlow"/>
                <a:sym typeface="Barlow"/>
              </a:defRPr>
            </a:lvl3pPr>
            <a:lvl4pPr lvl="3">
              <a:spcBef>
                <a:spcPts val="0"/>
              </a:spcBef>
              <a:spcAft>
                <a:spcPts val="0"/>
              </a:spcAft>
              <a:buClr>
                <a:schemeClr val="dk1"/>
              </a:buClr>
              <a:buSzPts val="2800"/>
              <a:buFont typeface="Barlow"/>
              <a:buNone/>
              <a:defRPr b="1" sz="2800">
                <a:solidFill>
                  <a:schemeClr val="dk1"/>
                </a:solidFill>
                <a:latin typeface="Barlow"/>
                <a:ea typeface="Barlow"/>
                <a:cs typeface="Barlow"/>
                <a:sym typeface="Barlow"/>
              </a:defRPr>
            </a:lvl4pPr>
            <a:lvl5pPr lvl="4">
              <a:spcBef>
                <a:spcPts val="0"/>
              </a:spcBef>
              <a:spcAft>
                <a:spcPts val="0"/>
              </a:spcAft>
              <a:buClr>
                <a:schemeClr val="dk1"/>
              </a:buClr>
              <a:buSzPts val="2800"/>
              <a:buFont typeface="Barlow"/>
              <a:buNone/>
              <a:defRPr b="1" sz="2800">
                <a:solidFill>
                  <a:schemeClr val="dk1"/>
                </a:solidFill>
                <a:latin typeface="Barlow"/>
                <a:ea typeface="Barlow"/>
                <a:cs typeface="Barlow"/>
                <a:sym typeface="Barlow"/>
              </a:defRPr>
            </a:lvl5pPr>
            <a:lvl6pPr lvl="5">
              <a:spcBef>
                <a:spcPts val="0"/>
              </a:spcBef>
              <a:spcAft>
                <a:spcPts val="0"/>
              </a:spcAft>
              <a:buClr>
                <a:schemeClr val="dk1"/>
              </a:buClr>
              <a:buSzPts val="2800"/>
              <a:buFont typeface="Barlow"/>
              <a:buNone/>
              <a:defRPr b="1" sz="2800">
                <a:solidFill>
                  <a:schemeClr val="dk1"/>
                </a:solidFill>
                <a:latin typeface="Barlow"/>
                <a:ea typeface="Barlow"/>
                <a:cs typeface="Barlow"/>
                <a:sym typeface="Barlow"/>
              </a:defRPr>
            </a:lvl6pPr>
            <a:lvl7pPr lvl="6">
              <a:spcBef>
                <a:spcPts val="0"/>
              </a:spcBef>
              <a:spcAft>
                <a:spcPts val="0"/>
              </a:spcAft>
              <a:buClr>
                <a:schemeClr val="dk1"/>
              </a:buClr>
              <a:buSzPts val="2800"/>
              <a:buFont typeface="Barlow"/>
              <a:buNone/>
              <a:defRPr b="1" sz="2800">
                <a:solidFill>
                  <a:schemeClr val="dk1"/>
                </a:solidFill>
                <a:latin typeface="Barlow"/>
                <a:ea typeface="Barlow"/>
                <a:cs typeface="Barlow"/>
                <a:sym typeface="Barlow"/>
              </a:defRPr>
            </a:lvl7pPr>
            <a:lvl8pPr lvl="7">
              <a:spcBef>
                <a:spcPts val="0"/>
              </a:spcBef>
              <a:spcAft>
                <a:spcPts val="0"/>
              </a:spcAft>
              <a:buClr>
                <a:schemeClr val="dk1"/>
              </a:buClr>
              <a:buSzPts val="2800"/>
              <a:buFont typeface="Barlow"/>
              <a:buNone/>
              <a:defRPr b="1" sz="2800">
                <a:solidFill>
                  <a:schemeClr val="dk1"/>
                </a:solidFill>
                <a:latin typeface="Barlow"/>
                <a:ea typeface="Barlow"/>
                <a:cs typeface="Barlow"/>
                <a:sym typeface="Barlow"/>
              </a:defRPr>
            </a:lvl8pPr>
            <a:lvl9pPr lvl="8">
              <a:spcBef>
                <a:spcPts val="0"/>
              </a:spcBef>
              <a:spcAft>
                <a:spcPts val="0"/>
              </a:spcAft>
              <a:buClr>
                <a:schemeClr val="dk1"/>
              </a:buClr>
              <a:buSzPts val="2800"/>
              <a:buFont typeface="Barlow"/>
              <a:buNone/>
              <a:defRPr b="1" sz="2800">
                <a:solidFill>
                  <a:schemeClr val="dk1"/>
                </a:solidFill>
                <a:latin typeface="Barlow"/>
                <a:ea typeface="Barlow"/>
                <a:cs typeface="Barlow"/>
                <a:sym typeface="Barlow"/>
              </a:defRPr>
            </a:lvl9pPr>
          </a:lstStyle>
          <a:p/>
        </p:txBody>
      </p:sp>
      <p:sp>
        <p:nvSpPr>
          <p:cNvPr id="52" name="Google Shape;52;p13"/>
          <p:cNvSpPr txBox="1"/>
          <p:nvPr>
            <p:ph idx="1" type="body"/>
          </p:nvPr>
        </p:nvSpPr>
        <p:spPr>
          <a:xfrm>
            <a:off x="685800" y="1152475"/>
            <a:ext cx="7786800" cy="34164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1pPr>
            <a:lvl2pPr indent="-317500" lvl="1" marL="9144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2pPr>
            <a:lvl3pPr indent="-317500" lvl="2" marL="13716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3pPr>
            <a:lvl4pPr indent="-317500" lvl="3" marL="18288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4pPr>
            <a:lvl5pPr indent="-317500" lvl="4" marL="22860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5pPr>
            <a:lvl6pPr indent="-317500" lvl="5" marL="27432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6pPr>
            <a:lvl7pPr indent="-317500" lvl="6" marL="32004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7pPr>
            <a:lvl8pPr indent="-317500" lvl="7" marL="36576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8pPr>
            <a:lvl9pPr indent="-317500" lvl="8" marL="41148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CA"/>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965" name="Shape 965"/>
        <p:cNvGrpSpPr/>
        <p:nvPr/>
      </p:nvGrpSpPr>
      <p:grpSpPr>
        <a:xfrm>
          <a:off x="0" y="0"/>
          <a:ext cx="0" cy="0"/>
          <a:chOff x="0" y="0"/>
          <a:chExt cx="0" cy="0"/>
        </a:xfrm>
      </p:grpSpPr>
      <p:sp>
        <p:nvSpPr>
          <p:cNvPr id="966" name="Google Shape;966;p48"/>
          <p:cNvSpPr txBox="1"/>
          <p:nvPr>
            <p:ph type="title"/>
          </p:nvPr>
        </p:nvSpPr>
        <p:spPr>
          <a:xfrm>
            <a:off x="685800" y="539400"/>
            <a:ext cx="7772400" cy="5727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Clr>
                <a:schemeClr val="dk1"/>
              </a:buClr>
              <a:buSzPts val="2800"/>
              <a:buFont typeface="Barlow"/>
              <a:buNone/>
              <a:defRPr b="1" sz="2800">
                <a:solidFill>
                  <a:schemeClr val="dk1"/>
                </a:solidFill>
                <a:latin typeface="Barlow"/>
                <a:ea typeface="Barlow"/>
                <a:cs typeface="Barlow"/>
                <a:sym typeface="Barlow"/>
              </a:defRPr>
            </a:lvl1pPr>
            <a:lvl2pPr lvl="1">
              <a:spcBef>
                <a:spcPts val="0"/>
              </a:spcBef>
              <a:spcAft>
                <a:spcPts val="0"/>
              </a:spcAft>
              <a:buClr>
                <a:schemeClr val="dk1"/>
              </a:buClr>
              <a:buSzPts val="2800"/>
              <a:buFont typeface="Barlow"/>
              <a:buNone/>
              <a:defRPr b="1" sz="2800">
                <a:solidFill>
                  <a:schemeClr val="dk1"/>
                </a:solidFill>
                <a:latin typeface="Barlow"/>
                <a:ea typeface="Barlow"/>
                <a:cs typeface="Barlow"/>
                <a:sym typeface="Barlow"/>
              </a:defRPr>
            </a:lvl2pPr>
            <a:lvl3pPr lvl="2">
              <a:spcBef>
                <a:spcPts val="0"/>
              </a:spcBef>
              <a:spcAft>
                <a:spcPts val="0"/>
              </a:spcAft>
              <a:buClr>
                <a:schemeClr val="dk1"/>
              </a:buClr>
              <a:buSzPts val="2800"/>
              <a:buFont typeface="Barlow"/>
              <a:buNone/>
              <a:defRPr b="1" sz="2800">
                <a:solidFill>
                  <a:schemeClr val="dk1"/>
                </a:solidFill>
                <a:latin typeface="Barlow"/>
                <a:ea typeface="Barlow"/>
                <a:cs typeface="Barlow"/>
                <a:sym typeface="Barlow"/>
              </a:defRPr>
            </a:lvl3pPr>
            <a:lvl4pPr lvl="3">
              <a:spcBef>
                <a:spcPts val="0"/>
              </a:spcBef>
              <a:spcAft>
                <a:spcPts val="0"/>
              </a:spcAft>
              <a:buClr>
                <a:schemeClr val="dk1"/>
              </a:buClr>
              <a:buSzPts val="2800"/>
              <a:buFont typeface="Barlow"/>
              <a:buNone/>
              <a:defRPr b="1" sz="2800">
                <a:solidFill>
                  <a:schemeClr val="dk1"/>
                </a:solidFill>
                <a:latin typeface="Barlow"/>
                <a:ea typeface="Barlow"/>
                <a:cs typeface="Barlow"/>
                <a:sym typeface="Barlow"/>
              </a:defRPr>
            </a:lvl4pPr>
            <a:lvl5pPr lvl="4">
              <a:spcBef>
                <a:spcPts val="0"/>
              </a:spcBef>
              <a:spcAft>
                <a:spcPts val="0"/>
              </a:spcAft>
              <a:buClr>
                <a:schemeClr val="dk1"/>
              </a:buClr>
              <a:buSzPts val="2800"/>
              <a:buFont typeface="Barlow"/>
              <a:buNone/>
              <a:defRPr b="1" sz="2800">
                <a:solidFill>
                  <a:schemeClr val="dk1"/>
                </a:solidFill>
                <a:latin typeface="Barlow"/>
                <a:ea typeface="Barlow"/>
                <a:cs typeface="Barlow"/>
                <a:sym typeface="Barlow"/>
              </a:defRPr>
            </a:lvl5pPr>
            <a:lvl6pPr lvl="5">
              <a:spcBef>
                <a:spcPts val="0"/>
              </a:spcBef>
              <a:spcAft>
                <a:spcPts val="0"/>
              </a:spcAft>
              <a:buClr>
                <a:schemeClr val="dk1"/>
              </a:buClr>
              <a:buSzPts val="2800"/>
              <a:buFont typeface="Barlow"/>
              <a:buNone/>
              <a:defRPr b="1" sz="2800">
                <a:solidFill>
                  <a:schemeClr val="dk1"/>
                </a:solidFill>
                <a:latin typeface="Barlow"/>
                <a:ea typeface="Barlow"/>
                <a:cs typeface="Barlow"/>
                <a:sym typeface="Barlow"/>
              </a:defRPr>
            </a:lvl6pPr>
            <a:lvl7pPr lvl="6">
              <a:spcBef>
                <a:spcPts val="0"/>
              </a:spcBef>
              <a:spcAft>
                <a:spcPts val="0"/>
              </a:spcAft>
              <a:buClr>
                <a:schemeClr val="dk1"/>
              </a:buClr>
              <a:buSzPts val="2800"/>
              <a:buFont typeface="Barlow"/>
              <a:buNone/>
              <a:defRPr b="1" sz="2800">
                <a:solidFill>
                  <a:schemeClr val="dk1"/>
                </a:solidFill>
                <a:latin typeface="Barlow"/>
                <a:ea typeface="Barlow"/>
                <a:cs typeface="Barlow"/>
                <a:sym typeface="Barlow"/>
              </a:defRPr>
            </a:lvl7pPr>
            <a:lvl8pPr lvl="7">
              <a:spcBef>
                <a:spcPts val="0"/>
              </a:spcBef>
              <a:spcAft>
                <a:spcPts val="0"/>
              </a:spcAft>
              <a:buClr>
                <a:schemeClr val="dk1"/>
              </a:buClr>
              <a:buSzPts val="2800"/>
              <a:buFont typeface="Barlow"/>
              <a:buNone/>
              <a:defRPr b="1" sz="2800">
                <a:solidFill>
                  <a:schemeClr val="dk1"/>
                </a:solidFill>
                <a:latin typeface="Barlow"/>
                <a:ea typeface="Barlow"/>
                <a:cs typeface="Barlow"/>
                <a:sym typeface="Barlow"/>
              </a:defRPr>
            </a:lvl8pPr>
            <a:lvl9pPr lvl="8">
              <a:spcBef>
                <a:spcPts val="0"/>
              </a:spcBef>
              <a:spcAft>
                <a:spcPts val="0"/>
              </a:spcAft>
              <a:buClr>
                <a:schemeClr val="dk1"/>
              </a:buClr>
              <a:buSzPts val="2800"/>
              <a:buFont typeface="Barlow"/>
              <a:buNone/>
              <a:defRPr b="1" sz="2800">
                <a:solidFill>
                  <a:schemeClr val="dk1"/>
                </a:solidFill>
                <a:latin typeface="Barlow"/>
                <a:ea typeface="Barlow"/>
                <a:cs typeface="Barlow"/>
                <a:sym typeface="Barlow"/>
              </a:defRPr>
            </a:lvl9pPr>
          </a:lstStyle>
          <a:p/>
        </p:txBody>
      </p:sp>
      <p:sp>
        <p:nvSpPr>
          <p:cNvPr id="967" name="Google Shape;967;p48"/>
          <p:cNvSpPr txBox="1"/>
          <p:nvPr>
            <p:ph idx="1" type="body"/>
          </p:nvPr>
        </p:nvSpPr>
        <p:spPr>
          <a:xfrm>
            <a:off x="685800" y="1152475"/>
            <a:ext cx="7786800" cy="34164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1pPr>
            <a:lvl2pPr indent="-317500" lvl="1" marL="9144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2pPr>
            <a:lvl3pPr indent="-317500" lvl="2" marL="13716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3pPr>
            <a:lvl4pPr indent="-317500" lvl="3" marL="18288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4pPr>
            <a:lvl5pPr indent="-317500" lvl="4" marL="22860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5pPr>
            <a:lvl6pPr indent="-317500" lvl="5" marL="27432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6pPr>
            <a:lvl7pPr indent="-317500" lvl="6" marL="32004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7pPr>
            <a:lvl8pPr indent="-317500" lvl="7" marL="36576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8pPr>
            <a:lvl9pPr indent="-317500" lvl="8" marL="41148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9pPr>
          </a:lstStyle>
          <a:p/>
        </p:txBody>
      </p:sp>
      <p:sp>
        <p:nvSpPr>
          <p:cNvPr id="968" name="Google Shape;968;p4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CA"/>
              <a:t>‹#›</a:t>
            </a:fld>
            <a:endParaRPr/>
          </a:p>
        </p:txBody>
      </p:sp>
    </p:spTree>
  </p:cSld>
  <p:clrMap accent1="accent1" accent2="accent2" accent3="accent3" accent4="accent4" accent5="accent5" accent6="accent6" bg1="lt1" bg2="dk2" tx1="dk1" tx2="lt2" folHlink="folHlink" hlink="hlink"/>
  <p:sldLayoutIdLst>
    <p:sldLayoutId id="2147483693" r:id="rId1"/>
    <p:sldLayoutId id="2147483694" r:id="rId2"/>
    <p:sldLayoutId id="2147483695" r:id="rId3"/>
    <p:sldLayoutId id="2147483696" r:id="rId4"/>
    <p:sldLayoutId id="2147483697" r:id="rId5"/>
    <p:sldLayoutId id="2147483698" r:id="rId6"/>
    <p:sldLayoutId id="2147483699" r:id="rId7"/>
    <p:sldLayoutId id="2147483700" r:id="rId8"/>
    <p:sldLayoutId id="2147483701" r:id="rId9"/>
    <p:sldLayoutId id="2147483702" r:id="rId10"/>
    <p:sldLayoutId id="2147483703" r:id="rId11"/>
    <p:sldLayoutId id="2147483704" r:id="rId12"/>
    <p:sldLayoutId id="2147483705" r:id="rId13"/>
    <p:sldLayoutId id="2147483706" r:id="rId14"/>
    <p:sldLayoutId id="2147483707" r:id="rId15"/>
    <p:sldLayoutId id="2147483708" r:id="rId16"/>
    <p:sldLayoutId id="2147483709" r:id="rId17"/>
    <p:sldLayoutId id="2147483710" r:id="rId18"/>
    <p:sldLayoutId id="2147483711" r:id="rId19"/>
    <p:sldLayoutId id="2147483712" r:id="rId20"/>
    <p:sldLayoutId id="2147483713" r:id="rId21"/>
    <p:sldLayoutId id="2147483714" r:id="rId22"/>
    <p:sldLayoutId id="2147483715" r:id="rId23"/>
    <p:sldLayoutId id="2147483716" r:id="rId24"/>
    <p:sldLayoutId id="2147483717" r:id="rId25"/>
    <p:sldLayoutId id="2147483718" r:id="rId26"/>
    <p:sldLayoutId id="2147483719" r:id="rId27"/>
    <p:sldLayoutId id="2147483720" r:id="rId28"/>
    <p:sldLayoutId id="2147483721" r:id="rId29"/>
    <p:sldLayoutId id="2147483722" r:id="rId30"/>
    <p:sldLayoutId id="2147483723" r:id="rId31"/>
    <p:sldLayoutId id="2147483724" r:id="rId32"/>
    <p:sldLayoutId id="2147483725" r:id="rId33"/>
    <p:sldLayoutId id="2147483726" r:id="rId3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1880" name="Shape 1880"/>
        <p:cNvGrpSpPr/>
        <p:nvPr/>
      </p:nvGrpSpPr>
      <p:grpSpPr>
        <a:xfrm>
          <a:off x="0" y="0"/>
          <a:ext cx="0" cy="0"/>
          <a:chOff x="0" y="0"/>
          <a:chExt cx="0" cy="0"/>
        </a:xfrm>
      </p:grpSpPr>
      <p:sp>
        <p:nvSpPr>
          <p:cNvPr id="1881" name="Google Shape;1881;p83"/>
          <p:cNvSpPr txBox="1"/>
          <p:nvPr>
            <p:ph type="title"/>
          </p:nvPr>
        </p:nvSpPr>
        <p:spPr>
          <a:xfrm>
            <a:off x="685800" y="539400"/>
            <a:ext cx="7772400" cy="5727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Clr>
                <a:schemeClr val="dk1"/>
              </a:buClr>
              <a:buSzPts val="2800"/>
              <a:buFont typeface="Barlow"/>
              <a:buNone/>
              <a:defRPr b="1" sz="2800">
                <a:solidFill>
                  <a:schemeClr val="dk1"/>
                </a:solidFill>
                <a:latin typeface="Barlow"/>
                <a:ea typeface="Barlow"/>
                <a:cs typeface="Barlow"/>
                <a:sym typeface="Barlow"/>
              </a:defRPr>
            </a:lvl1pPr>
            <a:lvl2pPr lvl="1">
              <a:spcBef>
                <a:spcPts val="0"/>
              </a:spcBef>
              <a:spcAft>
                <a:spcPts val="0"/>
              </a:spcAft>
              <a:buClr>
                <a:schemeClr val="dk1"/>
              </a:buClr>
              <a:buSzPts val="2800"/>
              <a:buFont typeface="Barlow"/>
              <a:buNone/>
              <a:defRPr b="1" sz="2800">
                <a:solidFill>
                  <a:schemeClr val="dk1"/>
                </a:solidFill>
                <a:latin typeface="Barlow"/>
                <a:ea typeface="Barlow"/>
                <a:cs typeface="Barlow"/>
                <a:sym typeface="Barlow"/>
              </a:defRPr>
            </a:lvl2pPr>
            <a:lvl3pPr lvl="2">
              <a:spcBef>
                <a:spcPts val="0"/>
              </a:spcBef>
              <a:spcAft>
                <a:spcPts val="0"/>
              </a:spcAft>
              <a:buClr>
                <a:schemeClr val="dk1"/>
              </a:buClr>
              <a:buSzPts val="2800"/>
              <a:buFont typeface="Barlow"/>
              <a:buNone/>
              <a:defRPr b="1" sz="2800">
                <a:solidFill>
                  <a:schemeClr val="dk1"/>
                </a:solidFill>
                <a:latin typeface="Barlow"/>
                <a:ea typeface="Barlow"/>
                <a:cs typeface="Barlow"/>
                <a:sym typeface="Barlow"/>
              </a:defRPr>
            </a:lvl3pPr>
            <a:lvl4pPr lvl="3">
              <a:spcBef>
                <a:spcPts val="0"/>
              </a:spcBef>
              <a:spcAft>
                <a:spcPts val="0"/>
              </a:spcAft>
              <a:buClr>
                <a:schemeClr val="dk1"/>
              </a:buClr>
              <a:buSzPts val="2800"/>
              <a:buFont typeface="Barlow"/>
              <a:buNone/>
              <a:defRPr b="1" sz="2800">
                <a:solidFill>
                  <a:schemeClr val="dk1"/>
                </a:solidFill>
                <a:latin typeface="Barlow"/>
                <a:ea typeface="Barlow"/>
                <a:cs typeface="Barlow"/>
                <a:sym typeface="Barlow"/>
              </a:defRPr>
            </a:lvl4pPr>
            <a:lvl5pPr lvl="4">
              <a:spcBef>
                <a:spcPts val="0"/>
              </a:spcBef>
              <a:spcAft>
                <a:spcPts val="0"/>
              </a:spcAft>
              <a:buClr>
                <a:schemeClr val="dk1"/>
              </a:buClr>
              <a:buSzPts val="2800"/>
              <a:buFont typeface="Barlow"/>
              <a:buNone/>
              <a:defRPr b="1" sz="2800">
                <a:solidFill>
                  <a:schemeClr val="dk1"/>
                </a:solidFill>
                <a:latin typeface="Barlow"/>
                <a:ea typeface="Barlow"/>
                <a:cs typeface="Barlow"/>
                <a:sym typeface="Barlow"/>
              </a:defRPr>
            </a:lvl5pPr>
            <a:lvl6pPr lvl="5">
              <a:spcBef>
                <a:spcPts val="0"/>
              </a:spcBef>
              <a:spcAft>
                <a:spcPts val="0"/>
              </a:spcAft>
              <a:buClr>
                <a:schemeClr val="dk1"/>
              </a:buClr>
              <a:buSzPts val="2800"/>
              <a:buFont typeface="Barlow"/>
              <a:buNone/>
              <a:defRPr b="1" sz="2800">
                <a:solidFill>
                  <a:schemeClr val="dk1"/>
                </a:solidFill>
                <a:latin typeface="Barlow"/>
                <a:ea typeface="Barlow"/>
                <a:cs typeface="Barlow"/>
                <a:sym typeface="Barlow"/>
              </a:defRPr>
            </a:lvl6pPr>
            <a:lvl7pPr lvl="6">
              <a:spcBef>
                <a:spcPts val="0"/>
              </a:spcBef>
              <a:spcAft>
                <a:spcPts val="0"/>
              </a:spcAft>
              <a:buClr>
                <a:schemeClr val="dk1"/>
              </a:buClr>
              <a:buSzPts val="2800"/>
              <a:buFont typeface="Barlow"/>
              <a:buNone/>
              <a:defRPr b="1" sz="2800">
                <a:solidFill>
                  <a:schemeClr val="dk1"/>
                </a:solidFill>
                <a:latin typeface="Barlow"/>
                <a:ea typeface="Barlow"/>
                <a:cs typeface="Barlow"/>
                <a:sym typeface="Barlow"/>
              </a:defRPr>
            </a:lvl7pPr>
            <a:lvl8pPr lvl="7">
              <a:spcBef>
                <a:spcPts val="0"/>
              </a:spcBef>
              <a:spcAft>
                <a:spcPts val="0"/>
              </a:spcAft>
              <a:buClr>
                <a:schemeClr val="dk1"/>
              </a:buClr>
              <a:buSzPts val="2800"/>
              <a:buFont typeface="Barlow"/>
              <a:buNone/>
              <a:defRPr b="1" sz="2800">
                <a:solidFill>
                  <a:schemeClr val="dk1"/>
                </a:solidFill>
                <a:latin typeface="Barlow"/>
                <a:ea typeface="Barlow"/>
                <a:cs typeface="Barlow"/>
                <a:sym typeface="Barlow"/>
              </a:defRPr>
            </a:lvl8pPr>
            <a:lvl9pPr lvl="8">
              <a:spcBef>
                <a:spcPts val="0"/>
              </a:spcBef>
              <a:spcAft>
                <a:spcPts val="0"/>
              </a:spcAft>
              <a:buClr>
                <a:schemeClr val="dk1"/>
              </a:buClr>
              <a:buSzPts val="2800"/>
              <a:buFont typeface="Barlow"/>
              <a:buNone/>
              <a:defRPr b="1" sz="2800">
                <a:solidFill>
                  <a:schemeClr val="dk1"/>
                </a:solidFill>
                <a:latin typeface="Barlow"/>
                <a:ea typeface="Barlow"/>
                <a:cs typeface="Barlow"/>
                <a:sym typeface="Barlow"/>
              </a:defRPr>
            </a:lvl9pPr>
          </a:lstStyle>
          <a:p/>
        </p:txBody>
      </p:sp>
      <p:sp>
        <p:nvSpPr>
          <p:cNvPr id="1882" name="Google Shape;1882;p83"/>
          <p:cNvSpPr txBox="1"/>
          <p:nvPr>
            <p:ph idx="1" type="body"/>
          </p:nvPr>
        </p:nvSpPr>
        <p:spPr>
          <a:xfrm>
            <a:off x="685800" y="1152475"/>
            <a:ext cx="7786800" cy="34164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1pPr>
            <a:lvl2pPr indent="-317500" lvl="1" marL="9144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2pPr>
            <a:lvl3pPr indent="-317500" lvl="2" marL="13716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3pPr>
            <a:lvl4pPr indent="-317500" lvl="3" marL="18288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4pPr>
            <a:lvl5pPr indent="-317500" lvl="4" marL="22860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5pPr>
            <a:lvl6pPr indent="-317500" lvl="5" marL="27432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6pPr>
            <a:lvl7pPr indent="-317500" lvl="6" marL="32004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7pPr>
            <a:lvl8pPr indent="-317500" lvl="7" marL="36576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8pPr>
            <a:lvl9pPr indent="-317500" lvl="8" marL="41148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9pPr>
          </a:lstStyle>
          <a:p/>
        </p:txBody>
      </p:sp>
      <p:sp>
        <p:nvSpPr>
          <p:cNvPr id="1883" name="Google Shape;1883;p8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CA"/>
              <a:t>‹#›</a:t>
            </a:fld>
            <a:endParaRPr/>
          </a:p>
        </p:txBody>
      </p:sp>
    </p:spTree>
  </p:cSld>
  <p:clrMap accent1="accent1" accent2="accent2" accent3="accent3" accent4="accent4" accent5="accent5" accent6="accent6" bg1="lt1" bg2="dk2" tx1="dk1" tx2="lt2" folHlink="folHlink" hlink="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 id="2147483738" r:id="rId12"/>
    <p:sldLayoutId id="2147483739" r:id="rId13"/>
    <p:sldLayoutId id="2147483740" r:id="rId14"/>
    <p:sldLayoutId id="2147483741" r:id="rId15"/>
    <p:sldLayoutId id="2147483742" r:id="rId16"/>
    <p:sldLayoutId id="2147483743" r:id="rId17"/>
    <p:sldLayoutId id="2147483744" r:id="rId18"/>
    <p:sldLayoutId id="2147483745" r:id="rId19"/>
    <p:sldLayoutId id="2147483746" r:id="rId20"/>
    <p:sldLayoutId id="2147483747" r:id="rId21"/>
    <p:sldLayoutId id="2147483748" r:id="rId22"/>
    <p:sldLayoutId id="2147483749" r:id="rId23"/>
    <p:sldLayoutId id="2147483750" r:id="rId24"/>
    <p:sldLayoutId id="2147483751" r:id="rId25"/>
    <p:sldLayoutId id="2147483752" r:id="rId26"/>
    <p:sldLayoutId id="2147483753" r:id="rId27"/>
    <p:sldLayoutId id="2147483754" r:id="rId28"/>
    <p:sldLayoutId id="2147483755" r:id="rId29"/>
    <p:sldLayoutId id="2147483756" r:id="rId30"/>
    <p:sldLayoutId id="2147483757" r:id="rId31"/>
    <p:sldLayoutId id="2147483758" r:id="rId32"/>
    <p:sldLayoutId id="2147483759" r:id="rId33"/>
    <p:sldLayoutId id="2147483760" r:id="rId3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2795" name="Shape 2795"/>
        <p:cNvGrpSpPr/>
        <p:nvPr/>
      </p:nvGrpSpPr>
      <p:grpSpPr>
        <a:xfrm>
          <a:off x="0" y="0"/>
          <a:ext cx="0" cy="0"/>
          <a:chOff x="0" y="0"/>
          <a:chExt cx="0" cy="0"/>
        </a:xfrm>
      </p:grpSpPr>
      <p:sp>
        <p:nvSpPr>
          <p:cNvPr id="2796" name="Google Shape;2796;p118"/>
          <p:cNvSpPr txBox="1"/>
          <p:nvPr>
            <p:ph type="title"/>
          </p:nvPr>
        </p:nvSpPr>
        <p:spPr>
          <a:xfrm>
            <a:off x="685800" y="539400"/>
            <a:ext cx="7772400" cy="5727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Clr>
                <a:schemeClr val="dk1"/>
              </a:buClr>
              <a:buSzPts val="2800"/>
              <a:buFont typeface="Barlow"/>
              <a:buNone/>
              <a:defRPr b="1" sz="2800">
                <a:solidFill>
                  <a:schemeClr val="dk1"/>
                </a:solidFill>
                <a:latin typeface="Barlow"/>
                <a:ea typeface="Barlow"/>
                <a:cs typeface="Barlow"/>
                <a:sym typeface="Barlow"/>
              </a:defRPr>
            </a:lvl1pPr>
            <a:lvl2pPr lvl="1">
              <a:spcBef>
                <a:spcPts val="0"/>
              </a:spcBef>
              <a:spcAft>
                <a:spcPts val="0"/>
              </a:spcAft>
              <a:buClr>
                <a:schemeClr val="dk1"/>
              </a:buClr>
              <a:buSzPts val="2800"/>
              <a:buFont typeface="Barlow"/>
              <a:buNone/>
              <a:defRPr b="1" sz="2800">
                <a:solidFill>
                  <a:schemeClr val="dk1"/>
                </a:solidFill>
                <a:latin typeface="Barlow"/>
                <a:ea typeface="Barlow"/>
                <a:cs typeface="Barlow"/>
                <a:sym typeface="Barlow"/>
              </a:defRPr>
            </a:lvl2pPr>
            <a:lvl3pPr lvl="2">
              <a:spcBef>
                <a:spcPts val="0"/>
              </a:spcBef>
              <a:spcAft>
                <a:spcPts val="0"/>
              </a:spcAft>
              <a:buClr>
                <a:schemeClr val="dk1"/>
              </a:buClr>
              <a:buSzPts val="2800"/>
              <a:buFont typeface="Barlow"/>
              <a:buNone/>
              <a:defRPr b="1" sz="2800">
                <a:solidFill>
                  <a:schemeClr val="dk1"/>
                </a:solidFill>
                <a:latin typeface="Barlow"/>
                <a:ea typeface="Barlow"/>
                <a:cs typeface="Barlow"/>
                <a:sym typeface="Barlow"/>
              </a:defRPr>
            </a:lvl3pPr>
            <a:lvl4pPr lvl="3">
              <a:spcBef>
                <a:spcPts val="0"/>
              </a:spcBef>
              <a:spcAft>
                <a:spcPts val="0"/>
              </a:spcAft>
              <a:buClr>
                <a:schemeClr val="dk1"/>
              </a:buClr>
              <a:buSzPts val="2800"/>
              <a:buFont typeface="Barlow"/>
              <a:buNone/>
              <a:defRPr b="1" sz="2800">
                <a:solidFill>
                  <a:schemeClr val="dk1"/>
                </a:solidFill>
                <a:latin typeface="Barlow"/>
                <a:ea typeface="Barlow"/>
                <a:cs typeface="Barlow"/>
                <a:sym typeface="Barlow"/>
              </a:defRPr>
            </a:lvl4pPr>
            <a:lvl5pPr lvl="4">
              <a:spcBef>
                <a:spcPts val="0"/>
              </a:spcBef>
              <a:spcAft>
                <a:spcPts val="0"/>
              </a:spcAft>
              <a:buClr>
                <a:schemeClr val="dk1"/>
              </a:buClr>
              <a:buSzPts val="2800"/>
              <a:buFont typeface="Barlow"/>
              <a:buNone/>
              <a:defRPr b="1" sz="2800">
                <a:solidFill>
                  <a:schemeClr val="dk1"/>
                </a:solidFill>
                <a:latin typeface="Barlow"/>
                <a:ea typeface="Barlow"/>
                <a:cs typeface="Barlow"/>
                <a:sym typeface="Barlow"/>
              </a:defRPr>
            </a:lvl5pPr>
            <a:lvl6pPr lvl="5">
              <a:spcBef>
                <a:spcPts val="0"/>
              </a:spcBef>
              <a:spcAft>
                <a:spcPts val="0"/>
              </a:spcAft>
              <a:buClr>
                <a:schemeClr val="dk1"/>
              </a:buClr>
              <a:buSzPts val="2800"/>
              <a:buFont typeface="Barlow"/>
              <a:buNone/>
              <a:defRPr b="1" sz="2800">
                <a:solidFill>
                  <a:schemeClr val="dk1"/>
                </a:solidFill>
                <a:latin typeface="Barlow"/>
                <a:ea typeface="Barlow"/>
                <a:cs typeface="Barlow"/>
                <a:sym typeface="Barlow"/>
              </a:defRPr>
            </a:lvl6pPr>
            <a:lvl7pPr lvl="6">
              <a:spcBef>
                <a:spcPts val="0"/>
              </a:spcBef>
              <a:spcAft>
                <a:spcPts val="0"/>
              </a:spcAft>
              <a:buClr>
                <a:schemeClr val="dk1"/>
              </a:buClr>
              <a:buSzPts val="2800"/>
              <a:buFont typeface="Barlow"/>
              <a:buNone/>
              <a:defRPr b="1" sz="2800">
                <a:solidFill>
                  <a:schemeClr val="dk1"/>
                </a:solidFill>
                <a:latin typeface="Barlow"/>
                <a:ea typeface="Barlow"/>
                <a:cs typeface="Barlow"/>
                <a:sym typeface="Barlow"/>
              </a:defRPr>
            </a:lvl7pPr>
            <a:lvl8pPr lvl="7">
              <a:spcBef>
                <a:spcPts val="0"/>
              </a:spcBef>
              <a:spcAft>
                <a:spcPts val="0"/>
              </a:spcAft>
              <a:buClr>
                <a:schemeClr val="dk1"/>
              </a:buClr>
              <a:buSzPts val="2800"/>
              <a:buFont typeface="Barlow"/>
              <a:buNone/>
              <a:defRPr b="1" sz="2800">
                <a:solidFill>
                  <a:schemeClr val="dk1"/>
                </a:solidFill>
                <a:latin typeface="Barlow"/>
                <a:ea typeface="Barlow"/>
                <a:cs typeface="Barlow"/>
                <a:sym typeface="Barlow"/>
              </a:defRPr>
            </a:lvl8pPr>
            <a:lvl9pPr lvl="8">
              <a:spcBef>
                <a:spcPts val="0"/>
              </a:spcBef>
              <a:spcAft>
                <a:spcPts val="0"/>
              </a:spcAft>
              <a:buClr>
                <a:schemeClr val="dk1"/>
              </a:buClr>
              <a:buSzPts val="2800"/>
              <a:buFont typeface="Barlow"/>
              <a:buNone/>
              <a:defRPr b="1" sz="2800">
                <a:solidFill>
                  <a:schemeClr val="dk1"/>
                </a:solidFill>
                <a:latin typeface="Barlow"/>
                <a:ea typeface="Barlow"/>
                <a:cs typeface="Barlow"/>
                <a:sym typeface="Barlow"/>
              </a:defRPr>
            </a:lvl9pPr>
          </a:lstStyle>
          <a:p/>
        </p:txBody>
      </p:sp>
      <p:sp>
        <p:nvSpPr>
          <p:cNvPr id="2797" name="Google Shape;2797;p118"/>
          <p:cNvSpPr txBox="1"/>
          <p:nvPr>
            <p:ph idx="1" type="body"/>
          </p:nvPr>
        </p:nvSpPr>
        <p:spPr>
          <a:xfrm>
            <a:off x="685800" y="1152475"/>
            <a:ext cx="7786800" cy="34164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1pPr>
            <a:lvl2pPr indent="-317500" lvl="1" marL="9144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2pPr>
            <a:lvl3pPr indent="-317500" lvl="2" marL="13716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3pPr>
            <a:lvl4pPr indent="-317500" lvl="3" marL="18288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4pPr>
            <a:lvl5pPr indent="-317500" lvl="4" marL="22860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5pPr>
            <a:lvl6pPr indent="-317500" lvl="5" marL="27432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6pPr>
            <a:lvl7pPr indent="-317500" lvl="6" marL="32004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7pPr>
            <a:lvl8pPr indent="-317500" lvl="7" marL="36576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8pPr>
            <a:lvl9pPr indent="-317500" lvl="8" marL="41148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9pPr>
          </a:lstStyle>
          <a:p/>
        </p:txBody>
      </p:sp>
      <p:sp>
        <p:nvSpPr>
          <p:cNvPr id="2798" name="Google Shape;2798;p1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CA"/>
              <a:t>‹#›</a:t>
            </a:fld>
            <a:endParaRPr/>
          </a:p>
        </p:txBody>
      </p:sp>
    </p:spTree>
  </p:cSld>
  <p:clrMap accent1="accent1" accent2="accent2" accent3="accent3" accent4="accent4" accent5="accent5" accent6="accent6" bg1="lt1" bg2="dk2" tx1="dk1" tx2="lt2" folHlink="folHlink" hlink="hlink"/>
  <p:sldLayoutIdLst>
    <p:sldLayoutId id="2147483761" r:id="rId1"/>
    <p:sldLayoutId id="2147483762" r:id="rId2"/>
    <p:sldLayoutId id="2147483763" r:id="rId3"/>
    <p:sldLayoutId id="2147483764" r:id="rId4"/>
    <p:sldLayoutId id="2147483765" r:id="rId5"/>
    <p:sldLayoutId id="2147483766" r:id="rId6"/>
    <p:sldLayoutId id="2147483767" r:id="rId7"/>
    <p:sldLayoutId id="2147483768" r:id="rId8"/>
    <p:sldLayoutId id="2147483769" r:id="rId9"/>
    <p:sldLayoutId id="2147483770" r:id="rId10"/>
    <p:sldLayoutId id="2147483771" r:id="rId11"/>
    <p:sldLayoutId id="2147483772" r:id="rId12"/>
    <p:sldLayoutId id="2147483773" r:id="rId13"/>
    <p:sldLayoutId id="2147483774" r:id="rId14"/>
    <p:sldLayoutId id="2147483775" r:id="rId15"/>
    <p:sldLayoutId id="2147483776" r:id="rId16"/>
    <p:sldLayoutId id="2147483777" r:id="rId17"/>
    <p:sldLayoutId id="2147483778" r:id="rId18"/>
    <p:sldLayoutId id="2147483779" r:id="rId19"/>
    <p:sldLayoutId id="2147483780" r:id="rId20"/>
    <p:sldLayoutId id="2147483781" r:id="rId21"/>
    <p:sldLayoutId id="2147483782" r:id="rId22"/>
    <p:sldLayoutId id="2147483783" r:id="rId23"/>
    <p:sldLayoutId id="2147483784" r:id="rId24"/>
    <p:sldLayoutId id="2147483785" r:id="rId25"/>
    <p:sldLayoutId id="2147483786" r:id="rId26"/>
    <p:sldLayoutId id="2147483787" r:id="rId27"/>
    <p:sldLayoutId id="2147483788" r:id="rId28"/>
    <p:sldLayoutId id="2147483789" r:id="rId29"/>
    <p:sldLayoutId id="2147483790" r:id="rId30"/>
    <p:sldLayoutId id="2147483791" r:id="rId31"/>
    <p:sldLayoutId id="2147483792" r:id="rId32"/>
    <p:sldLayoutId id="2147483793" r:id="rId33"/>
    <p:sldLayoutId id="2147483794" r:id="rId3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3710" name="Shape 3710"/>
        <p:cNvGrpSpPr/>
        <p:nvPr/>
      </p:nvGrpSpPr>
      <p:grpSpPr>
        <a:xfrm>
          <a:off x="0" y="0"/>
          <a:ext cx="0" cy="0"/>
          <a:chOff x="0" y="0"/>
          <a:chExt cx="0" cy="0"/>
        </a:xfrm>
      </p:grpSpPr>
      <p:sp>
        <p:nvSpPr>
          <p:cNvPr id="3711" name="Google Shape;3711;p153"/>
          <p:cNvSpPr txBox="1"/>
          <p:nvPr>
            <p:ph type="title"/>
          </p:nvPr>
        </p:nvSpPr>
        <p:spPr>
          <a:xfrm>
            <a:off x="685800" y="539400"/>
            <a:ext cx="7772400" cy="5727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Clr>
                <a:schemeClr val="dk1"/>
              </a:buClr>
              <a:buSzPts val="2800"/>
              <a:buFont typeface="Barlow"/>
              <a:buNone/>
              <a:defRPr b="1" sz="2800">
                <a:solidFill>
                  <a:schemeClr val="dk1"/>
                </a:solidFill>
                <a:latin typeface="Barlow"/>
                <a:ea typeface="Barlow"/>
                <a:cs typeface="Barlow"/>
                <a:sym typeface="Barlow"/>
              </a:defRPr>
            </a:lvl1pPr>
            <a:lvl2pPr lvl="1">
              <a:spcBef>
                <a:spcPts val="0"/>
              </a:spcBef>
              <a:spcAft>
                <a:spcPts val="0"/>
              </a:spcAft>
              <a:buClr>
                <a:schemeClr val="dk1"/>
              </a:buClr>
              <a:buSzPts val="2800"/>
              <a:buFont typeface="Barlow"/>
              <a:buNone/>
              <a:defRPr b="1" sz="2800">
                <a:solidFill>
                  <a:schemeClr val="dk1"/>
                </a:solidFill>
                <a:latin typeface="Barlow"/>
                <a:ea typeface="Barlow"/>
                <a:cs typeface="Barlow"/>
                <a:sym typeface="Barlow"/>
              </a:defRPr>
            </a:lvl2pPr>
            <a:lvl3pPr lvl="2">
              <a:spcBef>
                <a:spcPts val="0"/>
              </a:spcBef>
              <a:spcAft>
                <a:spcPts val="0"/>
              </a:spcAft>
              <a:buClr>
                <a:schemeClr val="dk1"/>
              </a:buClr>
              <a:buSzPts val="2800"/>
              <a:buFont typeface="Barlow"/>
              <a:buNone/>
              <a:defRPr b="1" sz="2800">
                <a:solidFill>
                  <a:schemeClr val="dk1"/>
                </a:solidFill>
                <a:latin typeface="Barlow"/>
                <a:ea typeface="Barlow"/>
                <a:cs typeface="Barlow"/>
                <a:sym typeface="Barlow"/>
              </a:defRPr>
            </a:lvl3pPr>
            <a:lvl4pPr lvl="3">
              <a:spcBef>
                <a:spcPts val="0"/>
              </a:spcBef>
              <a:spcAft>
                <a:spcPts val="0"/>
              </a:spcAft>
              <a:buClr>
                <a:schemeClr val="dk1"/>
              </a:buClr>
              <a:buSzPts val="2800"/>
              <a:buFont typeface="Barlow"/>
              <a:buNone/>
              <a:defRPr b="1" sz="2800">
                <a:solidFill>
                  <a:schemeClr val="dk1"/>
                </a:solidFill>
                <a:latin typeface="Barlow"/>
                <a:ea typeface="Barlow"/>
                <a:cs typeface="Barlow"/>
                <a:sym typeface="Barlow"/>
              </a:defRPr>
            </a:lvl4pPr>
            <a:lvl5pPr lvl="4">
              <a:spcBef>
                <a:spcPts val="0"/>
              </a:spcBef>
              <a:spcAft>
                <a:spcPts val="0"/>
              </a:spcAft>
              <a:buClr>
                <a:schemeClr val="dk1"/>
              </a:buClr>
              <a:buSzPts val="2800"/>
              <a:buFont typeface="Barlow"/>
              <a:buNone/>
              <a:defRPr b="1" sz="2800">
                <a:solidFill>
                  <a:schemeClr val="dk1"/>
                </a:solidFill>
                <a:latin typeface="Barlow"/>
                <a:ea typeface="Barlow"/>
                <a:cs typeface="Barlow"/>
                <a:sym typeface="Barlow"/>
              </a:defRPr>
            </a:lvl5pPr>
            <a:lvl6pPr lvl="5">
              <a:spcBef>
                <a:spcPts val="0"/>
              </a:spcBef>
              <a:spcAft>
                <a:spcPts val="0"/>
              </a:spcAft>
              <a:buClr>
                <a:schemeClr val="dk1"/>
              </a:buClr>
              <a:buSzPts val="2800"/>
              <a:buFont typeface="Barlow"/>
              <a:buNone/>
              <a:defRPr b="1" sz="2800">
                <a:solidFill>
                  <a:schemeClr val="dk1"/>
                </a:solidFill>
                <a:latin typeface="Barlow"/>
                <a:ea typeface="Barlow"/>
                <a:cs typeface="Barlow"/>
                <a:sym typeface="Barlow"/>
              </a:defRPr>
            </a:lvl6pPr>
            <a:lvl7pPr lvl="6">
              <a:spcBef>
                <a:spcPts val="0"/>
              </a:spcBef>
              <a:spcAft>
                <a:spcPts val="0"/>
              </a:spcAft>
              <a:buClr>
                <a:schemeClr val="dk1"/>
              </a:buClr>
              <a:buSzPts val="2800"/>
              <a:buFont typeface="Barlow"/>
              <a:buNone/>
              <a:defRPr b="1" sz="2800">
                <a:solidFill>
                  <a:schemeClr val="dk1"/>
                </a:solidFill>
                <a:latin typeface="Barlow"/>
                <a:ea typeface="Barlow"/>
                <a:cs typeface="Barlow"/>
                <a:sym typeface="Barlow"/>
              </a:defRPr>
            </a:lvl7pPr>
            <a:lvl8pPr lvl="7">
              <a:spcBef>
                <a:spcPts val="0"/>
              </a:spcBef>
              <a:spcAft>
                <a:spcPts val="0"/>
              </a:spcAft>
              <a:buClr>
                <a:schemeClr val="dk1"/>
              </a:buClr>
              <a:buSzPts val="2800"/>
              <a:buFont typeface="Barlow"/>
              <a:buNone/>
              <a:defRPr b="1" sz="2800">
                <a:solidFill>
                  <a:schemeClr val="dk1"/>
                </a:solidFill>
                <a:latin typeface="Barlow"/>
                <a:ea typeface="Barlow"/>
                <a:cs typeface="Barlow"/>
                <a:sym typeface="Barlow"/>
              </a:defRPr>
            </a:lvl8pPr>
            <a:lvl9pPr lvl="8">
              <a:spcBef>
                <a:spcPts val="0"/>
              </a:spcBef>
              <a:spcAft>
                <a:spcPts val="0"/>
              </a:spcAft>
              <a:buClr>
                <a:schemeClr val="dk1"/>
              </a:buClr>
              <a:buSzPts val="2800"/>
              <a:buFont typeface="Barlow"/>
              <a:buNone/>
              <a:defRPr b="1" sz="2800">
                <a:solidFill>
                  <a:schemeClr val="dk1"/>
                </a:solidFill>
                <a:latin typeface="Barlow"/>
                <a:ea typeface="Barlow"/>
                <a:cs typeface="Barlow"/>
                <a:sym typeface="Barlow"/>
              </a:defRPr>
            </a:lvl9pPr>
          </a:lstStyle>
          <a:p/>
        </p:txBody>
      </p:sp>
      <p:sp>
        <p:nvSpPr>
          <p:cNvPr id="3712" name="Google Shape;3712;p153"/>
          <p:cNvSpPr txBox="1"/>
          <p:nvPr>
            <p:ph idx="1" type="body"/>
          </p:nvPr>
        </p:nvSpPr>
        <p:spPr>
          <a:xfrm>
            <a:off x="685800" y="1152475"/>
            <a:ext cx="7786800" cy="34164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1pPr>
            <a:lvl2pPr indent="-317500" lvl="1" marL="9144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2pPr>
            <a:lvl3pPr indent="-317500" lvl="2" marL="13716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3pPr>
            <a:lvl4pPr indent="-317500" lvl="3" marL="18288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4pPr>
            <a:lvl5pPr indent="-317500" lvl="4" marL="22860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5pPr>
            <a:lvl6pPr indent="-317500" lvl="5" marL="27432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6pPr>
            <a:lvl7pPr indent="-317500" lvl="6" marL="32004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7pPr>
            <a:lvl8pPr indent="-317500" lvl="7" marL="36576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8pPr>
            <a:lvl9pPr indent="-317500" lvl="8" marL="41148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9pPr>
          </a:lstStyle>
          <a:p/>
        </p:txBody>
      </p:sp>
      <p:sp>
        <p:nvSpPr>
          <p:cNvPr id="3713" name="Google Shape;3713;p15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CA"/>
              <a:t>‹#›</a:t>
            </a:fld>
            <a:endParaRPr/>
          </a:p>
        </p:txBody>
      </p:sp>
    </p:spTree>
  </p:cSld>
  <p:clrMap accent1="accent1" accent2="accent2" accent3="accent3" accent4="accent4" accent5="accent5" accent6="accent6" bg1="lt1" bg2="dk2" tx1="dk1" tx2="lt2" folHlink="folHlink" hlink="hlink"/>
  <p:sldLayoutIdLst>
    <p:sldLayoutId id="2147483795" r:id="rId1"/>
    <p:sldLayoutId id="2147483796" r:id="rId2"/>
    <p:sldLayoutId id="2147483797" r:id="rId3"/>
    <p:sldLayoutId id="2147483798" r:id="rId4"/>
    <p:sldLayoutId id="2147483799" r:id="rId5"/>
    <p:sldLayoutId id="2147483800" r:id="rId6"/>
    <p:sldLayoutId id="2147483801" r:id="rId7"/>
    <p:sldLayoutId id="2147483802" r:id="rId8"/>
    <p:sldLayoutId id="2147483803" r:id="rId9"/>
    <p:sldLayoutId id="2147483804" r:id="rId10"/>
    <p:sldLayoutId id="2147483805" r:id="rId11"/>
    <p:sldLayoutId id="2147483806" r:id="rId12"/>
    <p:sldLayoutId id="2147483807" r:id="rId13"/>
    <p:sldLayoutId id="2147483808" r:id="rId14"/>
    <p:sldLayoutId id="2147483809" r:id="rId15"/>
    <p:sldLayoutId id="2147483810" r:id="rId16"/>
    <p:sldLayoutId id="2147483811" r:id="rId17"/>
    <p:sldLayoutId id="2147483812" r:id="rId18"/>
    <p:sldLayoutId id="2147483813" r:id="rId19"/>
    <p:sldLayoutId id="2147483814" r:id="rId20"/>
    <p:sldLayoutId id="2147483815" r:id="rId21"/>
    <p:sldLayoutId id="2147483816" r:id="rId22"/>
    <p:sldLayoutId id="2147483817" r:id="rId23"/>
    <p:sldLayoutId id="2147483818" r:id="rId24"/>
    <p:sldLayoutId id="2147483819" r:id="rId25"/>
    <p:sldLayoutId id="2147483820" r:id="rId26"/>
    <p:sldLayoutId id="2147483821" r:id="rId27"/>
    <p:sldLayoutId id="2147483822" r:id="rId28"/>
    <p:sldLayoutId id="2147483823" r:id="rId29"/>
    <p:sldLayoutId id="2147483824" r:id="rId30"/>
    <p:sldLayoutId id="2147483825" r:id="rId31"/>
    <p:sldLayoutId id="2147483826" r:id="rId32"/>
    <p:sldLayoutId id="2147483827" r:id="rId33"/>
    <p:sldLayoutId id="2147483828" r:id="rId3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7.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4625" name="Shape 4625"/>
        <p:cNvGrpSpPr/>
        <p:nvPr/>
      </p:nvGrpSpPr>
      <p:grpSpPr>
        <a:xfrm>
          <a:off x="0" y="0"/>
          <a:ext cx="0" cy="0"/>
          <a:chOff x="0" y="0"/>
          <a:chExt cx="0" cy="0"/>
        </a:xfrm>
      </p:grpSpPr>
      <p:sp>
        <p:nvSpPr>
          <p:cNvPr id="4626" name="Google Shape;4626;p188"/>
          <p:cNvSpPr txBox="1"/>
          <p:nvPr>
            <p:ph type="title"/>
          </p:nvPr>
        </p:nvSpPr>
        <p:spPr>
          <a:xfrm>
            <a:off x="685800" y="539400"/>
            <a:ext cx="7772400" cy="5727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Clr>
                <a:schemeClr val="dk1"/>
              </a:buClr>
              <a:buSzPts val="2800"/>
              <a:buFont typeface="Barlow"/>
              <a:buNone/>
              <a:defRPr b="1" sz="2800">
                <a:solidFill>
                  <a:schemeClr val="dk1"/>
                </a:solidFill>
                <a:latin typeface="Barlow"/>
                <a:ea typeface="Barlow"/>
                <a:cs typeface="Barlow"/>
                <a:sym typeface="Barlow"/>
              </a:defRPr>
            </a:lvl1pPr>
            <a:lvl2pPr lvl="1">
              <a:spcBef>
                <a:spcPts val="0"/>
              </a:spcBef>
              <a:spcAft>
                <a:spcPts val="0"/>
              </a:spcAft>
              <a:buClr>
                <a:schemeClr val="dk1"/>
              </a:buClr>
              <a:buSzPts val="2800"/>
              <a:buFont typeface="Barlow"/>
              <a:buNone/>
              <a:defRPr b="1" sz="2800">
                <a:solidFill>
                  <a:schemeClr val="dk1"/>
                </a:solidFill>
                <a:latin typeface="Barlow"/>
                <a:ea typeface="Barlow"/>
                <a:cs typeface="Barlow"/>
                <a:sym typeface="Barlow"/>
              </a:defRPr>
            </a:lvl2pPr>
            <a:lvl3pPr lvl="2">
              <a:spcBef>
                <a:spcPts val="0"/>
              </a:spcBef>
              <a:spcAft>
                <a:spcPts val="0"/>
              </a:spcAft>
              <a:buClr>
                <a:schemeClr val="dk1"/>
              </a:buClr>
              <a:buSzPts val="2800"/>
              <a:buFont typeface="Barlow"/>
              <a:buNone/>
              <a:defRPr b="1" sz="2800">
                <a:solidFill>
                  <a:schemeClr val="dk1"/>
                </a:solidFill>
                <a:latin typeface="Barlow"/>
                <a:ea typeface="Barlow"/>
                <a:cs typeface="Barlow"/>
                <a:sym typeface="Barlow"/>
              </a:defRPr>
            </a:lvl3pPr>
            <a:lvl4pPr lvl="3">
              <a:spcBef>
                <a:spcPts val="0"/>
              </a:spcBef>
              <a:spcAft>
                <a:spcPts val="0"/>
              </a:spcAft>
              <a:buClr>
                <a:schemeClr val="dk1"/>
              </a:buClr>
              <a:buSzPts val="2800"/>
              <a:buFont typeface="Barlow"/>
              <a:buNone/>
              <a:defRPr b="1" sz="2800">
                <a:solidFill>
                  <a:schemeClr val="dk1"/>
                </a:solidFill>
                <a:latin typeface="Barlow"/>
                <a:ea typeface="Barlow"/>
                <a:cs typeface="Barlow"/>
                <a:sym typeface="Barlow"/>
              </a:defRPr>
            </a:lvl4pPr>
            <a:lvl5pPr lvl="4">
              <a:spcBef>
                <a:spcPts val="0"/>
              </a:spcBef>
              <a:spcAft>
                <a:spcPts val="0"/>
              </a:spcAft>
              <a:buClr>
                <a:schemeClr val="dk1"/>
              </a:buClr>
              <a:buSzPts val="2800"/>
              <a:buFont typeface="Barlow"/>
              <a:buNone/>
              <a:defRPr b="1" sz="2800">
                <a:solidFill>
                  <a:schemeClr val="dk1"/>
                </a:solidFill>
                <a:latin typeface="Barlow"/>
                <a:ea typeface="Barlow"/>
                <a:cs typeface="Barlow"/>
                <a:sym typeface="Barlow"/>
              </a:defRPr>
            </a:lvl5pPr>
            <a:lvl6pPr lvl="5">
              <a:spcBef>
                <a:spcPts val="0"/>
              </a:spcBef>
              <a:spcAft>
                <a:spcPts val="0"/>
              </a:spcAft>
              <a:buClr>
                <a:schemeClr val="dk1"/>
              </a:buClr>
              <a:buSzPts val="2800"/>
              <a:buFont typeface="Barlow"/>
              <a:buNone/>
              <a:defRPr b="1" sz="2800">
                <a:solidFill>
                  <a:schemeClr val="dk1"/>
                </a:solidFill>
                <a:latin typeface="Barlow"/>
                <a:ea typeface="Barlow"/>
                <a:cs typeface="Barlow"/>
                <a:sym typeface="Barlow"/>
              </a:defRPr>
            </a:lvl6pPr>
            <a:lvl7pPr lvl="6">
              <a:spcBef>
                <a:spcPts val="0"/>
              </a:spcBef>
              <a:spcAft>
                <a:spcPts val="0"/>
              </a:spcAft>
              <a:buClr>
                <a:schemeClr val="dk1"/>
              </a:buClr>
              <a:buSzPts val="2800"/>
              <a:buFont typeface="Barlow"/>
              <a:buNone/>
              <a:defRPr b="1" sz="2800">
                <a:solidFill>
                  <a:schemeClr val="dk1"/>
                </a:solidFill>
                <a:latin typeface="Barlow"/>
                <a:ea typeface="Barlow"/>
                <a:cs typeface="Barlow"/>
                <a:sym typeface="Barlow"/>
              </a:defRPr>
            </a:lvl7pPr>
            <a:lvl8pPr lvl="7">
              <a:spcBef>
                <a:spcPts val="0"/>
              </a:spcBef>
              <a:spcAft>
                <a:spcPts val="0"/>
              </a:spcAft>
              <a:buClr>
                <a:schemeClr val="dk1"/>
              </a:buClr>
              <a:buSzPts val="2800"/>
              <a:buFont typeface="Barlow"/>
              <a:buNone/>
              <a:defRPr b="1" sz="2800">
                <a:solidFill>
                  <a:schemeClr val="dk1"/>
                </a:solidFill>
                <a:latin typeface="Barlow"/>
                <a:ea typeface="Barlow"/>
                <a:cs typeface="Barlow"/>
                <a:sym typeface="Barlow"/>
              </a:defRPr>
            </a:lvl8pPr>
            <a:lvl9pPr lvl="8">
              <a:spcBef>
                <a:spcPts val="0"/>
              </a:spcBef>
              <a:spcAft>
                <a:spcPts val="0"/>
              </a:spcAft>
              <a:buClr>
                <a:schemeClr val="dk1"/>
              </a:buClr>
              <a:buSzPts val="2800"/>
              <a:buFont typeface="Barlow"/>
              <a:buNone/>
              <a:defRPr b="1" sz="2800">
                <a:solidFill>
                  <a:schemeClr val="dk1"/>
                </a:solidFill>
                <a:latin typeface="Barlow"/>
                <a:ea typeface="Barlow"/>
                <a:cs typeface="Barlow"/>
                <a:sym typeface="Barlow"/>
              </a:defRPr>
            </a:lvl9pPr>
          </a:lstStyle>
          <a:p/>
        </p:txBody>
      </p:sp>
      <p:sp>
        <p:nvSpPr>
          <p:cNvPr id="4627" name="Google Shape;4627;p188"/>
          <p:cNvSpPr txBox="1"/>
          <p:nvPr>
            <p:ph idx="1" type="body"/>
          </p:nvPr>
        </p:nvSpPr>
        <p:spPr>
          <a:xfrm>
            <a:off x="685800" y="1152475"/>
            <a:ext cx="7786800" cy="34164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1pPr>
            <a:lvl2pPr indent="-317500" lvl="1" marL="9144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2pPr>
            <a:lvl3pPr indent="-317500" lvl="2" marL="13716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3pPr>
            <a:lvl4pPr indent="-317500" lvl="3" marL="18288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4pPr>
            <a:lvl5pPr indent="-317500" lvl="4" marL="22860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5pPr>
            <a:lvl6pPr indent="-317500" lvl="5" marL="27432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6pPr>
            <a:lvl7pPr indent="-317500" lvl="6" marL="32004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7pPr>
            <a:lvl8pPr indent="-317500" lvl="7" marL="36576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8pPr>
            <a:lvl9pPr indent="-317500" lvl="8" marL="41148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9pPr>
          </a:lstStyle>
          <a:p/>
        </p:txBody>
      </p:sp>
      <p:sp>
        <p:nvSpPr>
          <p:cNvPr id="4628" name="Google Shape;4628;p18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CA"/>
              <a:t>‹#›</a:t>
            </a:fld>
            <a:endParaRPr/>
          </a:p>
        </p:txBody>
      </p:sp>
    </p:spTree>
  </p:cSld>
  <p:clrMap accent1="accent1" accent2="accent2" accent3="accent3" accent4="accent4" accent5="accent5" accent6="accent6" bg1="lt1" bg2="dk2" tx1="dk1" tx2="lt2" folHlink="folHlink" hlink="hlink"/>
  <p:sldLayoutIdLst>
    <p:sldLayoutId id="2147483829" r:id="rId1"/>
    <p:sldLayoutId id="2147483830" r:id="rId2"/>
    <p:sldLayoutId id="2147483831" r:id="rId3"/>
    <p:sldLayoutId id="2147483832" r:id="rId4"/>
    <p:sldLayoutId id="2147483833" r:id="rId5"/>
    <p:sldLayoutId id="2147483834" r:id="rId6"/>
    <p:sldLayoutId id="2147483835" r:id="rId7"/>
    <p:sldLayoutId id="2147483836" r:id="rId8"/>
    <p:sldLayoutId id="2147483837" r:id="rId9"/>
    <p:sldLayoutId id="2147483838" r:id="rId10"/>
    <p:sldLayoutId id="2147483839" r:id="rId11"/>
    <p:sldLayoutId id="2147483840" r:id="rId12"/>
    <p:sldLayoutId id="2147483841" r:id="rId13"/>
    <p:sldLayoutId id="2147483842" r:id="rId14"/>
    <p:sldLayoutId id="2147483843" r:id="rId15"/>
    <p:sldLayoutId id="2147483844" r:id="rId16"/>
    <p:sldLayoutId id="2147483845" r:id="rId17"/>
    <p:sldLayoutId id="2147483846" r:id="rId18"/>
    <p:sldLayoutId id="2147483847" r:id="rId19"/>
    <p:sldLayoutId id="2147483848" r:id="rId20"/>
    <p:sldLayoutId id="2147483849" r:id="rId21"/>
    <p:sldLayoutId id="2147483850" r:id="rId22"/>
    <p:sldLayoutId id="2147483851" r:id="rId23"/>
    <p:sldLayoutId id="2147483852" r:id="rId24"/>
    <p:sldLayoutId id="2147483853" r:id="rId25"/>
    <p:sldLayoutId id="2147483854" r:id="rId26"/>
    <p:sldLayoutId id="2147483855" r:id="rId27"/>
    <p:sldLayoutId id="2147483856" r:id="rId28"/>
    <p:sldLayoutId id="2147483857" r:id="rId29"/>
    <p:sldLayoutId id="2147483858" r:id="rId30"/>
    <p:sldLayoutId id="2147483859" r:id="rId31"/>
    <p:sldLayoutId id="2147483860" r:id="rId32"/>
    <p:sldLayoutId id="2147483861" r:id="rId33"/>
    <p:sldLayoutId id="2147483862" r:id="rId3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8.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5540" name="Shape 5540"/>
        <p:cNvGrpSpPr/>
        <p:nvPr/>
      </p:nvGrpSpPr>
      <p:grpSpPr>
        <a:xfrm>
          <a:off x="0" y="0"/>
          <a:ext cx="0" cy="0"/>
          <a:chOff x="0" y="0"/>
          <a:chExt cx="0" cy="0"/>
        </a:xfrm>
      </p:grpSpPr>
      <p:sp>
        <p:nvSpPr>
          <p:cNvPr id="5541" name="Google Shape;5541;p223"/>
          <p:cNvSpPr txBox="1"/>
          <p:nvPr>
            <p:ph type="title"/>
          </p:nvPr>
        </p:nvSpPr>
        <p:spPr>
          <a:xfrm>
            <a:off x="685800" y="539400"/>
            <a:ext cx="7772400" cy="5727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Clr>
                <a:schemeClr val="dk1"/>
              </a:buClr>
              <a:buSzPts val="2800"/>
              <a:buFont typeface="Barlow"/>
              <a:buNone/>
              <a:defRPr b="1" sz="2800">
                <a:solidFill>
                  <a:schemeClr val="dk1"/>
                </a:solidFill>
                <a:latin typeface="Barlow"/>
                <a:ea typeface="Barlow"/>
                <a:cs typeface="Barlow"/>
                <a:sym typeface="Barlow"/>
              </a:defRPr>
            </a:lvl1pPr>
            <a:lvl2pPr lvl="1">
              <a:spcBef>
                <a:spcPts val="0"/>
              </a:spcBef>
              <a:spcAft>
                <a:spcPts val="0"/>
              </a:spcAft>
              <a:buClr>
                <a:schemeClr val="dk1"/>
              </a:buClr>
              <a:buSzPts val="2800"/>
              <a:buFont typeface="Barlow"/>
              <a:buNone/>
              <a:defRPr b="1" sz="2800">
                <a:solidFill>
                  <a:schemeClr val="dk1"/>
                </a:solidFill>
                <a:latin typeface="Barlow"/>
                <a:ea typeface="Barlow"/>
                <a:cs typeface="Barlow"/>
                <a:sym typeface="Barlow"/>
              </a:defRPr>
            </a:lvl2pPr>
            <a:lvl3pPr lvl="2">
              <a:spcBef>
                <a:spcPts val="0"/>
              </a:spcBef>
              <a:spcAft>
                <a:spcPts val="0"/>
              </a:spcAft>
              <a:buClr>
                <a:schemeClr val="dk1"/>
              </a:buClr>
              <a:buSzPts val="2800"/>
              <a:buFont typeface="Barlow"/>
              <a:buNone/>
              <a:defRPr b="1" sz="2800">
                <a:solidFill>
                  <a:schemeClr val="dk1"/>
                </a:solidFill>
                <a:latin typeface="Barlow"/>
                <a:ea typeface="Barlow"/>
                <a:cs typeface="Barlow"/>
                <a:sym typeface="Barlow"/>
              </a:defRPr>
            </a:lvl3pPr>
            <a:lvl4pPr lvl="3">
              <a:spcBef>
                <a:spcPts val="0"/>
              </a:spcBef>
              <a:spcAft>
                <a:spcPts val="0"/>
              </a:spcAft>
              <a:buClr>
                <a:schemeClr val="dk1"/>
              </a:buClr>
              <a:buSzPts val="2800"/>
              <a:buFont typeface="Barlow"/>
              <a:buNone/>
              <a:defRPr b="1" sz="2800">
                <a:solidFill>
                  <a:schemeClr val="dk1"/>
                </a:solidFill>
                <a:latin typeface="Barlow"/>
                <a:ea typeface="Barlow"/>
                <a:cs typeface="Barlow"/>
                <a:sym typeface="Barlow"/>
              </a:defRPr>
            </a:lvl4pPr>
            <a:lvl5pPr lvl="4">
              <a:spcBef>
                <a:spcPts val="0"/>
              </a:spcBef>
              <a:spcAft>
                <a:spcPts val="0"/>
              </a:spcAft>
              <a:buClr>
                <a:schemeClr val="dk1"/>
              </a:buClr>
              <a:buSzPts val="2800"/>
              <a:buFont typeface="Barlow"/>
              <a:buNone/>
              <a:defRPr b="1" sz="2800">
                <a:solidFill>
                  <a:schemeClr val="dk1"/>
                </a:solidFill>
                <a:latin typeface="Barlow"/>
                <a:ea typeface="Barlow"/>
                <a:cs typeface="Barlow"/>
                <a:sym typeface="Barlow"/>
              </a:defRPr>
            </a:lvl5pPr>
            <a:lvl6pPr lvl="5">
              <a:spcBef>
                <a:spcPts val="0"/>
              </a:spcBef>
              <a:spcAft>
                <a:spcPts val="0"/>
              </a:spcAft>
              <a:buClr>
                <a:schemeClr val="dk1"/>
              </a:buClr>
              <a:buSzPts val="2800"/>
              <a:buFont typeface="Barlow"/>
              <a:buNone/>
              <a:defRPr b="1" sz="2800">
                <a:solidFill>
                  <a:schemeClr val="dk1"/>
                </a:solidFill>
                <a:latin typeface="Barlow"/>
                <a:ea typeface="Barlow"/>
                <a:cs typeface="Barlow"/>
                <a:sym typeface="Barlow"/>
              </a:defRPr>
            </a:lvl6pPr>
            <a:lvl7pPr lvl="6">
              <a:spcBef>
                <a:spcPts val="0"/>
              </a:spcBef>
              <a:spcAft>
                <a:spcPts val="0"/>
              </a:spcAft>
              <a:buClr>
                <a:schemeClr val="dk1"/>
              </a:buClr>
              <a:buSzPts val="2800"/>
              <a:buFont typeface="Barlow"/>
              <a:buNone/>
              <a:defRPr b="1" sz="2800">
                <a:solidFill>
                  <a:schemeClr val="dk1"/>
                </a:solidFill>
                <a:latin typeface="Barlow"/>
                <a:ea typeface="Barlow"/>
                <a:cs typeface="Barlow"/>
                <a:sym typeface="Barlow"/>
              </a:defRPr>
            </a:lvl7pPr>
            <a:lvl8pPr lvl="7">
              <a:spcBef>
                <a:spcPts val="0"/>
              </a:spcBef>
              <a:spcAft>
                <a:spcPts val="0"/>
              </a:spcAft>
              <a:buClr>
                <a:schemeClr val="dk1"/>
              </a:buClr>
              <a:buSzPts val="2800"/>
              <a:buFont typeface="Barlow"/>
              <a:buNone/>
              <a:defRPr b="1" sz="2800">
                <a:solidFill>
                  <a:schemeClr val="dk1"/>
                </a:solidFill>
                <a:latin typeface="Barlow"/>
                <a:ea typeface="Barlow"/>
                <a:cs typeface="Barlow"/>
                <a:sym typeface="Barlow"/>
              </a:defRPr>
            </a:lvl8pPr>
            <a:lvl9pPr lvl="8">
              <a:spcBef>
                <a:spcPts val="0"/>
              </a:spcBef>
              <a:spcAft>
                <a:spcPts val="0"/>
              </a:spcAft>
              <a:buClr>
                <a:schemeClr val="dk1"/>
              </a:buClr>
              <a:buSzPts val="2800"/>
              <a:buFont typeface="Barlow"/>
              <a:buNone/>
              <a:defRPr b="1" sz="2800">
                <a:solidFill>
                  <a:schemeClr val="dk1"/>
                </a:solidFill>
                <a:latin typeface="Barlow"/>
                <a:ea typeface="Barlow"/>
                <a:cs typeface="Barlow"/>
                <a:sym typeface="Barlow"/>
              </a:defRPr>
            </a:lvl9pPr>
          </a:lstStyle>
          <a:p/>
        </p:txBody>
      </p:sp>
      <p:sp>
        <p:nvSpPr>
          <p:cNvPr id="5542" name="Google Shape;5542;p223"/>
          <p:cNvSpPr txBox="1"/>
          <p:nvPr>
            <p:ph idx="1" type="body"/>
          </p:nvPr>
        </p:nvSpPr>
        <p:spPr>
          <a:xfrm>
            <a:off x="685800" y="1152475"/>
            <a:ext cx="7786800" cy="34164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1pPr>
            <a:lvl2pPr indent="-317500" lvl="1" marL="9144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2pPr>
            <a:lvl3pPr indent="-317500" lvl="2" marL="13716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3pPr>
            <a:lvl4pPr indent="-317500" lvl="3" marL="18288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4pPr>
            <a:lvl5pPr indent="-317500" lvl="4" marL="22860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5pPr>
            <a:lvl6pPr indent="-317500" lvl="5" marL="27432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6pPr>
            <a:lvl7pPr indent="-317500" lvl="6" marL="32004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7pPr>
            <a:lvl8pPr indent="-317500" lvl="7" marL="36576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8pPr>
            <a:lvl9pPr indent="-317500" lvl="8" marL="41148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9pPr>
          </a:lstStyle>
          <a:p/>
        </p:txBody>
      </p:sp>
      <p:sp>
        <p:nvSpPr>
          <p:cNvPr id="5543" name="Google Shape;5543;p2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CA"/>
              <a:t>‹#›</a:t>
            </a:fld>
            <a:endParaRPr/>
          </a:p>
        </p:txBody>
      </p:sp>
    </p:spTree>
  </p:cSld>
  <p:clrMap accent1="accent1" accent2="accent2" accent3="accent3" accent4="accent4" accent5="accent5" accent6="accent6" bg1="lt1" bg2="dk2" tx1="dk1" tx2="lt2" folHlink="folHlink" hlink="hlink"/>
  <p:sldLayoutIdLst>
    <p:sldLayoutId id="2147483863" r:id="rId1"/>
    <p:sldLayoutId id="2147483864" r:id="rId2"/>
    <p:sldLayoutId id="2147483865" r:id="rId3"/>
    <p:sldLayoutId id="2147483866" r:id="rId4"/>
    <p:sldLayoutId id="2147483867" r:id="rId5"/>
    <p:sldLayoutId id="2147483868" r:id="rId6"/>
    <p:sldLayoutId id="2147483869" r:id="rId7"/>
    <p:sldLayoutId id="2147483870" r:id="rId8"/>
    <p:sldLayoutId id="2147483871" r:id="rId9"/>
    <p:sldLayoutId id="2147483872" r:id="rId10"/>
    <p:sldLayoutId id="2147483873" r:id="rId11"/>
    <p:sldLayoutId id="2147483874" r:id="rId12"/>
    <p:sldLayoutId id="2147483875" r:id="rId13"/>
    <p:sldLayoutId id="2147483876" r:id="rId14"/>
    <p:sldLayoutId id="2147483877" r:id="rId15"/>
    <p:sldLayoutId id="2147483878" r:id="rId16"/>
    <p:sldLayoutId id="2147483879" r:id="rId17"/>
    <p:sldLayoutId id="2147483880" r:id="rId18"/>
    <p:sldLayoutId id="2147483881" r:id="rId19"/>
    <p:sldLayoutId id="2147483882" r:id="rId20"/>
    <p:sldLayoutId id="2147483883" r:id="rId21"/>
    <p:sldLayoutId id="2147483884" r:id="rId22"/>
    <p:sldLayoutId id="2147483885" r:id="rId23"/>
    <p:sldLayoutId id="2147483886" r:id="rId24"/>
    <p:sldLayoutId id="2147483887" r:id="rId25"/>
    <p:sldLayoutId id="2147483888" r:id="rId26"/>
    <p:sldLayoutId id="2147483889" r:id="rId27"/>
    <p:sldLayoutId id="2147483890" r:id="rId28"/>
    <p:sldLayoutId id="2147483891" r:id="rId29"/>
    <p:sldLayoutId id="2147483892" r:id="rId30"/>
    <p:sldLayoutId id="2147483893" r:id="rId31"/>
    <p:sldLayoutId id="2147483894" r:id="rId32"/>
    <p:sldLayoutId id="2147483895" r:id="rId33"/>
    <p:sldLayoutId id="2147483896" r:id="rId3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9.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6455" name="Shape 6455"/>
        <p:cNvGrpSpPr/>
        <p:nvPr/>
      </p:nvGrpSpPr>
      <p:grpSpPr>
        <a:xfrm>
          <a:off x="0" y="0"/>
          <a:ext cx="0" cy="0"/>
          <a:chOff x="0" y="0"/>
          <a:chExt cx="0" cy="0"/>
        </a:xfrm>
      </p:grpSpPr>
      <p:sp>
        <p:nvSpPr>
          <p:cNvPr id="6456" name="Google Shape;6456;p258"/>
          <p:cNvSpPr txBox="1"/>
          <p:nvPr>
            <p:ph type="title"/>
          </p:nvPr>
        </p:nvSpPr>
        <p:spPr>
          <a:xfrm>
            <a:off x="685800" y="539400"/>
            <a:ext cx="7772400" cy="5727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Clr>
                <a:schemeClr val="dk1"/>
              </a:buClr>
              <a:buSzPts val="2800"/>
              <a:buFont typeface="Barlow"/>
              <a:buNone/>
              <a:defRPr b="1" sz="2800">
                <a:solidFill>
                  <a:schemeClr val="dk1"/>
                </a:solidFill>
                <a:latin typeface="Barlow"/>
                <a:ea typeface="Barlow"/>
                <a:cs typeface="Barlow"/>
                <a:sym typeface="Barlow"/>
              </a:defRPr>
            </a:lvl1pPr>
            <a:lvl2pPr lvl="1">
              <a:spcBef>
                <a:spcPts val="0"/>
              </a:spcBef>
              <a:spcAft>
                <a:spcPts val="0"/>
              </a:spcAft>
              <a:buClr>
                <a:schemeClr val="dk1"/>
              </a:buClr>
              <a:buSzPts val="2800"/>
              <a:buFont typeface="Barlow"/>
              <a:buNone/>
              <a:defRPr b="1" sz="2800">
                <a:solidFill>
                  <a:schemeClr val="dk1"/>
                </a:solidFill>
                <a:latin typeface="Barlow"/>
                <a:ea typeface="Barlow"/>
                <a:cs typeface="Barlow"/>
                <a:sym typeface="Barlow"/>
              </a:defRPr>
            </a:lvl2pPr>
            <a:lvl3pPr lvl="2">
              <a:spcBef>
                <a:spcPts val="0"/>
              </a:spcBef>
              <a:spcAft>
                <a:spcPts val="0"/>
              </a:spcAft>
              <a:buClr>
                <a:schemeClr val="dk1"/>
              </a:buClr>
              <a:buSzPts val="2800"/>
              <a:buFont typeface="Barlow"/>
              <a:buNone/>
              <a:defRPr b="1" sz="2800">
                <a:solidFill>
                  <a:schemeClr val="dk1"/>
                </a:solidFill>
                <a:latin typeface="Barlow"/>
                <a:ea typeface="Barlow"/>
                <a:cs typeface="Barlow"/>
                <a:sym typeface="Barlow"/>
              </a:defRPr>
            </a:lvl3pPr>
            <a:lvl4pPr lvl="3">
              <a:spcBef>
                <a:spcPts val="0"/>
              </a:spcBef>
              <a:spcAft>
                <a:spcPts val="0"/>
              </a:spcAft>
              <a:buClr>
                <a:schemeClr val="dk1"/>
              </a:buClr>
              <a:buSzPts val="2800"/>
              <a:buFont typeface="Barlow"/>
              <a:buNone/>
              <a:defRPr b="1" sz="2800">
                <a:solidFill>
                  <a:schemeClr val="dk1"/>
                </a:solidFill>
                <a:latin typeface="Barlow"/>
                <a:ea typeface="Barlow"/>
                <a:cs typeface="Barlow"/>
                <a:sym typeface="Barlow"/>
              </a:defRPr>
            </a:lvl4pPr>
            <a:lvl5pPr lvl="4">
              <a:spcBef>
                <a:spcPts val="0"/>
              </a:spcBef>
              <a:spcAft>
                <a:spcPts val="0"/>
              </a:spcAft>
              <a:buClr>
                <a:schemeClr val="dk1"/>
              </a:buClr>
              <a:buSzPts val="2800"/>
              <a:buFont typeface="Barlow"/>
              <a:buNone/>
              <a:defRPr b="1" sz="2800">
                <a:solidFill>
                  <a:schemeClr val="dk1"/>
                </a:solidFill>
                <a:latin typeface="Barlow"/>
                <a:ea typeface="Barlow"/>
                <a:cs typeface="Barlow"/>
                <a:sym typeface="Barlow"/>
              </a:defRPr>
            </a:lvl5pPr>
            <a:lvl6pPr lvl="5">
              <a:spcBef>
                <a:spcPts val="0"/>
              </a:spcBef>
              <a:spcAft>
                <a:spcPts val="0"/>
              </a:spcAft>
              <a:buClr>
                <a:schemeClr val="dk1"/>
              </a:buClr>
              <a:buSzPts val="2800"/>
              <a:buFont typeface="Barlow"/>
              <a:buNone/>
              <a:defRPr b="1" sz="2800">
                <a:solidFill>
                  <a:schemeClr val="dk1"/>
                </a:solidFill>
                <a:latin typeface="Barlow"/>
                <a:ea typeface="Barlow"/>
                <a:cs typeface="Barlow"/>
                <a:sym typeface="Barlow"/>
              </a:defRPr>
            </a:lvl6pPr>
            <a:lvl7pPr lvl="6">
              <a:spcBef>
                <a:spcPts val="0"/>
              </a:spcBef>
              <a:spcAft>
                <a:spcPts val="0"/>
              </a:spcAft>
              <a:buClr>
                <a:schemeClr val="dk1"/>
              </a:buClr>
              <a:buSzPts val="2800"/>
              <a:buFont typeface="Barlow"/>
              <a:buNone/>
              <a:defRPr b="1" sz="2800">
                <a:solidFill>
                  <a:schemeClr val="dk1"/>
                </a:solidFill>
                <a:latin typeface="Barlow"/>
                <a:ea typeface="Barlow"/>
                <a:cs typeface="Barlow"/>
                <a:sym typeface="Barlow"/>
              </a:defRPr>
            </a:lvl7pPr>
            <a:lvl8pPr lvl="7">
              <a:spcBef>
                <a:spcPts val="0"/>
              </a:spcBef>
              <a:spcAft>
                <a:spcPts val="0"/>
              </a:spcAft>
              <a:buClr>
                <a:schemeClr val="dk1"/>
              </a:buClr>
              <a:buSzPts val="2800"/>
              <a:buFont typeface="Barlow"/>
              <a:buNone/>
              <a:defRPr b="1" sz="2800">
                <a:solidFill>
                  <a:schemeClr val="dk1"/>
                </a:solidFill>
                <a:latin typeface="Barlow"/>
                <a:ea typeface="Barlow"/>
                <a:cs typeface="Barlow"/>
                <a:sym typeface="Barlow"/>
              </a:defRPr>
            </a:lvl8pPr>
            <a:lvl9pPr lvl="8">
              <a:spcBef>
                <a:spcPts val="0"/>
              </a:spcBef>
              <a:spcAft>
                <a:spcPts val="0"/>
              </a:spcAft>
              <a:buClr>
                <a:schemeClr val="dk1"/>
              </a:buClr>
              <a:buSzPts val="2800"/>
              <a:buFont typeface="Barlow"/>
              <a:buNone/>
              <a:defRPr b="1" sz="2800">
                <a:solidFill>
                  <a:schemeClr val="dk1"/>
                </a:solidFill>
                <a:latin typeface="Barlow"/>
                <a:ea typeface="Barlow"/>
                <a:cs typeface="Barlow"/>
                <a:sym typeface="Barlow"/>
              </a:defRPr>
            </a:lvl9pPr>
          </a:lstStyle>
          <a:p/>
        </p:txBody>
      </p:sp>
      <p:sp>
        <p:nvSpPr>
          <p:cNvPr id="6457" name="Google Shape;6457;p258"/>
          <p:cNvSpPr txBox="1"/>
          <p:nvPr>
            <p:ph idx="1" type="body"/>
          </p:nvPr>
        </p:nvSpPr>
        <p:spPr>
          <a:xfrm>
            <a:off x="685800" y="1152475"/>
            <a:ext cx="7786800" cy="34164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1pPr>
            <a:lvl2pPr indent="-317500" lvl="1" marL="9144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2pPr>
            <a:lvl3pPr indent="-317500" lvl="2" marL="13716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3pPr>
            <a:lvl4pPr indent="-317500" lvl="3" marL="18288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4pPr>
            <a:lvl5pPr indent="-317500" lvl="4" marL="22860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5pPr>
            <a:lvl6pPr indent="-317500" lvl="5" marL="27432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6pPr>
            <a:lvl7pPr indent="-317500" lvl="6" marL="32004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7pPr>
            <a:lvl8pPr indent="-317500" lvl="7" marL="36576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8pPr>
            <a:lvl9pPr indent="-317500" lvl="8" marL="41148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9pPr>
          </a:lstStyle>
          <a:p/>
        </p:txBody>
      </p:sp>
      <p:sp>
        <p:nvSpPr>
          <p:cNvPr id="6458" name="Google Shape;6458;p25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CA"/>
              <a:t>‹#›</a:t>
            </a:fld>
            <a:endParaRPr/>
          </a:p>
        </p:txBody>
      </p:sp>
    </p:spTree>
  </p:cSld>
  <p:clrMap accent1="accent1" accent2="accent2" accent3="accent3" accent4="accent4" accent5="accent5" accent6="accent6" bg1="lt1" bg2="dk2" tx1="dk1" tx2="lt2" folHlink="folHlink" hlink="hlink"/>
  <p:sldLayoutIdLst>
    <p:sldLayoutId id="2147483897" r:id="rId1"/>
    <p:sldLayoutId id="2147483898" r:id="rId2"/>
    <p:sldLayoutId id="2147483899" r:id="rId3"/>
    <p:sldLayoutId id="2147483900" r:id="rId4"/>
    <p:sldLayoutId id="2147483901" r:id="rId5"/>
    <p:sldLayoutId id="2147483902" r:id="rId6"/>
    <p:sldLayoutId id="2147483903" r:id="rId7"/>
    <p:sldLayoutId id="2147483904" r:id="rId8"/>
    <p:sldLayoutId id="2147483905" r:id="rId9"/>
    <p:sldLayoutId id="2147483906" r:id="rId10"/>
    <p:sldLayoutId id="2147483907" r:id="rId11"/>
    <p:sldLayoutId id="2147483908" r:id="rId12"/>
    <p:sldLayoutId id="2147483909" r:id="rId13"/>
    <p:sldLayoutId id="2147483910" r:id="rId14"/>
    <p:sldLayoutId id="2147483911" r:id="rId15"/>
    <p:sldLayoutId id="2147483912" r:id="rId16"/>
    <p:sldLayoutId id="2147483913" r:id="rId17"/>
    <p:sldLayoutId id="2147483914" r:id="rId18"/>
    <p:sldLayoutId id="2147483915" r:id="rId19"/>
    <p:sldLayoutId id="2147483916" r:id="rId20"/>
    <p:sldLayoutId id="2147483917" r:id="rId21"/>
    <p:sldLayoutId id="2147483918" r:id="rId22"/>
    <p:sldLayoutId id="2147483919" r:id="rId23"/>
    <p:sldLayoutId id="2147483920" r:id="rId24"/>
    <p:sldLayoutId id="2147483921" r:id="rId25"/>
    <p:sldLayoutId id="2147483922" r:id="rId26"/>
    <p:sldLayoutId id="2147483923" r:id="rId27"/>
    <p:sldLayoutId id="2147483924" r:id="rId28"/>
    <p:sldLayoutId id="2147483925" r:id="rId29"/>
    <p:sldLayoutId id="2147483926" r:id="rId30"/>
    <p:sldLayoutId id="2147483927" r:id="rId31"/>
    <p:sldLayoutId id="2147483928" r:id="rId32"/>
    <p:sldLayoutId id="2147483929" r:id="rId33"/>
    <p:sldLayoutId id="2147483930" r:id="rId3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0.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7370" name="Shape 7370"/>
        <p:cNvGrpSpPr/>
        <p:nvPr/>
      </p:nvGrpSpPr>
      <p:grpSpPr>
        <a:xfrm>
          <a:off x="0" y="0"/>
          <a:ext cx="0" cy="0"/>
          <a:chOff x="0" y="0"/>
          <a:chExt cx="0" cy="0"/>
        </a:xfrm>
      </p:grpSpPr>
      <p:sp>
        <p:nvSpPr>
          <p:cNvPr id="7371" name="Google Shape;7371;p293"/>
          <p:cNvSpPr txBox="1"/>
          <p:nvPr>
            <p:ph type="title"/>
          </p:nvPr>
        </p:nvSpPr>
        <p:spPr>
          <a:xfrm>
            <a:off x="685800" y="539400"/>
            <a:ext cx="7772400" cy="5727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Clr>
                <a:schemeClr val="dk1"/>
              </a:buClr>
              <a:buSzPts val="2800"/>
              <a:buFont typeface="Barlow"/>
              <a:buNone/>
              <a:defRPr b="1" sz="2800">
                <a:solidFill>
                  <a:schemeClr val="dk1"/>
                </a:solidFill>
                <a:latin typeface="Barlow"/>
                <a:ea typeface="Barlow"/>
                <a:cs typeface="Barlow"/>
                <a:sym typeface="Barlow"/>
              </a:defRPr>
            </a:lvl1pPr>
            <a:lvl2pPr lvl="1">
              <a:spcBef>
                <a:spcPts val="0"/>
              </a:spcBef>
              <a:spcAft>
                <a:spcPts val="0"/>
              </a:spcAft>
              <a:buClr>
                <a:schemeClr val="dk1"/>
              </a:buClr>
              <a:buSzPts val="2800"/>
              <a:buFont typeface="Barlow"/>
              <a:buNone/>
              <a:defRPr b="1" sz="2800">
                <a:solidFill>
                  <a:schemeClr val="dk1"/>
                </a:solidFill>
                <a:latin typeface="Barlow"/>
                <a:ea typeface="Barlow"/>
                <a:cs typeface="Barlow"/>
                <a:sym typeface="Barlow"/>
              </a:defRPr>
            </a:lvl2pPr>
            <a:lvl3pPr lvl="2">
              <a:spcBef>
                <a:spcPts val="0"/>
              </a:spcBef>
              <a:spcAft>
                <a:spcPts val="0"/>
              </a:spcAft>
              <a:buClr>
                <a:schemeClr val="dk1"/>
              </a:buClr>
              <a:buSzPts val="2800"/>
              <a:buFont typeface="Barlow"/>
              <a:buNone/>
              <a:defRPr b="1" sz="2800">
                <a:solidFill>
                  <a:schemeClr val="dk1"/>
                </a:solidFill>
                <a:latin typeface="Barlow"/>
                <a:ea typeface="Barlow"/>
                <a:cs typeface="Barlow"/>
                <a:sym typeface="Barlow"/>
              </a:defRPr>
            </a:lvl3pPr>
            <a:lvl4pPr lvl="3">
              <a:spcBef>
                <a:spcPts val="0"/>
              </a:spcBef>
              <a:spcAft>
                <a:spcPts val="0"/>
              </a:spcAft>
              <a:buClr>
                <a:schemeClr val="dk1"/>
              </a:buClr>
              <a:buSzPts val="2800"/>
              <a:buFont typeface="Barlow"/>
              <a:buNone/>
              <a:defRPr b="1" sz="2800">
                <a:solidFill>
                  <a:schemeClr val="dk1"/>
                </a:solidFill>
                <a:latin typeface="Barlow"/>
                <a:ea typeface="Barlow"/>
                <a:cs typeface="Barlow"/>
                <a:sym typeface="Barlow"/>
              </a:defRPr>
            </a:lvl4pPr>
            <a:lvl5pPr lvl="4">
              <a:spcBef>
                <a:spcPts val="0"/>
              </a:spcBef>
              <a:spcAft>
                <a:spcPts val="0"/>
              </a:spcAft>
              <a:buClr>
                <a:schemeClr val="dk1"/>
              </a:buClr>
              <a:buSzPts val="2800"/>
              <a:buFont typeface="Barlow"/>
              <a:buNone/>
              <a:defRPr b="1" sz="2800">
                <a:solidFill>
                  <a:schemeClr val="dk1"/>
                </a:solidFill>
                <a:latin typeface="Barlow"/>
                <a:ea typeface="Barlow"/>
                <a:cs typeface="Barlow"/>
                <a:sym typeface="Barlow"/>
              </a:defRPr>
            </a:lvl5pPr>
            <a:lvl6pPr lvl="5">
              <a:spcBef>
                <a:spcPts val="0"/>
              </a:spcBef>
              <a:spcAft>
                <a:spcPts val="0"/>
              </a:spcAft>
              <a:buClr>
                <a:schemeClr val="dk1"/>
              </a:buClr>
              <a:buSzPts val="2800"/>
              <a:buFont typeface="Barlow"/>
              <a:buNone/>
              <a:defRPr b="1" sz="2800">
                <a:solidFill>
                  <a:schemeClr val="dk1"/>
                </a:solidFill>
                <a:latin typeface="Barlow"/>
                <a:ea typeface="Barlow"/>
                <a:cs typeface="Barlow"/>
                <a:sym typeface="Barlow"/>
              </a:defRPr>
            </a:lvl6pPr>
            <a:lvl7pPr lvl="6">
              <a:spcBef>
                <a:spcPts val="0"/>
              </a:spcBef>
              <a:spcAft>
                <a:spcPts val="0"/>
              </a:spcAft>
              <a:buClr>
                <a:schemeClr val="dk1"/>
              </a:buClr>
              <a:buSzPts val="2800"/>
              <a:buFont typeface="Barlow"/>
              <a:buNone/>
              <a:defRPr b="1" sz="2800">
                <a:solidFill>
                  <a:schemeClr val="dk1"/>
                </a:solidFill>
                <a:latin typeface="Barlow"/>
                <a:ea typeface="Barlow"/>
                <a:cs typeface="Barlow"/>
                <a:sym typeface="Barlow"/>
              </a:defRPr>
            </a:lvl7pPr>
            <a:lvl8pPr lvl="7">
              <a:spcBef>
                <a:spcPts val="0"/>
              </a:spcBef>
              <a:spcAft>
                <a:spcPts val="0"/>
              </a:spcAft>
              <a:buClr>
                <a:schemeClr val="dk1"/>
              </a:buClr>
              <a:buSzPts val="2800"/>
              <a:buFont typeface="Barlow"/>
              <a:buNone/>
              <a:defRPr b="1" sz="2800">
                <a:solidFill>
                  <a:schemeClr val="dk1"/>
                </a:solidFill>
                <a:latin typeface="Barlow"/>
                <a:ea typeface="Barlow"/>
                <a:cs typeface="Barlow"/>
                <a:sym typeface="Barlow"/>
              </a:defRPr>
            </a:lvl8pPr>
            <a:lvl9pPr lvl="8">
              <a:spcBef>
                <a:spcPts val="0"/>
              </a:spcBef>
              <a:spcAft>
                <a:spcPts val="0"/>
              </a:spcAft>
              <a:buClr>
                <a:schemeClr val="dk1"/>
              </a:buClr>
              <a:buSzPts val="2800"/>
              <a:buFont typeface="Barlow"/>
              <a:buNone/>
              <a:defRPr b="1" sz="2800">
                <a:solidFill>
                  <a:schemeClr val="dk1"/>
                </a:solidFill>
                <a:latin typeface="Barlow"/>
                <a:ea typeface="Barlow"/>
                <a:cs typeface="Barlow"/>
                <a:sym typeface="Barlow"/>
              </a:defRPr>
            </a:lvl9pPr>
          </a:lstStyle>
          <a:p/>
        </p:txBody>
      </p:sp>
      <p:sp>
        <p:nvSpPr>
          <p:cNvPr id="7372" name="Google Shape;7372;p293"/>
          <p:cNvSpPr txBox="1"/>
          <p:nvPr>
            <p:ph idx="1" type="body"/>
          </p:nvPr>
        </p:nvSpPr>
        <p:spPr>
          <a:xfrm>
            <a:off x="685800" y="1152475"/>
            <a:ext cx="7786800" cy="34164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1pPr>
            <a:lvl2pPr indent="-317500" lvl="1" marL="9144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2pPr>
            <a:lvl3pPr indent="-317500" lvl="2" marL="13716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3pPr>
            <a:lvl4pPr indent="-317500" lvl="3" marL="18288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4pPr>
            <a:lvl5pPr indent="-317500" lvl="4" marL="22860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5pPr>
            <a:lvl6pPr indent="-317500" lvl="5" marL="27432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6pPr>
            <a:lvl7pPr indent="-317500" lvl="6" marL="32004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7pPr>
            <a:lvl8pPr indent="-317500" lvl="7" marL="36576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8pPr>
            <a:lvl9pPr indent="-317500" lvl="8" marL="41148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9pPr>
          </a:lstStyle>
          <a:p/>
        </p:txBody>
      </p:sp>
      <p:sp>
        <p:nvSpPr>
          <p:cNvPr id="7373" name="Google Shape;7373;p29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CA"/>
              <a:t>‹#›</a:t>
            </a:fld>
            <a:endParaRPr/>
          </a:p>
        </p:txBody>
      </p:sp>
    </p:spTree>
  </p:cSld>
  <p:clrMap accent1="accent1" accent2="accent2" accent3="accent3" accent4="accent4" accent5="accent5" accent6="accent6" bg1="lt1" bg2="dk2" tx1="dk1" tx2="lt2" folHlink="folHlink" hlink="hlink"/>
  <p:sldLayoutIdLst>
    <p:sldLayoutId id="2147483931" r:id="rId1"/>
    <p:sldLayoutId id="2147483932" r:id="rId2"/>
    <p:sldLayoutId id="2147483933" r:id="rId3"/>
    <p:sldLayoutId id="2147483934" r:id="rId4"/>
    <p:sldLayoutId id="2147483935" r:id="rId5"/>
    <p:sldLayoutId id="2147483936" r:id="rId6"/>
    <p:sldLayoutId id="2147483937" r:id="rId7"/>
    <p:sldLayoutId id="2147483938" r:id="rId8"/>
    <p:sldLayoutId id="2147483939" r:id="rId9"/>
    <p:sldLayoutId id="2147483940" r:id="rId10"/>
    <p:sldLayoutId id="2147483941" r:id="rId11"/>
    <p:sldLayoutId id="2147483942" r:id="rId12"/>
    <p:sldLayoutId id="2147483943" r:id="rId13"/>
    <p:sldLayoutId id="2147483944" r:id="rId14"/>
    <p:sldLayoutId id="2147483945" r:id="rId15"/>
    <p:sldLayoutId id="2147483946" r:id="rId16"/>
    <p:sldLayoutId id="2147483947" r:id="rId17"/>
    <p:sldLayoutId id="2147483948" r:id="rId18"/>
    <p:sldLayoutId id="2147483949" r:id="rId19"/>
    <p:sldLayoutId id="2147483950" r:id="rId20"/>
    <p:sldLayoutId id="2147483951" r:id="rId21"/>
    <p:sldLayoutId id="2147483952" r:id="rId22"/>
    <p:sldLayoutId id="2147483953" r:id="rId23"/>
    <p:sldLayoutId id="2147483954" r:id="rId24"/>
    <p:sldLayoutId id="2147483955" r:id="rId25"/>
    <p:sldLayoutId id="2147483956" r:id="rId26"/>
    <p:sldLayoutId id="2147483957" r:id="rId27"/>
    <p:sldLayoutId id="2147483958" r:id="rId28"/>
    <p:sldLayoutId id="2147483959" r:id="rId29"/>
    <p:sldLayoutId id="2147483960" r:id="rId30"/>
    <p:sldLayoutId id="2147483961" r:id="rId31"/>
    <p:sldLayoutId id="2147483962" r:id="rId32"/>
    <p:sldLayoutId id="2147483963" r:id="rId33"/>
    <p:sldLayoutId id="2147483964" r:id="rId3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0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89.xml"/><Relationship Id="rId2" Type="http://schemas.openxmlformats.org/officeDocument/2006/relationships/notesSlide" Target="../notesSlides/notesSlide8.xml"/><Relationship Id="rId3"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6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6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68.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4.png"/><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0.png"/><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68.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png"/><Relationship Id="rId4" Type="http://schemas.openxmlformats.org/officeDocument/2006/relationships/image" Target="../media/image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3.png"/><Relationship Id="rId4" Type="http://schemas.openxmlformats.org/officeDocument/2006/relationships/image" Target="../media/image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9.png"/><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4.png"/><Relationship Id="rId4" Type="http://schemas.openxmlformats.org/officeDocument/2006/relationships/image" Target="../media/image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2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2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27.xml"/><Relationship Id="rId2" Type="http://schemas.openxmlformats.org/officeDocument/2006/relationships/notesSlide" Target="../notesSlides/notesSlide31.xml"/><Relationship Id="rId3" Type="http://schemas.openxmlformats.org/officeDocument/2006/relationships/image" Target="../media/image1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27.xml"/><Relationship Id="rId2" Type="http://schemas.openxmlformats.org/officeDocument/2006/relationships/notesSlide" Target="../notesSlides/notesSlide32.xml"/><Relationship Id="rId3" Type="http://schemas.openxmlformats.org/officeDocument/2006/relationships/image" Target="../media/image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27.xml"/><Relationship Id="rId2" Type="http://schemas.openxmlformats.org/officeDocument/2006/relationships/notesSlide" Target="../notesSlides/notesSlide33.xml"/><Relationship Id="rId3" Type="http://schemas.openxmlformats.org/officeDocument/2006/relationships/image" Target="../media/image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27.xml"/><Relationship Id="rId2" Type="http://schemas.openxmlformats.org/officeDocument/2006/relationships/notesSlide" Target="../notesSlides/notesSlide34.xml"/><Relationship Id="rId3"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8288" name="Shape 8288"/>
        <p:cNvGrpSpPr/>
        <p:nvPr/>
      </p:nvGrpSpPr>
      <p:grpSpPr>
        <a:xfrm>
          <a:off x="0" y="0"/>
          <a:ext cx="0" cy="0"/>
          <a:chOff x="0" y="0"/>
          <a:chExt cx="0" cy="0"/>
        </a:xfrm>
      </p:grpSpPr>
      <p:grpSp>
        <p:nvGrpSpPr>
          <p:cNvPr id="8289" name="Google Shape;8289;p328"/>
          <p:cNvGrpSpPr/>
          <p:nvPr/>
        </p:nvGrpSpPr>
        <p:grpSpPr>
          <a:xfrm>
            <a:off x="5455884" y="1802244"/>
            <a:ext cx="3999342" cy="3380179"/>
            <a:chOff x="6261725" y="2733900"/>
            <a:chExt cx="2196475" cy="1856425"/>
          </a:xfrm>
        </p:grpSpPr>
        <p:sp>
          <p:nvSpPr>
            <p:cNvPr id="8290" name="Google Shape;8290;p328"/>
            <p:cNvSpPr/>
            <p:nvPr/>
          </p:nvSpPr>
          <p:spPr>
            <a:xfrm>
              <a:off x="6261725" y="2798100"/>
              <a:ext cx="2196475" cy="1792175"/>
            </a:xfrm>
            <a:custGeom>
              <a:rect b="b" l="l" r="r" t="t"/>
              <a:pathLst>
                <a:path extrusionOk="0" h="71687" w="87859">
                  <a:moveTo>
                    <a:pt x="49496" y="1"/>
                  </a:moveTo>
                  <a:cubicBezTo>
                    <a:pt x="44980" y="1"/>
                    <a:pt x="40560" y="1120"/>
                    <a:pt x="36719" y="3943"/>
                  </a:cubicBezTo>
                  <a:cubicBezTo>
                    <a:pt x="31186" y="8018"/>
                    <a:pt x="28058" y="14544"/>
                    <a:pt x="23006" y="19100"/>
                  </a:cubicBezTo>
                  <a:cubicBezTo>
                    <a:pt x="20480" y="21371"/>
                    <a:pt x="17743" y="22108"/>
                    <a:pt x="14736" y="23476"/>
                  </a:cubicBezTo>
                  <a:cubicBezTo>
                    <a:pt x="7428" y="26784"/>
                    <a:pt x="1323" y="33160"/>
                    <a:pt x="827" y="41580"/>
                  </a:cubicBezTo>
                  <a:cubicBezTo>
                    <a:pt x="0" y="55654"/>
                    <a:pt x="11157" y="65383"/>
                    <a:pt x="23592" y="68571"/>
                  </a:cubicBezTo>
                  <a:cubicBezTo>
                    <a:pt x="31655" y="70634"/>
                    <a:pt x="38721" y="71686"/>
                    <a:pt x="45160" y="71686"/>
                  </a:cubicBezTo>
                  <a:cubicBezTo>
                    <a:pt x="51858" y="71686"/>
                    <a:pt x="57877" y="70548"/>
                    <a:pt x="63635" y="68225"/>
                  </a:cubicBezTo>
                  <a:cubicBezTo>
                    <a:pt x="69499" y="65864"/>
                    <a:pt x="75468" y="62872"/>
                    <a:pt x="79694" y="57970"/>
                  </a:cubicBezTo>
                  <a:cubicBezTo>
                    <a:pt x="86084" y="50557"/>
                    <a:pt x="87859" y="40031"/>
                    <a:pt x="86400" y="30528"/>
                  </a:cubicBezTo>
                  <a:cubicBezTo>
                    <a:pt x="86174" y="28979"/>
                    <a:pt x="85829" y="27446"/>
                    <a:pt x="85362" y="25942"/>
                  </a:cubicBezTo>
                  <a:cubicBezTo>
                    <a:pt x="82310" y="15973"/>
                    <a:pt x="74461" y="7973"/>
                    <a:pt x="65183" y="3763"/>
                  </a:cubicBezTo>
                  <a:cubicBezTo>
                    <a:pt x="60365" y="1582"/>
                    <a:pt x="54864" y="1"/>
                    <a:pt x="49496"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1" name="Google Shape;8291;p328"/>
            <p:cNvSpPr/>
            <p:nvPr/>
          </p:nvSpPr>
          <p:spPr>
            <a:xfrm>
              <a:off x="7812725" y="2940650"/>
              <a:ext cx="418425" cy="459400"/>
            </a:xfrm>
            <a:custGeom>
              <a:rect b="b" l="l" r="r" t="t"/>
              <a:pathLst>
                <a:path extrusionOk="0" fill="none" h="18376" w="16737">
                  <a:moveTo>
                    <a:pt x="1" y="1"/>
                  </a:moveTo>
                  <a:lnTo>
                    <a:pt x="16736" y="1"/>
                  </a:lnTo>
                  <a:lnTo>
                    <a:pt x="16736" y="18375"/>
                  </a:lnTo>
                  <a:lnTo>
                    <a:pt x="1" y="18375"/>
                  </a:ln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2" name="Google Shape;8292;p328"/>
            <p:cNvSpPr/>
            <p:nvPr/>
          </p:nvSpPr>
          <p:spPr>
            <a:xfrm>
              <a:off x="7839050" y="2969600"/>
              <a:ext cx="365775" cy="401125"/>
            </a:xfrm>
            <a:custGeom>
              <a:rect b="b" l="l" r="r" t="t"/>
              <a:pathLst>
                <a:path extrusionOk="0" fill="none" h="16045" w="14631">
                  <a:moveTo>
                    <a:pt x="0" y="1"/>
                  </a:moveTo>
                  <a:lnTo>
                    <a:pt x="14631" y="1"/>
                  </a:lnTo>
                  <a:lnTo>
                    <a:pt x="14631" y="16045"/>
                  </a:lnTo>
                  <a:lnTo>
                    <a:pt x="0" y="16045"/>
                  </a:ln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3" name="Google Shape;8293;p328"/>
            <p:cNvSpPr/>
            <p:nvPr/>
          </p:nvSpPr>
          <p:spPr>
            <a:xfrm>
              <a:off x="7839050" y="3097025"/>
              <a:ext cx="365775" cy="273700"/>
            </a:xfrm>
            <a:custGeom>
              <a:rect b="b" l="l" r="r" t="t"/>
              <a:pathLst>
                <a:path extrusionOk="0" fill="none" h="10948" w="14631">
                  <a:moveTo>
                    <a:pt x="14631" y="1475"/>
                  </a:moveTo>
                  <a:lnTo>
                    <a:pt x="12345" y="1"/>
                  </a:lnTo>
                  <a:lnTo>
                    <a:pt x="7774" y="4662"/>
                  </a:lnTo>
                  <a:lnTo>
                    <a:pt x="4602" y="3189"/>
                  </a:lnTo>
                  <a:lnTo>
                    <a:pt x="0" y="6106"/>
                  </a:lnTo>
                  <a:lnTo>
                    <a:pt x="0" y="10948"/>
                  </a:lnTo>
                  <a:lnTo>
                    <a:pt x="14631" y="10948"/>
                  </a:ln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4" name="Google Shape;8294;p328"/>
            <p:cNvSpPr/>
            <p:nvPr/>
          </p:nvSpPr>
          <p:spPr>
            <a:xfrm>
              <a:off x="7922125" y="3012075"/>
              <a:ext cx="100775" cy="100775"/>
            </a:xfrm>
            <a:custGeom>
              <a:rect b="b" l="l" r="r" t="t"/>
              <a:pathLst>
                <a:path extrusionOk="0" fill="none" h="4031" w="4031">
                  <a:moveTo>
                    <a:pt x="4030" y="2016"/>
                  </a:moveTo>
                  <a:cubicBezTo>
                    <a:pt x="4030" y="3128"/>
                    <a:pt x="3128" y="4030"/>
                    <a:pt x="2015" y="4030"/>
                  </a:cubicBezTo>
                  <a:cubicBezTo>
                    <a:pt x="903" y="4030"/>
                    <a:pt x="0" y="3128"/>
                    <a:pt x="0" y="2016"/>
                  </a:cubicBezTo>
                  <a:cubicBezTo>
                    <a:pt x="0" y="903"/>
                    <a:pt x="903" y="1"/>
                    <a:pt x="2015" y="1"/>
                  </a:cubicBezTo>
                  <a:cubicBezTo>
                    <a:pt x="3128" y="1"/>
                    <a:pt x="4030" y="903"/>
                    <a:pt x="4030" y="2016"/>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5" name="Google Shape;8295;p328"/>
            <p:cNvSpPr/>
            <p:nvPr/>
          </p:nvSpPr>
          <p:spPr>
            <a:xfrm>
              <a:off x="7201875" y="2733900"/>
              <a:ext cx="418425" cy="459400"/>
            </a:xfrm>
            <a:custGeom>
              <a:rect b="b" l="l" r="r" t="t"/>
              <a:pathLst>
                <a:path extrusionOk="0" fill="none" h="18376" w="16737">
                  <a:moveTo>
                    <a:pt x="0" y="1"/>
                  </a:moveTo>
                  <a:lnTo>
                    <a:pt x="16736" y="1"/>
                  </a:lnTo>
                  <a:lnTo>
                    <a:pt x="16736" y="18375"/>
                  </a:lnTo>
                  <a:lnTo>
                    <a:pt x="0" y="18375"/>
                  </a:ln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6" name="Google Shape;8296;p328"/>
            <p:cNvSpPr/>
            <p:nvPr/>
          </p:nvSpPr>
          <p:spPr>
            <a:xfrm>
              <a:off x="7228200" y="2762850"/>
              <a:ext cx="365775" cy="401125"/>
            </a:xfrm>
            <a:custGeom>
              <a:rect b="b" l="l" r="r" t="t"/>
              <a:pathLst>
                <a:path extrusionOk="0" fill="none" h="16045" w="14631">
                  <a:moveTo>
                    <a:pt x="0" y="0"/>
                  </a:moveTo>
                  <a:lnTo>
                    <a:pt x="14631" y="0"/>
                  </a:lnTo>
                  <a:lnTo>
                    <a:pt x="14631" y="16044"/>
                  </a:lnTo>
                  <a:lnTo>
                    <a:pt x="0" y="16044"/>
                  </a:ln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7" name="Google Shape;8297;p328"/>
            <p:cNvSpPr/>
            <p:nvPr/>
          </p:nvSpPr>
          <p:spPr>
            <a:xfrm>
              <a:off x="7228200" y="2890275"/>
              <a:ext cx="365775" cy="273700"/>
            </a:xfrm>
            <a:custGeom>
              <a:rect b="b" l="l" r="r" t="t"/>
              <a:pathLst>
                <a:path extrusionOk="0" fill="none" h="10948" w="14631">
                  <a:moveTo>
                    <a:pt x="14631" y="1474"/>
                  </a:moveTo>
                  <a:lnTo>
                    <a:pt x="12345" y="1"/>
                  </a:lnTo>
                  <a:lnTo>
                    <a:pt x="7774" y="4662"/>
                  </a:lnTo>
                  <a:lnTo>
                    <a:pt x="4601" y="3174"/>
                  </a:lnTo>
                  <a:lnTo>
                    <a:pt x="0" y="6106"/>
                  </a:lnTo>
                  <a:lnTo>
                    <a:pt x="0" y="10947"/>
                  </a:lnTo>
                  <a:lnTo>
                    <a:pt x="14631" y="10947"/>
                  </a:ln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8" name="Google Shape;8298;p328"/>
            <p:cNvSpPr/>
            <p:nvPr/>
          </p:nvSpPr>
          <p:spPr>
            <a:xfrm>
              <a:off x="7311275" y="2805325"/>
              <a:ext cx="100750" cy="100775"/>
            </a:xfrm>
            <a:custGeom>
              <a:rect b="b" l="l" r="r" t="t"/>
              <a:pathLst>
                <a:path extrusionOk="0" fill="none" h="4031" w="4030">
                  <a:moveTo>
                    <a:pt x="4030" y="2015"/>
                  </a:moveTo>
                  <a:cubicBezTo>
                    <a:pt x="4030" y="3128"/>
                    <a:pt x="3128" y="4030"/>
                    <a:pt x="2015" y="4030"/>
                  </a:cubicBezTo>
                  <a:cubicBezTo>
                    <a:pt x="902" y="4030"/>
                    <a:pt x="0" y="3128"/>
                    <a:pt x="0" y="2015"/>
                  </a:cubicBezTo>
                  <a:cubicBezTo>
                    <a:pt x="0" y="903"/>
                    <a:pt x="902" y="1"/>
                    <a:pt x="2015" y="1"/>
                  </a:cubicBezTo>
                  <a:cubicBezTo>
                    <a:pt x="3128" y="1"/>
                    <a:pt x="4030" y="903"/>
                    <a:pt x="4030" y="2015"/>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9" name="Google Shape;8299;p328"/>
            <p:cNvSpPr/>
            <p:nvPr/>
          </p:nvSpPr>
          <p:spPr>
            <a:xfrm>
              <a:off x="6755675" y="3979875"/>
              <a:ext cx="799200" cy="610400"/>
            </a:xfrm>
            <a:custGeom>
              <a:rect b="b" l="l" r="r" t="t"/>
              <a:pathLst>
                <a:path extrusionOk="0" h="24416" w="31968">
                  <a:moveTo>
                    <a:pt x="26290" y="0"/>
                  </a:moveTo>
                  <a:cubicBezTo>
                    <a:pt x="22024" y="0"/>
                    <a:pt x="6945" y="276"/>
                    <a:pt x="4857" y="4143"/>
                  </a:cubicBezTo>
                  <a:cubicBezTo>
                    <a:pt x="3128" y="7316"/>
                    <a:pt x="1068" y="15526"/>
                    <a:pt x="0" y="20082"/>
                  </a:cubicBezTo>
                  <a:cubicBezTo>
                    <a:pt x="1263" y="20563"/>
                    <a:pt x="2541" y="20969"/>
                    <a:pt x="3834" y="21300"/>
                  </a:cubicBezTo>
                  <a:cubicBezTo>
                    <a:pt x="11890" y="23367"/>
                    <a:pt x="18945" y="24415"/>
                    <a:pt x="25373" y="24415"/>
                  </a:cubicBezTo>
                  <a:cubicBezTo>
                    <a:pt x="27644" y="24415"/>
                    <a:pt x="29837" y="24284"/>
                    <a:pt x="31968" y="24021"/>
                  </a:cubicBezTo>
                  <a:cubicBezTo>
                    <a:pt x="30419" y="15090"/>
                    <a:pt x="27412" y="8"/>
                    <a:pt x="27412" y="8"/>
                  </a:cubicBezTo>
                  <a:cubicBezTo>
                    <a:pt x="27412" y="8"/>
                    <a:pt x="27001" y="0"/>
                    <a:pt x="26290" y="0"/>
                  </a:cubicBezTo>
                  <a:close/>
                </a:path>
              </a:pathLst>
            </a:custGeom>
            <a:solidFill>
              <a:schemeClr val="lt1"/>
            </a:solid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0" name="Google Shape;8300;p328"/>
            <p:cNvSpPr/>
            <p:nvPr/>
          </p:nvSpPr>
          <p:spPr>
            <a:xfrm>
              <a:off x="6769950" y="3385850"/>
              <a:ext cx="743950" cy="779100"/>
            </a:xfrm>
            <a:custGeom>
              <a:rect b="b" l="l" r="r" t="t"/>
              <a:pathLst>
                <a:path extrusionOk="0" h="31164" w="29758">
                  <a:moveTo>
                    <a:pt x="14358" y="0"/>
                  </a:moveTo>
                  <a:cubicBezTo>
                    <a:pt x="12713" y="0"/>
                    <a:pt x="10544" y="202"/>
                    <a:pt x="8887" y="1079"/>
                  </a:cubicBezTo>
                  <a:cubicBezTo>
                    <a:pt x="8887" y="1079"/>
                    <a:pt x="4256" y="4597"/>
                    <a:pt x="2121" y="8161"/>
                  </a:cubicBezTo>
                  <a:cubicBezTo>
                    <a:pt x="0" y="11740"/>
                    <a:pt x="2121" y="26024"/>
                    <a:pt x="3820" y="28205"/>
                  </a:cubicBezTo>
                  <a:cubicBezTo>
                    <a:pt x="5129" y="29911"/>
                    <a:pt x="7165" y="31163"/>
                    <a:pt x="11092" y="31163"/>
                  </a:cubicBezTo>
                  <a:cubicBezTo>
                    <a:pt x="12218" y="31163"/>
                    <a:pt x="13498" y="31060"/>
                    <a:pt x="14962" y="30836"/>
                  </a:cubicBezTo>
                  <a:cubicBezTo>
                    <a:pt x="21548" y="29844"/>
                    <a:pt x="26375" y="26641"/>
                    <a:pt x="27307" y="23694"/>
                  </a:cubicBezTo>
                  <a:cubicBezTo>
                    <a:pt x="28254" y="20747"/>
                    <a:pt x="26555" y="13424"/>
                    <a:pt x="26555" y="13424"/>
                  </a:cubicBezTo>
                  <a:cubicBezTo>
                    <a:pt x="26555" y="13424"/>
                    <a:pt x="29758" y="11604"/>
                    <a:pt x="29442" y="7845"/>
                  </a:cubicBezTo>
                  <a:cubicBezTo>
                    <a:pt x="29126" y="4086"/>
                    <a:pt x="25187" y="3018"/>
                    <a:pt x="23172" y="2206"/>
                  </a:cubicBezTo>
                  <a:cubicBezTo>
                    <a:pt x="21172" y="1394"/>
                    <a:pt x="16781" y="146"/>
                    <a:pt x="16781" y="146"/>
                  </a:cubicBezTo>
                  <a:cubicBezTo>
                    <a:pt x="16781" y="146"/>
                    <a:pt x="15760" y="0"/>
                    <a:pt x="14358" y="0"/>
                  </a:cubicBezTo>
                  <a:close/>
                </a:path>
              </a:pathLst>
            </a:custGeom>
            <a:solidFill>
              <a:srgbClr val="B6A1D4"/>
            </a:solidFill>
            <a:ln cap="flat" cmpd="sng" w="4875">
              <a:solidFill>
                <a:srgbClr val="263238"/>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1" name="Google Shape;8301;p328"/>
            <p:cNvSpPr/>
            <p:nvPr/>
          </p:nvSpPr>
          <p:spPr>
            <a:xfrm>
              <a:off x="6769950" y="3372200"/>
              <a:ext cx="743950" cy="809750"/>
            </a:xfrm>
            <a:custGeom>
              <a:rect b="b" l="l" r="r" t="t"/>
              <a:pathLst>
                <a:path extrusionOk="0" fill="none" h="32390" w="29758">
                  <a:moveTo>
                    <a:pt x="8887" y="1625"/>
                  </a:moveTo>
                  <a:cubicBezTo>
                    <a:pt x="8887" y="1625"/>
                    <a:pt x="4256" y="5143"/>
                    <a:pt x="2121" y="8707"/>
                  </a:cubicBezTo>
                  <a:cubicBezTo>
                    <a:pt x="0" y="12286"/>
                    <a:pt x="2121" y="26570"/>
                    <a:pt x="3820" y="28751"/>
                  </a:cubicBezTo>
                  <a:cubicBezTo>
                    <a:pt x="5504" y="30946"/>
                    <a:pt x="8391" y="32390"/>
                    <a:pt x="14962" y="31382"/>
                  </a:cubicBezTo>
                  <a:cubicBezTo>
                    <a:pt x="21548" y="30390"/>
                    <a:pt x="26375" y="27187"/>
                    <a:pt x="27307" y="24240"/>
                  </a:cubicBezTo>
                  <a:cubicBezTo>
                    <a:pt x="28254" y="21293"/>
                    <a:pt x="26555" y="13970"/>
                    <a:pt x="26555" y="13970"/>
                  </a:cubicBezTo>
                  <a:cubicBezTo>
                    <a:pt x="26555" y="13970"/>
                    <a:pt x="29758" y="12150"/>
                    <a:pt x="29442" y="8391"/>
                  </a:cubicBezTo>
                  <a:cubicBezTo>
                    <a:pt x="29126" y="4632"/>
                    <a:pt x="25187" y="3564"/>
                    <a:pt x="23172" y="2752"/>
                  </a:cubicBezTo>
                  <a:cubicBezTo>
                    <a:pt x="21172" y="1940"/>
                    <a:pt x="16781" y="692"/>
                    <a:pt x="16781" y="692"/>
                  </a:cubicBezTo>
                  <a:cubicBezTo>
                    <a:pt x="16781" y="692"/>
                    <a:pt x="11955" y="1"/>
                    <a:pt x="8887" y="1625"/>
                  </a:cubicBezTo>
                  <a:close/>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2" name="Google Shape;8302;p328"/>
            <p:cNvSpPr/>
            <p:nvPr/>
          </p:nvSpPr>
          <p:spPr>
            <a:xfrm>
              <a:off x="7036850" y="3472575"/>
              <a:ext cx="151525" cy="132825"/>
            </a:xfrm>
            <a:custGeom>
              <a:rect b="b" l="l" r="r" t="t"/>
              <a:pathLst>
                <a:path extrusionOk="0" h="5313" w="6061">
                  <a:moveTo>
                    <a:pt x="6060" y="0"/>
                  </a:moveTo>
                  <a:cubicBezTo>
                    <a:pt x="6060" y="1"/>
                    <a:pt x="3573" y="1322"/>
                    <a:pt x="1334" y="1322"/>
                  </a:cubicBezTo>
                  <a:cubicBezTo>
                    <a:pt x="871" y="1322"/>
                    <a:pt x="418" y="1265"/>
                    <a:pt x="0" y="1128"/>
                  </a:cubicBezTo>
                  <a:lnTo>
                    <a:pt x="0" y="1128"/>
                  </a:lnTo>
                  <a:cubicBezTo>
                    <a:pt x="1" y="1128"/>
                    <a:pt x="2060" y="5113"/>
                    <a:pt x="3895" y="5308"/>
                  </a:cubicBezTo>
                  <a:cubicBezTo>
                    <a:pt x="3925" y="5311"/>
                    <a:pt x="3954" y="5313"/>
                    <a:pt x="3983" y="5313"/>
                  </a:cubicBezTo>
                  <a:cubicBezTo>
                    <a:pt x="5740" y="5313"/>
                    <a:pt x="6060" y="1"/>
                    <a:pt x="6060" y="0"/>
                  </a:cubicBezTo>
                  <a:close/>
                </a:path>
              </a:pathLst>
            </a:custGeom>
            <a:solidFill>
              <a:schemeClr val="lt1"/>
            </a:solid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3" name="Google Shape;8303;p328"/>
            <p:cNvSpPr/>
            <p:nvPr/>
          </p:nvSpPr>
          <p:spPr>
            <a:xfrm>
              <a:off x="6681600" y="3530475"/>
              <a:ext cx="342125" cy="570025"/>
            </a:xfrm>
            <a:custGeom>
              <a:rect b="b" l="l" r="r" t="t"/>
              <a:pathLst>
                <a:path extrusionOk="0" h="22801" w="13685">
                  <a:moveTo>
                    <a:pt x="7670" y="0"/>
                  </a:moveTo>
                  <a:cubicBezTo>
                    <a:pt x="7670" y="0"/>
                    <a:pt x="5219" y="617"/>
                    <a:pt x="4091" y="4000"/>
                  </a:cubicBezTo>
                  <a:cubicBezTo>
                    <a:pt x="3474" y="5834"/>
                    <a:pt x="1" y="15232"/>
                    <a:pt x="512" y="19367"/>
                  </a:cubicBezTo>
                  <a:cubicBezTo>
                    <a:pt x="827" y="21994"/>
                    <a:pt x="2052" y="22800"/>
                    <a:pt x="3548" y="22800"/>
                  </a:cubicBezTo>
                  <a:cubicBezTo>
                    <a:pt x="4407" y="22800"/>
                    <a:pt x="5355" y="22534"/>
                    <a:pt x="6271" y="22194"/>
                  </a:cubicBezTo>
                  <a:cubicBezTo>
                    <a:pt x="8782" y="21247"/>
                    <a:pt x="13684" y="14330"/>
                    <a:pt x="13684" y="13653"/>
                  </a:cubicBezTo>
                  <a:cubicBezTo>
                    <a:pt x="13684" y="12962"/>
                    <a:pt x="13053" y="10646"/>
                    <a:pt x="12105" y="10646"/>
                  </a:cubicBezTo>
                  <a:cubicBezTo>
                    <a:pt x="11173" y="10646"/>
                    <a:pt x="8797" y="11774"/>
                    <a:pt x="8797" y="11774"/>
                  </a:cubicBezTo>
                  <a:cubicBezTo>
                    <a:pt x="8797" y="11774"/>
                    <a:pt x="9098" y="9067"/>
                    <a:pt x="8797" y="7188"/>
                  </a:cubicBezTo>
                  <a:lnTo>
                    <a:pt x="7670" y="0"/>
                  </a:lnTo>
                  <a:close/>
                </a:path>
              </a:pathLst>
            </a:custGeom>
            <a:solidFill>
              <a:srgbClr val="B6A1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4" name="Google Shape;8304;p328"/>
            <p:cNvSpPr/>
            <p:nvPr/>
          </p:nvSpPr>
          <p:spPr>
            <a:xfrm>
              <a:off x="6681600" y="3530475"/>
              <a:ext cx="342125" cy="587575"/>
            </a:xfrm>
            <a:custGeom>
              <a:rect b="b" l="l" r="r" t="t"/>
              <a:pathLst>
                <a:path extrusionOk="0" fill="none" h="23503" w="13685">
                  <a:moveTo>
                    <a:pt x="7670" y="0"/>
                  </a:moveTo>
                  <a:cubicBezTo>
                    <a:pt x="7670" y="0"/>
                    <a:pt x="5219" y="617"/>
                    <a:pt x="4091" y="4000"/>
                  </a:cubicBezTo>
                  <a:cubicBezTo>
                    <a:pt x="3474" y="5834"/>
                    <a:pt x="1" y="15232"/>
                    <a:pt x="512" y="19367"/>
                  </a:cubicBezTo>
                  <a:cubicBezTo>
                    <a:pt x="1008" y="23502"/>
                    <a:pt x="3760" y="23126"/>
                    <a:pt x="6271" y="22194"/>
                  </a:cubicBezTo>
                  <a:cubicBezTo>
                    <a:pt x="8782" y="21247"/>
                    <a:pt x="13684" y="14330"/>
                    <a:pt x="13684" y="13653"/>
                  </a:cubicBezTo>
                  <a:cubicBezTo>
                    <a:pt x="13684" y="12962"/>
                    <a:pt x="13053" y="10646"/>
                    <a:pt x="12105" y="10646"/>
                  </a:cubicBezTo>
                  <a:cubicBezTo>
                    <a:pt x="11173" y="10646"/>
                    <a:pt x="8797" y="11774"/>
                    <a:pt x="8797" y="11774"/>
                  </a:cubicBezTo>
                  <a:cubicBezTo>
                    <a:pt x="8797" y="11774"/>
                    <a:pt x="9098" y="9067"/>
                    <a:pt x="8797" y="7188"/>
                  </a:cubicBezTo>
                </a:path>
              </a:pathLst>
            </a:custGeom>
            <a:noFill/>
            <a:ln cap="flat" cmpd="sng" w="4875">
              <a:solidFill>
                <a:srgbClr val="263238"/>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5" name="Google Shape;8305;p328"/>
            <p:cNvSpPr/>
            <p:nvPr/>
          </p:nvSpPr>
          <p:spPr>
            <a:xfrm>
              <a:off x="6681600" y="3530475"/>
              <a:ext cx="342125" cy="587575"/>
            </a:xfrm>
            <a:custGeom>
              <a:rect b="b" l="l" r="r" t="t"/>
              <a:pathLst>
                <a:path extrusionOk="0" fill="none" h="23503" w="13685">
                  <a:moveTo>
                    <a:pt x="7670" y="0"/>
                  </a:moveTo>
                  <a:cubicBezTo>
                    <a:pt x="7670" y="0"/>
                    <a:pt x="5219" y="617"/>
                    <a:pt x="4091" y="4000"/>
                  </a:cubicBezTo>
                  <a:cubicBezTo>
                    <a:pt x="3474" y="5834"/>
                    <a:pt x="1" y="15232"/>
                    <a:pt x="512" y="19367"/>
                  </a:cubicBezTo>
                  <a:cubicBezTo>
                    <a:pt x="1008" y="23502"/>
                    <a:pt x="3760" y="23126"/>
                    <a:pt x="6271" y="22194"/>
                  </a:cubicBezTo>
                  <a:cubicBezTo>
                    <a:pt x="8782" y="21247"/>
                    <a:pt x="13684" y="14330"/>
                    <a:pt x="13684" y="13653"/>
                  </a:cubicBezTo>
                  <a:cubicBezTo>
                    <a:pt x="13684" y="12962"/>
                    <a:pt x="13053" y="10646"/>
                    <a:pt x="12105" y="10646"/>
                  </a:cubicBezTo>
                  <a:cubicBezTo>
                    <a:pt x="11173" y="10646"/>
                    <a:pt x="8797" y="11774"/>
                    <a:pt x="8797" y="11774"/>
                  </a:cubicBezTo>
                  <a:cubicBezTo>
                    <a:pt x="8797" y="11774"/>
                    <a:pt x="9098" y="9067"/>
                    <a:pt x="8797" y="7188"/>
                  </a:cubicBez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6" name="Google Shape;8306;p328"/>
            <p:cNvSpPr/>
            <p:nvPr/>
          </p:nvSpPr>
          <p:spPr>
            <a:xfrm>
              <a:off x="6819950" y="3824800"/>
              <a:ext cx="81600" cy="45525"/>
            </a:xfrm>
            <a:custGeom>
              <a:rect b="b" l="l" r="r" t="t"/>
              <a:pathLst>
                <a:path extrusionOk="0" h="1821" w="3264">
                  <a:moveTo>
                    <a:pt x="3263" y="1"/>
                  </a:moveTo>
                  <a:cubicBezTo>
                    <a:pt x="3263" y="1"/>
                    <a:pt x="496" y="1324"/>
                    <a:pt x="0" y="1820"/>
                  </a:cubicBezTo>
                  <a:lnTo>
                    <a:pt x="3263"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7" name="Google Shape;8307;p328"/>
            <p:cNvSpPr/>
            <p:nvPr/>
          </p:nvSpPr>
          <p:spPr>
            <a:xfrm>
              <a:off x="6819950" y="3824800"/>
              <a:ext cx="81600" cy="45525"/>
            </a:xfrm>
            <a:custGeom>
              <a:rect b="b" l="l" r="r" t="t"/>
              <a:pathLst>
                <a:path extrusionOk="0" fill="none" h="1821" w="3264">
                  <a:moveTo>
                    <a:pt x="3263" y="1"/>
                  </a:moveTo>
                  <a:cubicBezTo>
                    <a:pt x="3263" y="1"/>
                    <a:pt x="497" y="1324"/>
                    <a:pt x="0" y="1820"/>
                  </a:cubicBez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8" name="Google Shape;8308;p328"/>
            <p:cNvSpPr/>
            <p:nvPr/>
          </p:nvSpPr>
          <p:spPr>
            <a:xfrm>
              <a:off x="6965425" y="3752250"/>
              <a:ext cx="196250" cy="139625"/>
            </a:xfrm>
            <a:custGeom>
              <a:rect b="b" l="l" r="r" t="t"/>
              <a:pathLst>
                <a:path extrusionOk="0" h="5585" w="7850">
                  <a:moveTo>
                    <a:pt x="5173" y="1"/>
                  </a:moveTo>
                  <a:cubicBezTo>
                    <a:pt x="4511" y="1"/>
                    <a:pt x="843" y="2527"/>
                    <a:pt x="422" y="3324"/>
                  </a:cubicBezTo>
                  <a:cubicBezTo>
                    <a:pt x="0" y="4106"/>
                    <a:pt x="843" y="5459"/>
                    <a:pt x="1670" y="5519"/>
                  </a:cubicBezTo>
                  <a:cubicBezTo>
                    <a:pt x="1683" y="5520"/>
                    <a:pt x="1697" y="5521"/>
                    <a:pt x="1711" y="5521"/>
                  </a:cubicBezTo>
                  <a:cubicBezTo>
                    <a:pt x="2563" y="5521"/>
                    <a:pt x="4586" y="3745"/>
                    <a:pt x="4587" y="3745"/>
                  </a:cubicBezTo>
                  <a:lnTo>
                    <a:pt x="4587" y="3745"/>
                  </a:lnTo>
                  <a:cubicBezTo>
                    <a:pt x="4586" y="3745"/>
                    <a:pt x="3624" y="4888"/>
                    <a:pt x="4030" y="5384"/>
                  </a:cubicBezTo>
                  <a:cubicBezTo>
                    <a:pt x="4152" y="5528"/>
                    <a:pt x="4375" y="5584"/>
                    <a:pt x="4645" y="5584"/>
                  </a:cubicBezTo>
                  <a:cubicBezTo>
                    <a:pt x="5275" y="5584"/>
                    <a:pt x="6156" y="5274"/>
                    <a:pt x="6556" y="5053"/>
                  </a:cubicBezTo>
                  <a:cubicBezTo>
                    <a:pt x="7113" y="4722"/>
                    <a:pt x="7850" y="4151"/>
                    <a:pt x="7774" y="3835"/>
                  </a:cubicBezTo>
                  <a:cubicBezTo>
                    <a:pt x="7684" y="3504"/>
                    <a:pt x="7519" y="1309"/>
                    <a:pt x="6962" y="738"/>
                  </a:cubicBezTo>
                  <a:cubicBezTo>
                    <a:pt x="6391" y="166"/>
                    <a:pt x="5173" y="1"/>
                    <a:pt x="5173" y="1"/>
                  </a:cubicBezTo>
                  <a:close/>
                </a:path>
              </a:pathLst>
            </a:custGeom>
            <a:solidFill>
              <a:srgbClr val="FFFFFF"/>
            </a:solid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9" name="Google Shape;8309;p328"/>
            <p:cNvSpPr/>
            <p:nvPr/>
          </p:nvSpPr>
          <p:spPr>
            <a:xfrm>
              <a:off x="7031575" y="3733425"/>
              <a:ext cx="115825" cy="114650"/>
            </a:xfrm>
            <a:custGeom>
              <a:rect b="b" l="l" r="r" t="t"/>
              <a:pathLst>
                <a:path extrusionOk="0" h="4586" w="4633">
                  <a:moveTo>
                    <a:pt x="1964" y="0"/>
                  </a:moveTo>
                  <a:cubicBezTo>
                    <a:pt x="1153" y="0"/>
                    <a:pt x="408" y="432"/>
                    <a:pt x="1" y="1145"/>
                  </a:cubicBezTo>
                  <a:lnTo>
                    <a:pt x="407" y="1897"/>
                  </a:lnTo>
                  <a:cubicBezTo>
                    <a:pt x="407" y="1897"/>
                    <a:pt x="1956" y="3731"/>
                    <a:pt x="2662" y="4347"/>
                  </a:cubicBezTo>
                  <a:cubicBezTo>
                    <a:pt x="2853" y="4513"/>
                    <a:pt x="3059" y="4586"/>
                    <a:pt x="3261" y="4586"/>
                  </a:cubicBezTo>
                  <a:cubicBezTo>
                    <a:pt x="3791" y="4586"/>
                    <a:pt x="4295" y="4089"/>
                    <a:pt x="4437" y="3490"/>
                  </a:cubicBezTo>
                  <a:cubicBezTo>
                    <a:pt x="4632" y="2663"/>
                    <a:pt x="2527" y="17"/>
                    <a:pt x="2046" y="2"/>
                  </a:cubicBezTo>
                  <a:cubicBezTo>
                    <a:pt x="2019" y="1"/>
                    <a:pt x="1991" y="0"/>
                    <a:pt x="196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0" name="Google Shape;8310;p328"/>
            <p:cNvSpPr/>
            <p:nvPr/>
          </p:nvSpPr>
          <p:spPr>
            <a:xfrm>
              <a:off x="7031575" y="3732700"/>
              <a:ext cx="115825" cy="124450"/>
            </a:xfrm>
            <a:custGeom>
              <a:rect b="b" l="l" r="r" t="t"/>
              <a:pathLst>
                <a:path extrusionOk="0" fill="none" h="4978" w="4633">
                  <a:moveTo>
                    <a:pt x="1" y="1174"/>
                  </a:moveTo>
                  <a:cubicBezTo>
                    <a:pt x="422" y="437"/>
                    <a:pt x="1204" y="1"/>
                    <a:pt x="2046" y="31"/>
                  </a:cubicBezTo>
                  <a:cubicBezTo>
                    <a:pt x="2527" y="46"/>
                    <a:pt x="4632" y="2692"/>
                    <a:pt x="4437" y="3519"/>
                  </a:cubicBezTo>
                  <a:cubicBezTo>
                    <a:pt x="4241" y="4346"/>
                    <a:pt x="3354" y="4978"/>
                    <a:pt x="2662" y="4376"/>
                  </a:cubicBezTo>
                  <a:cubicBezTo>
                    <a:pt x="1956" y="3760"/>
                    <a:pt x="407" y="1926"/>
                    <a:pt x="407" y="1926"/>
                  </a:cubicBez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1" name="Google Shape;8311;p328"/>
            <p:cNvSpPr/>
            <p:nvPr/>
          </p:nvSpPr>
          <p:spPr>
            <a:xfrm>
              <a:off x="6940625" y="3831700"/>
              <a:ext cx="66925" cy="74925"/>
            </a:xfrm>
            <a:custGeom>
              <a:rect b="b" l="l" r="r" t="t"/>
              <a:pathLst>
                <a:path extrusionOk="0" h="2997" w="2677">
                  <a:moveTo>
                    <a:pt x="1103" y="1"/>
                  </a:moveTo>
                  <a:cubicBezTo>
                    <a:pt x="806" y="1"/>
                    <a:pt x="476" y="270"/>
                    <a:pt x="271" y="702"/>
                  </a:cubicBezTo>
                  <a:cubicBezTo>
                    <a:pt x="0" y="1304"/>
                    <a:pt x="917" y="2431"/>
                    <a:pt x="1504" y="2837"/>
                  </a:cubicBezTo>
                  <a:cubicBezTo>
                    <a:pt x="1670" y="2948"/>
                    <a:pt x="1837" y="2996"/>
                    <a:pt x="1990" y="2996"/>
                  </a:cubicBezTo>
                  <a:cubicBezTo>
                    <a:pt x="2376" y="2996"/>
                    <a:pt x="2677" y="2692"/>
                    <a:pt x="2677" y="2326"/>
                  </a:cubicBezTo>
                  <a:cubicBezTo>
                    <a:pt x="2677" y="1665"/>
                    <a:pt x="1759" y="447"/>
                    <a:pt x="1429" y="131"/>
                  </a:cubicBezTo>
                  <a:cubicBezTo>
                    <a:pt x="1331" y="42"/>
                    <a:pt x="1220" y="1"/>
                    <a:pt x="1103" y="1"/>
                  </a:cubicBezTo>
                  <a:close/>
                </a:path>
              </a:pathLst>
            </a:custGeom>
            <a:solidFill>
              <a:srgbClr val="FFFFFF"/>
            </a:solid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2" name="Google Shape;8312;p328"/>
            <p:cNvSpPr/>
            <p:nvPr/>
          </p:nvSpPr>
          <p:spPr>
            <a:xfrm>
              <a:off x="6957900" y="3783550"/>
              <a:ext cx="79725" cy="98250"/>
            </a:xfrm>
            <a:custGeom>
              <a:rect b="b" l="l" r="r" t="t"/>
              <a:pathLst>
                <a:path extrusionOk="0" h="3930" w="3189">
                  <a:moveTo>
                    <a:pt x="1542" y="0"/>
                  </a:moveTo>
                  <a:cubicBezTo>
                    <a:pt x="1198" y="0"/>
                    <a:pt x="790" y="255"/>
                    <a:pt x="482" y="688"/>
                  </a:cubicBezTo>
                  <a:cubicBezTo>
                    <a:pt x="1" y="1365"/>
                    <a:pt x="873" y="2974"/>
                    <a:pt x="1504" y="3591"/>
                  </a:cubicBezTo>
                  <a:cubicBezTo>
                    <a:pt x="1737" y="3829"/>
                    <a:pt x="1997" y="3930"/>
                    <a:pt x="2237" y="3930"/>
                  </a:cubicBezTo>
                  <a:cubicBezTo>
                    <a:pt x="2635" y="3930"/>
                    <a:pt x="2978" y="3653"/>
                    <a:pt x="3053" y="3260"/>
                  </a:cubicBezTo>
                  <a:cubicBezTo>
                    <a:pt x="3188" y="2448"/>
                    <a:pt x="2361" y="749"/>
                    <a:pt x="2031" y="252"/>
                  </a:cubicBezTo>
                  <a:cubicBezTo>
                    <a:pt x="1907" y="80"/>
                    <a:pt x="1734" y="0"/>
                    <a:pt x="1542" y="0"/>
                  </a:cubicBezTo>
                  <a:close/>
                </a:path>
              </a:pathLst>
            </a:custGeom>
            <a:solidFill>
              <a:srgbClr val="FFFFFF"/>
            </a:solid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3" name="Google Shape;8313;p328"/>
            <p:cNvSpPr/>
            <p:nvPr/>
          </p:nvSpPr>
          <p:spPr>
            <a:xfrm>
              <a:off x="6995125" y="3753100"/>
              <a:ext cx="80100" cy="98450"/>
            </a:xfrm>
            <a:custGeom>
              <a:rect b="b" l="l" r="r" t="t"/>
              <a:pathLst>
                <a:path extrusionOk="0" h="3938" w="3204">
                  <a:moveTo>
                    <a:pt x="1556" y="0"/>
                  </a:moveTo>
                  <a:cubicBezTo>
                    <a:pt x="1213" y="0"/>
                    <a:pt x="805" y="255"/>
                    <a:pt x="497" y="688"/>
                  </a:cubicBezTo>
                  <a:cubicBezTo>
                    <a:pt x="0" y="1380"/>
                    <a:pt x="872" y="2974"/>
                    <a:pt x="1504" y="3606"/>
                  </a:cubicBezTo>
                  <a:cubicBezTo>
                    <a:pt x="1742" y="3838"/>
                    <a:pt x="2005" y="3938"/>
                    <a:pt x="2246" y="3938"/>
                  </a:cubicBezTo>
                  <a:cubicBezTo>
                    <a:pt x="2647" y="3938"/>
                    <a:pt x="2987" y="3663"/>
                    <a:pt x="3053" y="3260"/>
                  </a:cubicBezTo>
                  <a:cubicBezTo>
                    <a:pt x="3203" y="2448"/>
                    <a:pt x="2376" y="749"/>
                    <a:pt x="2045" y="252"/>
                  </a:cubicBezTo>
                  <a:cubicBezTo>
                    <a:pt x="1921" y="80"/>
                    <a:pt x="1749" y="0"/>
                    <a:pt x="1556" y="0"/>
                  </a:cubicBezTo>
                  <a:close/>
                </a:path>
              </a:pathLst>
            </a:custGeom>
            <a:solidFill>
              <a:srgbClr val="FFFFFF"/>
            </a:solid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4" name="Google Shape;8314;p328"/>
            <p:cNvSpPr/>
            <p:nvPr/>
          </p:nvSpPr>
          <p:spPr>
            <a:xfrm>
              <a:off x="7223675" y="3266675"/>
              <a:ext cx="56800" cy="91725"/>
            </a:xfrm>
            <a:custGeom>
              <a:rect b="b" l="l" r="r" t="t"/>
              <a:pathLst>
                <a:path extrusionOk="0" h="3669" w="2272">
                  <a:moveTo>
                    <a:pt x="1056" y="0"/>
                  </a:moveTo>
                  <a:cubicBezTo>
                    <a:pt x="933" y="0"/>
                    <a:pt x="809" y="24"/>
                    <a:pt x="692" y="72"/>
                  </a:cubicBezTo>
                  <a:cubicBezTo>
                    <a:pt x="1" y="357"/>
                    <a:pt x="46" y="1891"/>
                    <a:pt x="46" y="1891"/>
                  </a:cubicBezTo>
                  <a:cubicBezTo>
                    <a:pt x="46" y="1891"/>
                    <a:pt x="91" y="3289"/>
                    <a:pt x="376" y="3590"/>
                  </a:cubicBezTo>
                  <a:cubicBezTo>
                    <a:pt x="429" y="3643"/>
                    <a:pt x="495" y="3669"/>
                    <a:pt x="572" y="3669"/>
                  </a:cubicBezTo>
                  <a:cubicBezTo>
                    <a:pt x="935" y="3669"/>
                    <a:pt x="1523" y="3075"/>
                    <a:pt x="1895" y="1846"/>
                  </a:cubicBezTo>
                  <a:cubicBezTo>
                    <a:pt x="2272" y="604"/>
                    <a:pt x="1675" y="0"/>
                    <a:pt x="1056" y="0"/>
                  </a:cubicBezTo>
                  <a:close/>
                </a:path>
              </a:pathLst>
            </a:custGeom>
            <a:solidFill>
              <a:schemeClr val="lt1"/>
            </a:solid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5" name="Google Shape;8315;p328"/>
            <p:cNvSpPr/>
            <p:nvPr/>
          </p:nvSpPr>
          <p:spPr>
            <a:xfrm>
              <a:off x="6859425" y="3371425"/>
              <a:ext cx="91750" cy="67450"/>
            </a:xfrm>
            <a:custGeom>
              <a:rect b="b" l="l" r="r" t="t"/>
              <a:pathLst>
                <a:path extrusionOk="0" h="2698" w="3670">
                  <a:moveTo>
                    <a:pt x="1241" y="0"/>
                  </a:moveTo>
                  <a:cubicBezTo>
                    <a:pt x="1155" y="0"/>
                    <a:pt x="1072" y="15"/>
                    <a:pt x="993" y="47"/>
                  </a:cubicBezTo>
                  <a:cubicBezTo>
                    <a:pt x="286" y="332"/>
                    <a:pt x="0" y="1415"/>
                    <a:pt x="1369" y="2167"/>
                  </a:cubicBezTo>
                  <a:cubicBezTo>
                    <a:pt x="2054" y="2548"/>
                    <a:pt x="2635" y="2697"/>
                    <a:pt x="3042" y="2697"/>
                  </a:cubicBezTo>
                  <a:cubicBezTo>
                    <a:pt x="3438" y="2697"/>
                    <a:pt x="3669" y="2555"/>
                    <a:pt x="3669" y="2347"/>
                  </a:cubicBezTo>
                  <a:cubicBezTo>
                    <a:pt x="3669" y="1926"/>
                    <a:pt x="2722" y="889"/>
                    <a:pt x="2722" y="889"/>
                  </a:cubicBezTo>
                  <a:cubicBezTo>
                    <a:pt x="2722" y="889"/>
                    <a:pt x="1916" y="0"/>
                    <a:pt x="1241" y="0"/>
                  </a:cubicBezTo>
                  <a:close/>
                </a:path>
              </a:pathLst>
            </a:custGeom>
            <a:solidFill>
              <a:schemeClr val="lt1"/>
            </a:solid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6" name="Google Shape;8316;p328"/>
            <p:cNvSpPr/>
            <p:nvPr/>
          </p:nvSpPr>
          <p:spPr>
            <a:xfrm>
              <a:off x="6892125" y="3115425"/>
              <a:ext cx="347375" cy="408550"/>
            </a:xfrm>
            <a:custGeom>
              <a:rect b="b" l="l" r="r" t="t"/>
              <a:pathLst>
                <a:path extrusionOk="0" h="16342" w="13895">
                  <a:moveTo>
                    <a:pt x="7679" y="1"/>
                  </a:moveTo>
                  <a:cubicBezTo>
                    <a:pt x="6902" y="1"/>
                    <a:pt x="6041" y="94"/>
                    <a:pt x="5098" y="302"/>
                  </a:cubicBezTo>
                  <a:cubicBezTo>
                    <a:pt x="737" y="1265"/>
                    <a:pt x="587" y="3490"/>
                    <a:pt x="587" y="3490"/>
                  </a:cubicBezTo>
                  <a:cubicBezTo>
                    <a:pt x="587" y="3490"/>
                    <a:pt x="0" y="6077"/>
                    <a:pt x="211" y="7700"/>
                  </a:cubicBezTo>
                  <a:cubicBezTo>
                    <a:pt x="436" y="9324"/>
                    <a:pt x="1098" y="10813"/>
                    <a:pt x="2361" y="12873"/>
                  </a:cubicBezTo>
                  <a:cubicBezTo>
                    <a:pt x="3420" y="14613"/>
                    <a:pt x="5514" y="16341"/>
                    <a:pt x="7944" y="16341"/>
                  </a:cubicBezTo>
                  <a:cubicBezTo>
                    <a:pt x="8413" y="16341"/>
                    <a:pt x="8894" y="16277"/>
                    <a:pt x="9383" y="16136"/>
                  </a:cubicBezTo>
                  <a:cubicBezTo>
                    <a:pt x="13233" y="15008"/>
                    <a:pt x="13894" y="12587"/>
                    <a:pt x="13894" y="9851"/>
                  </a:cubicBezTo>
                  <a:cubicBezTo>
                    <a:pt x="13894" y="7114"/>
                    <a:pt x="13518" y="4528"/>
                    <a:pt x="12781" y="2678"/>
                  </a:cubicBezTo>
                  <a:cubicBezTo>
                    <a:pt x="12216" y="1229"/>
                    <a:pt x="10496" y="1"/>
                    <a:pt x="7679" y="1"/>
                  </a:cubicBezTo>
                  <a:close/>
                </a:path>
              </a:pathLst>
            </a:custGeom>
            <a:solidFill>
              <a:schemeClr val="lt1"/>
            </a:solid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7" name="Google Shape;8317;p328"/>
            <p:cNvSpPr/>
            <p:nvPr/>
          </p:nvSpPr>
          <p:spPr>
            <a:xfrm>
              <a:off x="6771875" y="2960400"/>
              <a:ext cx="543550" cy="427075"/>
            </a:xfrm>
            <a:custGeom>
              <a:rect b="b" l="l" r="r" t="t"/>
              <a:pathLst>
                <a:path extrusionOk="0" h="17083" w="21742">
                  <a:moveTo>
                    <a:pt x="10944" y="1"/>
                  </a:moveTo>
                  <a:cubicBezTo>
                    <a:pt x="5459" y="1"/>
                    <a:pt x="0" y="5126"/>
                    <a:pt x="841" y="10894"/>
                  </a:cubicBezTo>
                  <a:cubicBezTo>
                    <a:pt x="1292" y="13932"/>
                    <a:pt x="2660" y="15300"/>
                    <a:pt x="3848" y="16413"/>
                  </a:cubicBezTo>
                  <a:cubicBezTo>
                    <a:pt x="4361" y="16893"/>
                    <a:pt x="4858" y="17082"/>
                    <a:pt x="5280" y="17082"/>
                  </a:cubicBezTo>
                  <a:cubicBezTo>
                    <a:pt x="5836" y="17082"/>
                    <a:pt x="6264" y="16756"/>
                    <a:pt x="6434" y="16337"/>
                  </a:cubicBezTo>
                  <a:cubicBezTo>
                    <a:pt x="6735" y="15601"/>
                    <a:pt x="5923" y="14563"/>
                    <a:pt x="5923" y="14563"/>
                  </a:cubicBezTo>
                  <a:cubicBezTo>
                    <a:pt x="5472" y="12413"/>
                    <a:pt x="6660" y="10729"/>
                    <a:pt x="6660" y="10729"/>
                  </a:cubicBezTo>
                  <a:cubicBezTo>
                    <a:pt x="6660" y="10729"/>
                    <a:pt x="7111" y="10007"/>
                    <a:pt x="7983" y="9691"/>
                  </a:cubicBezTo>
                  <a:cubicBezTo>
                    <a:pt x="8112" y="9644"/>
                    <a:pt x="8241" y="9624"/>
                    <a:pt x="8368" y="9624"/>
                  </a:cubicBezTo>
                  <a:cubicBezTo>
                    <a:pt x="9053" y="9624"/>
                    <a:pt x="9689" y="10202"/>
                    <a:pt x="10133" y="10202"/>
                  </a:cubicBezTo>
                  <a:cubicBezTo>
                    <a:pt x="10645" y="10202"/>
                    <a:pt x="10870" y="10202"/>
                    <a:pt x="12494" y="9676"/>
                  </a:cubicBezTo>
                  <a:cubicBezTo>
                    <a:pt x="13762" y="9281"/>
                    <a:pt x="14535" y="8390"/>
                    <a:pt x="15398" y="8390"/>
                  </a:cubicBezTo>
                  <a:cubicBezTo>
                    <a:pt x="15650" y="8390"/>
                    <a:pt x="15910" y="8466"/>
                    <a:pt x="16193" y="8654"/>
                  </a:cubicBezTo>
                  <a:cubicBezTo>
                    <a:pt x="17456" y="9466"/>
                    <a:pt x="17832" y="11676"/>
                    <a:pt x="17967" y="12052"/>
                  </a:cubicBezTo>
                  <a:cubicBezTo>
                    <a:pt x="18054" y="12260"/>
                    <a:pt x="18461" y="12573"/>
                    <a:pt x="18945" y="12573"/>
                  </a:cubicBezTo>
                  <a:cubicBezTo>
                    <a:pt x="19301" y="12573"/>
                    <a:pt x="19699" y="12404"/>
                    <a:pt x="20042" y="11902"/>
                  </a:cubicBezTo>
                  <a:cubicBezTo>
                    <a:pt x="20854" y="10714"/>
                    <a:pt x="21741" y="7616"/>
                    <a:pt x="20629" y="5240"/>
                  </a:cubicBezTo>
                  <a:cubicBezTo>
                    <a:pt x="19516" y="2880"/>
                    <a:pt x="15967" y="1541"/>
                    <a:pt x="15967" y="1541"/>
                  </a:cubicBezTo>
                  <a:cubicBezTo>
                    <a:pt x="14374" y="955"/>
                    <a:pt x="13396" y="158"/>
                    <a:pt x="11562" y="23"/>
                  </a:cubicBezTo>
                  <a:cubicBezTo>
                    <a:pt x="11356" y="8"/>
                    <a:pt x="11150" y="1"/>
                    <a:pt x="10944" y="1"/>
                  </a:cubicBezTo>
                  <a:close/>
                </a:path>
              </a:pathLst>
            </a:custGeom>
            <a:solidFill>
              <a:schemeClr val="lt1"/>
            </a:solid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8" name="Google Shape;8318;p328"/>
            <p:cNvSpPr/>
            <p:nvPr/>
          </p:nvSpPr>
          <p:spPr>
            <a:xfrm>
              <a:off x="7741300" y="3582900"/>
              <a:ext cx="88000" cy="72775"/>
            </a:xfrm>
            <a:custGeom>
              <a:rect b="b" l="l" r="r" t="t"/>
              <a:pathLst>
                <a:path extrusionOk="0" h="2911" w="3520">
                  <a:moveTo>
                    <a:pt x="2342" y="0"/>
                  </a:moveTo>
                  <a:cubicBezTo>
                    <a:pt x="1953" y="0"/>
                    <a:pt x="1485" y="159"/>
                    <a:pt x="1038" y="715"/>
                  </a:cubicBezTo>
                  <a:cubicBezTo>
                    <a:pt x="1" y="1993"/>
                    <a:pt x="362" y="1993"/>
                    <a:pt x="362" y="1993"/>
                  </a:cubicBezTo>
                  <a:lnTo>
                    <a:pt x="2317" y="2910"/>
                  </a:lnTo>
                  <a:cubicBezTo>
                    <a:pt x="2317" y="2910"/>
                    <a:pt x="3519" y="1437"/>
                    <a:pt x="3234" y="279"/>
                  </a:cubicBezTo>
                  <a:cubicBezTo>
                    <a:pt x="3234" y="279"/>
                    <a:pt x="2858" y="0"/>
                    <a:pt x="2342" y="0"/>
                  </a:cubicBezTo>
                  <a:close/>
                </a:path>
              </a:pathLst>
            </a:custGeom>
            <a:solidFill>
              <a:schemeClr val="lt1"/>
            </a:solidFill>
            <a:ln cap="rnd" cmpd="sng" w="9525">
              <a:solidFill>
                <a:srgbClr val="2632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9" name="Google Shape;8319;p328"/>
            <p:cNvSpPr/>
            <p:nvPr/>
          </p:nvSpPr>
          <p:spPr>
            <a:xfrm>
              <a:off x="6973325" y="4287550"/>
              <a:ext cx="926275" cy="302775"/>
            </a:xfrm>
            <a:custGeom>
              <a:rect b="b" l="l" r="r" t="t"/>
              <a:pathLst>
                <a:path extrusionOk="0" h="12111" w="37051">
                  <a:moveTo>
                    <a:pt x="14661" y="1"/>
                  </a:moveTo>
                  <a:cubicBezTo>
                    <a:pt x="14661" y="1"/>
                    <a:pt x="4722" y="3580"/>
                    <a:pt x="0" y="10135"/>
                  </a:cubicBezTo>
                  <a:lnTo>
                    <a:pt x="256" y="10196"/>
                  </a:lnTo>
                  <a:lnTo>
                    <a:pt x="10827" y="11835"/>
                  </a:lnTo>
                  <a:cubicBezTo>
                    <a:pt x="12853" y="12018"/>
                    <a:pt x="14814" y="12111"/>
                    <a:pt x="16721" y="12111"/>
                  </a:cubicBezTo>
                  <a:cubicBezTo>
                    <a:pt x="23403" y="12111"/>
                    <a:pt x="29412" y="10975"/>
                    <a:pt x="35156" y="8647"/>
                  </a:cubicBezTo>
                  <a:cubicBezTo>
                    <a:pt x="35727" y="8421"/>
                    <a:pt x="36298" y="8196"/>
                    <a:pt x="36840" y="7955"/>
                  </a:cubicBezTo>
                  <a:cubicBezTo>
                    <a:pt x="37050" y="4798"/>
                    <a:pt x="36283" y="3489"/>
                    <a:pt x="36283" y="3489"/>
                  </a:cubicBezTo>
                  <a:cubicBezTo>
                    <a:pt x="36283" y="3489"/>
                    <a:pt x="34870" y="4046"/>
                    <a:pt x="33742" y="4617"/>
                  </a:cubicBezTo>
                  <a:cubicBezTo>
                    <a:pt x="33070" y="4949"/>
                    <a:pt x="32131" y="5381"/>
                    <a:pt x="30092" y="5381"/>
                  </a:cubicBezTo>
                  <a:cubicBezTo>
                    <a:pt x="28709" y="5381"/>
                    <a:pt x="26820" y="5182"/>
                    <a:pt x="24164" y="4617"/>
                  </a:cubicBezTo>
                  <a:cubicBezTo>
                    <a:pt x="17578" y="3204"/>
                    <a:pt x="14661" y="1"/>
                    <a:pt x="14661" y="1"/>
                  </a:cubicBezTo>
                  <a:close/>
                </a:path>
              </a:pathLst>
            </a:custGeom>
            <a:solidFill>
              <a:schemeClr val="dk1"/>
            </a:solid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0" name="Google Shape;8320;p328"/>
            <p:cNvSpPr/>
            <p:nvPr/>
          </p:nvSpPr>
          <p:spPr>
            <a:xfrm>
              <a:off x="7156775" y="3601825"/>
              <a:ext cx="930775" cy="850725"/>
            </a:xfrm>
            <a:custGeom>
              <a:rect b="b" l="l" r="r" t="t"/>
              <a:pathLst>
                <a:path extrusionOk="0" h="34029" w="37231">
                  <a:moveTo>
                    <a:pt x="20739" y="0"/>
                  </a:moveTo>
                  <a:cubicBezTo>
                    <a:pt x="18580" y="0"/>
                    <a:pt x="15563" y="439"/>
                    <a:pt x="15563" y="439"/>
                  </a:cubicBezTo>
                  <a:cubicBezTo>
                    <a:pt x="15563" y="439"/>
                    <a:pt x="9879" y="1477"/>
                    <a:pt x="7503" y="4033"/>
                  </a:cubicBezTo>
                  <a:cubicBezTo>
                    <a:pt x="5128" y="6604"/>
                    <a:pt x="4150" y="9717"/>
                    <a:pt x="3955" y="10198"/>
                  </a:cubicBezTo>
                  <a:cubicBezTo>
                    <a:pt x="3774" y="10694"/>
                    <a:pt x="0" y="14483"/>
                    <a:pt x="0" y="14483"/>
                  </a:cubicBezTo>
                  <a:lnTo>
                    <a:pt x="7142" y="28573"/>
                  </a:lnTo>
                  <a:cubicBezTo>
                    <a:pt x="7142" y="28573"/>
                    <a:pt x="11654" y="34029"/>
                    <a:pt x="20825" y="34029"/>
                  </a:cubicBezTo>
                  <a:cubicBezTo>
                    <a:pt x="21199" y="34029"/>
                    <a:pt x="21580" y="34020"/>
                    <a:pt x="21968" y="34001"/>
                  </a:cubicBezTo>
                  <a:cubicBezTo>
                    <a:pt x="27697" y="33730"/>
                    <a:pt x="29036" y="31505"/>
                    <a:pt x="29291" y="31204"/>
                  </a:cubicBezTo>
                  <a:cubicBezTo>
                    <a:pt x="29547" y="30888"/>
                    <a:pt x="29968" y="26317"/>
                    <a:pt x="29968" y="26317"/>
                  </a:cubicBezTo>
                  <a:cubicBezTo>
                    <a:pt x="29968" y="26317"/>
                    <a:pt x="31056" y="26554"/>
                    <a:pt x="32340" y="26554"/>
                  </a:cubicBezTo>
                  <a:cubicBezTo>
                    <a:pt x="33390" y="26554"/>
                    <a:pt x="34571" y="26396"/>
                    <a:pt x="35396" y="25821"/>
                  </a:cubicBezTo>
                  <a:cubicBezTo>
                    <a:pt x="37231" y="24543"/>
                    <a:pt x="35456" y="19054"/>
                    <a:pt x="34780" y="15882"/>
                  </a:cubicBezTo>
                  <a:cubicBezTo>
                    <a:pt x="34118" y="12694"/>
                    <a:pt x="31983" y="6243"/>
                    <a:pt x="29848" y="4093"/>
                  </a:cubicBezTo>
                  <a:cubicBezTo>
                    <a:pt x="27712" y="1958"/>
                    <a:pt x="24043" y="559"/>
                    <a:pt x="22329" y="138"/>
                  </a:cubicBezTo>
                  <a:cubicBezTo>
                    <a:pt x="21941" y="39"/>
                    <a:pt x="21378" y="0"/>
                    <a:pt x="20739" y="0"/>
                  </a:cubicBezTo>
                  <a:close/>
                </a:path>
              </a:pathLst>
            </a:custGeom>
            <a:solidFill>
              <a:srgbClr val="71569C"/>
            </a:solid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1" name="Google Shape;8321;p328"/>
            <p:cNvSpPr/>
            <p:nvPr/>
          </p:nvSpPr>
          <p:spPr>
            <a:xfrm>
              <a:off x="7869875" y="3653875"/>
              <a:ext cx="54900" cy="73625"/>
            </a:xfrm>
            <a:custGeom>
              <a:rect b="b" l="l" r="r" t="t"/>
              <a:pathLst>
                <a:path extrusionOk="0" h="2945" w="2196">
                  <a:moveTo>
                    <a:pt x="1038" y="0"/>
                  </a:moveTo>
                  <a:cubicBezTo>
                    <a:pt x="854" y="0"/>
                    <a:pt x="722" y="71"/>
                    <a:pt x="722" y="71"/>
                  </a:cubicBezTo>
                  <a:cubicBezTo>
                    <a:pt x="722" y="71"/>
                    <a:pt x="0" y="2086"/>
                    <a:pt x="151" y="2417"/>
                  </a:cubicBezTo>
                  <a:cubicBezTo>
                    <a:pt x="245" y="2648"/>
                    <a:pt x="435" y="2944"/>
                    <a:pt x="704" y="2944"/>
                  </a:cubicBezTo>
                  <a:cubicBezTo>
                    <a:pt x="821" y="2944"/>
                    <a:pt x="953" y="2889"/>
                    <a:pt x="1098" y="2748"/>
                  </a:cubicBezTo>
                  <a:cubicBezTo>
                    <a:pt x="1579" y="2267"/>
                    <a:pt x="2196" y="1274"/>
                    <a:pt x="1760" y="507"/>
                  </a:cubicBezTo>
                  <a:cubicBezTo>
                    <a:pt x="1534" y="96"/>
                    <a:pt x="1251" y="0"/>
                    <a:pt x="1038" y="0"/>
                  </a:cubicBezTo>
                  <a:close/>
                </a:path>
              </a:pathLst>
            </a:custGeom>
            <a:solidFill>
              <a:schemeClr val="lt1"/>
            </a:solidFill>
            <a:ln cap="rnd" cmpd="sng" w="9525">
              <a:solidFill>
                <a:srgbClr val="2632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2" name="Google Shape;8322;p328"/>
            <p:cNvSpPr/>
            <p:nvPr/>
          </p:nvSpPr>
          <p:spPr>
            <a:xfrm>
              <a:off x="7832650" y="3619550"/>
              <a:ext cx="69950" cy="94325"/>
            </a:xfrm>
            <a:custGeom>
              <a:rect b="b" l="l" r="r" t="t"/>
              <a:pathLst>
                <a:path extrusionOk="0" h="3773" w="2798">
                  <a:moveTo>
                    <a:pt x="1312" y="1"/>
                  </a:moveTo>
                  <a:cubicBezTo>
                    <a:pt x="1074" y="1"/>
                    <a:pt x="903" y="91"/>
                    <a:pt x="903" y="91"/>
                  </a:cubicBezTo>
                  <a:cubicBezTo>
                    <a:pt x="903" y="91"/>
                    <a:pt x="1" y="2662"/>
                    <a:pt x="181" y="3083"/>
                  </a:cubicBezTo>
                  <a:cubicBezTo>
                    <a:pt x="307" y="3388"/>
                    <a:pt x="550" y="3773"/>
                    <a:pt x="896" y="3773"/>
                  </a:cubicBezTo>
                  <a:cubicBezTo>
                    <a:pt x="1045" y="3773"/>
                    <a:pt x="1213" y="3701"/>
                    <a:pt x="1399" y="3519"/>
                  </a:cubicBezTo>
                  <a:cubicBezTo>
                    <a:pt x="2001" y="2903"/>
                    <a:pt x="2798" y="1625"/>
                    <a:pt x="2256" y="647"/>
                  </a:cubicBezTo>
                  <a:cubicBezTo>
                    <a:pt x="1957" y="122"/>
                    <a:pt x="1589" y="1"/>
                    <a:pt x="1312" y="1"/>
                  </a:cubicBezTo>
                  <a:close/>
                </a:path>
              </a:pathLst>
            </a:custGeom>
            <a:solidFill>
              <a:schemeClr val="lt1"/>
            </a:solidFill>
            <a:ln cap="rnd" cmpd="sng" w="9525">
              <a:solidFill>
                <a:srgbClr val="2632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3" name="Google Shape;8323;p328"/>
            <p:cNvSpPr/>
            <p:nvPr/>
          </p:nvSpPr>
          <p:spPr>
            <a:xfrm>
              <a:off x="7800325" y="3601350"/>
              <a:ext cx="70325" cy="94275"/>
            </a:xfrm>
            <a:custGeom>
              <a:rect b="b" l="l" r="r" t="t"/>
              <a:pathLst>
                <a:path extrusionOk="0" h="3771" w="2813">
                  <a:moveTo>
                    <a:pt x="1339" y="0"/>
                  </a:moveTo>
                  <a:cubicBezTo>
                    <a:pt x="1095" y="0"/>
                    <a:pt x="918" y="97"/>
                    <a:pt x="918" y="97"/>
                  </a:cubicBezTo>
                  <a:cubicBezTo>
                    <a:pt x="918" y="97"/>
                    <a:pt x="1" y="2653"/>
                    <a:pt x="181" y="3075"/>
                  </a:cubicBezTo>
                  <a:cubicBezTo>
                    <a:pt x="317" y="3379"/>
                    <a:pt x="564" y="3771"/>
                    <a:pt x="909" y="3771"/>
                  </a:cubicBezTo>
                  <a:cubicBezTo>
                    <a:pt x="1059" y="3771"/>
                    <a:pt x="1228" y="3697"/>
                    <a:pt x="1414" y="3511"/>
                  </a:cubicBezTo>
                  <a:cubicBezTo>
                    <a:pt x="2016" y="2894"/>
                    <a:pt x="2812" y="1616"/>
                    <a:pt x="2256" y="639"/>
                  </a:cubicBezTo>
                  <a:cubicBezTo>
                    <a:pt x="1970" y="122"/>
                    <a:pt x="1613" y="0"/>
                    <a:pt x="1339" y="0"/>
                  </a:cubicBezTo>
                  <a:close/>
                </a:path>
              </a:pathLst>
            </a:custGeom>
            <a:solidFill>
              <a:schemeClr val="lt1"/>
            </a:solidFill>
            <a:ln cap="rnd" cmpd="sng" w="9525">
              <a:solidFill>
                <a:srgbClr val="2632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4" name="Google Shape;8324;p328"/>
            <p:cNvSpPr/>
            <p:nvPr/>
          </p:nvSpPr>
          <p:spPr>
            <a:xfrm>
              <a:off x="7763875" y="3579925"/>
              <a:ext cx="65425" cy="106550"/>
            </a:xfrm>
            <a:custGeom>
              <a:rect b="b" l="l" r="r" t="t"/>
              <a:pathLst>
                <a:path extrusionOk="0" h="4262" w="2617">
                  <a:moveTo>
                    <a:pt x="1719" y="0"/>
                  </a:moveTo>
                  <a:cubicBezTo>
                    <a:pt x="1384" y="0"/>
                    <a:pt x="1012" y="192"/>
                    <a:pt x="797" y="398"/>
                  </a:cubicBezTo>
                  <a:lnTo>
                    <a:pt x="857" y="879"/>
                  </a:lnTo>
                  <a:cubicBezTo>
                    <a:pt x="857" y="879"/>
                    <a:pt x="0" y="3330"/>
                    <a:pt x="301" y="3871"/>
                  </a:cubicBezTo>
                  <a:cubicBezTo>
                    <a:pt x="438" y="4113"/>
                    <a:pt x="663" y="4261"/>
                    <a:pt x="915" y="4261"/>
                  </a:cubicBezTo>
                  <a:cubicBezTo>
                    <a:pt x="1242" y="4261"/>
                    <a:pt x="1614" y="4011"/>
                    <a:pt x="1895" y="3390"/>
                  </a:cubicBezTo>
                  <a:cubicBezTo>
                    <a:pt x="2376" y="2293"/>
                    <a:pt x="2616" y="1075"/>
                    <a:pt x="2331" y="398"/>
                  </a:cubicBezTo>
                  <a:cubicBezTo>
                    <a:pt x="2202" y="108"/>
                    <a:pt x="1971" y="0"/>
                    <a:pt x="1719" y="0"/>
                  </a:cubicBezTo>
                  <a:close/>
                </a:path>
              </a:pathLst>
            </a:custGeom>
            <a:solidFill>
              <a:schemeClr val="lt1"/>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5" name="Google Shape;8325;p328"/>
            <p:cNvSpPr/>
            <p:nvPr/>
          </p:nvSpPr>
          <p:spPr>
            <a:xfrm>
              <a:off x="7763875" y="3572950"/>
              <a:ext cx="65425" cy="119175"/>
            </a:xfrm>
            <a:custGeom>
              <a:rect b="b" l="l" r="r" t="t"/>
              <a:pathLst>
                <a:path extrusionOk="0" fill="none" h="4767" w="2617">
                  <a:moveTo>
                    <a:pt x="857" y="1158"/>
                  </a:moveTo>
                  <a:cubicBezTo>
                    <a:pt x="857" y="1158"/>
                    <a:pt x="0" y="3609"/>
                    <a:pt x="301" y="4150"/>
                  </a:cubicBezTo>
                  <a:cubicBezTo>
                    <a:pt x="617" y="4707"/>
                    <a:pt x="1398" y="4767"/>
                    <a:pt x="1895" y="3669"/>
                  </a:cubicBezTo>
                  <a:cubicBezTo>
                    <a:pt x="2376" y="2572"/>
                    <a:pt x="2616" y="1354"/>
                    <a:pt x="2331" y="677"/>
                  </a:cubicBezTo>
                  <a:cubicBezTo>
                    <a:pt x="2030" y="0"/>
                    <a:pt x="1173" y="316"/>
                    <a:pt x="797" y="677"/>
                  </a:cubicBezTo>
                </a:path>
              </a:pathLst>
            </a:custGeom>
            <a:noFill/>
            <a:ln cap="rnd" cmpd="sng" w="4875">
              <a:solidFill>
                <a:srgbClr val="2632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6" name="Google Shape;8326;p328"/>
            <p:cNvSpPr/>
            <p:nvPr/>
          </p:nvSpPr>
          <p:spPr>
            <a:xfrm>
              <a:off x="7789425" y="3953375"/>
              <a:ext cx="64300" cy="252250"/>
            </a:xfrm>
            <a:custGeom>
              <a:rect b="b" l="l" r="r" t="t"/>
              <a:pathLst>
                <a:path extrusionOk="0" fill="none" h="10090" w="2572">
                  <a:moveTo>
                    <a:pt x="1" y="0"/>
                  </a:moveTo>
                  <a:cubicBezTo>
                    <a:pt x="572" y="1369"/>
                    <a:pt x="2256" y="8391"/>
                    <a:pt x="2572" y="10090"/>
                  </a:cubicBez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7" name="Google Shape;8327;p328"/>
            <p:cNvSpPr/>
            <p:nvPr/>
          </p:nvSpPr>
          <p:spPr>
            <a:xfrm>
              <a:off x="7017300" y="3818175"/>
              <a:ext cx="637575" cy="648725"/>
            </a:xfrm>
            <a:custGeom>
              <a:rect b="b" l="l" r="r" t="t"/>
              <a:pathLst>
                <a:path extrusionOk="0" h="25949" w="25503">
                  <a:moveTo>
                    <a:pt x="1002" y="1"/>
                  </a:moveTo>
                  <a:cubicBezTo>
                    <a:pt x="955" y="1"/>
                    <a:pt x="906" y="9"/>
                    <a:pt x="858" y="25"/>
                  </a:cubicBezTo>
                  <a:lnTo>
                    <a:pt x="1" y="326"/>
                  </a:lnTo>
                  <a:lnTo>
                    <a:pt x="10406" y="25948"/>
                  </a:lnTo>
                  <a:lnTo>
                    <a:pt x="11158" y="25948"/>
                  </a:lnTo>
                  <a:lnTo>
                    <a:pt x="25502" y="20129"/>
                  </a:lnTo>
                  <a:lnTo>
                    <a:pt x="23803" y="1890"/>
                  </a:lnTo>
                  <a:lnTo>
                    <a:pt x="22811" y="1183"/>
                  </a:lnTo>
                  <a:cubicBezTo>
                    <a:pt x="22785" y="1165"/>
                    <a:pt x="22753" y="1158"/>
                    <a:pt x="22722" y="1158"/>
                  </a:cubicBezTo>
                  <a:cubicBezTo>
                    <a:pt x="22701" y="1158"/>
                    <a:pt x="22679" y="1162"/>
                    <a:pt x="22661" y="1168"/>
                  </a:cubicBezTo>
                  <a:lnTo>
                    <a:pt x="8075" y="5273"/>
                  </a:lnTo>
                  <a:lnTo>
                    <a:pt x="1234" y="85"/>
                  </a:lnTo>
                  <a:cubicBezTo>
                    <a:pt x="1166" y="28"/>
                    <a:pt x="1086" y="1"/>
                    <a:pt x="1002" y="1"/>
                  </a:cubicBezTo>
                  <a:close/>
                </a:path>
              </a:pathLst>
            </a:custGeom>
            <a:solidFill>
              <a:srgbClr val="FFFFFF"/>
            </a:solid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8" name="Google Shape;8328;p328"/>
            <p:cNvSpPr/>
            <p:nvPr/>
          </p:nvSpPr>
          <p:spPr>
            <a:xfrm>
              <a:off x="7219175" y="3850725"/>
              <a:ext cx="455625" cy="627475"/>
            </a:xfrm>
            <a:custGeom>
              <a:rect b="b" l="l" r="r" t="t"/>
              <a:pathLst>
                <a:path extrusionOk="0" h="25099" w="18225">
                  <a:moveTo>
                    <a:pt x="16057" y="0"/>
                  </a:moveTo>
                  <a:cubicBezTo>
                    <a:pt x="16047" y="0"/>
                    <a:pt x="16038" y="1"/>
                    <a:pt x="16029" y="1"/>
                  </a:cubicBezTo>
                  <a:cubicBezTo>
                    <a:pt x="16014" y="1"/>
                    <a:pt x="15999" y="1"/>
                    <a:pt x="15984" y="16"/>
                  </a:cubicBezTo>
                  <a:lnTo>
                    <a:pt x="0" y="4542"/>
                  </a:lnTo>
                  <a:cubicBezTo>
                    <a:pt x="0" y="4542"/>
                    <a:pt x="2743" y="25099"/>
                    <a:pt x="2826" y="25099"/>
                  </a:cubicBezTo>
                  <a:cubicBezTo>
                    <a:pt x="2826" y="25099"/>
                    <a:pt x="2827" y="25098"/>
                    <a:pt x="2827" y="25097"/>
                  </a:cubicBezTo>
                  <a:cubicBezTo>
                    <a:pt x="2887" y="24902"/>
                    <a:pt x="16044" y="20180"/>
                    <a:pt x="17999" y="19474"/>
                  </a:cubicBezTo>
                  <a:cubicBezTo>
                    <a:pt x="18134" y="19429"/>
                    <a:pt x="18224" y="19278"/>
                    <a:pt x="18209" y="19128"/>
                  </a:cubicBezTo>
                  <a:lnTo>
                    <a:pt x="16390" y="302"/>
                  </a:lnTo>
                  <a:cubicBezTo>
                    <a:pt x="16376" y="131"/>
                    <a:pt x="16226" y="0"/>
                    <a:pt x="16057" y="0"/>
                  </a:cubicBezTo>
                  <a:close/>
                </a:path>
              </a:pathLst>
            </a:custGeom>
            <a:solidFill>
              <a:schemeClr val="lt1"/>
            </a:solid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9" name="Google Shape;8329;p328"/>
            <p:cNvSpPr/>
            <p:nvPr/>
          </p:nvSpPr>
          <p:spPr>
            <a:xfrm>
              <a:off x="7009775" y="3816150"/>
              <a:ext cx="269175" cy="657125"/>
            </a:xfrm>
            <a:custGeom>
              <a:rect b="b" l="l" r="r" t="t"/>
              <a:pathLst>
                <a:path extrusionOk="0" h="26285" w="10767">
                  <a:moveTo>
                    <a:pt x="76" y="1"/>
                  </a:moveTo>
                  <a:cubicBezTo>
                    <a:pt x="31" y="1"/>
                    <a:pt x="1" y="31"/>
                    <a:pt x="1" y="76"/>
                  </a:cubicBezTo>
                  <a:lnTo>
                    <a:pt x="1805" y="16481"/>
                  </a:lnTo>
                  <a:cubicBezTo>
                    <a:pt x="1805" y="16496"/>
                    <a:pt x="1805" y="16511"/>
                    <a:pt x="1820" y="16526"/>
                  </a:cubicBezTo>
                  <a:lnTo>
                    <a:pt x="10767" y="26285"/>
                  </a:lnTo>
                  <a:lnTo>
                    <a:pt x="7760" y="5805"/>
                  </a:lnTo>
                  <a:lnTo>
                    <a:pt x="136" y="16"/>
                  </a:lnTo>
                  <a:cubicBezTo>
                    <a:pt x="121" y="1"/>
                    <a:pt x="91" y="1"/>
                    <a:pt x="76" y="1"/>
                  </a:cubicBezTo>
                  <a:close/>
                </a:path>
              </a:pathLst>
            </a:custGeom>
            <a:solidFill>
              <a:schemeClr val="lt1"/>
            </a:solid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0" name="Google Shape;8330;p328"/>
            <p:cNvSpPr/>
            <p:nvPr/>
          </p:nvSpPr>
          <p:spPr>
            <a:xfrm>
              <a:off x="7198125" y="4039450"/>
              <a:ext cx="53775" cy="29350"/>
            </a:xfrm>
            <a:custGeom>
              <a:rect b="b" l="l" r="r" t="t"/>
              <a:pathLst>
                <a:path extrusionOk="0" fill="none" h="1174" w="2151">
                  <a:moveTo>
                    <a:pt x="0" y="106"/>
                  </a:moveTo>
                  <a:cubicBezTo>
                    <a:pt x="0" y="106"/>
                    <a:pt x="15" y="1174"/>
                    <a:pt x="1083" y="1143"/>
                  </a:cubicBezTo>
                  <a:cubicBezTo>
                    <a:pt x="2150" y="1128"/>
                    <a:pt x="2060" y="1"/>
                    <a:pt x="2060" y="1"/>
                  </a:cubicBezTo>
                </a:path>
              </a:pathLst>
            </a:custGeom>
            <a:noFill/>
            <a:ln cap="rnd" cmpd="sng" w="9400">
              <a:solidFill>
                <a:srgbClr val="2632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1" name="Google Shape;8331;p328"/>
            <p:cNvSpPr/>
            <p:nvPr/>
          </p:nvSpPr>
          <p:spPr>
            <a:xfrm>
              <a:off x="7205625" y="4092075"/>
              <a:ext cx="53800" cy="29350"/>
            </a:xfrm>
            <a:custGeom>
              <a:rect b="b" l="l" r="r" t="t"/>
              <a:pathLst>
                <a:path extrusionOk="0" fill="none" h="1174" w="2152">
                  <a:moveTo>
                    <a:pt x="1" y="106"/>
                  </a:moveTo>
                  <a:cubicBezTo>
                    <a:pt x="1" y="106"/>
                    <a:pt x="16" y="1174"/>
                    <a:pt x="1083" y="1159"/>
                  </a:cubicBezTo>
                  <a:cubicBezTo>
                    <a:pt x="2151" y="1129"/>
                    <a:pt x="2061" y="1"/>
                    <a:pt x="2061" y="1"/>
                  </a:cubicBezTo>
                </a:path>
              </a:pathLst>
            </a:custGeom>
            <a:noFill/>
            <a:ln cap="rnd" cmpd="sng" w="9400">
              <a:solidFill>
                <a:srgbClr val="2632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2" name="Google Shape;8332;p328"/>
            <p:cNvSpPr/>
            <p:nvPr/>
          </p:nvSpPr>
          <p:spPr>
            <a:xfrm>
              <a:off x="7212775" y="4145075"/>
              <a:ext cx="53775" cy="29350"/>
            </a:xfrm>
            <a:custGeom>
              <a:rect b="b" l="l" r="r" t="t"/>
              <a:pathLst>
                <a:path extrusionOk="0" fill="none" h="1174" w="2151">
                  <a:moveTo>
                    <a:pt x="1" y="106"/>
                  </a:moveTo>
                  <a:cubicBezTo>
                    <a:pt x="1" y="106"/>
                    <a:pt x="16" y="1174"/>
                    <a:pt x="1083" y="1144"/>
                  </a:cubicBezTo>
                  <a:cubicBezTo>
                    <a:pt x="2151" y="1129"/>
                    <a:pt x="2061" y="1"/>
                    <a:pt x="2061" y="1"/>
                  </a:cubicBezTo>
                </a:path>
              </a:pathLst>
            </a:custGeom>
            <a:noFill/>
            <a:ln cap="rnd" cmpd="sng" w="9400">
              <a:solidFill>
                <a:srgbClr val="2632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3" name="Google Shape;8333;p328"/>
            <p:cNvSpPr/>
            <p:nvPr/>
          </p:nvSpPr>
          <p:spPr>
            <a:xfrm>
              <a:off x="7220300" y="4198100"/>
              <a:ext cx="53775" cy="28950"/>
            </a:xfrm>
            <a:custGeom>
              <a:rect b="b" l="l" r="r" t="t"/>
              <a:pathLst>
                <a:path extrusionOk="0" fill="none" h="1158" w="2151">
                  <a:moveTo>
                    <a:pt x="0" y="90"/>
                  </a:moveTo>
                  <a:cubicBezTo>
                    <a:pt x="0" y="90"/>
                    <a:pt x="15" y="1158"/>
                    <a:pt x="1083" y="1143"/>
                  </a:cubicBezTo>
                  <a:cubicBezTo>
                    <a:pt x="2150" y="1113"/>
                    <a:pt x="2060" y="0"/>
                    <a:pt x="2060" y="0"/>
                  </a:cubicBezTo>
                </a:path>
              </a:pathLst>
            </a:custGeom>
            <a:noFill/>
            <a:ln cap="rnd" cmpd="sng" w="9400">
              <a:solidFill>
                <a:srgbClr val="2632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4" name="Google Shape;8334;p328"/>
            <p:cNvSpPr/>
            <p:nvPr/>
          </p:nvSpPr>
          <p:spPr>
            <a:xfrm>
              <a:off x="7227425" y="4250725"/>
              <a:ext cx="53800" cy="29350"/>
            </a:xfrm>
            <a:custGeom>
              <a:rect b="b" l="l" r="r" t="t"/>
              <a:pathLst>
                <a:path extrusionOk="0" fill="none" h="1174" w="2152">
                  <a:moveTo>
                    <a:pt x="1" y="106"/>
                  </a:moveTo>
                  <a:cubicBezTo>
                    <a:pt x="1" y="106"/>
                    <a:pt x="31" y="1173"/>
                    <a:pt x="1084" y="1143"/>
                  </a:cubicBezTo>
                  <a:cubicBezTo>
                    <a:pt x="2151" y="1128"/>
                    <a:pt x="2061" y="0"/>
                    <a:pt x="2061" y="0"/>
                  </a:cubicBezTo>
                </a:path>
              </a:pathLst>
            </a:custGeom>
            <a:noFill/>
            <a:ln cap="rnd" cmpd="sng" w="9400">
              <a:solidFill>
                <a:srgbClr val="2632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5" name="Google Shape;8335;p328"/>
            <p:cNvSpPr/>
            <p:nvPr/>
          </p:nvSpPr>
          <p:spPr>
            <a:xfrm>
              <a:off x="7234575" y="4303725"/>
              <a:ext cx="53775" cy="28975"/>
            </a:xfrm>
            <a:custGeom>
              <a:rect b="b" l="l" r="r" t="t"/>
              <a:pathLst>
                <a:path extrusionOk="0" fill="none" h="1159" w="2151">
                  <a:moveTo>
                    <a:pt x="1" y="91"/>
                  </a:moveTo>
                  <a:cubicBezTo>
                    <a:pt x="1" y="91"/>
                    <a:pt x="31" y="1158"/>
                    <a:pt x="1098" y="1143"/>
                  </a:cubicBezTo>
                  <a:cubicBezTo>
                    <a:pt x="2151" y="1128"/>
                    <a:pt x="2076" y="0"/>
                    <a:pt x="2076" y="0"/>
                  </a:cubicBezTo>
                </a:path>
              </a:pathLst>
            </a:custGeom>
            <a:noFill/>
            <a:ln cap="rnd" cmpd="sng" w="9400">
              <a:solidFill>
                <a:srgbClr val="2632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6" name="Google Shape;8336;p328"/>
            <p:cNvSpPr/>
            <p:nvPr/>
          </p:nvSpPr>
          <p:spPr>
            <a:xfrm>
              <a:off x="7242100" y="4356350"/>
              <a:ext cx="53775" cy="29350"/>
            </a:xfrm>
            <a:custGeom>
              <a:rect b="b" l="l" r="r" t="t"/>
              <a:pathLst>
                <a:path extrusionOk="0" fill="none" h="1174" w="2151">
                  <a:moveTo>
                    <a:pt x="0" y="106"/>
                  </a:moveTo>
                  <a:cubicBezTo>
                    <a:pt x="0" y="106"/>
                    <a:pt x="30" y="1173"/>
                    <a:pt x="1083" y="1143"/>
                  </a:cubicBezTo>
                  <a:cubicBezTo>
                    <a:pt x="2151" y="1128"/>
                    <a:pt x="2060" y="1"/>
                    <a:pt x="2060" y="1"/>
                  </a:cubicBezTo>
                </a:path>
              </a:pathLst>
            </a:custGeom>
            <a:noFill/>
            <a:ln cap="rnd" cmpd="sng" w="9400">
              <a:solidFill>
                <a:srgbClr val="2632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7" name="Google Shape;8337;p328"/>
            <p:cNvSpPr/>
            <p:nvPr/>
          </p:nvSpPr>
          <p:spPr>
            <a:xfrm>
              <a:off x="7249625" y="4409350"/>
              <a:ext cx="53775" cy="28975"/>
            </a:xfrm>
            <a:custGeom>
              <a:rect b="b" l="l" r="r" t="t"/>
              <a:pathLst>
                <a:path extrusionOk="0" fill="none" h="1159" w="2151">
                  <a:moveTo>
                    <a:pt x="0" y="106"/>
                  </a:moveTo>
                  <a:cubicBezTo>
                    <a:pt x="0" y="106"/>
                    <a:pt x="15" y="1159"/>
                    <a:pt x="1083" y="1143"/>
                  </a:cubicBezTo>
                  <a:cubicBezTo>
                    <a:pt x="2150" y="1128"/>
                    <a:pt x="2060" y="1"/>
                    <a:pt x="2060" y="1"/>
                  </a:cubicBezTo>
                </a:path>
              </a:pathLst>
            </a:custGeom>
            <a:noFill/>
            <a:ln cap="rnd" cmpd="sng" w="9400">
              <a:solidFill>
                <a:srgbClr val="2632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8" name="Google Shape;8338;p328"/>
            <p:cNvSpPr/>
            <p:nvPr/>
          </p:nvSpPr>
          <p:spPr>
            <a:xfrm>
              <a:off x="7784925" y="4123625"/>
              <a:ext cx="322550" cy="222325"/>
            </a:xfrm>
            <a:custGeom>
              <a:rect b="b" l="l" r="r" t="t"/>
              <a:pathLst>
                <a:path extrusionOk="0" h="8893" w="12902">
                  <a:moveTo>
                    <a:pt x="3392" y="1"/>
                  </a:moveTo>
                  <a:cubicBezTo>
                    <a:pt x="1974" y="1"/>
                    <a:pt x="1031" y="1030"/>
                    <a:pt x="556" y="2017"/>
                  </a:cubicBezTo>
                  <a:cubicBezTo>
                    <a:pt x="0" y="3205"/>
                    <a:pt x="241" y="4964"/>
                    <a:pt x="1128" y="5836"/>
                  </a:cubicBezTo>
                  <a:cubicBezTo>
                    <a:pt x="2000" y="6723"/>
                    <a:pt x="5188" y="8167"/>
                    <a:pt x="7383" y="8723"/>
                  </a:cubicBezTo>
                  <a:cubicBezTo>
                    <a:pt x="7818" y="8836"/>
                    <a:pt x="8257" y="8892"/>
                    <a:pt x="8686" y="8892"/>
                  </a:cubicBezTo>
                  <a:cubicBezTo>
                    <a:pt x="10424" y="8892"/>
                    <a:pt x="11995" y="7973"/>
                    <a:pt x="12405" y="6212"/>
                  </a:cubicBezTo>
                  <a:cubicBezTo>
                    <a:pt x="12901" y="4017"/>
                    <a:pt x="10526" y="1641"/>
                    <a:pt x="10526" y="1641"/>
                  </a:cubicBezTo>
                  <a:lnTo>
                    <a:pt x="9518" y="1521"/>
                  </a:lnTo>
                  <a:cubicBezTo>
                    <a:pt x="9518" y="1521"/>
                    <a:pt x="6255" y="709"/>
                    <a:pt x="4316" y="137"/>
                  </a:cubicBezTo>
                  <a:cubicBezTo>
                    <a:pt x="3988" y="43"/>
                    <a:pt x="3680" y="1"/>
                    <a:pt x="3392" y="1"/>
                  </a:cubicBezTo>
                  <a:close/>
                </a:path>
              </a:pathLst>
            </a:custGeom>
            <a:solidFill>
              <a:srgbClr val="7156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9" name="Google Shape;8339;p328"/>
            <p:cNvSpPr/>
            <p:nvPr/>
          </p:nvSpPr>
          <p:spPr>
            <a:xfrm>
              <a:off x="7784925" y="4113125"/>
              <a:ext cx="322550" cy="242875"/>
            </a:xfrm>
            <a:custGeom>
              <a:rect b="b" l="l" r="r" t="t"/>
              <a:pathLst>
                <a:path extrusionOk="0" fill="none" h="9715" w="12902">
                  <a:moveTo>
                    <a:pt x="9518" y="1941"/>
                  </a:moveTo>
                  <a:cubicBezTo>
                    <a:pt x="9518" y="1941"/>
                    <a:pt x="6255" y="1129"/>
                    <a:pt x="4316" y="557"/>
                  </a:cubicBezTo>
                  <a:cubicBezTo>
                    <a:pt x="2376" y="1"/>
                    <a:pt x="1128" y="1249"/>
                    <a:pt x="556" y="2437"/>
                  </a:cubicBezTo>
                  <a:cubicBezTo>
                    <a:pt x="0" y="3625"/>
                    <a:pt x="241" y="5384"/>
                    <a:pt x="1128" y="6256"/>
                  </a:cubicBezTo>
                  <a:cubicBezTo>
                    <a:pt x="2000" y="7143"/>
                    <a:pt x="5188" y="8587"/>
                    <a:pt x="7383" y="9143"/>
                  </a:cubicBezTo>
                  <a:cubicBezTo>
                    <a:pt x="9578" y="9714"/>
                    <a:pt x="11894" y="8827"/>
                    <a:pt x="12405" y="6632"/>
                  </a:cubicBezTo>
                  <a:cubicBezTo>
                    <a:pt x="12901" y="4437"/>
                    <a:pt x="10526" y="2061"/>
                    <a:pt x="10526" y="2061"/>
                  </a:cubicBez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0" name="Google Shape;8340;p328"/>
            <p:cNvSpPr/>
            <p:nvPr/>
          </p:nvSpPr>
          <p:spPr>
            <a:xfrm>
              <a:off x="7517150" y="3995850"/>
              <a:ext cx="324175" cy="234600"/>
            </a:xfrm>
            <a:custGeom>
              <a:rect b="b" l="l" r="r" t="t"/>
              <a:pathLst>
                <a:path extrusionOk="0" h="9384" w="12967">
                  <a:moveTo>
                    <a:pt x="4781" y="1"/>
                  </a:moveTo>
                  <a:cubicBezTo>
                    <a:pt x="4669" y="1"/>
                    <a:pt x="4556" y="15"/>
                    <a:pt x="4441" y="46"/>
                  </a:cubicBezTo>
                  <a:cubicBezTo>
                    <a:pt x="3749" y="241"/>
                    <a:pt x="1434" y="1429"/>
                    <a:pt x="682" y="2301"/>
                  </a:cubicBezTo>
                  <a:cubicBezTo>
                    <a:pt x="1" y="3105"/>
                    <a:pt x="146" y="3439"/>
                    <a:pt x="403" y="3439"/>
                  </a:cubicBezTo>
                  <a:cubicBezTo>
                    <a:pt x="430" y="3439"/>
                    <a:pt x="458" y="3436"/>
                    <a:pt x="486" y="3429"/>
                  </a:cubicBezTo>
                  <a:cubicBezTo>
                    <a:pt x="802" y="3369"/>
                    <a:pt x="1494" y="2933"/>
                    <a:pt x="1689" y="2812"/>
                  </a:cubicBezTo>
                  <a:cubicBezTo>
                    <a:pt x="1870" y="2677"/>
                    <a:pt x="3253" y="1865"/>
                    <a:pt x="3253" y="1865"/>
                  </a:cubicBezTo>
                  <a:lnTo>
                    <a:pt x="3253" y="1865"/>
                  </a:lnTo>
                  <a:cubicBezTo>
                    <a:pt x="3253" y="1865"/>
                    <a:pt x="1494" y="3369"/>
                    <a:pt x="1058" y="3940"/>
                  </a:cubicBezTo>
                  <a:cubicBezTo>
                    <a:pt x="681" y="4420"/>
                    <a:pt x="764" y="4911"/>
                    <a:pt x="1161" y="4911"/>
                  </a:cubicBezTo>
                  <a:cubicBezTo>
                    <a:pt x="1224" y="4911"/>
                    <a:pt x="1295" y="4899"/>
                    <a:pt x="1373" y="4872"/>
                  </a:cubicBezTo>
                  <a:cubicBezTo>
                    <a:pt x="1930" y="4692"/>
                    <a:pt x="2621" y="4000"/>
                    <a:pt x="2937" y="3880"/>
                  </a:cubicBezTo>
                  <a:cubicBezTo>
                    <a:pt x="3253" y="3745"/>
                    <a:pt x="4245" y="3309"/>
                    <a:pt x="4245" y="3308"/>
                  </a:cubicBezTo>
                  <a:lnTo>
                    <a:pt x="4245" y="3308"/>
                  </a:lnTo>
                  <a:cubicBezTo>
                    <a:pt x="4245" y="3309"/>
                    <a:pt x="2561" y="4812"/>
                    <a:pt x="2306" y="5384"/>
                  </a:cubicBezTo>
                  <a:cubicBezTo>
                    <a:pt x="2065" y="5940"/>
                    <a:pt x="2366" y="6256"/>
                    <a:pt x="2682" y="6256"/>
                  </a:cubicBezTo>
                  <a:cubicBezTo>
                    <a:pt x="2997" y="6256"/>
                    <a:pt x="3809" y="5188"/>
                    <a:pt x="4005" y="5008"/>
                  </a:cubicBezTo>
                  <a:cubicBezTo>
                    <a:pt x="4381" y="4707"/>
                    <a:pt x="4787" y="4436"/>
                    <a:pt x="5193" y="4181"/>
                  </a:cubicBezTo>
                  <a:lnTo>
                    <a:pt x="5193" y="4181"/>
                  </a:lnTo>
                  <a:cubicBezTo>
                    <a:pt x="5193" y="4181"/>
                    <a:pt x="4065" y="5820"/>
                    <a:pt x="3689" y="6060"/>
                  </a:cubicBezTo>
                  <a:cubicBezTo>
                    <a:pt x="3379" y="6271"/>
                    <a:pt x="3703" y="6696"/>
                    <a:pt x="4146" y="6696"/>
                  </a:cubicBezTo>
                  <a:cubicBezTo>
                    <a:pt x="4240" y="6696"/>
                    <a:pt x="4340" y="6677"/>
                    <a:pt x="4441" y="6632"/>
                  </a:cubicBezTo>
                  <a:cubicBezTo>
                    <a:pt x="4997" y="6376"/>
                    <a:pt x="6260" y="5188"/>
                    <a:pt x="6260" y="5188"/>
                  </a:cubicBezTo>
                  <a:cubicBezTo>
                    <a:pt x="6260" y="5188"/>
                    <a:pt x="6817" y="6692"/>
                    <a:pt x="7508" y="7323"/>
                  </a:cubicBezTo>
                  <a:cubicBezTo>
                    <a:pt x="8200" y="7940"/>
                    <a:pt x="9508" y="8195"/>
                    <a:pt x="9508" y="8195"/>
                  </a:cubicBezTo>
                  <a:lnTo>
                    <a:pt x="9824" y="8511"/>
                  </a:lnTo>
                  <a:cubicBezTo>
                    <a:pt x="9824" y="8511"/>
                    <a:pt x="10456" y="9383"/>
                    <a:pt x="11207" y="9383"/>
                  </a:cubicBezTo>
                  <a:cubicBezTo>
                    <a:pt x="11959" y="9383"/>
                    <a:pt x="12967" y="8015"/>
                    <a:pt x="12967" y="6947"/>
                  </a:cubicBezTo>
                  <a:cubicBezTo>
                    <a:pt x="12967" y="5880"/>
                    <a:pt x="11704" y="5564"/>
                    <a:pt x="11267" y="5308"/>
                  </a:cubicBezTo>
                  <a:cubicBezTo>
                    <a:pt x="10831" y="5068"/>
                    <a:pt x="7253" y="1745"/>
                    <a:pt x="6501" y="993"/>
                  </a:cubicBezTo>
                  <a:cubicBezTo>
                    <a:pt x="5874" y="366"/>
                    <a:pt x="5342" y="1"/>
                    <a:pt x="4781" y="1"/>
                  </a:cubicBezTo>
                  <a:close/>
                </a:path>
              </a:pathLst>
            </a:custGeom>
            <a:solidFill>
              <a:schemeClr val="lt1"/>
            </a:solid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1" name="Google Shape;8341;p328"/>
            <p:cNvSpPr/>
            <p:nvPr/>
          </p:nvSpPr>
          <p:spPr>
            <a:xfrm>
              <a:off x="7623275" y="4045850"/>
              <a:ext cx="48525" cy="32725"/>
            </a:xfrm>
            <a:custGeom>
              <a:rect b="b" l="l" r="r" t="t"/>
              <a:pathLst>
                <a:path extrusionOk="0" fill="none" h="1309" w="1941">
                  <a:moveTo>
                    <a:pt x="0" y="1308"/>
                  </a:moveTo>
                  <a:lnTo>
                    <a:pt x="1399" y="121"/>
                  </a:lnTo>
                  <a:cubicBezTo>
                    <a:pt x="1564" y="0"/>
                    <a:pt x="1790" y="30"/>
                    <a:pt x="1940" y="166"/>
                  </a:cubicBez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2" name="Google Shape;8342;p328"/>
            <p:cNvSpPr/>
            <p:nvPr/>
          </p:nvSpPr>
          <p:spPr>
            <a:xfrm>
              <a:off x="7646950" y="4080800"/>
              <a:ext cx="24850" cy="19575"/>
            </a:xfrm>
            <a:custGeom>
              <a:rect b="b" l="l" r="r" t="t"/>
              <a:pathLst>
                <a:path extrusionOk="0" fill="none" h="783" w="994">
                  <a:moveTo>
                    <a:pt x="1" y="783"/>
                  </a:moveTo>
                  <a:cubicBezTo>
                    <a:pt x="1" y="783"/>
                    <a:pt x="542" y="1"/>
                    <a:pt x="993" y="1"/>
                  </a:cubicBez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3" name="Google Shape;8343;p328"/>
            <p:cNvSpPr/>
            <p:nvPr/>
          </p:nvSpPr>
          <p:spPr>
            <a:xfrm>
              <a:off x="7598475" y="4012400"/>
              <a:ext cx="53775" cy="30075"/>
            </a:xfrm>
            <a:custGeom>
              <a:rect b="b" l="l" r="r" t="t"/>
              <a:pathLst>
                <a:path extrusionOk="0" fill="none" h="1203" w="2151">
                  <a:moveTo>
                    <a:pt x="0" y="1203"/>
                  </a:moveTo>
                  <a:lnTo>
                    <a:pt x="1549" y="75"/>
                  </a:lnTo>
                  <a:cubicBezTo>
                    <a:pt x="1759" y="0"/>
                    <a:pt x="1985" y="30"/>
                    <a:pt x="2150" y="180"/>
                  </a:cubicBez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4" name="Google Shape;8344;p328"/>
            <p:cNvSpPr/>
            <p:nvPr/>
          </p:nvSpPr>
          <p:spPr>
            <a:xfrm>
              <a:off x="7761225" y="4126675"/>
              <a:ext cx="80100" cy="103775"/>
            </a:xfrm>
            <a:custGeom>
              <a:rect b="b" l="l" r="r" t="t"/>
              <a:pathLst>
                <a:path extrusionOk="0" h="4151" w="3204">
                  <a:moveTo>
                    <a:pt x="1399" y="0"/>
                  </a:moveTo>
                  <a:lnTo>
                    <a:pt x="1399" y="0"/>
                  </a:lnTo>
                  <a:cubicBezTo>
                    <a:pt x="1504" y="617"/>
                    <a:pt x="1565" y="2030"/>
                    <a:pt x="1" y="3203"/>
                  </a:cubicBezTo>
                  <a:lnTo>
                    <a:pt x="61" y="3278"/>
                  </a:lnTo>
                  <a:cubicBezTo>
                    <a:pt x="61" y="3278"/>
                    <a:pt x="693" y="4150"/>
                    <a:pt x="1444" y="4150"/>
                  </a:cubicBezTo>
                  <a:cubicBezTo>
                    <a:pt x="2196" y="4150"/>
                    <a:pt x="3204" y="2782"/>
                    <a:pt x="3204" y="1714"/>
                  </a:cubicBezTo>
                  <a:cubicBezTo>
                    <a:pt x="3204" y="647"/>
                    <a:pt x="1941" y="331"/>
                    <a:pt x="1504" y="75"/>
                  </a:cubicBezTo>
                  <a:cubicBezTo>
                    <a:pt x="1459" y="60"/>
                    <a:pt x="1429" y="30"/>
                    <a:pt x="1399" y="0"/>
                  </a:cubicBezTo>
                  <a:close/>
                </a:path>
              </a:pathLst>
            </a:custGeom>
            <a:solidFill>
              <a:schemeClr val="accent1"/>
            </a:solid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5" name="Google Shape;8345;p328"/>
            <p:cNvSpPr/>
            <p:nvPr/>
          </p:nvSpPr>
          <p:spPr>
            <a:xfrm>
              <a:off x="7496975" y="3527450"/>
              <a:ext cx="182700" cy="283850"/>
            </a:xfrm>
            <a:custGeom>
              <a:rect b="b" l="l" r="r" t="t"/>
              <a:pathLst>
                <a:path extrusionOk="0" h="11354" w="7308">
                  <a:moveTo>
                    <a:pt x="6391" y="1"/>
                  </a:moveTo>
                  <a:cubicBezTo>
                    <a:pt x="6391" y="1"/>
                    <a:pt x="4195" y="3234"/>
                    <a:pt x="2180" y="4512"/>
                  </a:cubicBezTo>
                  <a:cubicBezTo>
                    <a:pt x="166" y="5790"/>
                    <a:pt x="0" y="6226"/>
                    <a:pt x="0" y="6226"/>
                  </a:cubicBezTo>
                  <a:cubicBezTo>
                    <a:pt x="0" y="6226"/>
                    <a:pt x="1932" y="11354"/>
                    <a:pt x="2428" y="11354"/>
                  </a:cubicBezTo>
                  <a:cubicBezTo>
                    <a:pt x="2430" y="11354"/>
                    <a:pt x="2433" y="11354"/>
                    <a:pt x="2436" y="11353"/>
                  </a:cubicBezTo>
                  <a:cubicBezTo>
                    <a:pt x="2932" y="11293"/>
                    <a:pt x="4090" y="9639"/>
                    <a:pt x="5293" y="7865"/>
                  </a:cubicBezTo>
                  <a:cubicBezTo>
                    <a:pt x="6511" y="6106"/>
                    <a:pt x="7188" y="3970"/>
                    <a:pt x="7248" y="2813"/>
                  </a:cubicBezTo>
                  <a:cubicBezTo>
                    <a:pt x="7308" y="1640"/>
                    <a:pt x="6391" y="1"/>
                    <a:pt x="6391" y="1"/>
                  </a:cubicBezTo>
                  <a:close/>
                </a:path>
              </a:pathLst>
            </a:custGeom>
            <a:solidFill>
              <a:schemeClr val="lt1"/>
            </a:solid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6" name="Google Shape;8346;p328"/>
            <p:cNvSpPr/>
            <p:nvPr/>
          </p:nvSpPr>
          <p:spPr>
            <a:xfrm>
              <a:off x="7357875" y="3346250"/>
              <a:ext cx="375200" cy="347250"/>
            </a:xfrm>
            <a:custGeom>
              <a:rect b="b" l="l" r="r" t="t"/>
              <a:pathLst>
                <a:path extrusionOk="0" h="13890" w="15008">
                  <a:moveTo>
                    <a:pt x="3618" y="0"/>
                  </a:moveTo>
                  <a:cubicBezTo>
                    <a:pt x="2036" y="0"/>
                    <a:pt x="467" y="281"/>
                    <a:pt x="256" y="1565"/>
                  </a:cubicBezTo>
                  <a:cubicBezTo>
                    <a:pt x="256" y="1565"/>
                    <a:pt x="1" y="5535"/>
                    <a:pt x="316" y="7309"/>
                  </a:cubicBezTo>
                  <a:cubicBezTo>
                    <a:pt x="617" y="9083"/>
                    <a:pt x="2376" y="13098"/>
                    <a:pt x="3113" y="13474"/>
                  </a:cubicBezTo>
                  <a:cubicBezTo>
                    <a:pt x="3560" y="13693"/>
                    <a:pt x="4074" y="13890"/>
                    <a:pt x="4748" y="13890"/>
                  </a:cubicBezTo>
                  <a:cubicBezTo>
                    <a:pt x="5185" y="13890"/>
                    <a:pt x="5689" y="13807"/>
                    <a:pt x="6286" y="13594"/>
                  </a:cubicBezTo>
                  <a:cubicBezTo>
                    <a:pt x="7820" y="13038"/>
                    <a:pt x="9579" y="12181"/>
                    <a:pt x="10752" y="11023"/>
                  </a:cubicBezTo>
                  <a:cubicBezTo>
                    <a:pt x="11910" y="9865"/>
                    <a:pt x="12270" y="8166"/>
                    <a:pt x="12270" y="7850"/>
                  </a:cubicBezTo>
                  <a:lnTo>
                    <a:pt x="12270" y="7309"/>
                  </a:lnTo>
                  <a:cubicBezTo>
                    <a:pt x="12270" y="7309"/>
                    <a:pt x="14045" y="6572"/>
                    <a:pt x="14526" y="4918"/>
                  </a:cubicBezTo>
                  <a:cubicBezTo>
                    <a:pt x="15007" y="3279"/>
                    <a:pt x="14586" y="2362"/>
                    <a:pt x="14345" y="2001"/>
                  </a:cubicBezTo>
                  <a:cubicBezTo>
                    <a:pt x="14090" y="1625"/>
                    <a:pt x="8120" y="227"/>
                    <a:pt x="6526" y="167"/>
                  </a:cubicBezTo>
                  <a:cubicBezTo>
                    <a:pt x="5871" y="142"/>
                    <a:pt x="4741" y="0"/>
                    <a:pt x="3618" y="0"/>
                  </a:cubicBezTo>
                  <a:close/>
                </a:path>
              </a:pathLst>
            </a:custGeom>
            <a:solidFill>
              <a:schemeClr val="lt1"/>
            </a:solid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7" name="Google Shape;8347;p328"/>
            <p:cNvSpPr/>
            <p:nvPr/>
          </p:nvSpPr>
          <p:spPr>
            <a:xfrm>
              <a:off x="7321425" y="3178950"/>
              <a:ext cx="441325" cy="221675"/>
            </a:xfrm>
            <a:custGeom>
              <a:rect b="b" l="l" r="r" t="t"/>
              <a:pathLst>
                <a:path extrusionOk="0" h="8867" w="17653">
                  <a:moveTo>
                    <a:pt x="8216" y="0"/>
                  </a:moveTo>
                  <a:cubicBezTo>
                    <a:pt x="7465" y="0"/>
                    <a:pt x="6691" y="113"/>
                    <a:pt x="5924" y="378"/>
                  </a:cubicBezTo>
                  <a:cubicBezTo>
                    <a:pt x="3113" y="1370"/>
                    <a:pt x="0" y="4227"/>
                    <a:pt x="0" y="5265"/>
                  </a:cubicBezTo>
                  <a:cubicBezTo>
                    <a:pt x="0" y="6302"/>
                    <a:pt x="1278" y="7475"/>
                    <a:pt x="1278" y="7475"/>
                  </a:cubicBezTo>
                  <a:cubicBezTo>
                    <a:pt x="2097" y="7283"/>
                    <a:pt x="3217" y="7215"/>
                    <a:pt x="4387" y="7215"/>
                  </a:cubicBezTo>
                  <a:cubicBezTo>
                    <a:pt x="6612" y="7215"/>
                    <a:pt x="9022" y="7462"/>
                    <a:pt x="9909" y="7580"/>
                  </a:cubicBezTo>
                  <a:cubicBezTo>
                    <a:pt x="11185" y="7752"/>
                    <a:pt x="15452" y="8867"/>
                    <a:pt x="16174" y="8867"/>
                  </a:cubicBezTo>
                  <a:cubicBezTo>
                    <a:pt x="16210" y="8867"/>
                    <a:pt x="16237" y="8864"/>
                    <a:pt x="16255" y="8858"/>
                  </a:cubicBezTo>
                  <a:cubicBezTo>
                    <a:pt x="16615" y="8738"/>
                    <a:pt x="17653" y="7701"/>
                    <a:pt x="17232" y="6362"/>
                  </a:cubicBezTo>
                  <a:cubicBezTo>
                    <a:pt x="16796" y="5024"/>
                    <a:pt x="14856" y="2814"/>
                    <a:pt x="13262" y="1656"/>
                  </a:cubicBezTo>
                  <a:cubicBezTo>
                    <a:pt x="12101" y="812"/>
                    <a:pt x="10236" y="0"/>
                    <a:pt x="8216" y="0"/>
                  </a:cubicBezTo>
                  <a:close/>
                </a:path>
              </a:pathLst>
            </a:custGeom>
            <a:solidFill>
              <a:schemeClr val="lt1"/>
            </a:solid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8" name="Google Shape;8348;p328"/>
            <p:cNvSpPr/>
            <p:nvPr/>
          </p:nvSpPr>
          <p:spPr>
            <a:xfrm>
              <a:off x="7293600" y="3347725"/>
              <a:ext cx="312025" cy="67725"/>
            </a:xfrm>
            <a:custGeom>
              <a:rect b="b" l="l" r="r" t="t"/>
              <a:pathLst>
                <a:path extrusionOk="0" h="2709" w="12481">
                  <a:moveTo>
                    <a:pt x="5425" y="0"/>
                  </a:moveTo>
                  <a:cubicBezTo>
                    <a:pt x="5220" y="0"/>
                    <a:pt x="5020" y="6"/>
                    <a:pt x="4827" y="17"/>
                  </a:cubicBezTo>
                  <a:cubicBezTo>
                    <a:pt x="1820" y="213"/>
                    <a:pt x="0" y="1717"/>
                    <a:pt x="2451" y="2528"/>
                  </a:cubicBezTo>
                  <a:cubicBezTo>
                    <a:pt x="2832" y="2655"/>
                    <a:pt x="3337" y="2709"/>
                    <a:pt x="3920" y="2709"/>
                  </a:cubicBezTo>
                  <a:cubicBezTo>
                    <a:pt x="7073" y="2709"/>
                    <a:pt x="12481" y="1145"/>
                    <a:pt x="12481" y="1145"/>
                  </a:cubicBezTo>
                  <a:cubicBezTo>
                    <a:pt x="12481" y="1145"/>
                    <a:pt x="8401" y="0"/>
                    <a:pt x="5425" y="0"/>
                  </a:cubicBezTo>
                  <a:close/>
                </a:path>
              </a:pathLst>
            </a:custGeom>
            <a:solidFill>
              <a:schemeClr val="lt1"/>
            </a:solid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9" name="Google Shape;8349;p328"/>
            <p:cNvSpPr/>
            <p:nvPr/>
          </p:nvSpPr>
          <p:spPr>
            <a:xfrm>
              <a:off x="7002275" y="4021775"/>
              <a:ext cx="54525" cy="40075"/>
            </a:xfrm>
            <a:custGeom>
              <a:rect b="b" l="l" r="r" t="t"/>
              <a:pathLst>
                <a:path extrusionOk="0" h="1603" w="2181">
                  <a:moveTo>
                    <a:pt x="90" y="1"/>
                  </a:moveTo>
                  <a:lnTo>
                    <a:pt x="90" y="1"/>
                  </a:lnTo>
                  <a:cubicBezTo>
                    <a:pt x="0" y="362"/>
                    <a:pt x="75" y="753"/>
                    <a:pt x="316" y="1069"/>
                  </a:cubicBezTo>
                  <a:cubicBezTo>
                    <a:pt x="624" y="1425"/>
                    <a:pt x="1224" y="1603"/>
                    <a:pt x="1566" y="1603"/>
                  </a:cubicBezTo>
                  <a:cubicBezTo>
                    <a:pt x="1657" y="1603"/>
                    <a:pt x="1730" y="1590"/>
                    <a:pt x="1774" y="1565"/>
                  </a:cubicBezTo>
                  <a:cubicBezTo>
                    <a:pt x="2180" y="1354"/>
                    <a:pt x="1038" y="332"/>
                    <a:pt x="1038" y="332"/>
                  </a:cubicBezTo>
                  <a:lnTo>
                    <a:pt x="90" y="1"/>
                  </a:lnTo>
                  <a:close/>
                </a:path>
              </a:pathLst>
            </a:custGeom>
            <a:solidFill>
              <a:srgbClr val="FFFFFF"/>
            </a:solid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0" name="Google Shape;8350;p328"/>
            <p:cNvSpPr/>
            <p:nvPr/>
          </p:nvSpPr>
          <p:spPr>
            <a:xfrm>
              <a:off x="6997375" y="3989450"/>
              <a:ext cx="63175" cy="49775"/>
            </a:xfrm>
            <a:custGeom>
              <a:rect b="b" l="l" r="r" t="t"/>
              <a:pathLst>
                <a:path extrusionOk="0" h="1991" w="2527">
                  <a:moveTo>
                    <a:pt x="1" y="1"/>
                  </a:moveTo>
                  <a:cubicBezTo>
                    <a:pt x="1" y="1"/>
                    <a:pt x="1" y="843"/>
                    <a:pt x="271" y="1294"/>
                  </a:cubicBezTo>
                  <a:cubicBezTo>
                    <a:pt x="521" y="1688"/>
                    <a:pt x="1367" y="1990"/>
                    <a:pt x="1878" y="1990"/>
                  </a:cubicBezTo>
                  <a:cubicBezTo>
                    <a:pt x="1952" y="1990"/>
                    <a:pt x="2019" y="1984"/>
                    <a:pt x="2076" y="1971"/>
                  </a:cubicBezTo>
                  <a:cubicBezTo>
                    <a:pt x="2527" y="1850"/>
                    <a:pt x="2136" y="1068"/>
                    <a:pt x="1625" y="723"/>
                  </a:cubicBezTo>
                  <a:cubicBezTo>
                    <a:pt x="1113" y="392"/>
                    <a:pt x="1" y="1"/>
                    <a:pt x="1" y="1"/>
                  </a:cubicBezTo>
                  <a:close/>
                </a:path>
              </a:pathLst>
            </a:custGeom>
            <a:solidFill>
              <a:srgbClr val="FFFFFF"/>
            </a:solid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1" name="Google Shape;8351;p328"/>
            <p:cNvSpPr/>
            <p:nvPr/>
          </p:nvSpPr>
          <p:spPr>
            <a:xfrm>
              <a:off x="6997375" y="3957125"/>
              <a:ext cx="57550" cy="56450"/>
            </a:xfrm>
            <a:custGeom>
              <a:rect b="b" l="l" r="r" t="t"/>
              <a:pathLst>
                <a:path extrusionOk="0" h="2258" w="2302">
                  <a:moveTo>
                    <a:pt x="286" y="1"/>
                  </a:moveTo>
                  <a:cubicBezTo>
                    <a:pt x="136" y="407"/>
                    <a:pt x="31" y="843"/>
                    <a:pt x="1" y="1294"/>
                  </a:cubicBezTo>
                  <a:cubicBezTo>
                    <a:pt x="1" y="1745"/>
                    <a:pt x="968" y="2257"/>
                    <a:pt x="1574" y="2257"/>
                  </a:cubicBezTo>
                  <a:cubicBezTo>
                    <a:pt x="1635" y="2257"/>
                    <a:pt x="1692" y="2252"/>
                    <a:pt x="1745" y="2241"/>
                  </a:cubicBezTo>
                  <a:cubicBezTo>
                    <a:pt x="2301" y="2136"/>
                    <a:pt x="2076" y="1625"/>
                    <a:pt x="1910" y="1339"/>
                  </a:cubicBezTo>
                  <a:cubicBezTo>
                    <a:pt x="1745" y="1068"/>
                    <a:pt x="963" y="497"/>
                    <a:pt x="963" y="497"/>
                  </a:cubicBezTo>
                  <a:lnTo>
                    <a:pt x="286" y="1"/>
                  </a:lnTo>
                  <a:close/>
                </a:path>
              </a:pathLst>
            </a:custGeom>
            <a:solidFill>
              <a:srgbClr val="FFFFFF"/>
            </a:solid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2" name="Google Shape;8352;p328"/>
            <p:cNvSpPr/>
            <p:nvPr/>
          </p:nvSpPr>
          <p:spPr>
            <a:xfrm>
              <a:off x="6990775" y="3926300"/>
              <a:ext cx="67525" cy="57750"/>
            </a:xfrm>
            <a:custGeom>
              <a:rect b="b" l="l" r="r" t="t"/>
              <a:pathLst>
                <a:path extrusionOk="0" h="2310" w="2701">
                  <a:moveTo>
                    <a:pt x="1242" y="1"/>
                  </a:moveTo>
                  <a:cubicBezTo>
                    <a:pt x="1242" y="1"/>
                    <a:pt x="219" y="61"/>
                    <a:pt x="114" y="783"/>
                  </a:cubicBezTo>
                  <a:cubicBezTo>
                    <a:pt x="1" y="1479"/>
                    <a:pt x="800" y="2310"/>
                    <a:pt x="1650" y="2310"/>
                  </a:cubicBezTo>
                  <a:cubicBezTo>
                    <a:pt x="1700" y="2310"/>
                    <a:pt x="1749" y="2307"/>
                    <a:pt x="1798" y="2301"/>
                  </a:cubicBezTo>
                  <a:cubicBezTo>
                    <a:pt x="2701" y="2196"/>
                    <a:pt x="1242" y="1"/>
                    <a:pt x="1242" y="1"/>
                  </a:cubicBezTo>
                  <a:close/>
                </a:path>
              </a:pathLst>
            </a:custGeom>
            <a:solidFill>
              <a:srgbClr val="FFFFFF"/>
            </a:solid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353" name="Google Shape;8353;p328"/>
          <p:cNvSpPr txBox="1"/>
          <p:nvPr>
            <p:ph type="ctrTitle"/>
          </p:nvPr>
        </p:nvSpPr>
        <p:spPr>
          <a:xfrm>
            <a:off x="1041050" y="685550"/>
            <a:ext cx="4918500" cy="2895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CA"/>
              <a:t>Decoding the Risk Factors of Alzheimer’s Disease</a:t>
            </a:r>
            <a:endParaRPr/>
          </a:p>
        </p:txBody>
      </p:sp>
      <p:grpSp>
        <p:nvGrpSpPr>
          <p:cNvPr id="8354" name="Google Shape;8354;p328"/>
          <p:cNvGrpSpPr/>
          <p:nvPr/>
        </p:nvGrpSpPr>
        <p:grpSpPr>
          <a:xfrm>
            <a:off x="1794513" y="3843675"/>
            <a:ext cx="1510664" cy="995807"/>
            <a:chOff x="1718313" y="3843675"/>
            <a:chExt cx="1510664" cy="995807"/>
          </a:xfrm>
        </p:grpSpPr>
        <p:grpSp>
          <p:nvGrpSpPr>
            <p:cNvPr id="8355" name="Google Shape;8355;p328"/>
            <p:cNvGrpSpPr/>
            <p:nvPr/>
          </p:nvGrpSpPr>
          <p:grpSpPr>
            <a:xfrm>
              <a:off x="1823770" y="3843675"/>
              <a:ext cx="105457" cy="105457"/>
              <a:chOff x="7812545" y="194375"/>
              <a:chExt cx="105457" cy="105457"/>
            </a:xfrm>
          </p:grpSpPr>
          <p:sp>
            <p:nvSpPr>
              <p:cNvPr id="8356" name="Google Shape;8356;p328"/>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7" name="Google Shape;8357;p328"/>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8" name="Google Shape;8358;p328"/>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9" name="Google Shape;8359;p328"/>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360" name="Google Shape;8360;p328"/>
            <p:cNvSpPr/>
            <p:nvPr/>
          </p:nvSpPr>
          <p:spPr>
            <a:xfrm>
              <a:off x="1718313" y="4537625"/>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1" name="Google Shape;8361;p328"/>
            <p:cNvSpPr/>
            <p:nvPr/>
          </p:nvSpPr>
          <p:spPr>
            <a:xfrm>
              <a:off x="2778976" y="4110225"/>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8362" name="Google Shape;8362;p328"/>
            <p:cNvGrpSpPr/>
            <p:nvPr/>
          </p:nvGrpSpPr>
          <p:grpSpPr>
            <a:xfrm>
              <a:off x="3123520" y="4734025"/>
              <a:ext cx="105457" cy="105457"/>
              <a:chOff x="7812545" y="194375"/>
              <a:chExt cx="105457" cy="105457"/>
            </a:xfrm>
          </p:grpSpPr>
          <p:sp>
            <p:nvSpPr>
              <p:cNvPr id="8363" name="Google Shape;8363;p328"/>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4" name="Google Shape;8364;p328"/>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5" name="Google Shape;8365;p328"/>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6" name="Google Shape;8366;p328"/>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8367" name="Google Shape;8367;p328"/>
          <p:cNvGrpSpPr/>
          <p:nvPr/>
        </p:nvGrpSpPr>
        <p:grpSpPr>
          <a:xfrm>
            <a:off x="4037774" y="245850"/>
            <a:ext cx="4525877" cy="942014"/>
            <a:chOff x="4037774" y="245850"/>
            <a:chExt cx="4525877" cy="942014"/>
          </a:xfrm>
        </p:grpSpPr>
        <p:sp>
          <p:nvSpPr>
            <p:cNvPr id="8368" name="Google Shape;8368;p328"/>
            <p:cNvSpPr/>
            <p:nvPr/>
          </p:nvSpPr>
          <p:spPr>
            <a:xfrm>
              <a:off x="5200852" y="782088"/>
              <a:ext cx="1051068" cy="336605"/>
            </a:xfrm>
            <a:custGeom>
              <a:rect b="b" l="l" r="r" t="t"/>
              <a:pathLst>
                <a:path extrusionOk="0" fill="none" h="4647" w="14511">
                  <a:moveTo>
                    <a:pt x="13894" y="3805"/>
                  </a:moveTo>
                  <a:cubicBezTo>
                    <a:pt x="13263" y="3459"/>
                    <a:pt x="12977" y="3744"/>
                    <a:pt x="12766" y="3459"/>
                  </a:cubicBezTo>
                  <a:cubicBezTo>
                    <a:pt x="12541" y="3173"/>
                    <a:pt x="13383" y="2436"/>
                    <a:pt x="11684" y="1699"/>
                  </a:cubicBezTo>
                  <a:cubicBezTo>
                    <a:pt x="11684" y="1699"/>
                    <a:pt x="11578" y="121"/>
                    <a:pt x="9248" y="60"/>
                  </a:cubicBezTo>
                  <a:cubicBezTo>
                    <a:pt x="6917" y="0"/>
                    <a:pt x="7549" y="1654"/>
                    <a:pt x="6917" y="2045"/>
                  </a:cubicBezTo>
                  <a:cubicBezTo>
                    <a:pt x="6286" y="2436"/>
                    <a:pt x="6120" y="1820"/>
                    <a:pt x="5504" y="2211"/>
                  </a:cubicBezTo>
                  <a:cubicBezTo>
                    <a:pt x="4872" y="2617"/>
                    <a:pt x="5158" y="3399"/>
                    <a:pt x="4647" y="3519"/>
                  </a:cubicBezTo>
                  <a:cubicBezTo>
                    <a:pt x="4135" y="3624"/>
                    <a:pt x="3459" y="3008"/>
                    <a:pt x="2842" y="3399"/>
                  </a:cubicBezTo>
                  <a:cubicBezTo>
                    <a:pt x="2211" y="3805"/>
                    <a:pt x="2211" y="4135"/>
                    <a:pt x="1925" y="4135"/>
                  </a:cubicBezTo>
                  <a:cubicBezTo>
                    <a:pt x="1654" y="4135"/>
                    <a:pt x="1083" y="3910"/>
                    <a:pt x="737" y="4135"/>
                  </a:cubicBezTo>
                  <a:cubicBezTo>
                    <a:pt x="406" y="4376"/>
                    <a:pt x="0" y="4647"/>
                    <a:pt x="0" y="4647"/>
                  </a:cubicBezTo>
                  <a:lnTo>
                    <a:pt x="14345" y="4647"/>
                  </a:lnTo>
                  <a:cubicBezTo>
                    <a:pt x="14345" y="4647"/>
                    <a:pt x="14511" y="4135"/>
                    <a:pt x="13894" y="3805"/>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9" name="Google Shape;8369;p328"/>
            <p:cNvSpPr/>
            <p:nvPr/>
          </p:nvSpPr>
          <p:spPr>
            <a:xfrm flipH="1">
              <a:off x="4037774" y="275425"/>
              <a:ext cx="824297" cy="263973"/>
            </a:xfrm>
            <a:custGeom>
              <a:rect b="b" l="l" r="r" t="t"/>
              <a:pathLst>
                <a:path extrusionOk="0" fill="none" h="4647" w="14511">
                  <a:moveTo>
                    <a:pt x="13894" y="3805"/>
                  </a:moveTo>
                  <a:cubicBezTo>
                    <a:pt x="13263" y="3459"/>
                    <a:pt x="12977" y="3744"/>
                    <a:pt x="12766" y="3459"/>
                  </a:cubicBezTo>
                  <a:cubicBezTo>
                    <a:pt x="12541" y="3173"/>
                    <a:pt x="13383" y="2436"/>
                    <a:pt x="11684" y="1699"/>
                  </a:cubicBezTo>
                  <a:cubicBezTo>
                    <a:pt x="11684" y="1699"/>
                    <a:pt x="11578" y="121"/>
                    <a:pt x="9248" y="60"/>
                  </a:cubicBezTo>
                  <a:cubicBezTo>
                    <a:pt x="6917" y="0"/>
                    <a:pt x="7549" y="1654"/>
                    <a:pt x="6917" y="2045"/>
                  </a:cubicBezTo>
                  <a:cubicBezTo>
                    <a:pt x="6286" y="2436"/>
                    <a:pt x="6120" y="1820"/>
                    <a:pt x="5504" y="2211"/>
                  </a:cubicBezTo>
                  <a:cubicBezTo>
                    <a:pt x="4872" y="2617"/>
                    <a:pt x="5158" y="3399"/>
                    <a:pt x="4647" y="3519"/>
                  </a:cubicBezTo>
                  <a:cubicBezTo>
                    <a:pt x="4135" y="3624"/>
                    <a:pt x="3459" y="3008"/>
                    <a:pt x="2842" y="3399"/>
                  </a:cubicBezTo>
                  <a:cubicBezTo>
                    <a:pt x="2211" y="3805"/>
                    <a:pt x="2211" y="4135"/>
                    <a:pt x="1925" y="4135"/>
                  </a:cubicBezTo>
                  <a:cubicBezTo>
                    <a:pt x="1654" y="4135"/>
                    <a:pt x="1083" y="3910"/>
                    <a:pt x="737" y="4135"/>
                  </a:cubicBezTo>
                  <a:cubicBezTo>
                    <a:pt x="406" y="4376"/>
                    <a:pt x="0" y="4647"/>
                    <a:pt x="0" y="4647"/>
                  </a:cubicBezTo>
                  <a:lnTo>
                    <a:pt x="14345" y="4647"/>
                  </a:lnTo>
                  <a:cubicBezTo>
                    <a:pt x="14345" y="4647"/>
                    <a:pt x="14511" y="4135"/>
                    <a:pt x="13894" y="3805"/>
                  </a:cubicBezTo>
                  <a:close/>
                </a:path>
              </a:pathLst>
            </a:custGeom>
            <a:solidFill>
              <a:schemeClr val="lt1"/>
            </a:solid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370" name="Google Shape;8370;p328"/>
            <p:cNvGrpSpPr/>
            <p:nvPr/>
          </p:nvGrpSpPr>
          <p:grpSpPr>
            <a:xfrm>
              <a:off x="7034570" y="245850"/>
              <a:ext cx="1529082" cy="942014"/>
              <a:chOff x="7034570" y="245850"/>
              <a:chExt cx="1529082" cy="942014"/>
            </a:xfrm>
          </p:grpSpPr>
          <p:sp>
            <p:nvSpPr>
              <p:cNvPr id="8371" name="Google Shape;8371;p328"/>
              <p:cNvSpPr/>
              <p:nvPr/>
            </p:nvSpPr>
            <p:spPr>
              <a:xfrm>
                <a:off x="7664675" y="1082475"/>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2" name="Google Shape;8372;p328"/>
              <p:cNvSpPr/>
              <p:nvPr/>
            </p:nvSpPr>
            <p:spPr>
              <a:xfrm>
                <a:off x="8419226" y="245850"/>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8373" name="Google Shape;8373;p328"/>
              <p:cNvGrpSpPr/>
              <p:nvPr/>
            </p:nvGrpSpPr>
            <p:grpSpPr>
              <a:xfrm>
                <a:off x="8458195" y="861463"/>
                <a:ext cx="105457" cy="105457"/>
                <a:chOff x="7812545" y="194375"/>
                <a:chExt cx="105457" cy="105457"/>
              </a:xfrm>
            </p:grpSpPr>
            <p:sp>
              <p:nvSpPr>
                <p:cNvPr id="8374" name="Google Shape;8374;p328"/>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5" name="Google Shape;8375;p328"/>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6" name="Google Shape;8376;p328"/>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7" name="Google Shape;8377;p328"/>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378" name="Google Shape;8378;p328"/>
              <p:cNvGrpSpPr/>
              <p:nvPr/>
            </p:nvGrpSpPr>
            <p:grpSpPr>
              <a:xfrm>
                <a:off x="7034570" y="318388"/>
                <a:ext cx="105457" cy="105457"/>
                <a:chOff x="7812545" y="194375"/>
                <a:chExt cx="105457" cy="105457"/>
              </a:xfrm>
            </p:grpSpPr>
            <p:sp>
              <p:nvSpPr>
                <p:cNvPr id="8379" name="Google Shape;8379;p328"/>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0" name="Google Shape;8380;p328"/>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1" name="Google Shape;8381;p328"/>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2" name="Google Shape;8382;p328"/>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sp>
        <p:nvSpPr>
          <p:cNvPr id="8383" name="Google Shape;8383;p328"/>
          <p:cNvSpPr txBox="1"/>
          <p:nvPr>
            <p:ph idx="1" type="subTitle"/>
          </p:nvPr>
        </p:nvSpPr>
        <p:spPr>
          <a:xfrm>
            <a:off x="1041050" y="3507085"/>
            <a:ext cx="5488500" cy="336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CA"/>
              <a:t>Anusha Singhal, Zoe Li, Khushi Brar</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87" name="Shape 8387"/>
        <p:cNvGrpSpPr/>
        <p:nvPr/>
      </p:nvGrpSpPr>
      <p:grpSpPr>
        <a:xfrm>
          <a:off x="0" y="0"/>
          <a:ext cx="0" cy="0"/>
          <a:chOff x="0" y="0"/>
          <a:chExt cx="0" cy="0"/>
        </a:xfrm>
      </p:grpSpPr>
      <p:grpSp>
        <p:nvGrpSpPr>
          <p:cNvPr id="8388" name="Google Shape;8388;p329"/>
          <p:cNvGrpSpPr/>
          <p:nvPr/>
        </p:nvGrpSpPr>
        <p:grpSpPr>
          <a:xfrm>
            <a:off x="-58783" y="804138"/>
            <a:ext cx="3490079" cy="4391794"/>
            <a:chOff x="-58783" y="804138"/>
            <a:chExt cx="3490079" cy="4391794"/>
          </a:xfrm>
        </p:grpSpPr>
        <p:sp>
          <p:nvSpPr>
            <p:cNvPr id="8389" name="Google Shape;8389;p329"/>
            <p:cNvSpPr/>
            <p:nvPr/>
          </p:nvSpPr>
          <p:spPr>
            <a:xfrm>
              <a:off x="202177" y="804138"/>
              <a:ext cx="1051068" cy="336605"/>
            </a:xfrm>
            <a:custGeom>
              <a:rect b="b" l="l" r="r" t="t"/>
              <a:pathLst>
                <a:path extrusionOk="0" fill="none" h="4647" w="14511">
                  <a:moveTo>
                    <a:pt x="13894" y="3805"/>
                  </a:moveTo>
                  <a:cubicBezTo>
                    <a:pt x="13263" y="3459"/>
                    <a:pt x="12977" y="3744"/>
                    <a:pt x="12766" y="3459"/>
                  </a:cubicBezTo>
                  <a:cubicBezTo>
                    <a:pt x="12541" y="3173"/>
                    <a:pt x="13383" y="2436"/>
                    <a:pt x="11684" y="1699"/>
                  </a:cubicBezTo>
                  <a:cubicBezTo>
                    <a:pt x="11684" y="1699"/>
                    <a:pt x="11578" y="121"/>
                    <a:pt x="9248" y="60"/>
                  </a:cubicBezTo>
                  <a:cubicBezTo>
                    <a:pt x="6917" y="0"/>
                    <a:pt x="7549" y="1654"/>
                    <a:pt x="6917" y="2045"/>
                  </a:cubicBezTo>
                  <a:cubicBezTo>
                    <a:pt x="6286" y="2436"/>
                    <a:pt x="6120" y="1820"/>
                    <a:pt x="5504" y="2211"/>
                  </a:cubicBezTo>
                  <a:cubicBezTo>
                    <a:pt x="4872" y="2617"/>
                    <a:pt x="5158" y="3399"/>
                    <a:pt x="4647" y="3519"/>
                  </a:cubicBezTo>
                  <a:cubicBezTo>
                    <a:pt x="4135" y="3624"/>
                    <a:pt x="3459" y="3008"/>
                    <a:pt x="2842" y="3399"/>
                  </a:cubicBezTo>
                  <a:cubicBezTo>
                    <a:pt x="2211" y="3805"/>
                    <a:pt x="2211" y="4135"/>
                    <a:pt x="1925" y="4135"/>
                  </a:cubicBezTo>
                  <a:cubicBezTo>
                    <a:pt x="1654" y="4135"/>
                    <a:pt x="1083" y="3910"/>
                    <a:pt x="737" y="4135"/>
                  </a:cubicBezTo>
                  <a:cubicBezTo>
                    <a:pt x="406" y="4376"/>
                    <a:pt x="0" y="4647"/>
                    <a:pt x="0" y="4647"/>
                  </a:cubicBezTo>
                  <a:lnTo>
                    <a:pt x="14345" y="4647"/>
                  </a:lnTo>
                  <a:cubicBezTo>
                    <a:pt x="14345" y="4647"/>
                    <a:pt x="14511" y="4135"/>
                    <a:pt x="13894" y="3805"/>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390" name="Google Shape;8390;p329"/>
            <p:cNvGrpSpPr/>
            <p:nvPr/>
          </p:nvGrpSpPr>
          <p:grpSpPr>
            <a:xfrm>
              <a:off x="-58783" y="2046648"/>
              <a:ext cx="3490079" cy="3149284"/>
              <a:chOff x="-5" y="2079100"/>
              <a:chExt cx="3396010" cy="3064400"/>
            </a:xfrm>
          </p:grpSpPr>
          <p:sp>
            <p:nvSpPr>
              <p:cNvPr id="8391" name="Google Shape;8391;p329"/>
              <p:cNvSpPr/>
              <p:nvPr/>
            </p:nvSpPr>
            <p:spPr>
              <a:xfrm>
                <a:off x="-5" y="2534937"/>
                <a:ext cx="3396010" cy="2608562"/>
              </a:xfrm>
              <a:custGeom>
                <a:rect b="b" l="l" r="r" t="t"/>
                <a:pathLst>
                  <a:path extrusionOk="0" h="149445" w="194558">
                    <a:moveTo>
                      <a:pt x="60751" y="1"/>
                    </a:moveTo>
                    <a:cubicBezTo>
                      <a:pt x="53770" y="1"/>
                      <a:pt x="46760" y="1373"/>
                      <a:pt x="40328" y="4052"/>
                    </a:cubicBezTo>
                    <a:cubicBezTo>
                      <a:pt x="25443" y="10278"/>
                      <a:pt x="13710" y="23026"/>
                      <a:pt x="7403" y="37859"/>
                    </a:cubicBezTo>
                    <a:cubicBezTo>
                      <a:pt x="1096" y="52718"/>
                      <a:pt x="0" y="69501"/>
                      <a:pt x="2967" y="85349"/>
                    </a:cubicBezTo>
                    <a:cubicBezTo>
                      <a:pt x="6014" y="101785"/>
                      <a:pt x="12802" y="117392"/>
                      <a:pt x="26725" y="127440"/>
                    </a:cubicBezTo>
                    <a:cubicBezTo>
                      <a:pt x="38618" y="135992"/>
                      <a:pt x="56336" y="145213"/>
                      <a:pt x="70153" y="147163"/>
                    </a:cubicBezTo>
                    <a:cubicBezTo>
                      <a:pt x="80390" y="148684"/>
                      <a:pt x="90720" y="149444"/>
                      <a:pt x="101058" y="149444"/>
                    </a:cubicBezTo>
                    <a:cubicBezTo>
                      <a:pt x="106347" y="149444"/>
                      <a:pt x="111639" y="149245"/>
                      <a:pt x="116922" y="148847"/>
                    </a:cubicBezTo>
                    <a:cubicBezTo>
                      <a:pt x="122507" y="148393"/>
                      <a:pt x="128066" y="147645"/>
                      <a:pt x="133598" y="146602"/>
                    </a:cubicBezTo>
                    <a:cubicBezTo>
                      <a:pt x="149633" y="143556"/>
                      <a:pt x="166603" y="138050"/>
                      <a:pt x="178148" y="125944"/>
                    </a:cubicBezTo>
                    <a:cubicBezTo>
                      <a:pt x="191697" y="111726"/>
                      <a:pt x="194557" y="89064"/>
                      <a:pt x="187234" y="71158"/>
                    </a:cubicBezTo>
                    <a:cubicBezTo>
                      <a:pt x="181596" y="57288"/>
                      <a:pt x="169356" y="46063"/>
                      <a:pt x="154817" y="42429"/>
                    </a:cubicBezTo>
                    <a:cubicBezTo>
                      <a:pt x="144742" y="39916"/>
                      <a:pt x="133892" y="40932"/>
                      <a:pt x="124191" y="37217"/>
                    </a:cubicBezTo>
                    <a:cubicBezTo>
                      <a:pt x="109171" y="31471"/>
                      <a:pt x="100325" y="15891"/>
                      <a:pt x="86749" y="7259"/>
                    </a:cubicBezTo>
                    <a:cubicBezTo>
                      <a:pt x="79054" y="2371"/>
                      <a:pt x="69928" y="1"/>
                      <a:pt x="60751"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2" name="Google Shape;8392;p329"/>
              <p:cNvSpPr/>
              <p:nvPr/>
            </p:nvSpPr>
            <p:spPr>
              <a:xfrm>
                <a:off x="2184070" y="3299309"/>
                <a:ext cx="459485" cy="697415"/>
              </a:xfrm>
              <a:custGeom>
                <a:rect b="b" l="l" r="r" t="t"/>
                <a:pathLst>
                  <a:path extrusionOk="0" fill="none" h="39955" w="26324">
                    <a:moveTo>
                      <a:pt x="0" y="39954"/>
                    </a:moveTo>
                    <a:cubicBezTo>
                      <a:pt x="0" y="39954"/>
                      <a:pt x="3154" y="5773"/>
                      <a:pt x="26324" y="1"/>
                    </a:cubicBez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3" name="Google Shape;8393;p329"/>
              <p:cNvSpPr/>
              <p:nvPr/>
            </p:nvSpPr>
            <p:spPr>
              <a:xfrm>
                <a:off x="363845" y="3189692"/>
                <a:ext cx="727734" cy="736130"/>
              </a:xfrm>
              <a:custGeom>
                <a:rect b="b" l="l" r="r" t="t"/>
                <a:pathLst>
                  <a:path extrusionOk="0" fill="none" h="42173" w="41692">
                    <a:moveTo>
                      <a:pt x="1" y="0"/>
                    </a:moveTo>
                    <a:cubicBezTo>
                      <a:pt x="1" y="0"/>
                      <a:pt x="32097" y="7991"/>
                      <a:pt x="41692" y="42172"/>
                    </a:cubicBez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4" name="Google Shape;8394;p329"/>
              <p:cNvSpPr/>
              <p:nvPr/>
            </p:nvSpPr>
            <p:spPr>
              <a:xfrm>
                <a:off x="2170996" y="3721947"/>
                <a:ext cx="882141" cy="430580"/>
              </a:xfrm>
              <a:custGeom>
                <a:rect b="b" l="l" r="r" t="t"/>
                <a:pathLst>
                  <a:path extrusionOk="0" fill="none" h="24668" w="50538">
                    <a:moveTo>
                      <a:pt x="1" y="24667"/>
                    </a:moveTo>
                    <a:cubicBezTo>
                      <a:pt x="1" y="24667"/>
                      <a:pt x="20926" y="0"/>
                      <a:pt x="50537" y="4116"/>
                    </a:cubicBez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5" name="Google Shape;8395;p329"/>
              <p:cNvSpPr/>
              <p:nvPr/>
            </p:nvSpPr>
            <p:spPr>
              <a:xfrm>
                <a:off x="618862" y="4267573"/>
                <a:ext cx="495111" cy="177605"/>
              </a:xfrm>
              <a:custGeom>
                <a:rect b="b" l="l" r="r" t="t"/>
                <a:pathLst>
                  <a:path extrusionOk="0" h="10175" w="28365">
                    <a:moveTo>
                      <a:pt x="14404" y="0"/>
                    </a:moveTo>
                    <a:cubicBezTo>
                      <a:pt x="10379" y="0"/>
                      <a:pt x="6456" y="1392"/>
                      <a:pt x="3296" y="3965"/>
                    </a:cubicBezTo>
                    <a:cubicBezTo>
                      <a:pt x="0" y="6742"/>
                      <a:pt x="5576" y="10174"/>
                      <a:pt x="12608" y="10174"/>
                    </a:cubicBezTo>
                    <a:cubicBezTo>
                      <a:pt x="12816" y="10174"/>
                      <a:pt x="13027" y="10171"/>
                      <a:pt x="13238" y="10165"/>
                    </a:cubicBezTo>
                    <a:cubicBezTo>
                      <a:pt x="20561" y="9924"/>
                      <a:pt x="24462" y="8000"/>
                      <a:pt x="24462" y="8000"/>
                    </a:cubicBezTo>
                    <a:lnTo>
                      <a:pt x="28364" y="2522"/>
                    </a:lnTo>
                    <a:cubicBezTo>
                      <a:pt x="28364" y="2522"/>
                      <a:pt x="21336" y="891"/>
                      <a:pt x="16632" y="143"/>
                    </a:cubicBezTo>
                    <a:cubicBezTo>
                      <a:pt x="15889" y="48"/>
                      <a:pt x="15144" y="0"/>
                      <a:pt x="14404" y="0"/>
                    </a:cubicBezTo>
                    <a:close/>
                  </a:path>
                </a:pathLst>
              </a:custGeom>
              <a:solidFill>
                <a:schemeClr val="accent2"/>
              </a:solidFill>
              <a:ln cap="flat" cmpd="sng" w="9525">
                <a:solidFill>
                  <a:schemeClr val="dk1"/>
                </a:solidFill>
                <a:prstDash val="solid"/>
                <a:miter lim="2672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6" name="Google Shape;8396;p329"/>
              <p:cNvSpPr/>
              <p:nvPr/>
            </p:nvSpPr>
            <p:spPr>
              <a:xfrm>
                <a:off x="2240502" y="4368934"/>
                <a:ext cx="446918" cy="200663"/>
              </a:xfrm>
              <a:custGeom>
                <a:rect b="b" l="l" r="r" t="t"/>
                <a:pathLst>
                  <a:path extrusionOk="0" h="11496" w="25604">
                    <a:moveTo>
                      <a:pt x="16217" y="0"/>
                    </a:moveTo>
                    <a:cubicBezTo>
                      <a:pt x="15072" y="0"/>
                      <a:pt x="13845" y="94"/>
                      <a:pt x="12561" y="269"/>
                    </a:cubicBezTo>
                    <a:cubicBezTo>
                      <a:pt x="8472" y="884"/>
                      <a:pt x="4464" y="1846"/>
                      <a:pt x="535" y="3129"/>
                    </a:cubicBezTo>
                    <a:lnTo>
                      <a:pt x="1" y="9543"/>
                    </a:lnTo>
                    <a:cubicBezTo>
                      <a:pt x="829" y="9917"/>
                      <a:pt x="1711" y="10184"/>
                      <a:pt x="2620" y="10264"/>
                    </a:cubicBezTo>
                    <a:cubicBezTo>
                      <a:pt x="3454" y="10264"/>
                      <a:pt x="9966" y="11496"/>
                      <a:pt x="15356" y="11496"/>
                    </a:cubicBezTo>
                    <a:cubicBezTo>
                      <a:pt x="16704" y="11496"/>
                      <a:pt x="17981" y="11419"/>
                      <a:pt x="19082" y="11226"/>
                    </a:cubicBezTo>
                    <a:cubicBezTo>
                      <a:pt x="24561" y="10264"/>
                      <a:pt x="25603" y="6469"/>
                      <a:pt x="24026" y="3369"/>
                    </a:cubicBezTo>
                    <a:cubicBezTo>
                      <a:pt x="22839" y="995"/>
                      <a:pt x="19960" y="0"/>
                      <a:pt x="16217" y="0"/>
                    </a:cubicBezTo>
                    <a:close/>
                  </a:path>
                </a:pathLst>
              </a:custGeom>
              <a:solidFill>
                <a:schemeClr val="accent2"/>
              </a:solidFill>
              <a:ln cap="flat" cmpd="sng" w="9525">
                <a:solidFill>
                  <a:schemeClr val="dk1"/>
                </a:solidFill>
                <a:prstDash val="solid"/>
                <a:miter lim="2672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7" name="Google Shape;8397;p329"/>
              <p:cNvSpPr/>
              <p:nvPr/>
            </p:nvSpPr>
            <p:spPr>
              <a:xfrm>
                <a:off x="635811" y="3788817"/>
                <a:ext cx="1973707" cy="679977"/>
              </a:xfrm>
              <a:custGeom>
                <a:rect b="b" l="l" r="r" t="t"/>
                <a:pathLst>
                  <a:path extrusionOk="0" h="38956" w="113074">
                    <a:moveTo>
                      <a:pt x="16380" y="1"/>
                    </a:moveTo>
                    <a:cubicBezTo>
                      <a:pt x="8781" y="1"/>
                      <a:pt x="3161" y="3016"/>
                      <a:pt x="1818" y="10601"/>
                    </a:cubicBezTo>
                    <a:cubicBezTo>
                      <a:pt x="0" y="20890"/>
                      <a:pt x="30039" y="31339"/>
                      <a:pt x="50911" y="35188"/>
                    </a:cubicBezTo>
                    <a:cubicBezTo>
                      <a:pt x="63330" y="37459"/>
                      <a:pt x="75767" y="38956"/>
                      <a:pt x="85946" y="38956"/>
                    </a:cubicBezTo>
                    <a:cubicBezTo>
                      <a:pt x="92898" y="38956"/>
                      <a:pt x="98797" y="38257"/>
                      <a:pt x="102918" y="36631"/>
                    </a:cubicBezTo>
                    <a:cubicBezTo>
                      <a:pt x="113073" y="32649"/>
                      <a:pt x="112833" y="18057"/>
                      <a:pt x="108931" y="11376"/>
                    </a:cubicBezTo>
                    <a:cubicBezTo>
                      <a:pt x="105853" y="6141"/>
                      <a:pt x="97165" y="4417"/>
                      <a:pt x="90282" y="4417"/>
                    </a:cubicBezTo>
                    <a:cubicBezTo>
                      <a:pt x="88380" y="4417"/>
                      <a:pt x="86616" y="4549"/>
                      <a:pt x="85146" y="4775"/>
                    </a:cubicBezTo>
                    <a:cubicBezTo>
                      <a:pt x="83929" y="4957"/>
                      <a:pt x="81856" y="5031"/>
                      <a:pt x="79273" y="5031"/>
                    </a:cubicBezTo>
                    <a:cubicBezTo>
                      <a:pt x="67446" y="5031"/>
                      <a:pt x="44925" y="3465"/>
                      <a:pt x="44925" y="3465"/>
                    </a:cubicBezTo>
                    <a:cubicBezTo>
                      <a:pt x="44925" y="3465"/>
                      <a:pt x="44734" y="3471"/>
                      <a:pt x="44368" y="3471"/>
                    </a:cubicBezTo>
                    <a:cubicBezTo>
                      <a:pt x="42354" y="3471"/>
                      <a:pt x="35041" y="3299"/>
                      <a:pt x="25068" y="1060"/>
                    </a:cubicBezTo>
                    <a:cubicBezTo>
                      <a:pt x="21993" y="377"/>
                      <a:pt x="19063" y="1"/>
                      <a:pt x="1638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8" name="Google Shape;8398;p329"/>
              <p:cNvSpPr/>
              <p:nvPr/>
            </p:nvSpPr>
            <p:spPr>
              <a:xfrm>
                <a:off x="1045847" y="3822680"/>
                <a:ext cx="1531153" cy="584550"/>
              </a:xfrm>
              <a:custGeom>
                <a:rect b="b" l="l" r="r" t="t"/>
                <a:pathLst>
                  <a:path extrusionOk="0" h="33489" w="87720">
                    <a:moveTo>
                      <a:pt x="73828" y="0"/>
                    </a:moveTo>
                    <a:cubicBezTo>
                      <a:pt x="72024" y="0"/>
                      <a:pt x="70123" y="284"/>
                      <a:pt x="68175" y="857"/>
                    </a:cubicBezTo>
                    <a:cubicBezTo>
                      <a:pt x="57726" y="3930"/>
                      <a:pt x="50671" y="11600"/>
                      <a:pt x="37362" y="18469"/>
                    </a:cubicBezTo>
                    <a:cubicBezTo>
                      <a:pt x="24053" y="25364"/>
                      <a:pt x="0" y="28491"/>
                      <a:pt x="0" y="28491"/>
                    </a:cubicBezTo>
                    <a:lnTo>
                      <a:pt x="0" y="33488"/>
                    </a:lnTo>
                    <a:lnTo>
                      <a:pt x="15180" y="33488"/>
                    </a:lnTo>
                    <a:cubicBezTo>
                      <a:pt x="22476" y="33488"/>
                      <a:pt x="58287" y="32980"/>
                      <a:pt x="66118" y="28704"/>
                    </a:cubicBezTo>
                    <a:cubicBezTo>
                      <a:pt x="73948" y="24402"/>
                      <a:pt x="81778" y="13685"/>
                      <a:pt x="81778" y="13685"/>
                    </a:cubicBezTo>
                    <a:lnTo>
                      <a:pt x="87524" y="15876"/>
                    </a:lnTo>
                    <a:cubicBezTo>
                      <a:pt x="87720" y="5417"/>
                      <a:pt x="81705" y="0"/>
                      <a:pt x="7382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9" name="Google Shape;8399;p329"/>
              <p:cNvSpPr/>
              <p:nvPr/>
            </p:nvSpPr>
            <p:spPr>
              <a:xfrm>
                <a:off x="557909" y="3786635"/>
                <a:ext cx="1691948" cy="753934"/>
              </a:xfrm>
              <a:custGeom>
                <a:rect b="b" l="l" r="r" t="t"/>
                <a:pathLst>
                  <a:path extrusionOk="0" h="43193" w="96932">
                    <a:moveTo>
                      <a:pt x="16649" y="1"/>
                    </a:moveTo>
                    <a:cubicBezTo>
                      <a:pt x="13542" y="1"/>
                      <a:pt x="9105" y="494"/>
                      <a:pt x="5746" y="2869"/>
                    </a:cubicBezTo>
                    <a:cubicBezTo>
                      <a:pt x="0" y="6904"/>
                      <a:pt x="802" y="11207"/>
                      <a:pt x="6281" y="17407"/>
                    </a:cubicBezTo>
                    <a:cubicBezTo>
                      <a:pt x="11759" y="23607"/>
                      <a:pt x="25870" y="34564"/>
                      <a:pt x="56443" y="39589"/>
                    </a:cubicBezTo>
                    <a:cubicBezTo>
                      <a:pt x="74826" y="42594"/>
                      <a:pt x="85547" y="43193"/>
                      <a:pt x="91174" y="43193"/>
                    </a:cubicBezTo>
                    <a:cubicBezTo>
                      <a:pt x="94905" y="43193"/>
                      <a:pt x="96397" y="42929"/>
                      <a:pt x="96397" y="42929"/>
                    </a:cubicBezTo>
                    <a:lnTo>
                      <a:pt x="96931" y="36462"/>
                    </a:lnTo>
                    <a:lnTo>
                      <a:pt x="96931" y="36462"/>
                    </a:lnTo>
                    <a:cubicBezTo>
                      <a:pt x="96751" y="36463"/>
                      <a:pt x="96570" y="36464"/>
                      <a:pt x="96390" y="36464"/>
                    </a:cubicBezTo>
                    <a:cubicBezTo>
                      <a:pt x="83590" y="36464"/>
                      <a:pt x="71071" y="32729"/>
                      <a:pt x="60345" y="25745"/>
                    </a:cubicBezTo>
                    <a:cubicBezTo>
                      <a:pt x="43241" y="14307"/>
                      <a:pt x="35625" y="6797"/>
                      <a:pt x="23331" y="5568"/>
                    </a:cubicBezTo>
                    <a:lnTo>
                      <a:pt x="20391" y="250"/>
                    </a:lnTo>
                    <a:cubicBezTo>
                      <a:pt x="20391" y="250"/>
                      <a:pt x="18856" y="1"/>
                      <a:pt x="1664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0" name="Google Shape;8400;p329"/>
              <p:cNvSpPr/>
              <p:nvPr/>
            </p:nvSpPr>
            <p:spPr>
              <a:xfrm>
                <a:off x="727712" y="2942442"/>
                <a:ext cx="394658" cy="769731"/>
              </a:xfrm>
              <a:custGeom>
                <a:rect b="b" l="l" r="r" t="t"/>
                <a:pathLst>
                  <a:path extrusionOk="0" fill="none" h="44098" w="22610">
                    <a:moveTo>
                      <a:pt x="0" y="1"/>
                    </a:moveTo>
                    <a:cubicBezTo>
                      <a:pt x="0" y="1"/>
                      <a:pt x="22609" y="8820"/>
                      <a:pt x="15982" y="44097"/>
                    </a:cubicBez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1" name="Google Shape;8401;p329"/>
              <p:cNvSpPr/>
              <p:nvPr/>
            </p:nvSpPr>
            <p:spPr>
              <a:xfrm>
                <a:off x="1526330" y="2079100"/>
                <a:ext cx="775770" cy="837561"/>
              </a:xfrm>
              <a:custGeom>
                <a:rect b="b" l="l" r="r" t="t"/>
                <a:pathLst>
                  <a:path extrusionOk="0" h="47984" w="44444">
                    <a:moveTo>
                      <a:pt x="20842" y="0"/>
                    </a:moveTo>
                    <a:cubicBezTo>
                      <a:pt x="17153" y="0"/>
                      <a:pt x="13465" y="916"/>
                      <a:pt x="10129" y="2747"/>
                    </a:cubicBezTo>
                    <a:cubicBezTo>
                      <a:pt x="6521" y="4805"/>
                      <a:pt x="3688" y="7958"/>
                      <a:pt x="2058" y="11753"/>
                    </a:cubicBezTo>
                    <a:cubicBezTo>
                      <a:pt x="347" y="15789"/>
                      <a:pt x="1684" y="20519"/>
                      <a:pt x="1898" y="24741"/>
                    </a:cubicBezTo>
                    <a:cubicBezTo>
                      <a:pt x="2111" y="30327"/>
                      <a:pt x="1470" y="35939"/>
                      <a:pt x="0" y="41364"/>
                    </a:cubicBezTo>
                    <a:cubicBezTo>
                      <a:pt x="4609" y="43884"/>
                      <a:pt x="13625" y="47984"/>
                      <a:pt x="23679" y="47984"/>
                    </a:cubicBezTo>
                    <a:cubicBezTo>
                      <a:pt x="30473" y="47984"/>
                      <a:pt x="37740" y="46112"/>
                      <a:pt x="44443" y="40616"/>
                    </a:cubicBezTo>
                    <a:lnTo>
                      <a:pt x="43642" y="35939"/>
                    </a:lnTo>
                    <a:cubicBezTo>
                      <a:pt x="43321" y="33935"/>
                      <a:pt x="43054" y="31877"/>
                      <a:pt x="42786" y="29873"/>
                    </a:cubicBezTo>
                    <a:cubicBezTo>
                      <a:pt x="42305" y="25356"/>
                      <a:pt x="41477" y="20866"/>
                      <a:pt x="40328" y="16457"/>
                    </a:cubicBezTo>
                    <a:cubicBezTo>
                      <a:pt x="38965" y="11032"/>
                      <a:pt x="36747" y="5553"/>
                      <a:pt x="31268" y="2586"/>
                    </a:cubicBezTo>
                    <a:cubicBezTo>
                      <a:pt x="28004" y="862"/>
                      <a:pt x="24422" y="0"/>
                      <a:pt x="2084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2" name="Google Shape;8402;p329"/>
              <p:cNvSpPr/>
              <p:nvPr/>
            </p:nvSpPr>
            <p:spPr>
              <a:xfrm>
                <a:off x="993132" y="2816731"/>
                <a:ext cx="1373813" cy="1278683"/>
              </a:xfrm>
              <a:custGeom>
                <a:rect b="b" l="l" r="r" t="t"/>
                <a:pathLst>
                  <a:path extrusionOk="0" h="73256" w="78706">
                    <a:moveTo>
                      <a:pt x="50012" y="1"/>
                    </a:moveTo>
                    <a:cubicBezTo>
                      <a:pt x="49602" y="1"/>
                      <a:pt x="49197" y="14"/>
                      <a:pt x="48800" y="41"/>
                    </a:cubicBezTo>
                    <a:cubicBezTo>
                      <a:pt x="48800" y="41"/>
                      <a:pt x="35865" y="1644"/>
                      <a:pt x="29799" y="3061"/>
                    </a:cubicBezTo>
                    <a:cubicBezTo>
                      <a:pt x="23732" y="4504"/>
                      <a:pt x="21568" y="6535"/>
                      <a:pt x="19376" y="10303"/>
                    </a:cubicBezTo>
                    <a:cubicBezTo>
                      <a:pt x="17185" y="14098"/>
                      <a:pt x="13951" y="28155"/>
                      <a:pt x="10824" y="34035"/>
                    </a:cubicBezTo>
                    <a:cubicBezTo>
                      <a:pt x="7671" y="39941"/>
                      <a:pt x="2005" y="41518"/>
                      <a:pt x="989" y="47771"/>
                    </a:cubicBezTo>
                    <a:cubicBezTo>
                      <a:pt x="1" y="54025"/>
                      <a:pt x="5506" y="56163"/>
                      <a:pt x="9622" y="56885"/>
                    </a:cubicBezTo>
                    <a:cubicBezTo>
                      <a:pt x="10421" y="57011"/>
                      <a:pt x="11147" y="57056"/>
                      <a:pt x="11839" y="57056"/>
                    </a:cubicBezTo>
                    <a:cubicBezTo>
                      <a:pt x="13590" y="57056"/>
                      <a:pt x="15124" y="56766"/>
                      <a:pt x="17081" y="56766"/>
                    </a:cubicBezTo>
                    <a:cubicBezTo>
                      <a:pt x="17297" y="56766"/>
                      <a:pt x="17519" y="56770"/>
                      <a:pt x="17746" y="56778"/>
                    </a:cubicBezTo>
                    <a:cubicBezTo>
                      <a:pt x="17746" y="56778"/>
                      <a:pt x="25496" y="72091"/>
                      <a:pt x="38431" y="73160"/>
                    </a:cubicBezTo>
                    <a:cubicBezTo>
                      <a:pt x="39211" y="73225"/>
                      <a:pt x="39979" y="73255"/>
                      <a:pt x="40734" y="73255"/>
                    </a:cubicBezTo>
                    <a:cubicBezTo>
                      <a:pt x="52509" y="73255"/>
                      <a:pt x="61314" y="65814"/>
                      <a:pt x="66839" y="62951"/>
                    </a:cubicBezTo>
                    <a:cubicBezTo>
                      <a:pt x="72719" y="59931"/>
                      <a:pt x="73093" y="52956"/>
                      <a:pt x="73307" y="44912"/>
                    </a:cubicBezTo>
                    <a:cubicBezTo>
                      <a:pt x="73494" y="36868"/>
                      <a:pt x="78705" y="18775"/>
                      <a:pt x="77342" y="13751"/>
                    </a:cubicBezTo>
                    <a:cubicBezTo>
                      <a:pt x="75952" y="8753"/>
                      <a:pt x="73921" y="7925"/>
                      <a:pt x="64995" y="3755"/>
                    </a:cubicBezTo>
                    <a:cubicBezTo>
                      <a:pt x="61475" y="2119"/>
                      <a:pt x="55266" y="1"/>
                      <a:pt x="50012" y="1"/>
                    </a:cubicBezTo>
                    <a:close/>
                  </a:path>
                </a:pathLst>
              </a:custGeom>
              <a:solidFill>
                <a:schemeClr val="lt1"/>
              </a:solidFill>
              <a:ln cap="flat" cmpd="sng" w="8675">
                <a:solidFill>
                  <a:schemeClr val="dk1"/>
                </a:solidFill>
                <a:prstDash val="solid"/>
                <a:miter lim="2672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3" name="Google Shape;8403;p329"/>
              <p:cNvSpPr/>
              <p:nvPr/>
            </p:nvSpPr>
            <p:spPr>
              <a:xfrm>
                <a:off x="2009589" y="2887406"/>
                <a:ext cx="237929" cy="792108"/>
              </a:xfrm>
              <a:custGeom>
                <a:rect b="b" l="l" r="r" t="t"/>
                <a:pathLst>
                  <a:path extrusionOk="0" h="45380" w="13631">
                    <a:moveTo>
                      <a:pt x="6602" y="0"/>
                    </a:moveTo>
                    <a:cubicBezTo>
                      <a:pt x="6442" y="11038"/>
                      <a:pt x="1" y="22984"/>
                      <a:pt x="1" y="22984"/>
                    </a:cubicBezTo>
                    <a:cubicBezTo>
                      <a:pt x="2433" y="26324"/>
                      <a:pt x="8286" y="45379"/>
                      <a:pt x="8286" y="45379"/>
                    </a:cubicBezTo>
                    <a:cubicBezTo>
                      <a:pt x="8286" y="45379"/>
                      <a:pt x="10023" y="17639"/>
                      <a:pt x="10290" y="12989"/>
                    </a:cubicBezTo>
                    <a:cubicBezTo>
                      <a:pt x="10557" y="8339"/>
                      <a:pt x="13631" y="3288"/>
                      <a:pt x="13631" y="3288"/>
                    </a:cubicBezTo>
                    <a:cubicBezTo>
                      <a:pt x="11626" y="1497"/>
                      <a:pt x="9248" y="562"/>
                      <a:pt x="6602" y="0"/>
                    </a:cubicBezTo>
                    <a:close/>
                  </a:path>
                </a:pathLst>
              </a:custGeom>
              <a:solidFill>
                <a:schemeClr val="accent1"/>
              </a:solidFill>
              <a:ln cap="flat" cmpd="sng" w="8675">
                <a:solidFill>
                  <a:schemeClr val="dk1"/>
                </a:solidFill>
                <a:prstDash val="solid"/>
                <a:miter lim="2672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4" name="Google Shape;8404;p329"/>
              <p:cNvSpPr/>
              <p:nvPr/>
            </p:nvSpPr>
            <p:spPr>
              <a:xfrm>
                <a:off x="1360717" y="2877108"/>
                <a:ext cx="149764" cy="823509"/>
              </a:xfrm>
              <a:custGeom>
                <a:rect b="b" l="l" r="r" t="t"/>
                <a:pathLst>
                  <a:path extrusionOk="0" h="47179" w="8580">
                    <a:moveTo>
                      <a:pt x="8161" y="0"/>
                    </a:moveTo>
                    <a:cubicBezTo>
                      <a:pt x="8037" y="0"/>
                      <a:pt x="7917" y="59"/>
                      <a:pt x="7831" y="163"/>
                    </a:cubicBezTo>
                    <a:cubicBezTo>
                      <a:pt x="5800" y="2835"/>
                      <a:pt x="3689" y="17213"/>
                      <a:pt x="3502" y="18496"/>
                    </a:cubicBezTo>
                    <a:cubicBezTo>
                      <a:pt x="3074" y="19138"/>
                      <a:pt x="1" y="24108"/>
                      <a:pt x="1337" y="27315"/>
                    </a:cubicBezTo>
                    <a:cubicBezTo>
                      <a:pt x="1765" y="28277"/>
                      <a:pt x="2219" y="29159"/>
                      <a:pt x="2646" y="30015"/>
                    </a:cubicBezTo>
                    <a:cubicBezTo>
                      <a:pt x="3609" y="31992"/>
                      <a:pt x="4464" y="33703"/>
                      <a:pt x="4464" y="35413"/>
                    </a:cubicBezTo>
                    <a:cubicBezTo>
                      <a:pt x="4464" y="37818"/>
                      <a:pt x="589" y="46611"/>
                      <a:pt x="535" y="46718"/>
                    </a:cubicBezTo>
                    <a:cubicBezTo>
                      <a:pt x="535" y="46718"/>
                      <a:pt x="535" y="46744"/>
                      <a:pt x="535" y="46744"/>
                    </a:cubicBezTo>
                    <a:cubicBezTo>
                      <a:pt x="482" y="46931"/>
                      <a:pt x="589" y="47119"/>
                      <a:pt x="749" y="47172"/>
                    </a:cubicBezTo>
                    <a:lnTo>
                      <a:pt x="909" y="47172"/>
                    </a:lnTo>
                    <a:cubicBezTo>
                      <a:pt x="935" y="47176"/>
                      <a:pt x="961" y="47179"/>
                      <a:pt x="987" y="47179"/>
                    </a:cubicBezTo>
                    <a:cubicBezTo>
                      <a:pt x="1120" y="47179"/>
                      <a:pt x="1243" y="47119"/>
                      <a:pt x="1310" y="46985"/>
                    </a:cubicBezTo>
                    <a:cubicBezTo>
                      <a:pt x="1444" y="46611"/>
                      <a:pt x="5239" y="37952"/>
                      <a:pt x="5239" y="35413"/>
                    </a:cubicBezTo>
                    <a:cubicBezTo>
                      <a:pt x="5239" y="33569"/>
                      <a:pt x="4357" y="31805"/>
                      <a:pt x="3341" y="29747"/>
                    </a:cubicBezTo>
                    <a:cubicBezTo>
                      <a:pt x="2914" y="28892"/>
                      <a:pt x="2486" y="28010"/>
                      <a:pt x="2085" y="27075"/>
                    </a:cubicBezTo>
                    <a:cubicBezTo>
                      <a:pt x="802" y="24055"/>
                      <a:pt x="4197" y="18844"/>
                      <a:pt x="4197" y="18790"/>
                    </a:cubicBezTo>
                    <a:cubicBezTo>
                      <a:pt x="4223" y="18737"/>
                      <a:pt x="4250" y="18710"/>
                      <a:pt x="4250" y="18656"/>
                    </a:cubicBezTo>
                    <a:cubicBezTo>
                      <a:pt x="4277" y="18496"/>
                      <a:pt x="6495" y="3156"/>
                      <a:pt x="8473" y="564"/>
                    </a:cubicBezTo>
                    <a:cubicBezTo>
                      <a:pt x="8473" y="564"/>
                      <a:pt x="8473" y="537"/>
                      <a:pt x="8473" y="537"/>
                    </a:cubicBezTo>
                    <a:cubicBezTo>
                      <a:pt x="8579" y="377"/>
                      <a:pt x="8526" y="163"/>
                      <a:pt x="8366" y="56"/>
                    </a:cubicBezTo>
                    <a:cubicBezTo>
                      <a:pt x="8299" y="18"/>
                      <a:pt x="8230" y="0"/>
                      <a:pt x="8161"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5" name="Google Shape;8405;p329"/>
              <p:cNvSpPr/>
              <p:nvPr/>
            </p:nvSpPr>
            <p:spPr>
              <a:xfrm>
                <a:off x="1321531" y="3743870"/>
                <a:ext cx="142764" cy="56921"/>
              </a:xfrm>
              <a:custGeom>
                <a:rect b="b" l="l" r="r" t="t"/>
                <a:pathLst>
                  <a:path extrusionOk="0" h="3261" w="8179">
                    <a:moveTo>
                      <a:pt x="1" y="0"/>
                    </a:moveTo>
                    <a:lnTo>
                      <a:pt x="1" y="0"/>
                    </a:lnTo>
                    <a:cubicBezTo>
                      <a:pt x="1" y="1"/>
                      <a:pt x="4678" y="2539"/>
                      <a:pt x="8179" y="3261"/>
                    </a:cubicBezTo>
                    <a:lnTo>
                      <a:pt x="1"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6" name="Google Shape;8406;p329"/>
              <p:cNvSpPr/>
              <p:nvPr/>
            </p:nvSpPr>
            <p:spPr>
              <a:xfrm>
                <a:off x="1403639" y="3837639"/>
                <a:ext cx="80712" cy="15395"/>
              </a:xfrm>
              <a:custGeom>
                <a:rect b="b" l="l" r="r" t="t"/>
                <a:pathLst>
                  <a:path extrusionOk="0" h="882" w="4624">
                    <a:moveTo>
                      <a:pt x="0" y="0"/>
                    </a:moveTo>
                    <a:cubicBezTo>
                      <a:pt x="1497" y="508"/>
                      <a:pt x="3047" y="802"/>
                      <a:pt x="4624" y="882"/>
                    </a:cubicBezTo>
                    <a:lnTo>
                      <a:pt x="0"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7" name="Google Shape;8407;p329"/>
              <p:cNvSpPr/>
              <p:nvPr/>
            </p:nvSpPr>
            <p:spPr>
              <a:xfrm>
                <a:off x="1332266" y="3776057"/>
                <a:ext cx="142293" cy="58317"/>
              </a:xfrm>
              <a:custGeom>
                <a:rect b="b" l="l" r="r" t="t"/>
                <a:pathLst>
                  <a:path extrusionOk="0" h="3341" w="8152">
                    <a:moveTo>
                      <a:pt x="1" y="0"/>
                    </a:moveTo>
                    <a:lnTo>
                      <a:pt x="1" y="0"/>
                    </a:lnTo>
                    <a:cubicBezTo>
                      <a:pt x="2486" y="1577"/>
                      <a:pt x="5239" y="2726"/>
                      <a:pt x="8152" y="3341"/>
                    </a:cubicBezTo>
                    <a:lnTo>
                      <a:pt x="1"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8" name="Google Shape;8408;p329"/>
              <p:cNvSpPr/>
              <p:nvPr/>
            </p:nvSpPr>
            <p:spPr>
              <a:xfrm>
                <a:off x="1636873" y="2834221"/>
                <a:ext cx="103107" cy="128312"/>
              </a:xfrm>
              <a:custGeom>
                <a:rect b="b" l="l" r="r" t="t"/>
                <a:pathLst>
                  <a:path extrusionOk="0" h="7351" w="5907">
                    <a:moveTo>
                      <a:pt x="4357" y="1"/>
                    </a:moveTo>
                    <a:lnTo>
                      <a:pt x="642" y="402"/>
                    </a:lnTo>
                    <a:lnTo>
                      <a:pt x="1" y="2593"/>
                    </a:lnTo>
                    <a:lnTo>
                      <a:pt x="5907" y="7350"/>
                    </a:lnTo>
                    <a:lnTo>
                      <a:pt x="5880" y="883"/>
                    </a:lnTo>
                    <a:lnTo>
                      <a:pt x="4357" y="1"/>
                    </a:lnTo>
                    <a:close/>
                  </a:path>
                </a:pathLst>
              </a:custGeom>
              <a:solidFill>
                <a:schemeClr val="accent1"/>
              </a:solidFill>
              <a:ln cap="flat" cmpd="sng" w="8675">
                <a:solidFill>
                  <a:schemeClr val="dk1"/>
                </a:solidFill>
                <a:prstDash val="solid"/>
                <a:miter lim="2672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9" name="Google Shape;8409;p329"/>
              <p:cNvSpPr/>
              <p:nvPr/>
            </p:nvSpPr>
            <p:spPr>
              <a:xfrm>
                <a:off x="950211" y="3881940"/>
                <a:ext cx="14959" cy="1885"/>
              </a:xfrm>
              <a:custGeom>
                <a:rect b="b" l="l" r="r" t="t"/>
                <a:pathLst>
                  <a:path extrusionOk="0" h="108" w="857">
                    <a:moveTo>
                      <a:pt x="856" y="108"/>
                    </a:moveTo>
                    <a:lnTo>
                      <a:pt x="1" y="1"/>
                    </a:lnTo>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0" name="Google Shape;8410;p329"/>
              <p:cNvSpPr/>
              <p:nvPr/>
            </p:nvSpPr>
            <p:spPr>
              <a:xfrm>
                <a:off x="1619627" y="2261854"/>
                <a:ext cx="563989" cy="629759"/>
              </a:xfrm>
              <a:custGeom>
                <a:rect b="b" l="l" r="r" t="t"/>
                <a:pathLst>
                  <a:path extrusionOk="0" h="36079" w="32311">
                    <a:moveTo>
                      <a:pt x="10022" y="0"/>
                    </a:moveTo>
                    <a:cubicBezTo>
                      <a:pt x="7002" y="81"/>
                      <a:pt x="4196" y="1604"/>
                      <a:pt x="2459" y="4116"/>
                    </a:cubicBezTo>
                    <a:cubicBezTo>
                      <a:pt x="481" y="6842"/>
                      <a:pt x="641" y="10022"/>
                      <a:pt x="481" y="13176"/>
                    </a:cubicBezTo>
                    <a:cubicBezTo>
                      <a:pt x="321" y="16329"/>
                      <a:pt x="0" y="19830"/>
                      <a:pt x="695" y="22984"/>
                    </a:cubicBezTo>
                    <a:cubicBezTo>
                      <a:pt x="1603" y="27206"/>
                      <a:pt x="5933" y="36079"/>
                      <a:pt x="11171" y="36079"/>
                    </a:cubicBezTo>
                    <a:cubicBezTo>
                      <a:pt x="15928" y="36079"/>
                      <a:pt x="24400" y="29585"/>
                      <a:pt x="27286" y="25763"/>
                    </a:cubicBezTo>
                    <a:cubicBezTo>
                      <a:pt x="27927" y="25549"/>
                      <a:pt x="28542" y="25255"/>
                      <a:pt x="29050" y="24828"/>
                    </a:cubicBezTo>
                    <a:cubicBezTo>
                      <a:pt x="30146" y="23973"/>
                      <a:pt x="32310" y="22583"/>
                      <a:pt x="32150" y="19750"/>
                    </a:cubicBezTo>
                    <a:lnTo>
                      <a:pt x="32150" y="19750"/>
                    </a:lnTo>
                    <a:cubicBezTo>
                      <a:pt x="31239" y="20190"/>
                      <a:pt x="30476" y="20380"/>
                      <a:pt x="29837" y="20380"/>
                    </a:cubicBezTo>
                    <a:cubicBezTo>
                      <a:pt x="27103" y="20380"/>
                      <a:pt x="26655" y="16894"/>
                      <a:pt x="26698" y="14619"/>
                    </a:cubicBezTo>
                    <a:cubicBezTo>
                      <a:pt x="26752" y="14592"/>
                      <a:pt x="26778" y="14539"/>
                      <a:pt x="26805" y="14485"/>
                    </a:cubicBezTo>
                    <a:cubicBezTo>
                      <a:pt x="27152" y="13202"/>
                      <a:pt x="26805" y="6788"/>
                      <a:pt x="22743" y="4223"/>
                    </a:cubicBezTo>
                    <a:cubicBezTo>
                      <a:pt x="19162" y="1951"/>
                      <a:pt x="14431" y="0"/>
                      <a:pt x="10022" y="0"/>
                    </a:cubicBezTo>
                    <a:close/>
                  </a:path>
                </a:pathLst>
              </a:custGeom>
              <a:solidFill>
                <a:schemeClr val="lt1"/>
              </a:solidFill>
              <a:ln cap="flat" cmpd="sng" w="8675">
                <a:solidFill>
                  <a:schemeClr val="dk1"/>
                </a:solidFill>
                <a:prstDash val="solid"/>
                <a:miter lim="2672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1" name="Google Shape;8411;p329"/>
              <p:cNvSpPr/>
              <p:nvPr/>
            </p:nvSpPr>
            <p:spPr>
              <a:xfrm>
                <a:off x="1700322" y="2172152"/>
                <a:ext cx="645154" cy="445364"/>
              </a:xfrm>
              <a:custGeom>
                <a:rect b="b" l="l" r="r" t="t"/>
                <a:pathLst>
                  <a:path extrusionOk="0" h="25515" w="36961">
                    <a:moveTo>
                      <a:pt x="10497" y="0"/>
                    </a:moveTo>
                    <a:cubicBezTo>
                      <a:pt x="5052" y="0"/>
                      <a:pt x="1024" y="3120"/>
                      <a:pt x="0" y="7251"/>
                    </a:cubicBezTo>
                    <a:cubicBezTo>
                      <a:pt x="0" y="7251"/>
                      <a:pt x="2523" y="5848"/>
                      <a:pt x="4746" y="5848"/>
                    </a:cubicBezTo>
                    <a:cubicBezTo>
                      <a:pt x="5799" y="5848"/>
                      <a:pt x="6785" y="6163"/>
                      <a:pt x="7403" y="7090"/>
                    </a:cubicBezTo>
                    <a:cubicBezTo>
                      <a:pt x="9111" y="9688"/>
                      <a:pt x="16405" y="25514"/>
                      <a:pt x="24724" y="25514"/>
                    </a:cubicBezTo>
                    <a:cubicBezTo>
                      <a:pt x="25648" y="25514"/>
                      <a:pt x="26584" y="25319"/>
                      <a:pt x="27527" y="24889"/>
                    </a:cubicBezTo>
                    <a:cubicBezTo>
                      <a:pt x="36961" y="20586"/>
                      <a:pt x="27447" y="6449"/>
                      <a:pt x="18307" y="1959"/>
                    </a:cubicBezTo>
                    <a:cubicBezTo>
                      <a:pt x="15522" y="595"/>
                      <a:pt x="12874" y="0"/>
                      <a:pt x="1049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2" name="Google Shape;8412;p329"/>
              <p:cNvSpPr/>
              <p:nvPr/>
            </p:nvSpPr>
            <p:spPr>
              <a:xfrm>
                <a:off x="1778223" y="3428930"/>
                <a:ext cx="286908" cy="129760"/>
              </a:xfrm>
              <a:custGeom>
                <a:rect b="b" l="l" r="r" t="t"/>
                <a:pathLst>
                  <a:path extrusionOk="0" h="7434" w="16437">
                    <a:moveTo>
                      <a:pt x="473" y="0"/>
                    </a:moveTo>
                    <a:cubicBezTo>
                      <a:pt x="396" y="0"/>
                      <a:pt x="315" y="20"/>
                      <a:pt x="241" y="58"/>
                    </a:cubicBezTo>
                    <a:cubicBezTo>
                      <a:pt x="241" y="58"/>
                      <a:pt x="214" y="58"/>
                      <a:pt x="214" y="84"/>
                    </a:cubicBezTo>
                    <a:cubicBezTo>
                      <a:pt x="54" y="164"/>
                      <a:pt x="0" y="378"/>
                      <a:pt x="107" y="539"/>
                    </a:cubicBezTo>
                    <a:cubicBezTo>
                      <a:pt x="4330" y="4868"/>
                      <a:pt x="10049" y="7327"/>
                      <a:pt x="16089" y="7434"/>
                    </a:cubicBezTo>
                    <a:cubicBezTo>
                      <a:pt x="16276" y="7434"/>
                      <a:pt x="16436" y="7273"/>
                      <a:pt x="16436" y="7059"/>
                    </a:cubicBezTo>
                    <a:cubicBezTo>
                      <a:pt x="16436" y="6872"/>
                      <a:pt x="16276" y="6712"/>
                      <a:pt x="16089" y="6712"/>
                    </a:cubicBezTo>
                    <a:cubicBezTo>
                      <a:pt x="10289" y="6605"/>
                      <a:pt x="4784" y="4227"/>
                      <a:pt x="722" y="84"/>
                    </a:cubicBezTo>
                    <a:cubicBezTo>
                      <a:pt x="650" y="27"/>
                      <a:pt x="563" y="0"/>
                      <a:pt x="473"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3" name="Google Shape;8413;p329"/>
              <p:cNvSpPr/>
              <p:nvPr/>
            </p:nvSpPr>
            <p:spPr>
              <a:xfrm>
                <a:off x="763163" y="2698560"/>
                <a:ext cx="1395265" cy="1155888"/>
              </a:xfrm>
              <a:custGeom>
                <a:rect b="b" l="l" r="r" t="t"/>
                <a:pathLst>
                  <a:path extrusionOk="0" h="66221" w="79935">
                    <a:moveTo>
                      <a:pt x="45336" y="1"/>
                    </a:moveTo>
                    <a:cubicBezTo>
                      <a:pt x="42708" y="1"/>
                      <a:pt x="38350" y="6891"/>
                      <a:pt x="38350" y="6891"/>
                    </a:cubicBezTo>
                    <a:cubicBezTo>
                      <a:pt x="38350" y="6891"/>
                      <a:pt x="16997" y="16271"/>
                      <a:pt x="7750" y="31558"/>
                    </a:cubicBezTo>
                    <a:cubicBezTo>
                      <a:pt x="7750" y="31558"/>
                      <a:pt x="6227" y="30684"/>
                      <a:pt x="4658" y="30684"/>
                    </a:cubicBezTo>
                    <a:cubicBezTo>
                      <a:pt x="3681" y="30684"/>
                      <a:pt x="2687" y="31023"/>
                      <a:pt x="2031" y="32119"/>
                    </a:cubicBezTo>
                    <a:cubicBezTo>
                      <a:pt x="0" y="35433"/>
                      <a:pt x="8258" y="39014"/>
                      <a:pt x="8258" y="39014"/>
                    </a:cubicBezTo>
                    <a:cubicBezTo>
                      <a:pt x="8258" y="39014"/>
                      <a:pt x="11893" y="58229"/>
                      <a:pt x="32578" y="66220"/>
                    </a:cubicBezTo>
                    <a:lnTo>
                      <a:pt x="79934" y="57668"/>
                    </a:lnTo>
                    <a:cubicBezTo>
                      <a:pt x="79934" y="57668"/>
                      <a:pt x="76513" y="26240"/>
                      <a:pt x="47570" y="8762"/>
                    </a:cubicBezTo>
                    <a:cubicBezTo>
                      <a:pt x="47570" y="8762"/>
                      <a:pt x="48239" y="798"/>
                      <a:pt x="45700" y="49"/>
                    </a:cubicBezTo>
                    <a:cubicBezTo>
                      <a:pt x="45583" y="16"/>
                      <a:pt x="45461" y="1"/>
                      <a:pt x="4533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4" name="Google Shape;8414;p329"/>
              <p:cNvSpPr/>
              <p:nvPr/>
            </p:nvSpPr>
            <p:spPr>
              <a:xfrm>
                <a:off x="763163" y="2686813"/>
                <a:ext cx="1395265" cy="1167635"/>
              </a:xfrm>
              <a:custGeom>
                <a:rect b="b" l="l" r="r" t="t"/>
                <a:pathLst>
                  <a:path extrusionOk="0" fill="none" h="66894" w="79935">
                    <a:moveTo>
                      <a:pt x="79934" y="58341"/>
                    </a:moveTo>
                    <a:cubicBezTo>
                      <a:pt x="79934" y="58341"/>
                      <a:pt x="76513" y="26913"/>
                      <a:pt x="47570" y="9435"/>
                    </a:cubicBezTo>
                    <a:cubicBezTo>
                      <a:pt x="47570" y="9435"/>
                      <a:pt x="48239" y="1471"/>
                      <a:pt x="45700" y="722"/>
                    </a:cubicBezTo>
                    <a:cubicBezTo>
                      <a:pt x="43134" y="1"/>
                      <a:pt x="38350" y="7564"/>
                      <a:pt x="38350" y="7564"/>
                    </a:cubicBezTo>
                    <a:cubicBezTo>
                      <a:pt x="38350" y="7564"/>
                      <a:pt x="16997" y="16944"/>
                      <a:pt x="7750" y="32231"/>
                    </a:cubicBezTo>
                    <a:cubicBezTo>
                      <a:pt x="7750" y="32231"/>
                      <a:pt x="3742" y="29933"/>
                      <a:pt x="2031" y="32792"/>
                    </a:cubicBezTo>
                    <a:cubicBezTo>
                      <a:pt x="0" y="36106"/>
                      <a:pt x="8258" y="39687"/>
                      <a:pt x="8258" y="39687"/>
                    </a:cubicBezTo>
                    <a:cubicBezTo>
                      <a:pt x="8258" y="39687"/>
                      <a:pt x="11893" y="58902"/>
                      <a:pt x="32578" y="66893"/>
                    </a:cubicBezTo>
                  </a:path>
                </a:pathLst>
              </a:custGeom>
              <a:noFill/>
              <a:ln cap="flat" cmpd="sng" w="9525">
                <a:solidFill>
                  <a:schemeClr val="dk1"/>
                </a:solidFill>
                <a:prstDash val="solid"/>
                <a:miter lim="2672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5" name="Google Shape;8415;p329"/>
              <p:cNvSpPr/>
              <p:nvPr/>
            </p:nvSpPr>
            <p:spPr>
              <a:xfrm>
                <a:off x="1254364" y="2941569"/>
                <a:ext cx="1196069" cy="986487"/>
              </a:xfrm>
              <a:custGeom>
                <a:rect b="b" l="l" r="r" t="t"/>
                <a:pathLst>
                  <a:path extrusionOk="0" h="56516" w="68523">
                    <a:moveTo>
                      <a:pt x="57471" y="1"/>
                    </a:moveTo>
                    <a:cubicBezTo>
                      <a:pt x="55471" y="1"/>
                      <a:pt x="52605" y="4447"/>
                      <a:pt x="52247" y="20202"/>
                    </a:cubicBezTo>
                    <a:lnTo>
                      <a:pt x="51873" y="40352"/>
                    </a:lnTo>
                    <a:cubicBezTo>
                      <a:pt x="51873" y="40512"/>
                      <a:pt x="51793" y="40619"/>
                      <a:pt x="51660" y="40700"/>
                    </a:cubicBezTo>
                    <a:cubicBezTo>
                      <a:pt x="50109" y="41475"/>
                      <a:pt x="39794" y="46579"/>
                      <a:pt x="33834" y="48102"/>
                    </a:cubicBezTo>
                    <a:cubicBezTo>
                      <a:pt x="30253" y="49064"/>
                      <a:pt x="26565" y="49626"/>
                      <a:pt x="22877" y="49706"/>
                    </a:cubicBezTo>
                    <a:cubicBezTo>
                      <a:pt x="22289" y="49706"/>
                      <a:pt x="19723" y="45964"/>
                      <a:pt x="18360" y="44708"/>
                    </a:cubicBezTo>
                    <a:cubicBezTo>
                      <a:pt x="16997" y="43452"/>
                      <a:pt x="15875" y="43426"/>
                      <a:pt x="13390" y="42276"/>
                    </a:cubicBezTo>
                    <a:cubicBezTo>
                      <a:pt x="11079" y="41236"/>
                      <a:pt x="9630" y="40754"/>
                      <a:pt x="8965" y="40754"/>
                    </a:cubicBezTo>
                    <a:cubicBezTo>
                      <a:pt x="8623" y="40754"/>
                      <a:pt x="8489" y="40882"/>
                      <a:pt x="8552" y="41127"/>
                    </a:cubicBezTo>
                    <a:cubicBezTo>
                      <a:pt x="8766" y="41849"/>
                      <a:pt x="8953" y="42544"/>
                      <a:pt x="10717" y="43452"/>
                    </a:cubicBezTo>
                    <a:cubicBezTo>
                      <a:pt x="12214" y="44201"/>
                      <a:pt x="13283" y="44842"/>
                      <a:pt x="13577" y="45002"/>
                    </a:cubicBezTo>
                    <a:cubicBezTo>
                      <a:pt x="13630" y="45056"/>
                      <a:pt x="13684" y="45109"/>
                      <a:pt x="13710" y="45163"/>
                    </a:cubicBezTo>
                    <a:cubicBezTo>
                      <a:pt x="13834" y="45410"/>
                      <a:pt x="13660" y="45703"/>
                      <a:pt x="13401" y="45703"/>
                    </a:cubicBezTo>
                    <a:cubicBezTo>
                      <a:pt x="13380" y="45703"/>
                      <a:pt x="13358" y="45701"/>
                      <a:pt x="13336" y="45697"/>
                    </a:cubicBezTo>
                    <a:cubicBezTo>
                      <a:pt x="12027" y="45537"/>
                      <a:pt x="9301" y="45163"/>
                      <a:pt x="7964" y="44895"/>
                    </a:cubicBezTo>
                    <a:cubicBezTo>
                      <a:pt x="6361" y="44575"/>
                      <a:pt x="2459" y="42143"/>
                      <a:pt x="1791" y="41742"/>
                    </a:cubicBezTo>
                    <a:cubicBezTo>
                      <a:pt x="1738" y="41715"/>
                      <a:pt x="1657" y="41688"/>
                      <a:pt x="1577" y="41688"/>
                    </a:cubicBezTo>
                    <a:cubicBezTo>
                      <a:pt x="1176" y="41715"/>
                      <a:pt x="0" y="41929"/>
                      <a:pt x="1150" y="43719"/>
                    </a:cubicBezTo>
                    <a:cubicBezTo>
                      <a:pt x="2192" y="45323"/>
                      <a:pt x="4811" y="48450"/>
                      <a:pt x="5800" y="49358"/>
                    </a:cubicBezTo>
                    <a:cubicBezTo>
                      <a:pt x="5826" y="49358"/>
                      <a:pt x="5826" y="49385"/>
                      <a:pt x="5826" y="49385"/>
                    </a:cubicBezTo>
                    <a:cubicBezTo>
                      <a:pt x="6227" y="49706"/>
                      <a:pt x="6655" y="50027"/>
                      <a:pt x="7083" y="50347"/>
                    </a:cubicBezTo>
                    <a:cubicBezTo>
                      <a:pt x="7387" y="50550"/>
                      <a:pt x="7209" y="51019"/>
                      <a:pt x="6870" y="51019"/>
                    </a:cubicBezTo>
                    <a:cubicBezTo>
                      <a:pt x="6852" y="51019"/>
                      <a:pt x="6834" y="51018"/>
                      <a:pt x="6815" y="51015"/>
                    </a:cubicBezTo>
                    <a:cubicBezTo>
                      <a:pt x="6496" y="50968"/>
                      <a:pt x="6180" y="50938"/>
                      <a:pt x="5913" y="50938"/>
                    </a:cubicBezTo>
                    <a:cubicBezTo>
                      <a:pt x="5422" y="50938"/>
                      <a:pt x="5100" y="51042"/>
                      <a:pt x="5239" y="51336"/>
                    </a:cubicBezTo>
                    <a:cubicBezTo>
                      <a:pt x="5613" y="52245"/>
                      <a:pt x="7964" y="52592"/>
                      <a:pt x="10904" y="53848"/>
                    </a:cubicBezTo>
                    <a:cubicBezTo>
                      <a:pt x="13844" y="55104"/>
                      <a:pt x="20525" y="55265"/>
                      <a:pt x="24240" y="55799"/>
                    </a:cubicBezTo>
                    <a:cubicBezTo>
                      <a:pt x="28249" y="56275"/>
                      <a:pt x="32287" y="56515"/>
                      <a:pt x="36324" y="56515"/>
                    </a:cubicBezTo>
                    <a:cubicBezTo>
                      <a:pt x="39096" y="56515"/>
                      <a:pt x="41868" y="56402"/>
                      <a:pt x="44631" y="56173"/>
                    </a:cubicBezTo>
                    <a:cubicBezTo>
                      <a:pt x="52461" y="55425"/>
                      <a:pt x="64220" y="50641"/>
                      <a:pt x="66385" y="49011"/>
                    </a:cubicBezTo>
                    <a:cubicBezTo>
                      <a:pt x="68523" y="47408"/>
                      <a:pt x="67160" y="29341"/>
                      <a:pt x="66572" y="25226"/>
                    </a:cubicBezTo>
                    <a:cubicBezTo>
                      <a:pt x="65984" y="21110"/>
                      <a:pt x="64808" y="13440"/>
                      <a:pt x="64033" y="9832"/>
                    </a:cubicBezTo>
                    <a:cubicBezTo>
                      <a:pt x="63231" y="6224"/>
                      <a:pt x="60105" y="1254"/>
                      <a:pt x="58154" y="185"/>
                    </a:cubicBezTo>
                    <a:cubicBezTo>
                      <a:pt x="57943" y="66"/>
                      <a:pt x="57713" y="1"/>
                      <a:pt x="57471" y="1"/>
                    </a:cubicBezTo>
                    <a:close/>
                  </a:path>
                </a:pathLst>
              </a:custGeom>
              <a:solidFill>
                <a:schemeClr val="lt1"/>
              </a:solidFill>
              <a:ln cap="rnd" cmpd="sng" w="9525">
                <a:solidFill>
                  <a:schemeClr val="dk1"/>
                </a:solidFill>
                <a:prstDash val="solid"/>
                <a:miter lim="2672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6" name="Google Shape;8416;p329"/>
              <p:cNvSpPr/>
              <p:nvPr/>
            </p:nvSpPr>
            <p:spPr>
              <a:xfrm>
                <a:off x="879308" y="3350278"/>
                <a:ext cx="410053" cy="389718"/>
              </a:xfrm>
              <a:custGeom>
                <a:rect b="b" l="l" r="r" t="t"/>
                <a:pathLst>
                  <a:path extrusionOk="0" h="22327" w="23492">
                    <a:moveTo>
                      <a:pt x="18600" y="0"/>
                    </a:moveTo>
                    <a:cubicBezTo>
                      <a:pt x="18367" y="0"/>
                      <a:pt x="18133" y="110"/>
                      <a:pt x="17987" y="341"/>
                    </a:cubicBezTo>
                    <a:cubicBezTo>
                      <a:pt x="16624" y="2452"/>
                      <a:pt x="14539" y="4751"/>
                      <a:pt x="12936" y="6434"/>
                    </a:cubicBezTo>
                    <a:cubicBezTo>
                      <a:pt x="12781" y="6596"/>
                      <a:pt x="12596" y="6665"/>
                      <a:pt x="12416" y="6665"/>
                    </a:cubicBezTo>
                    <a:cubicBezTo>
                      <a:pt x="11913" y="6665"/>
                      <a:pt x="11445" y="6123"/>
                      <a:pt x="11760" y="5552"/>
                    </a:cubicBezTo>
                    <a:cubicBezTo>
                      <a:pt x="12405" y="4350"/>
                      <a:pt x="12457" y="2999"/>
                      <a:pt x="11360" y="2999"/>
                    </a:cubicBezTo>
                    <a:cubicBezTo>
                      <a:pt x="11140" y="2999"/>
                      <a:pt x="10874" y="3053"/>
                      <a:pt x="10557" y="3174"/>
                    </a:cubicBezTo>
                    <a:cubicBezTo>
                      <a:pt x="7510" y="4323"/>
                      <a:pt x="2459" y="13463"/>
                      <a:pt x="2459" y="13463"/>
                    </a:cubicBezTo>
                    <a:cubicBezTo>
                      <a:pt x="1" y="16723"/>
                      <a:pt x="1551" y="20999"/>
                      <a:pt x="7029" y="22175"/>
                    </a:cubicBezTo>
                    <a:cubicBezTo>
                      <a:pt x="7507" y="22278"/>
                      <a:pt x="7986" y="22327"/>
                      <a:pt x="8466" y="22327"/>
                    </a:cubicBezTo>
                    <a:cubicBezTo>
                      <a:pt x="13455" y="22327"/>
                      <a:pt x="18405" y="17049"/>
                      <a:pt x="20819" y="12928"/>
                    </a:cubicBezTo>
                    <a:cubicBezTo>
                      <a:pt x="23492" y="8439"/>
                      <a:pt x="20846" y="5766"/>
                      <a:pt x="20846" y="5766"/>
                    </a:cubicBezTo>
                    <a:lnTo>
                      <a:pt x="20606" y="5766"/>
                    </a:lnTo>
                    <a:cubicBezTo>
                      <a:pt x="21274" y="2987"/>
                      <a:pt x="20312" y="1971"/>
                      <a:pt x="19911" y="1677"/>
                    </a:cubicBezTo>
                    <a:cubicBezTo>
                      <a:pt x="19804" y="1597"/>
                      <a:pt x="19697" y="1490"/>
                      <a:pt x="19643" y="1357"/>
                    </a:cubicBezTo>
                    <a:lnTo>
                      <a:pt x="19269" y="448"/>
                    </a:lnTo>
                    <a:cubicBezTo>
                      <a:pt x="19153" y="157"/>
                      <a:pt x="18878" y="0"/>
                      <a:pt x="18600" y="0"/>
                    </a:cubicBezTo>
                    <a:close/>
                  </a:path>
                </a:pathLst>
              </a:custGeom>
              <a:solidFill>
                <a:schemeClr val="lt1"/>
              </a:solid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417" name="Google Shape;8417;p329"/>
            <p:cNvSpPr/>
            <p:nvPr/>
          </p:nvSpPr>
          <p:spPr>
            <a:xfrm flipH="1">
              <a:off x="1876035" y="1278475"/>
              <a:ext cx="991138" cy="317437"/>
            </a:xfrm>
            <a:custGeom>
              <a:rect b="b" l="l" r="r" t="t"/>
              <a:pathLst>
                <a:path extrusionOk="0" fill="none" h="4647" w="14511">
                  <a:moveTo>
                    <a:pt x="13894" y="3805"/>
                  </a:moveTo>
                  <a:cubicBezTo>
                    <a:pt x="13263" y="3459"/>
                    <a:pt x="12977" y="3744"/>
                    <a:pt x="12766" y="3459"/>
                  </a:cubicBezTo>
                  <a:cubicBezTo>
                    <a:pt x="12541" y="3173"/>
                    <a:pt x="13383" y="2436"/>
                    <a:pt x="11684" y="1699"/>
                  </a:cubicBezTo>
                  <a:cubicBezTo>
                    <a:pt x="11684" y="1699"/>
                    <a:pt x="11578" y="121"/>
                    <a:pt x="9248" y="60"/>
                  </a:cubicBezTo>
                  <a:cubicBezTo>
                    <a:pt x="6917" y="0"/>
                    <a:pt x="7549" y="1654"/>
                    <a:pt x="6917" y="2045"/>
                  </a:cubicBezTo>
                  <a:cubicBezTo>
                    <a:pt x="6286" y="2436"/>
                    <a:pt x="6120" y="1820"/>
                    <a:pt x="5504" y="2211"/>
                  </a:cubicBezTo>
                  <a:cubicBezTo>
                    <a:pt x="4872" y="2617"/>
                    <a:pt x="5158" y="3399"/>
                    <a:pt x="4647" y="3519"/>
                  </a:cubicBezTo>
                  <a:cubicBezTo>
                    <a:pt x="4135" y="3624"/>
                    <a:pt x="3459" y="3008"/>
                    <a:pt x="2842" y="3399"/>
                  </a:cubicBezTo>
                  <a:cubicBezTo>
                    <a:pt x="2211" y="3805"/>
                    <a:pt x="2211" y="4135"/>
                    <a:pt x="1925" y="4135"/>
                  </a:cubicBezTo>
                  <a:cubicBezTo>
                    <a:pt x="1654" y="4135"/>
                    <a:pt x="1083" y="3910"/>
                    <a:pt x="737" y="4135"/>
                  </a:cubicBezTo>
                  <a:cubicBezTo>
                    <a:pt x="406" y="4376"/>
                    <a:pt x="0" y="4647"/>
                    <a:pt x="0" y="4647"/>
                  </a:cubicBezTo>
                  <a:lnTo>
                    <a:pt x="14345" y="4647"/>
                  </a:lnTo>
                  <a:cubicBezTo>
                    <a:pt x="14345" y="4647"/>
                    <a:pt x="14511" y="4135"/>
                    <a:pt x="13894" y="3805"/>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418" name="Google Shape;8418;p329"/>
          <p:cNvSpPr/>
          <p:nvPr/>
        </p:nvSpPr>
        <p:spPr>
          <a:xfrm>
            <a:off x="3489959" y="889149"/>
            <a:ext cx="5275687" cy="4081811"/>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9" name="Google Shape;8419;p329"/>
          <p:cNvSpPr txBox="1"/>
          <p:nvPr>
            <p:ph type="title"/>
          </p:nvPr>
        </p:nvSpPr>
        <p:spPr>
          <a:xfrm>
            <a:off x="3907977" y="640125"/>
            <a:ext cx="4551600" cy="749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CA"/>
              <a:t>Alzheimer’s</a:t>
            </a:r>
            <a:endParaRPr/>
          </a:p>
        </p:txBody>
      </p:sp>
      <p:sp>
        <p:nvSpPr>
          <p:cNvPr id="8420" name="Google Shape;8420;p329"/>
          <p:cNvSpPr txBox="1"/>
          <p:nvPr>
            <p:ph idx="1" type="subTitle"/>
          </p:nvPr>
        </p:nvSpPr>
        <p:spPr>
          <a:xfrm>
            <a:off x="4036700" y="1476800"/>
            <a:ext cx="4728900" cy="2837700"/>
          </a:xfrm>
          <a:prstGeom prst="rect">
            <a:avLst/>
          </a:prstGeom>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Char char="●"/>
            </a:pPr>
            <a:r>
              <a:rPr lang="en-CA"/>
              <a:t>Progressive, </a:t>
            </a:r>
            <a:r>
              <a:rPr lang="en-CA"/>
              <a:t>irreversible</a:t>
            </a:r>
            <a:r>
              <a:rPr lang="en-CA"/>
              <a:t> brain disease</a:t>
            </a:r>
            <a:endParaRPr/>
          </a:p>
          <a:p>
            <a:pPr indent="-342900" lvl="0" marL="457200" rtl="0" algn="l">
              <a:lnSpc>
                <a:spcPct val="115000"/>
              </a:lnSpc>
              <a:spcBef>
                <a:spcPts val="0"/>
              </a:spcBef>
              <a:spcAft>
                <a:spcPts val="0"/>
              </a:spcAft>
              <a:buSzPts val="1800"/>
              <a:buChar char="●"/>
            </a:pPr>
            <a:r>
              <a:rPr lang="en-CA"/>
              <a:t>Affects memory and thinking skills</a:t>
            </a:r>
            <a:endParaRPr/>
          </a:p>
          <a:p>
            <a:pPr indent="-342900" lvl="0" marL="457200" rtl="0" algn="l">
              <a:lnSpc>
                <a:spcPct val="115000"/>
              </a:lnSpc>
              <a:spcBef>
                <a:spcPts val="0"/>
              </a:spcBef>
              <a:spcAft>
                <a:spcPts val="0"/>
              </a:spcAft>
              <a:buSzPts val="1800"/>
              <a:buChar char="●"/>
            </a:pPr>
            <a:r>
              <a:rPr lang="en-CA"/>
              <a:t>Symptoms worsen over the years</a:t>
            </a:r>
            <a:endParaRPr/>
          </a:p>
          <a:p>
            <a:pPr indent="-342900" lvl="0" marL="457200" rtl="0" algn="l">
              <a:lnSpc>
                <a:spcPct val="115000"/>
              </a:lnSpc>
              <a:spcBef>
                <a:spcPts val="0"/>
              </a:spcBef>
              <a:spcAft>
                <a:spcPts val="0"/>
              </a:spcAft>
              <a:buSzPts val="1800"/>
              <a:buChar char="●"/>
            </a:pPr>
            <a:r>
              <a:rPr lang="en-CA"/>
              <a:t>Common symptoms: memory loss, behavioral changes, functional decline</a:t>
            </a:r>
            <a:endParaRPr/>
          </a:p>
          <a:p>
            <a:pPr indent="-342900" lvl="0" marL="457200" rtl="0" algn="l">
              <a:lnSpc>
                <a:spcPct val="115000"/>
              </a:lnSpc>
              <a:spcBef>
                <a:spcPts val="0"/>
              </a:spcBef>
              <a:spcAft>
                <a:spcPts val="0"/>
              </a:spcAft>
              <a:buSzPts val="1800"/>
              <a:buChar char="●"/>
            </a:pPr>
            <a:r>
              <a:rPr lang="en-CA"/>
              <a:t>Risk factors: age, genetics, lifestyle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24" name="Shape 8424"/>
        <p:cNvGrpSpPr/>
        <p:nvPr/>
      </p:nvGrpSpPr>
      <p:grpSpPr>
        <a:xfrm>
          <a:off x="0" y="0"/>
          <a:ext cx="0" cy="0"/>
          <a:chOff x="0" y="0"/>
          <a:chExt cx="0" cy="0"/>
        </a:xfrm>
      </p:grpSpPr>
      <p:grpSp>
        <p:nvGrpSpPr>
          <p:cNvPr id="8425" name="Google Shape;8425;p330"/>
          <p:cNvGrpSpPr/>
          <p:nvPr/>
        </p:nvGrpSpPr>
        <p:grpSpPr>
          <a:xfrm>
            <a:off x="-58783" y="804138"/>
            <a:ext cx="3490079" cy="4391794"/>
            <a:chOff x="-58783" y="804138"/>
            <a:chExt cx="3490079" cy="4391794"/>
          </a:xfrm>
        </p:grpSpPr>
        <p:sp>
          <p:nvSpPr>
            <p:cNvPr id="8426" name="Google Shape;8426;p330"/>
            <p:cNvSpPr/>
            <p:nvPr/>
          </p:nvSpPr>
          <p:spPr>
            <a:xfrm>
              <a:off x="202177" y="804138"/>
              <a:ext cx="1051068" cy="336605"/>
            </a:xfrm>
            <a:custGeom>
              <a:rect b="b" l="l" r="r" t="t"/>
              <a:pathLst>
                <a:path extrusionOk="0" fill="none" h="4647" w="14511">
                  <a:moveTo>
                    <a:pt x="13894" y="3805"/>
                  </a:moveTo>
                  <a:cubicBezTo>
                    <a:pt x="13263" y="3459"/>
                    <a:pt x="12977" y="3744"/>
                    <a:pt x="12766" y="3459"/>
                  </a:cubicBezTo>
                  <a:cubicBezTo>
                    <a:pt x="12541" y="3173"/>
                    <a:pt x="13383" y="2436"/>
                    <a:pt x="11684" y="1699"/>
                  </a:cubicBezTo>
                  <a:cubicBezTo>
                    <a:pt x="11684" y="1699"/>
                    <a:pt x="11578" y="121"/>
                    <a:pt x="9248" y="60"/>
                  </a:cubicBezTo>
                  <a:cubicBezTo>
                    <a:pt x="6917" y="0"/>
                    <a:pt x="7549" y="1654"/>
                    <a:pt x="6917" y="2045"/>
                  </a:cubicBezTo>
                  <a:cubicBezTo>
                    <a:pt x="6286" y="2436"/>
                    <a:pt x="6120" y="1820"/>
                    <a:pt x="5504" y="2211"/>
                  </a:cubicBezTo>
                  <a:cubicBezTo>
                    <a:pt x="4872" y="2617"/>
                    <a:pt x="5158" y="3399"/>
                    <a:pt x="4647" y="3519"/>
                  </a:cubicBezTo>
                  <a:cubicBezTo>
                    <a:pt x="4135" y="3624"/>
                    <a:pt x="3459" y="3008"/>
                    <a:pt x="2842" y="3399"/>
                  </a:cubicBezTo>
                  <a:cubicBezTo>
                    <a:pt x="2211" y="3805"/>
                    <a:pt x="2211" y="4135"/>
                    <a:pt x="1925" y="4135"/>
                  </a:cubicBezTo>
                  <a:cubicBezTo>
                    <a:pt x="1654" y="4135"/>
                    <a:pt x="1083" y="3910"/>
                    <a:pt x="737" y="4135"/>
                  </a:cubicBezTo>
                  <a:cubicBezTo>
                    <a:pt x="406" y="4376"/>
                    <a:pt x="0" y="4647"/>
                    <a:pt x="0" y="4647"/>
                  </a:cubicBezTo>
                  <a:lnTo>
                    <a:pt x="14345" y="4647"/>
                  </a:lnTo>
                  <a:cubicBezTo>
                    <a:pt x="14345" y="4647"/>
                    <a:pt x="14511" y="4135"/>
                    <a:pt x="13894" y="3805"/>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427" name="Google Shape;8427;p330"/>
            <p:cNvGrpSpPr/>
            <p:nvPr/>
          </p:nvGrpSpPr>
          <p:grpSpPr>
            <a:xfrm>
              <a:off x="-58783" y="2046648"/>
              <a:ext cx="3490079" cy="3149284"/>
              <a:chOff x="-5" y="2079100"/>
              <a:chExt cx="3396010" cy="3064400"/>
            </a:xfrm>
          </p:grpSpPr>
          <p:sp>
            <p:nvSpPr>
              <p:cNvPr id="8428" name="Google Shape;8428;p330"/>
              <p:cNvSpPr/>
              <p:nvPr/>
            </p:nvSpPr>
            <p:spPr>
              <a:xfrm>
                <a:off x="-5" y="2534937"/>
                <a:ext cx="3396010" cy="2608562"/>
              </a:xfrm>
              <a:custGeom>
                <a:rect b="b" l="l" r="r" t="t"/>
                <a:pathLst>
                  <a:path extrusionOk="0" h="149445" w="194558">
                    <a:moveTo>
                      <a:pt x="60751" y="1"/>
                    </a:moveTo>
                    <a:cubicBezTo>
                      <a:pt x="53770" y="1"/>
                      <a:pt x="46760" y="1373"/>
                      <a:pt x="40328" y="4052"/>
                    </a:cubicBezTo>
                    <a:cubicBezTo>
                      <a:pt x="25443" y="10278"/>
                      <a:pt x="13710" y="23026"/>
                      <a:pt x="7403" y="37859"/>
                    </a:cubicBezTo>
                    <a:cubicBezTo>
                      <a:pt x="1096" y="52718"/>
                      <a:pt x="0" y="69501"/>
                      <a:pt x="2967" y="85349"/>
                    </a:cubicBezTo>
                    <a:cubicBezTo>
                      <a:pt x="6014" y="101785"/>
                      <a:pt x="12802" y="117392"/>
                      <a:pt x="26725" y="127440"/>
                    </a:cubicBezTo>
                    <a:cubicBezTo>
                      <a:pt x="38618" y="135992"/>
                      <a:pt x="56336" y="145213"/>
                      <a:pt x="70153" y="147163"/>
                    </a:cubicBezTo>
                    <a:cubicBezTo>
                      <a:pt x="80390" y="148684"/>
                      <a:pt x="90720" y="149444"/>
                      <a:pt x="101058" y="149444"/>
                    </a:cubicBezTo>
                    <a:cubicBezTo>
                      <a:pt x="106347" y="149444"/>
                      <a:pt x="111639" y="149245"/>
                      <a:pt x="116922" y="148847"/>
                    </a:cubicBezTo>
                    <a:cubicBezTo>
                      <a:pt x="122507" y="148393"/>
                      <a:pt x="128066" y="147645"/>
                      <a:pt x="133598" y="146602"/>
                    </a:cubicBezTo>
                    <a:cubicBezTo>
                      <a:pt x="149633" y="143556"/>
                      <a:pt x="166603" y="138050"/>
                      <a:pt x="178148" y="125944"/>
                    </a:cubicBezTo>
                    <a:cubicBezTo>
                      <a:pt x="191697" y="111726"/>
                      <a:pt x="194557" y="89064"/>
                      <a:pt x="187234" y="71158"/>
                    </a:cubicBezTo>
                    <a:cubicBezTo>
                      <a:pt x="181596" y="57288"/>
                      <a:pt x="169356" y="46063"/>
                      <a:pt x="154817" y="42429"/>
                    </a:cubicBezTo>
                    <a:cubicBezTo>
                      <a:pt x="144742" y="39916"/>
                      <a:pt x="133892" y="40932"/>
                      <a:pt x="124191" y="37217"/>
                    </a:cubicBezTo>
                    <a:cubicBezTo>
                      <a:pt x="109171" y="31471"/>
                      <a:pt x="100325" y="15891"/>
                      <a:pt x="86749" y="7259"/>
                    </a:cubicBezTo>
                    <a:cubicBezTo>
                      <a:pt x="79054" y="2371"/>
                      <a:pt x="69928" y="1"/>
                      <a:pt x="60751"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9" name="Google Shape;8429;p330"/>
              <p:cNvSpPr/>
              <p:nvPr/>
            </p:nvSpPr>
            <p:spPr>
              <a:xfrm>
                <a:off x="2184070" y="3299309"/>
                <a:ext cx="459485" cy="697415"/>
              </a:xfrm>
              <a:custGeom>
                <a:rect b="b" l="l" r="r" t="t"/>
                <a:pathLst>
                  <a:path extrusionOk="0" fill="none" h="39955" w="26324">
                    <a:moveTo>
                      <a:pt x="0" y="39954"/>
                    </a:moveTo>
                    <a:cubicBezTo>
                      <a:pt x="0" y="39954"/>
                      <a:pt x="3154" y="5773"/>
                      <a:pt x="26324" y="1"/>
                    </a:cubicBez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0" name="Google Shape;8430;p330"/>
              <p:cNvSpPr/>
              <p:nvPr/>
            </p:nvSpPr>
            <p:spPr>
              <a:xfrm>
                <a:off x="363845" y="3189692"/>
                <a:ext cx="727734" cy="736130"/>
              </a:xfrm>
              <a:custGeom>
                <a:rect b="b" l="l" r="r" t="t"/>
                <a:pathLst>
                  <a:path extrusionOk="0" fill="none" h="42173" w="41692">
                    <a:moveTo>
                      <a:pt x="1" y="0"/>
                    </a:moveTo>
                    <a:cubicBezTo>
                      <a:pt x="1" y="0"/>
                      <a:pt x="32097" y="7991"/>
                      <a:pt x="41692" y="42172"/>
                    </a:cubicBez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1" name="Google Shape;8431;p330"/>
              <p:cNvSpPr/>
              <p:nvPr/>
            </p:nvSpPr>
            <p:spPr>
              <a:xfrm>
                <a:off x="2170996" y="3721947"/>
                <a:ext cx="882141" cy="430580"/>
              </a:xfrm>
              <a:custGeom>
                <a:rect b="b" l="l" r="r" t="t"/>
                <a:pathLst>
                  <a:path extrusionOk="0" fill="none" h="24668" w="50538">
                    <a:moveTo>
                      <a:pt x="1" y="24667"/>
                    </a:moveTo>
                    <a:cubicBezTo>
                      <a:pt x="1" y="24667"/>
                      <a:pt x="20926" y="0"/>
                      <a:pt x="50537" y="4116"/>
                    </a:cubicBez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2" name="Google Shape;8432;p330"/>
              <p:cNvSpPr/>
              <p:nvPr/>
            </p:nvSpPr>
            <p:spPr>
              <a:xfrm>
                <a:off x="618862" y="4267573"/>
                <a:ext cx="495111" cy="177605"/>
              </a:xfrm>
              <a:custGeom>
                <a:rect b="b" l="l" r="r" t="t"/>
                <a:pathLst>
                  <a:path extrusionOk="0" h="10175" w="28365">
                    <a:moveTo>
                      <a:pt x="14404" y="0"/>
                    </a:moveTo>
                    <a:cubicBezTo>
                      <a:pt x="10379" y="0"/>
                      <a:pt x="6456" y="1392"/>
                      <a:pt x="3296" y="3965"/>
                    </a:cubicBezTo>
                    <a:cubicBezTo>
                      <a:pt x="0" y="6742"/>
                      <a:pt x="5576" y="10174"/>
                      <a:pt x="12608" y="10174"/>
                    </a:cubicBezTo>
                    <a:cubicBezTo>
                      <a:pt x="12816" y="10174"/>
                      <a:pt x="13027" y="10171"/>
                      <a:pt x="13238" y="10165"/>
                    </a:cubicBezTo>
                    <a:cubicBezTo>
                      <a:pt x="20561" y="9924"/>
                      <a:pt x="24462" y="8000"/>
                      <a:pt x="24462" y="8000"/>
                    </a:cubicBezTo>
                    <a:lnTo>
                      <a:pt x="28364" y="2522"/>
                    </a:lnTo>
                    <a:cubicBezTo>
                      <a:pt x="28364" y="2522"/>
                      <a:pt x="21336" y="891"/>
                      <a:pt x="16632" y="143"/>
                    </a:cubicBezTo>
                    <a:cubicBezTo>
                      <a:pt x="15889" y="48"/>
                      <a:pt x="15144" y="0"/>
                      <a:pt x="14404" y="0"/>
                    </a:cubicBezTo>
                    <a:close/>
                  </a:path>
                </a:pathLst>
              </a:custGeom>
              <a:solidFill>
                <a:schemeClr val="accent2"/>
              </a:solidFill>
              <a:ln cap="flat" cmpd="sng" w="9525">
                <a:solidFill>
                  <a:schemeClr val="dk1"/>
                </a:solidFill>
                <a:prstDash val="solid"/>
                <a:miter lim="2672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3" name="Google Shape;8433;p330"/>
              <p:cNvSpPr/>
              <p:nvPr/>
            </p:nvSpPr>
            <p:spPr>
              <a:xfrm>
                <a:off x="2240502" y="4368934"/>
                <a:ext cx="446918" cy="200663"/>
              </a:xfrm>
              <a:custGeom>
                <a:rect b="b" l="l" r="r" t="t"/>
                <a:pathLst>
                  <a:path extrusionOk="0" h="11496" w="25604">
                    <a:moveTo>
                      <a:pt x="16217" y="0"/>
                    </a:moveTo>
                    <a:cubicBezTo>
                      <a:pt x="15072" y="0"/>
                      <a:pt x="13845" y="94"/>
                      <a:pt x="12561" y="269"/>
                    </a:cubicBezTo>
                    <a:cubicBezTo>
                      <a:pt x="8472" y="884"/>
                      <a:pt x="4464" y="1846"/>
                      <a:pt x="535" y="3129"/>
                    </a:cubicBezTo>
                    <a:lnTo>
                      <a:pt x="1" y="9543"/>
                    </a:lnTo>
                    <a:cubicBezTo>
                      <a:pt x="829" y="9917"/>
                      <a:pt x="1711" y="10184"/>
                      <a:pt x="2620" y="10264"/>
                    </a:cubicBezTo>
                    <a:cubicBezTo>
                      <a:pt x="3454" y="10264"/>
                      <a:pt x="9966" y="11496"/>
                      <a:pt x="15356" y="11496"/>
                    </a:cubicBezTo>
                    <a:cubicBezTo>
                      <a:pt x="16704" y="11496"/>
                      <a:pt x="17981" y="11419"/>
                      <a:pt x="19082" y="11226"/>
                    </a:cubicBezTo>
                    <a:cubicBezTo>
                      <a:pt x="24561" y="10264"/>
                      <a:pt x="25603" y="6469"/>
                      <a:pt x="24026" y="3369"/>
                    </a:cubicBezTo>
                    <a:cubicBezTo>
                      <a:pt x="22839" y="995"/>
                      <a:pt x="19960" y="0"/>
                      <a:pt x="16217" y="0"/>
                    </a:cubicBezTo>
                    <a:close/>
                  </a:path>
                </a:pathLst>
              </a:custGeom>
              <a:solidFill>
                <a:schemeClr val="accent2"/>
              </a:solidFill>
              <a:ln cap="flat" cmpd="sng" w="9525">
                <a:solidFill>
                  <a:schemeClr val="dk1"/>
                </a:solidFill>
                <a:prstDash val="solid"/>
                <a:miter lim="2672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4" name="Google Shape;8434;p330"/>
              <p:cNvSpPr/>
              <p:nvPr/>
            </p:nvSpPr>
            <p:spPr>
              <a:xfrm>
                <a:off x="635811" y="3788817"/>
                <a:ext cx="1973707" cy="679977"/>
              </a:xfrm>
              <a:custGeom>
                <a:rect b="b" l="l" r="r" t="t"/>
                <a:pathLst>
                  <a:path extrusionOk="0" h="38956" w="113074">
                    <a:moveTo>
                      <a:pt x="16380" y="1"/>
                    </a:moveTo>
                    <a:cubicBezTo>
                      <a:pt x="8781" y="1"/>
                      <a:pt x="3161" y="3016"/>
                      <a:pt x="1818" y="10601"/>
                    </a:cubicBezTo>
                    <a:cubicBezTo>
                      <a:pt x="0" y="20890"/>
                      <a:pt x="30039" y="31339"/>
                      <a:pt x="50911" y="35188"/>
                    </a:cubicBezTo>
                    <a:cubicBezTo>
                      <a:pt x="63330" y="37459"/>
                      <a:pt x="75767" y="38956"/>
                      <a:pt x="85946" y="38956"/>
                    </a:cubicBezTo>
                    <a:cubicBezTo>
                      <a:pt x="92898" y="38956"/>
                      <a:pt x="98797" y="38257"/>
                      <a:pt x="102918" y="36631"/>
                    </a:cubicBezTo>
                    <a:cubicBezTo>
                      <a:pt x="113073" y="32649"/>
                      <a:pt x="112833" y="18057"/>
                      <a:pt x="108931" y="11376"/>
                    </a:cubicBezTo>
                    <a:cubicBezTo>
                      <a:pt x="105853" y="6141"/>
                      <a:pt x="97165" y="4417"/>
                      <a:pt x="90282" y="4417"/>
                    </a:cubicBezTo>
                    <a:cubicBezTo>
                      <a:pt x="88380" y="4417"/>
                      <a:pt x="86616" y="4549"/>
                      <a:pt x="85146" y="4775"/>
                    </a:cubicBezTo>
                    <a:cubicBezTo>
                      <a:pt x="83929" y="4957"/>
                      <a:pt x="81856" y="5031"/>
                      <a:pt x="79273" y="5031"/>
                    </a:cubicBezTo>
                    <a:cubicBezTo>
                      <a:pt x="67446" y="5031"/>
                      <a:pt x="44925" y="3465"/>
                      <a:pt x="44925" y="3465"/>
                    </a:cubicBezTo>
                    <a:cubicBezTo>
                      <a:pt x="44925" y="3465"/>
                      <a:pt x="44734" y="3471"/>
                      <a:pt x="44368" y="3471"/>
                    </a:cubicBezTo>
                    <a:cubicBezTo>
                      <a:pt x="42354" y="3471"/>
                      <a:pt x="35041" y="3299"/>
                      <a:pt x="25068" y="1060"/>
                    </a:cubicBezTo>
                    <a:cubicBezTo>
                      <a:pt x="21993" y="377"/>
                      <a:pt x="19063" y="1"/>
                      <a:pt x="1638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5" name="Google Shape;8435;p330"/>
              <p:cNvSpPr/>
              <p:nvPr/>
            </p:nvSpPr>
            <p:spPr>
              <a:xfrm>
                <a:off x="1045847" y="3822680"/>
                <a:ext cx="1531153" cy="584550"/>
              </a:xfrm>
              <a:custGeom>
                <a:rect b="b" l="l" r="r" t="t"/>
                <a:pathLst>
                  <a:path extrusionOk="0" h="33489" w="87720">
                    <a:moveTo>
                      <a:pt x="73828" y="0"/>
                    </a:moveTo>
                    <a:cubicBezTo>
                      <a:pt x="72024" y="0"/>
                      <a:pt x="70123" y="284"/>
                      <a:pt x="68175" y="857"/>
                    </a:cubicBezTo>
                    <a:cubicBezTo>
                      <a:pt x="57726" y="3930"/>
                      <a:pt x="50671" y="11600"/>
                      <a:pt x="37362" y="18469"/>
                    </a:cubicBezTo>
                    <a:cubicBezTo>
                      <a:pt x="24053" y="25364"/>
                      <a:pt x="0" y="28491"/>
                      <a:pt x="0" y="28491"/>
                    </a:cubicBezTo>
                    <a:lnTo>
                      <a:pt x="0" y="33488"/>
                    </a:lnTo>
                    <a:lnTo>
                      <a:pt x="15180" y="33488"/>
                    </a:lnTo>
                    <a:cubicBezTo>
                      <a:pt x="22476" y="33488"/>
                      <a:pt x="58287" y="32980"/>
                      <a:pt x="66118" y="28704"/>
                    </a:cubicBezTo>
                    <a:cubicBezTo>
                      <a:pt x="73948" y="24402"/>
                      <a:pt x="81778" y="13685"/>
                      <a:pt x="81778" y="13685"/>
                    </a:cubicBezTo>
                    <a:lnTo>
                      <a:pt x="87524" y="15876"/>
                    </a:lnTo>
                    <a:cubicBezTo>
                      <a:pt x="87720" y="5417"/>
                      <a:pt x="81705" y="0"/>
                      <a:pt x="7382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6" name="Google Shape;8436;p330"/>
              <p:cNvSpPr/>
              <p:nvPr/>
            </p:nvSpPr>
            <p:spPr>
              <a:xfrm>
                <a:off x="557909" y="3786635"/>
                <a:ext cx="1691948" cy="753934"/>
              </a:xfrm>
              <a:custGeom>
                <a:rect b="b" l="l" r="r" t="t"/>
                <a:pathLst>
                  <a:path extrusionOk="0" h="43193" w="96932">
                    <a:moveTo>
                      <a:pt x="16649" y="1"/>
                    </a:moveTo>
                    <a:cubicBezTo>
                      <a:pt x="13542" y="1"/>
                      <a:pt x="9105" y="494"/>
                      <a:pt x="5746" y="2869"/>
                    </a:cubicBezTo>
                    <a:cubicBezTo>
                      <a:pt x="0" y="6904"/>
                      <a:pt x="802" y="11207"/>
                      <a:pt x="6281" y="17407"/>
                    </a:cubicBezTo>
                    <a:cubicBezTo>
                      <a:pt x="11759" y="23607"/>
                      <a:pt x="25870" y="34564"/>
                      <a:pt x="56443" y="39589"/>
                    </a:cubicBezTo>
                    <a:cubicBezTo>
                      <a:pt x="74826" y="42594"/>
                      <a:pt x="85547" y="43193"/>
                      <a:pt x="91174" y="43193"/>
                    </a:cubicBezTo>
                    <a:cubicBezTo>
                      <a:pt x="94905" y="43193"/>
                      <a:pt x="96397" y="42929"/>
                      <a:pt x="96397" y="42929"/>
                    </a:cubicBezTo>
                    <a:lnTo>
                      <a:pt x="96931" y="36462"/>
                    </a:lnTo>
                    <a:lnTo>
                      <a:pt x="96931" y="36462"/>
                    </a:lnTo>
                    <a:cubicBezTo>
                      <a:pt x="96751" y="36463"/>
                      <a:pt x="96570" y="36464"/>
                      <a:pt x="96390" y="36464"/>
                    </a:cubicBezTo>
                    <a:cubicBezTo>
                      <a:pt x="83590" y="36464"/>
                      <a:pt x="71071" y="32729"/>
                      <a:pt x="60345" y="25745"/>
                    </a:cubicBezTo>
                    <a:cubicBezTo>
                      <a:pt x="43241" y="14307"/>
                      <a:pt x="35625" y="6797"/>
                      <a:pt x="23331" y="5568"/>
                    </a:cubicBezTo>
                    <a:lnTo>
                      <a:pt x="20391" y="250"/>
                    </a:lnTo>
                    <a:cubicBezTo>
                      <a:pt x="20391" y="250"/>
                      <a:pt x="18856" y="1"/>
                      <a:pt x="1664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7" name="Google Shape;8437;p330"/>
              <p:cNvSpPr/>
              <p:nvPr/>
            </p:nvSpPr>
            <p:spPr>
              <a:xfrm>
                <a:off x="727712" y="2942442"/>
                <a:ext cx="394658" cy="769731"/>
              </a:xfrm>
              <a:custGeom>
                <a:rect b="b" l="l" r="r" t="t"/>
                <a:pathLst>
                  <a:path extrusionOk="0" fill="none" h="44098" w="22610">
                    <a:moveTo>
                      <a:pt x="0" y="1"/>
                    </a:moveTo>
                    <a:cubicBezTo>
                      <a:pt x="0" y="1"/>
                      <a:pt x="22609" y="8820"/>
                      <a:pt x="15982" y="44097"/>
                    </a:cubicBez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8" name="Google Shape;8438;p330"/>
              <p:cNvSpPr/>
              <p:nvPr/>
            </p:nvSpPr>
            <p:spPr>
              <a:xfrm>
                <a:off x="1526330" y="2079100"/>
                <a:ext cx="775770" cy="837561"/>
              </a:xfrm>
              <a:custGeom>
                <a:rect b="b" l="l" r="r" t="t"/>
                <a:pathLst>
                  <a:path extrusionOk="0" h="47984" w="44444">
                    <a:moveTo>
                      <a:pt x="20842" y="0"/>
                    </a:moveTo>
                    <a:cubicBezTo>
                      <a:pt x="17153" y="0"/>
                      <a:pt x="13465" y="916"/>
                      <a:pt x="10129" y="2747"/>
                    </a:cubicBezTo>
                    <a:cubicBezTo>
                      <a:pt x="6521" y="4805"/>
                      <a:pt x="3688" y="7958"/>
                      <a:pt x="2058" y="11753"/>
                    </a:cubicBezTo>
                    <a:cubicBezTo>
                      <a:pt x="347" y="15789"/>
                      <a:pt x="1684" y="20519"/>
                      <a:pt x="1898" y="24741"/>
                    </a:cubicBezTo>
                    <a:cubicBezTo>
                      <a:pt x="2111" y="30327"/>
                      <a:pt x="1470" y="35939"/>
                      <a:pt x="0" y="41364"/>
                    </a:cubicBezTo>
                    <a:cubicBezTo>
                      <a:pt x="4609" y="43884"/>
                      <a:pt x="13625" y="47984"/>
                      <a:pt x="23679" y="47984"/>
                    </a:cubicBezTo>
                    <a:cubicBezTo>
                      <a:pt x="30473" y="47984"/>
                      <a:pt x="37740" y="46112"/>
                      <a:pt x="44443" y="40616"/>
                    </a:cubicBezTo>
                    <a:lnTo>
                      <a:pt x="43642" y="35939"/>
                    </a:lnTo>
                    <a:cubicBezTo>
                      <a:pt x="43321" y="33935"/>
                      <a:pt x="43054" y="31877"/>
                      <a:pt x="42786" y="29873"/>
                    </a:cubicBezTo>
                    <a:cubicBezTo>
                      <a:pt x="42305" y="25356"/>
                      <a:pt x="41477" y="20866"/>
                      <a:pt x="40328" y="16457"/>
                    </a:cubicBezTo>
                    <a:cubicBezTo>
                      <a:pt x="38965" y="11032"/>
                      <a:pt x="36747" y="5553"/>
                      <a:pt x="31268" y="2586"/>
                    </a:cubicBezTo>
                    <a:cubicBezTo>
                      <a:pt x="28004" y="862"/>
                      <a:pt x="24422" y="0"/>
                      <a:pt x="2084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9" name="Google Shape;8439;p330"/>
              <p:cNvSpPr/>
              <p:nvPr/>
            </p:nvSpPr>
            <p:spPr>
              <a:xfrm>
                <a:off x="993132" y="2816731"/>
                <a:ext cx="1373813" cy="1278683"/>
              </a:xfrm>
              <a:custGeom>
                <a:rect b="b" l="l" r="r" t="t"/>
                <a:pathLst>
                  <a:path extrusionOk="0" h="73256" w="78706">
                    <a:moveTo>
                      <a:pt x="50012" y="1"/>
                    </a:moveTo>
                    <a:cubicBezTo>
                      <a:pt x="49602" y="1"/>
                      <a:pt x="49197" y="14"/>
                      <a:pt x="48800" y="41"/>
                    </a:cubicBezTo>
                    <a:cubicBezTo>
                      <a:pt x="48800" y="41"/>
                      <a:pt x="35865" y="1644"/>
                      <a:pt x="29799" y="3061"/>
                    </a:cubicBezTo>
                    <a:cubicBezTo>
                      <a:pt x="23732" y="4504"/>
                      <a:pt x="21568" y="6535"/>
                      <a:pt x="19376" y="10303"/>
                    </a:cubicBezTo>
                    <a:cubicBezTo>
                      <a:pt x="17185" y="14098"/>
                      <a:pt x="13951" y="28155"/>
                      <a:pt x="10824" y="34035"/>
                    </a:cubicBezTo>
                    <a:cubicBezTo>
                      <a:pt x="7671" y="39941"/>
                      <a:pt x="2005" y="41518"/>
                      <a:pt x="989" y="47771"/>
                    </a:cubicBezTo>
                    <a:cubicBezTo>
                      <a:pt x="1" y="54025"/>
                      <a:pt x="5506" y="56163"/>
                      <a:pt x="9622" y="56885"/>
                    </a:cubicBezTo>
                    <a:cubicBezTo>
                      <a:pt x="10421" y="57011"/>
                      <a:pt x="11147" y="57056"/>
                      <a:pt x="11839" y="57056"/>
                    </a:cubicBezTo>
                    <a:cubicBezTo>
                      <a:pt x="13590" y="57056"/>
                      <a:pt x="15124" y="56766"/>
                      <a:pt x="17081" y="56766"/>
                    </a:cubicBezTo>
                    <a:cubicBezTo>
                      <a:pt x="17297" y="56766"/>
                      <a:pt x="17519" y="56770"/>
                      <a:pt x="17746" y="56778"/>
                    </a:cubicBezTo>
                    <a:cubicBezTo>
                      <a:pt x="17746" y="56778"/>
                      <a:pt x="25496" y="72091"/>
                      <a:pt x="38431" y="73160"/>
                    </a:cubicBezTo>
                    <a:cubicBezTo>
                      <a:pt x="39211" y="73225"/>
                      <a:pt x="39979" y="73255"/>
                      <a:pt x="40734" y="73255"/>
                    </a:cubicBezTo>
                    <a:cubicBezTo>
                      <a:pt x="52509" y="73255"/>
                      <a:pt x="61314" y="65814"/>
                      <a:pt x="66839" y="62951"/>
                    </a:cubicBezTo>
                    <a:cubicBezTo>
                      <a:pt x="72719" y="59931"/>
                      <a:pt x="73093" y="52956"/>
                      <a:pt x="73307" y="44912"/>
                    </a:cubicBezTo>
                    <a:cubicBezTo>
                      <a:pt x="73494" y="36868"/>
                      <a:pt x="78705" y="18775"/>
                      <a:pt x="77342" y="13751"/>
                    </a:cubicBezTo>
                    <a:cubicBezTo>
                      <a:pt x="75952" y="8753"/>
                      <a:pt x="73921" y="7925"/>
                      <a:pt x="64995" y="3755"/>
                    </a:cubicBezTo>
                    <a:cubicBezTo>
                      <a:pt x="61475" y="2119"/>
                      <a:pt x="55266" y="1"/>
                      <a:pt x="50012" y="1"/>
                    </a:cubicBezTo>
                    <a:close/>
                  </a:path>
                </a:pathLst>
              </a:custGeom>
              <a:solidFill>
                <a:schemeClr val="lt1"/>
              </a:solidFill>
              <a:ln cap="flat" cmpd="sng" w="8675">
                <a:solidFill>
                  <a:schemeClr val="dk1"/>
                </a:solidFill>
                <a:prstDash val="solid"/>
                <a:miter lim="2672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0" name="Google Shape;8440;p330"/>
              <p:cNvSpPr/>
              <p:nvPr/>
            </p:nvSpPr>
            <p:spPr>
              <a:xfrm>
                <a:off x="2009589" y="2887406"/>
                <a:ext cx="237929" cy="792108"/>
              </a:xfrm>
              <a:custGeom>
                <a:rect b="b" l="l" r="r" t="t"/>
                <a:pathLst>
                  <a:path extrusionOk="0" h="45380" w="13631">
                    <a:moveTo>
                      <a:pt x="6602" y="0"/>
                    </a:moveTo>
                    <a:cubicBezTo>
                      <a:pt x="6442" y="11038"/>
                      <a:pt x="1" y="22984"/>
                      <a:pt x="1" y="22984"/>
                    </a:cubicBezTo>
                    <a:cubicBezTo>
                      <a:pt x="2433" y="26324"/>
                      <a:pt x="8286" y="45379"/>
                      <a:pt x="8286" y="45379"/>
                    </a:cubicBezTo>
                    <a:cubicBezTo>
                      <a:pt x="8286" y="45379"/>
                      <a:pt x="10023" y="17639"/>
                      <a:pt x="10290" y="12989"/>
                    </a:cubicBezTo>
                    <a:cubicBezTo>
                      <a:pt x="10557" y="8339"/>
                      <a:pt x="13631" y="3288"/>
                      <a:pt x="13631" y="3288"/>
                    </a:cubicBezTo>
                    <a:cubicBezTo>
                      <a:pt x="11626" y="1497"/>
                      <a:pt x="9248" y="562"/>
                      <a:pt x="6602" y="0"/>
                    </a:cubicBezTo>
                    <a:close/>
                  </a:path>
                </a:pathLst>
              </a:custGeom>
              <a:solidFill>
                <a:schemeClr val="accent1"/>
              </a:solidFill>
              <a:ln cap="flat" cmpd="sng" w="8675">
                <a:solidFill>
                  <a:schemeClr val="dk1"/>
                </a:solidFill>
                <a:prstDash val="solid"/>
                <a:miter lim="2672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1" name="Google Shape;8441;p330"/>
              <p:cNvSpPr/>
              <p:nvPr/>
            </p:nvSpPr>
            <p:spPr>
              <a:xfrm>
                <a:off x="1360717" y="2877108"/>
                <a:ext cx="149764" cy="823509"/>
              </a:xfrm>
              <a:custGeom>
                <a:rect b="b" l="l" r="r" t="t"/>
                <a:pathLst>
                  <a:path extrusionOk="0" h="47179" w="8580">
                    <a:moveTo>
                      <a:pt x="8161" y="0"/>
                    </a:moveTo>
                    <a:cubicBezTo>
                      <a:pt x="8037" y="0"/>
                      <a:pt x="7917" y="59"/>
                      <a:pt x="7831" y="163"/>
                    </a:cubicBezTo>
                    <a:cubicBezTo>
                      <a:pt x="5800" y="2835"/>
                      <a:pt x="3689" y="17213"/>
                      <a:pt x="3502" y="18496"/>
                    </a:cubicBezTo>
                    <a:cubicBezTo>
                      <a:pt x="3074" y="19138"/>
                      <a:pt x="1" y="24108"/>
                      <a:pt x="1337" y="27315"/>
                    </a:cubicBezTo>
                    <a:cubicBezTo>
                      <a:pt x="1765" y="28277"/>
                      <a:pt x="2219" y="29159"/>
                      <a:pt x="2646" y="30015"/>
                    </a:cubicBezTo>
                    <a:cubicBezTo>
                      <a:pt x="3609" y="31992"/>
                      <a:pt x="4464" y="33703"/>
                      <a:pt x="4464" y="35413"/>
                    </a:cubicBezTo>
                    <a:cubicBezTo>
                      <a:pt x="4464" y="37818"/>
                      <a:pt x="589" y="46611"/>
                      <a:pt x="535" y="46718"/>
                    </a:cubicBezTo>
                    <a:cubicBezTo>
                      <a:pt x="535" y="46718"/>
                      <a:pt x="535" y="46744"/>
                      <a:pt x="535" y="46744"/>
                    </a:cubicBezTo>
                    <a:cubicBezTo>
                      <a:pt x="482" y="46931"/>
                      <a:pt x="589" y="47119"/>
                      <a:pt x="749" y="47172"/>
                    </a:cubicBezTo>
                    <a:lnTo>
                      <a:pt x="909" y="47172"/>
                    </a:lnTo>
                    <a:cubicBezTo>
                      <a:pt x="935" y="47176"/>
                      <a:pt x="961" y="47179"/>
                      <a:pt x="987" y="47179"/>
                    </a:cubicBezTo>
                    <a:cubicBezTo>
                      <a:pt x="1120" y="47179"/>
                      <a:pt x="1243" y="47119"/>
                      <a:pt x="1310" y="46985"/>
                    </a:cubicBezTo>
                    <a:cubicBezTo>
                      <a:pt x="1444" y="46611"/>
                      <a:pt x="5239" y="37952"/>
                      <a:pt x="5239" y="35413"/>
                    </a:cubicBezTo>
                    <a:cubicBezTo>
                      <a:pt x="5239" y="33569"/>
                      <a:pt x="4357" y="31805"/>
                      <a:pt x="3341" y="29747"/>
                    </a:cubicBezTo>
                    <a:cubicBezTo>
                      <a:pt x="2914" y="28892"/>
                      <a:pt x="2486" y="28010"/>
                      <a:pt x="2085" y="27075"/>
                    </a:cubicBezTo>
                    <a:cubicBezTo>
                      <a:pt x="802" y="24055"/>
                      <a:pt x="4197" y="18844"/>
                      <a:pt x="4197" y="18790"/>
                    </a:cubicBezTo>
                    <a:cubicBezTo>
                      <a:pt x="4223" y="18737"/>
                      <a:pt x="4250" y="18710"/>
                      <a:pt x="4250" y="18656"/>
                    </a:cubicBezTo>
                    <a:cubicBezTo>
                      <a:pt x="4277" y="18496"/>
                      <a:pt x="6495" y="3156"/>
                      <a:pt x="8473" y="564"/>
                    </a:cubicBezTo>
                    <a:cubicBezTo>
                      <a:pt x="8473" y="564"/>
                      <a:pt x="8473" y="537"/>
                      <a:pt x="8473" y="537"/>
                    </a:cubicBezTo>
                    <a:cubicBezTo>
                      <a:pt x="8579" y="377"/>
                      <a:pt x="8526" y="163"/>
                      <a:pt x="8366" y="56"/>
                    </a:cubicBezTo>
                    <a:cubicBezTo>
                      <a:pt x="8299" y="18"/>
                      <a:pt x="8230" y="0"/>
                      <a:pt x="8161"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2" name="Google Shape;8442;p330"/>
              <p:cNvSpPr/>
              <p:nvPr/>
            </p:nvSpPr>
            <p:spPr>
              <a:xfrm>
                <a:off x="1321531" y="3743870"/>
                <a:ext cx="142764" cy="56921"/>
              </a:xfrm>
              <a:custGeom>
                <a:rect b="b" l="l" r="r" t="t"/>
                <a:pathLst>
                  <a:path extrusionOk="0" h="3261" w="8179">
                    <a:moveTo>
                      <a:pt x="1" y="0"/>
                    </a:moveTo>
                    <a:lnTo>
                      <a:pt x="1" y="0"/>
                    </a:lnTo>
                    <a:cubicBezTo>
                      <a:pt x="1" y="1"/>
                      <a:pt x="4678" y="2539"/>
                      <a:pt x="8179" y="3261"/>
                    </a:cubicBezTo>
                    <a:lnTo>
                      <a:pt x="1"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3" name="Google Shape;8443;p330"/>
              <p:cNvSpPr/>
              <p:nvPr/>
            </p:nvSpPr>
            <p:spPr>
              <a:xfrm>
                <a:off x="1403639" y="3837639"/>
                <a:ext cx="80712" cy="15395"/>
              </a:xfrm>
              <a:custGeom>
                <a:rect b="b" l="l" r="r" t="t"/>
                <a:pathLst>
                  <a:path extrusionOk="0" h="882" w="4624">
                    <a:moveTo>
                      <a:pt x="0" y="0"/>
                    </a:moveTo>
                    <a:cubicBezTo>
                      <a:pt x="1497" y="508"/>
                      <a:pt x="3047" y="802"/>
                      <a:pt x="4624" y="882"/>
                    </a:cubicBezTo>
                    <a:lnTo>
                      <a:pt x="0"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4" name="Google Shape;8444;p330"/>
              <p:cNvSpPr/>
              <p:nvPr/>
            </p:nvSpPr>
            <p:spPr>
              <a:xfrm>
                <a:off x="1332266" y="3776057"/>
                <a:ext cx="142293" cy="58317"/>
              </a:xfrm>
              <a:custGeom>
                <a:rect b="b" l="l" r="r" t="t"/>
                <a:pathLst>
                  <a:path extrusionOk="0" h="3341" w="8152">
                    <a:moveTo>
                      <a:pt x="1" y="0"/>
                    </a:moveTo>
                    <a:lnTo>
                      <a:pt x="1" y="0"/>
                    </a:lnTo>
                    <a:cubicBezTo>
                      <a:pt x="2486" y="1577"/>
                      <a:pt x="5239" y="2726"/>
                      <a:pt x="8152" y="3341"/>
                    </a:cubicBezTo>
                    <a:lnTo>
                      <a:pt x="1"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5" name="Google Shape;8445;p330"/>
              <p:cNvSpPr/>
              <p:nvPr/>
            </p:nvSpPr>
            <p:spPr>
              <a:xfrm>
                <a:off x="1636873" y="2834221"/>
                <a:ext cx="103107" cy="128312"/>
              </a:xfrm>
              <a:custGeom>
                <a:rect b="b" l="l" r="r" t="t"/>
                <a:pathLst>
                  <a:path extrusionOk="0" h="7351" w="5907">
                    <a:moveTo>
                      <a:pt x="4357" y="1"/>
                    </a:moveTo>
                    <a:lnTo>
                      <a:pt x="642" y="402"/>
                    </a:lnTo>
                    <a:lnTo>
                      <a:pt x="1" y="2593"/>
                    </a:lnTo>
                    <a:lnTo>
                      <a:pt x="5907" y="7350"/>
                    </a:lnTo>
                    <a:lnTo>
                      <a:pt x="5880" y="883"/>
                    </a:lnTo>
                    <a:lnTo>
                      <a:pt x="4357" y="1"/>
                    </a:lnTo>
                    <a:close/>
                  </a:path>
                </a:pathLst>
              </a:custGeom>
              <a:solidFill>
                <a:schemeClr val="accent1"/>
              </a:solidFill>
              <a:ln cap="flat" cmpd="sng" w="8675">
                <a:solidFill>
                  <a:schemeClr val="dk1"/>
                </a:solidFill>
                <a:prstDash val="solid"/>
                <a:miter lim="2672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6" name="Google Shape;8446;p330"/>
              <p:cNvSpPr/>
              <p:nvPr/>
            </p:nvSpPr>
            <p:spPr>
              <a:xfrm>
                <a:off x="950211" y="3881940"/>
                <a:ext cx="14959" cy="1885"/>
              </a:xfrm>
              <a:custGeom>
                <a:rect b="b" l="l" r="r" t="t"/>
                <a:pathLst>
                  <a:path extrusionOk="0" h="108" w="857">
                    <a:moveTo>
                      <a:pt x="856" y="108"/>
                    </a:moveTo>
                    <a:lnTo>
                      <a:pt x="1" y="1"/>
                    </a:lnTo>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7" name="Google Shape;8447;p330"/>
              <p:cNvSpPr/>
              <p:nvPr/>
            </p:nvSpPr>
            <p:spPr>
              <a:xfrm>
                <a:off x="1619627" y="2261854"/>
                <a:ext cx="563989" cy="629759"/>
              </a:xfrm>
              <a:custGeom>
                <a:rect b="b" l="l" r="r" t="t"/>
                <a:pathLst>
                  <a:path extrusionOk="0" h="36079" w="32311">
                    <a:moveTo>
                      <a:pt x="10022" y="0"/>
                    </a:moveTo>
                    <a:cubicBezTo>
                      <a:pt x="7002" y="81"/>
                      <a:pt x="4196" y="1604"/>
                      <a:pt x="2459" y="4116"/>
                    </a:cubicBezTo>
                    <a:cubicBezTo>
                      <a:pt x="481" y="6842"/>
                      <a:pt x="641" y="10022"/>
                      <a:pt x="481" y="13176"/>
                    </a:cubicBezTo>
                    <a:cubicBezTo>
                      <a:pt x="321" y="16329"/>
                      <a:pt x="0" y="19830"/>
                      <a:pt x="695" y="22984"/>
                    </a:cubicBezTo>
                    <a:cubicBezTo>
                      <a:pt x="1603" y="27206"/>
                      <a:pt x="5933" y="36079"/>
                      <a:pt x="11171" y="36079"/>
                    </a:cubicBezTo>
                    <a:cubicBezTo>
                      <a:pt x="15928" y="36079"/>
                      <a:pt x="24400" y="29585"/>
                      <a:pt x="27286" y="25763"/>
                    </a:cubicBezTo>
                    <a:cubicBezTo>
                      <a:pt x="27927" y="25549"/>
                      <a:pt x="28542" y="25255"/>
                      <a:pt x="29050" y="24828"/>
                    </a:cubicBezTo>
                    <a:cubicBezTo>
                      <a:pt x="30146" y="23973"/>
                      <a:pt x="32310" y="22583"/>
                      <a:pt x="32150" y="19750"/>
                    </a:cubicBezTo>
                    <a:lnTo>
                      <a:pt x="32150" y="19750"/>
                    </a:lnTo>
                    <a:cubicBezTo>
                      <a:pt x="31239" y="20190"/>
                      <a:pt x="30476" y="20380"/>
                      <a:pt x="29837" y="20380"/>
                    </a:cubicBezTo>
                    <a:cubicBezTo>
                      <a:pt x="27103" y="20380"/>
                      <a:pt x="26655" y="16894"/>
                      <a:pt x="26698" y="14619"/>
                    </a:cubicBezTo>
                    <a:cubicBezTo>
                      <a:pt x="26752" y="14592"/>
                      <a:pt x="26778" y="14539"/>
                      <a:pt x="26805" y="14485"/>
                    </a:cubicBezTo>
                    <a:cubicBezTo>
                      <a:pt x="27152" y="13202"/>
                      <a:pt x="26805" y="6788"/>
                      <a:pt x="22743" y="4223"/>
                    </a:cubicBezTo>
                    <a:cubicBezTo>
                      <a:pt x="19162" y="1951"/>
                      <a:pt x="14431" y="0"/>
                      <a:pt x="10022" y="0"/>
                    </a:cubicBezTo>
                    <a:close/>
                  </a:path>
                </a:pathLst>
              </a:custGeom>
              <a:solidFill>
                <a:schemeClr val="lt1"/>
              </a:solidFill>
              <a:ln cap="flat" cmpd="sng" w="8675">
                <a:solidFill>
                  <a:schemeClr val="dk1"/>
                </a:solidFill>
                <a:prstDash val="solid"/>
                <a:miter lim="2672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8" name="Google Shape;8448;p330"/>
              <p:cNvSpPr/>
              <p:nvPr/>
            </p:nvSpPr>
            <p:spPr>
              <a:xfrm>
                <a:off x="1700322" y="2172152"/>
                <a:ext cx="645154" cy="445364"/>
              </a:xfrm>
              <a:custGeom>
                <a:rect b="b" l="l" r="r" t="t"/>
                <a:pathLst>
                  <a:path extrusionOk="0" h="25515" w="36961">
                    <a:moveTo>
                      <a:pt x="10497" y="0"/>
                    </a:moveTo>
                    <a:cubicBezTo>
                      <a:pt x="5052" y="0"/>
                      <a:pt x="1024" y="3120"/>
                      <a:pt x="0" y="7251"/>
                    </a:cubicBezTo>
                    <a:cubicBezTo>
                      <a:pt x="0" y="7251"/>
                      <a:pt x="2523" y="5848"/>
                      <a:pt x="4746" y="5848"/>
                    </a:cubicBezTo>
                    <a:cubicBezTo>
                      <a:pt x="5799" y="5848"/>
                      <a:pt x="6785" y="6163"/>
                      <a:pt x="7403" y="7090"/>
                    </a:cubicBezTo>
                    <a:cubicBezTo>
                      <a:pt x="9111" y="9688"/>
                      <a:pt x="16405" y="25514"/>
                      <a:pt x="24724" y="25514"/>
                    </a:cubicBezTo>
                    <a:cubicBezTo>
                      <a:pt x="25648" y="25514"/>
                      <a:pt x="26584" y="25319"/>
                      <a:pt x="27527" y="24889"/>
                    </a:cubicBezTo>
                    <a:cubicBezTo>
                      <a:pt x="36961" y="20586"/>
                      <a:pt x="27447" y="6449"/>
                      <a:pt x="18307" y="1959"/>
                    </a:cubicBezTo>
                    <a:cubicBezTo>
                      <a:pt x="15522" y="595"/>
                      <a:pt x="12874" y="0"/>
                      <a:pt x="1049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9" name="Google Shape;8449;p330"/>
              <p:cNvSpPr/>
              <p:nvPr/>
            </p:nvSpPr>
            <p:spPr>
              <a:xfrm>
                <a:off x="1778223" y="3428930"/>
                <a:ext cx="286908" cy="129760"/>
              </a:xfrm>
              <a:custGeom>
                <a:rect b="b" l="l" r="r" t="t"/>
                <a:pathLst>
                  <a:path extrusionOk="0" h="7434" w="16437">
                    <a:moveTo>
                      <a:pt x="473" y="0"/>
                    </a:moveTo>
                    <a:cubicBezTo>
                      <a:pt x="396" y="0"/>
                      <a:pt x="315" y="20"/>
                      <a:pt x="241" y="58"/>
                    </a:cubicBezTo>
                    <a:cubicBezTo>
                      <a:pt x="241" y="58"/>
                      <a:pt x="214" y="58"/>
                      <a:pt x="214" y="84"/>
                    </a:cubicBezTo>
                    <a:cubicBezTo>
                      <a:pt x="54" y="164"/>
                      <a:pt x="0" y="378"/>
                      <a:pt x="107" y="539"/>
                    </a:cubicBezTo>
                    <a:cubicBezTo>
                      <a:pt x="4330" y="4868"/>
                      <a:pt x="10049" y="7327"/>
                      <a:pt x="16089" y="7434"/>
                    </a:cubicBezTo>
                    <a:cubicBezTo>
                      <a:pt x="16276" y="7434"/>
                      <a:pt x="16436" y="7273"/>
                      <a:pt x="16436" y="7059"/>
                    </a:cubicBezTo>
                    <a:cubicBezTo>
                      <a:pt x="16436" y="6872"/>
                      <a:pt x="16276" y="6712"/>
                      <a:pt x="16089" y="6712"/>
                    </a:cubicBezTo>
                    <a:cubicBezTo>
                      <a:pt x="10289" y="6605"/>
                      <a:pt x="4784" y="4227"/>
                      <a:pt x="722" y="84"/>
                    </a:cubicBezTo>
                    <a:cubicBezTo>
                      <a:pt x="650" y="27"/>
                      <a:pt x="563" y="0"/>
                      <a:pt x="473"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0" name="Google Shape;8450;p330"/>
              <p:cNvSpPr/>
              <p:nvPr/>
            </p:nvSpPr>
            <p:spPr>
              <a:xfrm>
                <a:off x="763163" y="2698560"/>
                <a:ext cx="1395265" cy="1155888"/>
              </a:xfrm>
              <a:custGeom>
                <a:rect b="b" l="l" r="r" t="t"/>
                <a:pathLst>
                  <a:path extrusionOk="0" h="66221" w="79935">
                    <a:moveTo>
                      <a:pt x="45336" y="1"/>
                    </a:moveTo>
                    <a:cubicBezTo>
                      <a:pt x="42708" y="1"/>
                      <a:pt x="38350" y="6891"/>
                      <a:pt x="38350" y="6891"/>
                    </a:cubicBezTo>
                    <a:cubicBezTo>
                      <a:pt x="38350" y="6891"/>
                      <a:pt x="16997" y="16271"/>
                      <a:pt x="7750" y="31558"/>
                    </a:cubicBezTo>
                    <a:cubicBezTo>
                      <a:pt x="7750" y="31558"/>
                      <a:pt x="6227" y="30684"/>
                      <a:pt x="4658" y="30684"/>
                    </a:cubicBezTo>
                    <a:cubicBezTo>
                      <a:pt x="3681" y="30684"/>
                      <a:pt x="2687" y="31023"/>
                      <a:pt x="2031" y="32119"/>
                    </a:cubicBezTo>
                    <a:cubicBezTo>
                      <a:pt x="0" y="35433"/>
                      <a:pt x="8258" y="39014"/>
                      <a:pt x="8258" y="39014"/>
                    </a:cubicBezTo>
                    <a:cubicBezTo>
                      <a:pt x="8258" y="39014"/>
                      <a:pt x="11893" y="58229"/>
                      <a:pt x="32578" y="66220"/>
                    </a:cubicBezTo>
                    <a:lnTo>
                      <a:pt x="79934" y="57668"/>
                    </a:lnTo>
                    <a:cubicBezTo>
                      <a:pt x="79934" y="57668"/>
                      <a:pt x="76513" y="26240"/>
                      <a:pt x="47570" y="8762"/>
                    </a:cubicBezTo>
                    <a:cubicBezTo>
                      <a:pt x="47570" y="8762"/>
                      <a:pt x="48239" y="798"/>
                      <a:pt x="45700" y="49"/>
                    </a:cubicBezTo>
                    <a:cubicBezTo>
                      <a:pt x="45583" y="16"/>
                      <a:pt x="45461" y="1"/>
                      <a:pt x="4533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1" name="Google Shape;8451;p330"/>
              <p:cNvSpPr/>
              <p:nvPr/>
            </p:nvSpPr>
            <p:spPr>
              <a:xfrm>
                <a:off x="763163" y="2686813"/>
                <a:ext cx="1395265" cy="1167635"/>
              </a:xfrm>
              <a:custGeom>
                <a:rect b="b" l="l" r="r" t="t"/>
                <a:pathLst>
                  <a:path extrusionOk="0" fill="none" h="66894" w="79935">
                    <a:moveTo>
                      <a:pt x="79934" y="58341"/>
                    </a:moveTo>
                    <a:cubicBezTo>
                      <a:pt x="79934" y="58341"/>
                      <a:pt x="76513" y="26913"/>
                      <a:pt x="47570" y="9435"/>
                    </a:cubicBezTo>
                    <a:cubicBezTo>
                      <a:pt x="47570" y="9435"/>
                      <a:pt x="48239" y="1471"/>
                      <a:pt x="45700" y="722"/>
                    </a:cubicBezTo>
                    <a:cubicBezTo>
                      <a:pt x="43134" y="1"/>
                      <a:pt x="38350" y="7564"/>
                      <a:pt x="38350" y="7564"/>
                    </a:cubicBezTo>
                    <a:cubicBezTo>
                      <a:pt x="38350" y="7564"/>
                      <a:pt x="16997" y="16944"/>
                      <a:pt x="7750" y="32231"/>
                    </a:cubicBezTo>
                    <a:cubicBezTo>
                      <a:pt x="7750" y="32231"/>
                      <a:pt x="3742" y="29933"/>
                      <a:pt x="2031" y="32792"/>
                    </a:cubicBezTo>
                    <a:cubicBezTo>
                      <a:pt x="0" y="36106"/>
                      <a:pt x="8258" y="39687"/>
                      <a:pt x="8258" y="39687"/>
                    </a:cubicBezTo>
                    <a:cubicBezTo>
                      <a:pt x="8258" y="39687"/>
                      <a:pt x="11893" y="58902"/>
                      <a:pt x="32578" y="66893"/>
                    </a:cubicBezTo>
                  </a:path>
                </a:pathLst>
              </a:custGeom>
              <a:noFill/>
              <a:ln cap="flat" cmpd="sng" w="9525">
                <a:solidFill>
                  <a:schemeClr val="dk1"/>
                </a:solidFill>
                <a:prstDash val="solid"/>
                <a:miter lim="2672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2" name="Google Shape;8452;p330"/>
              <p:cNvSpPr/>
              <p:nvPr/>
            </p:nvSpPr>
            <p:spPr>
              <a:xfrm>
                <a:off x="1254364" y="2941569"/>
                <a:ext cx="1196069" cy="986487"/>
              </a:xfrm>
              <a:custGeom>
                <a:rect b="b" l="l" r="r" t="t"/>
                <a:pathLst>
                  <a:path extrusionOk="0" h="56516" w="68523">
                    <a:moveTo>
                      <a:pt x="57471" y="1"/>
                    </a:moveTo>
                    <a:cubicBezTo>
                      <a:pt x="55471" y="1"/>
                      <a:pt x="52605" y="4447"/>
                      <a:pt x="52247" y="20202"/>
                    </a:cubicBezTo>
                    <a:lnTo>
                      <a:pt x="51873" y="40352"/>
                    </a:lnTo>
                    <a:cubicBezTo>
                      <a:pt x="51873" y="40512"/>
                      <a:pt x="51793" y="40619"/>
                      <a:pt x="51660" y="40700"/>
                    </a:cubicBezTo>
                    <a:cubicBezTo>
                      <a:pt x="50109" y="41475"/>
                      <a:pt x="39794" y="46579"/>
                      <a:pt x="33834" y="48102"/>
                    </a:cubicBezTo>
                    <a:cubicBezTo>
                      <a:pt x="30253" y="49064"/>
                      <a:pt x="26565" y="49626"/>
                      <a:pt x="22877" y="49706"/>
                    </a:cubicBezTo>
                    <a:cubicBezTo>
                      <a:pt x="22289" y="49706"/>
                      <a:pt x="19723" y="45964"/>
                      <a:pt x="18360" y="44708"/>
                    </a:cubicBezTo>
                    <a:cubicBezTo>
                      <a:pt x="16997" y="43452"/>
                      <a:pt x="15875" y="43426"/>
                      <a:pt x="13390" y="42276"/>
                    </a:cubicBezTo>
                    <a:cubicBezTo>
                      <a:pt x="11079" y="41236"/>
                      <a:pt x="9630" y="40754"/>
                      <a:pt x="8965" y="40754"/>
                    </a:cubicBezTo>
                    <a:cubicBezTo>
                      <a:pt x="8623" y="40754"/>
                      <a:pt x="8489" y="40882"/>
                      <a:pt x="8552" y="41127"/>
                    </a:cubicBezTo>
                    <a:cubicBezTo>
                      <a:pt x="8766" y="41849"/>
                      <a:pt x="8953" y="42544"/>
                      <a:pt x="10717" y="43452"/>
                    </a:cubicBezTo>
                    <a:cubicBezTo>
                      <a:pt x="12214" y="44201"/>
                      <a:pt x="13283" y="44842"/>
                      <a:pt x="13577" y="45002"/>
                    </a:cubicBezTo>
                    <a:cubicBezTo>
                      <a:pt x="13630" y="45056"/>
                      <a:pt x="13684" y="45109"/>
                      <a:pt x="13710" y="45163"/>
                    </a:cubicBezTo>
                    <a:cubicBezTo>
                      <a:pt x="13834" y="45410"/>
                      <a:pt x="13660" y="45703"/>
                      <a:pt x="13401" y="45703"/>
                    </a:cubicBezTo>
                    <a:cubicBezTo>
                      <a:pt x="13380" y="45703"/>
                      <a:pt x="13358" y="45701"/>
                      <a:pt x="13336" y="45697"/>
                    </a:cubicBezTo>
                    <a:cubicBezTo>
                      <a:pt x="12027" y="45537"/>
                      <a:pt x="9301" y="45163"/>
                      <a:pt x="7964" y="44895"/>
                    </a:cubicBezTo>
                    <a:cubicBezTo>
                      <a:pt x="6361" y="44575"/>
                      <a:pt x="2459" y="42143"/>
                      <a:pt x="1791" y="41742"/>
                    </a:cubicBezTo>
                    <a:cubicBezTo>
                      <a:pt x="1738" y="41715"/>
                      <a:pt x="1657" y="41688"/>
                      <a:pt x="1577" y="41688"/>
                    </a:cubicBezTo>
                    <a:cubicBezTo>
                      <a:pt x="1176" y="41715"/>
                      <a:pt x="0" y="41929"/>
                      <a:pt x="1150" y="43719"/>
                    </a:cubicBezTo>
                    <a:cubicBezTo>
                      <a:pt x="2192" y="45323"/>
                      <a:pt x="4811" y="48450"/>
                      <a:pt x="5800" y="49358"/>
                    </a:cubicBezTo>
                    <a:cubicBezTo>
                      <a:pt x="5826" y="49358"/>
                      <a:pt x="5826" y="49385"/>
                      <a:pt x="5826" y="49385"/>
                    </a:cubicBezTo>
                    <a:cubicBezTo>
                      <a:pt x="6227" y="49706"/>
                      <a:pt x="6655" y="50027"/>
                      <a:pt x="7083" y="50347"/>
                    </a:cubicBezTo>
                    <a:cubicBezTo>
                      <a:pt x="7387" y="50550"/>
                      <a:pt x="7209" y="51019"/>
                      <a:pt x="6870" y="51019"/>
                    </a:cubicBezTo>
                    <a:cubicBezTo>
                      <a:pt x="6852" y="51019"/>
                      <a:pt x="6834" y="51018"/>
                      <a:pt x="6815" y="51015"/>
                    </a:cubicBezTo>
                    <a:cubicBezTo>
                      <a:pt x="6496" y="50968"/>
                      <a:pt x="6180" y="50938"/>
                      <a:pt x="5913" y="50938"/>
                    </a:cubicBezTo>
                    <a:cubicBezTo>
                      <a:pt x="5422" y="50938"/>
                      <a:pt x="5100" y="51042"/>
                      <a:pt x="5239" y="51336"/>
                    </a:cubicBezTo>
                    <a:cubicBezTo>
                      <a:pt x="5613" y="52245"/>
                      <a:pt x="7964" y="52592"/>
                      <a:pt x="10904" y="53848"/>
                    </a:cubicBezTo>
                    <a:cubicBezTo>
                      <a:pt x="13844" y="55104"/>
                      <a:pt x="20525" y="55265"/>
                      <a:pt x="24240" y="55799"/>
                    </a:cubicBezTo>
                    <a:cubicBezTo>
                      <a:pt x="28249" y="56275"/>
                      <a:pt x="32287" y="56515"/>
                      <a:pt x="36324" y="56515"/>
                    </a:cubicBezTo>
                    <a:cubicBezTo>
                      <a:pt x="39096" y="56515"/>
                      <a:pt x="41868" y="56402"/>
                      <a:pt x="44631" y="56173"/>
                    </a:cubicBezTo>
                    <a:cubicBezTo>
                      <a:pt x="52461" y="55425"/>
                      <a:pt x="64220" y="50641"/>
                      <a:pt x="66385" y="49011"/>
                    </a:cubicBezTo>
                    <a:cubicBezTo>
                      <a:pt x="68523" y="47408"/>
                      <a:pt x="67160" y="29341"/>
                      <a:pt x="66572" y="25226"/>
                    </a:cubicBezTo>
                    <a:cubicBezTo>
                      <a:pt x="65984" y="21110"/>
                      <a:pt x="64808" y="13440"/>
                      <a:pt x="64033" y="9832"/>
                    </a:cubicBezTo>
                    <a:cubicBezTo>
                      <a:pt x="63231" y="6224"/>
                      <a:pt x="60105" y="1254"/>
                      <a:pt x="58154" y="185"/>
                    </a:cubicBezTo>
                    <a:cubicBezTo>
                      <a:pt x="57943" y="66"/>
                      <a:pt x="57713" y="1"/>
                      <a:pt x="57471" y="1"/>
                    </a:cubicBezTo>
                    <a:close/>
                  </a:path>
                </a:pathLst>
              </a:custGeom>
              <a:solidFill>
                <a:schemeClr val="lt1"/>
              </a:solidFill>
              <a:ln cap="rnd" cmpd="sng" w="9525">
                <a:solidFill>
                  <a:schemeClr val="dk1"/>
                </a:solidFill>
                <a:prstDash val="solid"/>
                <a:miter lim="2672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3" name="Google Shape;8453;p330"/>
              <p:cNvSpPr/>
              <p:nvPr/>
            </p:nvSpPr>
            <p:spPr>
              <a:xfrm>
                <a:off x="879308" y="3350278"/>
                <a:ext cx="410053" cy="389718"/>
              </a:xfrm>
              <a:custGeom>
                <a:rect b="b" l="l" r="r" t="t"/>
                <a:pathLst>
                  <a:path extrusionOk="0" h="22327" w="23492">
                    <a:moveTo>
                      <a:pt x="18600" y="0"/>
                    </a:moveTo>
                    <a:cubicBezTo>
                      <a:pt x="18367" y="0"/>
                      <a:pt x="18133" y="110"/>
                      <a:pt x="17987" y="341"/>
                    </a:cubicBezTo>
                    <a:cubicBezTo>
                      <a:pt x="16624" y="2452"/>
                      <a:pt x="14539" y="4751"/>
                      <a:pt x="12936" y="6434"/>
                    </a:cubicBezTo>
                    <a:cubicBezTo>
                      <a:pt x="12781" y="6596"/>
                      <a:pt x="12596" y="6665"/>
                      <a:pt x="12416" y="6665"/>
                    </a:cubicBezTo>
                    <a:cubicBezTo>
                      <a:pt x="11913" y="6665"/>
                      <a:pt x="11445" y="6123"/>
                      <a:pt x="11760" y="5552"/>
                    </a:cubicBezTo>
                    <a:cubicBezTo>
                      <a:pt x="12405" y="4350"/>
                      <a:pt x="12457" y="2999"/>
                      <a:pt x="11360" y="2999"/>
                    </a:cubicBezTo>
                    <a:cubicBezTo>
                      <a:pt x="11140" y="2999"/>
                      <a:pt x="10874" y="3053"/>
                      <a:pt x="10557" y="3174"/>
                    </a:cubicBezTo>
                    <a:cubicBezTo>
                      <a:pt x="7510" y="4323"/>
                      <a:pt x="2459" y="13463"/>
                      <a:pt x="2459" y="13463"/>
                    </a:cubicBezTo>
                    <a:cubicBezTo>
                      <a:pt x="1" y="16723"/>
                      <a:pt x="1551" y="20999"/>
                      <a:pt x="7029" y="22175"/>
                    </a:cubicBezTo>
                    <a:cubicBezTo>
                      <a:pt x="7507" y="22278"/>
                      <a:pt x="7986" y="22327"/>
                      <a:pt x="8466" y="22327"/>
                    </a:cubicBezTo>
                    <a:cubicBezTo>
                      <a:pt x="13455" y="22327"/>
                      <a:pt x="18405" y="17049"/>
                      <a:pt x="20819" y="12928"/>
                    </a:cubicBezTo>
                    <a:cubicBezTo>
                      <a:pt x="23492" y="8439"/>
                      <a:pt x="20846" y="5766"/>
                      <a:pt x="20846" y="5766"/>
                    </a:cubicBezTo>
                    <a:lnTo>
                      <a:pt x="20606" y="5766"/>
                    </a:lnTo>
                    <a:cubicBezTo>
                      <a:pt x="21274" y="2987"/>
                      <a:pt x="20312" y="1971"/>
                      <a:pt x="19911" y="1677"/>
                    </a:cubicBezTo>
                    <a:cubicBezTo>
                      <a:pt x="19804" y="1597"/>
                      <a:pt x="19697" y="1490"/>
                      <a:pt x="19643" y="1357"/>
                    </a:cubicBezTo>
                    <a:lnTo>
                      <a:pt x="19269" y="448"/>
                    </a:lnTo>
                    <a:cubicBezTo>
                      <a:pt x="19153" y="157"/>
                      <a:pt x="18878" y="0"/>
                      <a:pt x="18600" y="0"/>
                    </a:cubicBezTo>
                    <a:close/>
                  </a:path>
                </a:pathLst>
              </a:custGeom>
              <a:solidFill>
                <a:schemeClr val="lt1"/>
              </a:solid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454" name="Google Shape;8454;p330"/>
            <p:cNvSpPr/>
            <p:nvPr/>
          </p:nvSpPr>
          <p:spPr>
            <a:xfrm flipH="1">
              <a:off x="1876035" y="1278475"/>
              <a:ext cx="991138" cy="317437"/>
            </a:xfrm>
            <a:custGeom>
              <a:rect b="b" l="l" r="r" t="t"/>
              <a:pathLst>
                <a:path extrusionOk="0" fill="none" h="4647" w="14511">
                  <a:moveTo>
                    <a:pt x="13894" y="3805"/>
                  </a:moveTo>
                  <a:cubicBezTo>
                    <a:pt x="13263" y="3459"/>
                    <a:pt x="12977" y="3744"/>
                    <a:pt x="12766" y="3459"/>
                  </a:cubicBezTo>
                  <a:cubicBezTo>
                    <a:pt x="12541" y="3173"/>
                    <a:pt x="13383" y="2436"/>
                    <a:pt x="11684" y="1699"/>
                  </a:cubicBezTo>
                  <a:cubicBezTo>
                    <a:pt x="11684" y="1699"/>
                    <a:pt x="11578" y="121"/>
                    <a:pt x="9248" y="60"/>
                  </a:cubicBezTo>
                  <a:cubicBezTo>
                    <a:pt x="6917" y="0"/>
                    <a:pt x="7549" y="1654"/>
                    <a:pt x="6917" y="2045"/>
                  </a:cubicBezTo>
                  <a:cubicBezTo>
                    <a:pt x="6286" y="2436"/>
                    <a:pt x="6120" y="1820"/>
                    <a:pt x="5504" y="2211"/>
                  </a:cubicBezTo>
                  <a:cubicBezTo>
                    <a:pt x="4872" y="2617"/>
                    <a:pt x="5158" y="3399"/>
                    <a:pt x="4647" y="3519"/>
                  </a:cubicBezTo>
                  <a:cubicBezTo>
                    <a:pt x="4135" y="3624"/>
                    <a:pt x="3459" y="3008"/>
                    <a:pt x="2842" y="3399"/>
                  </a:cubicBezTo>
                  <a:cubicBezTo>
                    <a:pt x="2211" y="3805"/>
                    <a:pt x="2211" y="4135"/>
                    <a:pt x="1925" y="4135"/>
                  </a:cubicBezTo>
                  <a:cubicBezTo>
                    <a:pt x="1654" y="4135"/>
                    <a:pt x="1083" y="3910"/>
                    <a:pt x="737" y="4135"/>
                  </a:cubicBezTo>
                  <a:cubicBezTo>
                    <a:pt x="406" y="4376"/>
                    <a:pt x="0" y="4647"/>
                    <a:pt x="0" y="4647"/>
                  </a:cubicBezTo>
                  <a:lnTo>
                    <a:pt x="14345" y="4647"/>
                  </a:lnTo>
                  <a:cubicBezTo>
                    <a:pt x="14345" y="4647"/>
                    <a:pt x="14511" y="4135"/>
                    <a:pt x="13894" y="3805"/>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455" name="Google Shape;8455;p330"/>
          <p:cNvSpPr/>
          <p:nvPr/>
        </p:nvSpPr>
        <p:spPr>
          <a:xfrm>
            <a:off x="3489959" y="889149"/>
            <a:ext cx="5275687" cy="4081811"/>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6" name="Google Shape;8456;p330"/>
          <p:cNvSpPr txBox="1"/>
          <p:nvPr>
            <p:ph type="title"/>
          </p:nvPr>
        </p:nvSpPr>
        <p:spPr>
          <a:xfrm>
            <a:off x="3907977" y="640125"/>
            <a:ext cx="4551600" cy="749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CA"/>
              <a:t>Our Project</a:t>
            </a:r>
            <a:endParaRPr/>
          </a:p>
        </p:txBody>
      </p:sp>
      <p:sp>
        <p:nvSpPr>
          <p:cNvPr id="8457" name="Google Shape;8457;p330"/>
          <p:cNvSpPr txBox="1"/>
          <p:nvPr>
            <p:ph idx="1" type="subTitle"/>
          </p:nvPr>
        </p:nvSpPr>
        <p:spPr>
          <a:xfrm>
            <a:off x="4036700" y="1476800"/>
            <a:ext cx="4728900" cy="2837700"/>
          </a:xfrm>
          <a:prstGeom prst="rect">
            <a:avLst/>
          </a:prstGeom>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Char char="●"/>
            </a:pPr>
            <a:r>
              <a:rPr lang="en-CA"/>
              <a:t>Classify patients with Alzheimer’s using demographic, lifestyle, and clinical  variables</a:t>
            </a:r>
            <a:endParaRPr/>
          </a:p>
          <a:p>
            <a:pPr indent="-342900" lvl="0" marL="457200" rtl="0" algn="l">
              <a:lnSpc>
                <a:spcPct val="115000"/>
              </a:lnSpc>
              <a:spcBef>
                <a:spcPts val="0"/>
              </a:spcBef>
              <a:spcAft>
                <a:spcPts val="0"/>
              </a:spcAft>
              <a:buSzPts val="1800"/>
              <a:buChar char="●"/>
            </a:pPr>
            <a:r>
              <a:rPr lang="en-CA"/>
              <a:t>Identify risk </a:t>
            </a:r>
            <a:r>
              <a:rPr lang="en-CA"/>
              <a:t>factors</a:t>
            </a:r>
            <a:r>
              <a:rPr lang="en-CA"/>
              <a:t> with strong correlation</a:t>
            </a:r>
            <a:endParaRPr/>
          </a:p>
          <a:p>
            <a:pPr indent="-342900" lvl="0" marL="457200" rtl="0" algn="l">
              <a:lnSpc>
                <a:spcPct val="115000"/>
              </a:lnSpc>
              <a:spcBef>
                <a:spcPts val="0"/>
              </a:spcBef>
              <a:spcAft>
                <a:spcPts val="0"/>
              </a:spcAft>
              <a:buSzPts val="1800"/>
              <a:buChar char="●"/>
            </a:pPr>
            <a:r>
              <a:rPr lang="en-CA"/>
              <a:t>Early identification can help offset symptoms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61" name="Shape 8461"/>
        <p:cNvGrpSpPr/>
        <p:nvPr/>
      </p:nvGrpSpPr>
      <p:grpSpPr>
        <a:xfrm>
          <a:off x="0" y="0"/>
          <a:ext cx="0" cy="0"/>
          <a:chOff x="0" y="0"/>
          <a:chExt cx="0" cy="0"/>
        </a:xfrm>
      </p:grpSpPr>
      <p:sp>
        <p:nvSpPr>
          <p:cNvPr id="8462" name="Google Shape;8462;p331"/>
          <p:cNvSpPr txBox="1"/>
          <p:nvPr/>
        </p:nvSpPr>
        <p:spPr>
          <a:xfrm>
            <a:off x="1282325" y="994175"/>
            <a:ext cx="73803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CA" sz="4000">
                <a:solidFill>
                  <a:schemeClr val="dk1"/>
                </a:solidFill>
                <a:latin typeface="Barlow"/>
                <a:ea typeface="Barlow"/>
                <a:cs typeface="Barlow"/>
                <a:sym typeface="Barlow"/>
              </a:rPr>
              <a:t>Why S</a:t>
            </a:r>
            <a:r>
              <a:rPr b="1" lang="en-CA" sz="4000">
                <a:solidFill>
                  <a:schemeClr val="dk1"/>
                </a:solidFill>
                <a:latin typeface="Barlow"/>
                <a:ea typeface="Barlow"/>
                <a:cs typeface="Barlow"/>
                <a:sym typeface="Barlow"/>
              </a:rPr>
              <a:t>hould</a:t>
            </a:r>
            <a:r>
              <a:rPr b="1" lang="en-CA" sz="4000">
                <a:solidFill>
                  <a:schemeClr val="dk1"/>
                </a:solidFill>
                <a:latin typeface="Barlow"/>
                <a:ea typeface="Barlow"/>
                <a:cs typeface="Barlow"/>
                <a:sym typeface="Barlow"/>
              </a:rPr>
              <a:t> We Classify?</a:t>
            </a:r>
            <a:endParaRPr b="1" sz="4000">
              <a:solidFill>
                <a:schemeClr val="dk1"/>
              </a:solidFill>
              <a:latin typeface="Barlow"/>
              <a:ea typeface="Barlow"/>
              <a:cs typeface="Barlow"/>
              <a:sym typeface="Barlow"/>
            </a:endParaRPr>
          </a:p>
        </p:txBody>
      </p:sp>
      <p:sp>
        <p:nvSpPr>
          <p:cNvPr id="8463" name="Google Shape;8463;p331"/>
          <p:cNvSpPr txBox="1"/>
          <p:nvPr>
            <p:ph idx="4294967295" type="subTitle"/>
          </p:nvPr>
        </p:nvSpPr>
        <p:spPr>
          <a:xfrm>
            <a:off x="1282325" y="1794575"/>
            <a:ext cx="6810600" cy="2078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CA" sz="1800"/>
              <a:t>Slow and expensive clinical diagnosis</a:t>
            </a:r>
            <a:endParaRPr sz="1800"/>
          </a:p>
          <a:p>
            <a:pPr indent="-342900" lvl="0" marL="457200" rtl="0" algn="l">
              <a:spcBef>
                <a:spcPts val="0"/>
              </a:spcBef>
              <a:spcAft>
                <a:spcPts val="0"/>
              </a:spcAft>
              <a:buSzPts val="1800"/>
              <a:buChar char="●"/>
            </a:pPr>
            <a:r>
              <a:rPr lang="en-CA" sz="1800"/>
              <a:t>Non-linear </a:t>
            </a:r>
            <a:r>
              <a:rPr lang="en-CA" sz="1800"/>
              <a:t>interaction</a:t>
            </a:r>
            <a:r>
              <a:rPr lang="en-CA" sz="1800"/>
              <a:t> between clinical, lifestyle, and demographic variables</a:t>
            </a:r>
            <a:endParaRPr sz="1800"/>
          </a:p>
          <a:p>
            <a:pPr indent="-342900" lvl="0" marL="457200" rtl="0" algn="l">
              <a:spcBef>
                <a:spcPts val="0"/>
              </a:spcBef>
              <a:spcAft>
                <a:spcPts val="0"/>
              </a:spcAft>
              <a:buSzPts val="1800"/>
              <a:buChar char="●"/>
            </a:pPr>
            <a:r>
              <a:rPr lang="en-CA" sz="1800"/>
              <a:t>Decision tree and SVC can mimic this interaction</a:t>
            </a:r>
            <a:endParaRPr sz="1800"/>
          </a:p>
          <a:p>
            <a:pPr indent="-342900" lvl="0" marL="457200" rtl="0" algn="l">
              <a:spcBef>
                <a:spcPts val="0"/>
              </a:spcBef>
              <a:spcAft>
                <a:spcPts val="0"/>
              </a:spcAft>
              <a:buSzPts val="1800"/>
              <a:buChar char="●"/>
            </a:pPr>
            <a:r>
              <a:rPr lang="en-CA" sz="1800"/>
              <a:t>Allows early identification of at risk individuals and helps focus clinical screenings</a:t>
            </a:r>
            <a:endParaRPr sz="18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67" name="Shape 8467"/>
        <p:cNvGrpSpPr/>
        <p:nvPr/>
      </p:nvGrpSpPr>
      <p:grpSpPr>
        <a:xfrm>
          <a:off x="0" y="0"/>
          <a:ext cx="0" cy="0"/>
          <a:chOff x="0" y="0"/>
          <a:chExt cx="0" cy="0"/>
        </a:xfrm>
      </p:grpSpPr>
      <p:grpSp>
        <p:nvGrpSpPr>
          <p:cNvPr id="8468" name="Google Shape;8468;p332"/>
          <p:cNvGrpSpPr/>
          <p:nvPr/>
        </p:nvGrpSpPr>
        <p:grpSpPr>
          <a:xfrm>
            <a:off x="-58783" y="804138"/>
            <a:ext cx="3490079" cy="4391794"/>
            <a:chOff x="-58783" y="804138"/>
            <a:chExt cx="3490079" cy="4391794"/>
          </a:xfrm>
        </p:grpSpPr>
        <p:sp>
          <p:nvSpPr>
            <p:cNvPr id="8469" name="Google Shape;8469;p332"/>
            <p:cNvSpPr/>
            <p:nvPr/>
          </p:nvSpPr>
          <p:spPr>
            <a:xfrm>
              <a:off x="202177" y="804138"/>
              <a:ext cx="1051068" cy="336605"/>
            </a:xfrm>
            <a:custGeom>
              <a:rect b="b" l="l" r="r" t="t"/>
              <a:pathLst>
                <a:path extrusionOk="0" fill="none" h="4647" w="14511">
                  <a:moveTo>
                    <a:pt x="13894" y="3805"/>
                  </a:moveTo>
                  <a:cubicBezTo>
                    <a:pt x="13263" y="3459"/>
                    <a:pt x="12977" y="3744"/>
                    <a:pt x="12766" y="3459"/>
                  </a:cubicBezTo>
                  <a:cubicBezTo>
                    <a:pt x="12541" y="3173"/>
                    <a:pt x="13383" y="2436"/>
                    <a:pt x="11684" y="1699"/>
                  </a:cubicBezTo>
                  <a:cubicBezTo>
                    <a:pt x="11684" y="1699"/>
                    <a:pt x="11578" y="121"/>
                    <a:pt x="9248" y="60"/>
                  </a:cubicBezTo>
                  <a:cubicBezTo>
                    <a:pt x="6917" y="0"/>
                    <a:pt x="7549" y="1654"/>
                    <a:pt x="6917" y="2045"/>
                  </a:cubicBezTo>
                  <a:cubicBezTo>
                    <a:pt x="6286" y="2436"/>
                    <a:pt x="6120" y="1820"/>
                    <a:pt x="5504" y="2211"/>
                  </a:cubicBezTo>
                  <a:cubicBezTo>
                    <a:pt x="4872" y="2617"/>
                    <a:pt x="5158" y="3399"/>
                    <a:pt x="4647" y="3519"/>
                  </a:cubicBezTo>
                  <a:cubicBezTo>
                    <a:pt x="4135" y="3624"/>
                    <a:pt x="3459" y="3008"/>
                    <a:pt x="2842" y="3399"/>
                  </a:cubicBezTo>
                  <a:cubicBezTo>
                    <a:pt x="2211" y="3805"/>
                    <a:pt x="2211" y="4135"/>
                    <a:pt x="1925" y="4135"/>
                  </a:cubicBezTo>
                  <a:cubicBezTo>
                    <a:pt x="1654" y="4135"/>
                    <a:pt x="1083" y="3910"/>
                    <a:pt x="737" y="4135"/>
                  </a:cubicBezTo>
                  <a:cubicBezTo>
                    <a:pt x="406" y="4376"/>
                    <a:pt x="0" y="4647"/>
                    <a:pt x="0" y="4647"/>
                  </a:cubicBezTo>
                  <a:lnTo>
                    <a:pt x="14345" y="4647"/>
                  </a:lnTo>
                  <a:cubicBezTo>
                    <a:pt x="14345" y="4647"/>
                    <a:pt x="14511" y="4135"/>
                    <a:pt x="13894" y="3805"/>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470" name="Google Shape;8470;p332"/>
            <p:cNvGrpSpPr/>
            <p:nvPr/>
          </p:nvGrpSpPr>
          <p:grpSpPr>
            <a:xfrm>
              <a:off x="-58783" y="2046648"/>
              <a:ext cx="3490079" cy="3149284"/>
              <a:chOff x="-5" y="2079100"/>
              <a:chExt cx="3396010" cy="3064400"/>
            </a:xfrm>
          </p:grpSpPr>
          <p:sp>
            <p:nvSpPr>
              <p:cNvPr id="8471" name="Google Shape;8471;p332"/>
              <p:cNvSpPr/>
              <p:nvPr/>
            </p:nvSpPr>
            <p:spPr>
              <a:xfrm>
                <a:off x="-5" y="2534937"/>
                <a:ext cx="3396010" cy="2608562"/>
              </a:xfrm>
              <a:custGeom>
                <a:rect b="b" l="l" r="r" t="t"/>
                <a:pathLst>
                  <a:path extrusionOk="0" h="149445" w="194558">
                    <a:moveTo>
                      <a:pt x="60751" y="1"/>
                    </a:moveTo>
                    <a:cubicBezTo>
                      <a:pt x="53770" y="1"/>
                      <a:pt x="46760" y="1373"/>
                      <a:pt x="40328" y="4052"/>
                    </a:cubicBezTo>
                    <a:cubicBezTo>
                      <a:pt x="25443" y="10278"/>
                      <a:pt x="13710" y="23026"/>
                      <a:pt x="7403" y="37859"/>
                    </a:cubicBezTo>
                    <a:cubicBezTo>
                      <a:pt x="1096" y="52718"/>
                      <a:pt x="0" y="69501"/>
                      <a:pt x="2967" y="85349"/>
                    </a:cubicBezTo>
                    <a:cubicBezTo>
                      <a:pt x="6014" y="101785"/>
                      <a:pt x="12802" y="117392"/>
                      <a:pt x="26725" y="127440"/>
                    </a:cubicBezTo>
                    <a:cubicBezTo>
                      <a:pt x="38618" y="135992"/>
                      <a:pt x="56336" y="145213"/>
                      <a:pt x="70153" y="147163"/>
                    </a:cubicBezTo>
                    <a:cubicBezTo>
                      <a:pt x="80390" y="148684"/>
                      <a:pt x="90720" y="149444"/>
                      <a:pt x="101058" y="149444"/>
                    </a:cubicBezTo>
                    <a:cubicBezTo>
                      <a:pt x="106347" y="149444"/>
                      <a:pt x="111639" y="149245"/>
                      <a:pt x="116922" y="148847"/>
                    </a:cubicBezTo>
                    <a:cubicBezTo>
                      <a:pt x="122507" y="148393"/>
                      <a:pt x="128066" y="147645"/>
                      <a:pt x="133598" y="146602"/>
                    </a:cubicBezTo>
                    <a:cubicBezTo>
                      <a:pt x="149633" y="143556"/>
                      <a:pt x="166603" y="138050"/>
                      <a:pt x="178148" y="125944"/>
                    </a:cubicBezTo>
                    <a:cubicBezTo>
                      <a:pt x="191697" y="111726"/>
                      <a:pt x="194557" y="89064"/>
                      <a:pt x="187234" y="71158"/>
                    </a:cubicBezTo>
                    <a:cubicBezTo>
                      <a:pt x="181596" y="57288"/>
                      <a:pt x="169356" y="46063"/>
                      <a:pt x="154817" y="42429"/>
                    </a:cubicBezTo>
                    <a:cubicBezTo>
                      <a:pt x="144742" y="39916"/>
                      <a:pt x="133892" y="40932"/>
                      <a:pt x="124191" y="37217"/>
                    </a:cubicBezTo>
                    <a:cubicBezTo>
                      <a:pt x="109171" y="31471"/>
                      <a:pt x="100325" y="15891"/>
                      <a:pt x="86749" y="7259"/>
                    </a:cubicBezTo>
                    <a:cubicBezTo>
                      <a:pt x="79054" y="2371"/>
                      <a:pt x="69928" y="1"/>
                      <a:pt x="60751"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2" name="Google Shape;8472;p332"/>
              <p:cNvSpPr/>
              <p:nvPr/>
            </p:nvSpPr>
            <p:spPr>
              <a:xfrm>
                <a:off x="2184070" y="3299309"/>
                <a:ext cx="459485" cy="697415"/>
              </a:xfrm>
              <a:custGeom>
                <a:rect b="b" l="l" r="r" t="t"/>
                <a:pathLst>
                  <a:path extrusionOk="0" fill="none" h="39955" w="26324">
                    <a:moveTo>
                      <a:pt x="0" y="39954"/>
                    </a:moveTo>
                    <a:cubicBezTo>
                      <a:pt x="0" y="39954"/>
                      <a:pt x="3154" y="5773"/>
                      <a:pt x="26324" y="1"/>
                    </a:cubicBez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3" name="Google Shape;8473;p332"/>
              <p:cNvSpPr/>
              <p:nvPr/>
            </p:nvSpPr>
            <p:spPr>
              <a:xfrm>
                <a:off x="363845" y="3189692"/>
                <a:ext cx="727734" cy="736130"/>
              </a:xfrm>
              <a:custGeom>
                <a:rect b="b" l="l" r="r" t="t"/>
                <a:pathLst>
                  <a:path extrusionOk="0" fill="none" h="42173" w="41692">
                    <a:moveTo>
                      <a:pt x="1" y="0"/>
                    </a:moveTo>
                    <a:cubicBezTo>
                      <a:pt x="1" y="0"/>
                      <a:pt x="32097" y="7991"/>
                      <a:pt x="41692" y="42172"/>
                    </a:cubicBez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4" name="Google Shape;8474;p332"/>
              <p:cNvSpPr/>
              <p:nvPr/>
            </p:nvSpPr>
            <p:spPr>
              <a:xfrm>
                <a:off x="2170996" y="3721947"/>
                <a:ext cx="882141" cy="430580"/>
              </a:xfrm>
              <a:custGeom>
                <a:rect b="b" l="l" r="r" t="t"/>
                <a:pathLst>
                  <a:path extrusionOk="0" fill="none" h="24668" w="50538">
                    <a:moveTo>
                      <a:pt x="1" y="24667"/>
                    </a:moveTo>
                    <a:cubicBezTo>
                      <a:pt x="1" y="24667"/>
                      <a:pt x="20926" y="0"/>
                      <a:pt x="50537" y="4116"/>
                    </a:cubicBez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5" name="Google Shape;8475;p332"/>
              <p:cNvSpPr/>
              <p:nvPr/>
            </p:nvSpPr>
            <p:spPr>
              <a:xfrm>
                <a:off x="618862" y="4267573"/>
                <a:ext cx="495111" cy="177605"/>
              </a:xfrm>
              <a:custGeom>
                <a:rect b="b" l="l" r="r" t="t"/>
                <a:pathLst>
                  <a:path extrusionOk="0" h="10175" w="28365">
                    <a:moveTo>
                      <a:pt x="14404" y="0"/>
                    </a:moveTo>
                    <a:cubicBezTo>
                      <a:pt x="10379" y="0"/>
                      <a:pt x="6456" y="1392"/>
                      <a:pt x="3296" y="3965"/>
                    </a:cubicBezTo>
                    <a:cubicBezTo>
                      <a:pt x="0" y="6742"/>
                      <a:pt x="5576" y="10174"/>
                      <a:pt x="12608" y="10174"/>
                    </a:cubicBezTo>
                    <a:cubicBezTo>
                      <a:pt x="12816" y="10174"/>
                      <a:pt x="13027" y="10171"/>
                      <a:pt x="13238" y="10165"/>
                    </a:cubicBezTo>
                    <a:cubicBezTo>
                      <a:pt x="20561" y="9924"/>
                      <a:pt x="24462" y="8000"/>
                      <a:pt x="24462" y="8000"/>
                    </a:cubicBezTo>
                    <a:lnTo>
                      <a:pt x="28364" y="2522"/>
                    </a:lnTo>
                    <a:cubicBezTo>
                      <a:pt x="28364" y="2522"/>
                      <a:pt x="21336" y="891"/>
                      <a:pt x="16632" y="143"/>
                    </a:cubicBezTo>
                    <a:cubicBezTo>
                      <a:pt x="15889" y="48"/>
                      <a:pt x="15144" y="0"/>
                      <a:pt x="14404" y="0"/>
                    </a:cubicBezTo>
                    <a:close/>
                  </a:path>
                </a:pathLst>
              </a:custGeom>
              <a:solidFill>
                <a:schemeClr val="accent2"/>
              </a:solidFill>
              <a:ln cap="flat" cmpd="sng" w="9525">
                <a:solidFill>
                  <a:schemeClr val="dk1"/>
                </a:solidFill>
                <a:prstDash val="solid"/>
                <a:miter lim="2672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6" name="Google Shape;8476;p332"/>
              <p:cNvSpPr/>
              <p:nvPr/>
            </p:nvSpPr>
            <p:spPr>
              <a:xfrm>
                <a:off x="2240502" y="4368934"/>
                <a:ext cx="446918" cy="200663"/>
              </a:xfrm>
              <a:custGeom>
                <a:rect b="b" l="l" r="r" t="t"/>
                <a:pathLst>
                  <a:path extrusionOk="0" h="11496" w="25604">
                    <a:moveTo>
                      <a:pt x="16217" y="0"/>
                    </a:moveTo>
                    <a:cubicBezTo>
                      <a:pt x="15072" y="0"/>
                      <a:pt x="13845" y="94"/>
                      <a:pt x="12561" y="269"/>
                    </a:cubicBezTo>
                    <a:cubicBezTo>
                      <a:pt x="8472" y="884"/>
                      <a:pt x="4464" y="1846"/>
                      <a:pt x="535" y="3129"/>
                    </a:cubicBezTo>
                    <a:lnTo>
                      <a:pt x="1" y="9543"/>
                    </a:lnTo>
                    <a:cubicBezTo>
                      <a:pt x="829" y="9917"/>
                      <a:pt x="1711" y="10184"/>
                      <a:pt x="2620" y="10264"/>
                    </a:cubicBezTo>
                    <a:cubicBezTo>
                      <a:pt x="3454" y="10264"/>
                      <a:pt x="9966" y="11496"/>
                      <a:pt x="15356" y="11496"/>
                    </a:cubicBezTo>
                    <a:cubicBezTo>
                      <a:pt x="16704" y="11496"/>
                      <a:pt x="17981" y="11419"/>
                      <a:pt x="19082" y="11226"/>
                    </a:cubicBezTo>
                    <a:cubicBezTo>
                      <a:pt x="24561" y="10264"/>
                      <a:pt x="25603" y="6469"/>
                      <a:pt x="24026" y="3369"/>
                    </a:cubicBezTo>
                    <a:cubicBezTo>
                      <a:pt x="22839" y="995"/>
                      <a:pt x="19960" y="0"/>
                      <a:pt x="16217" y="0"/>
                    </a:cubicBezTo>
                    <a:close/>
                  </a:path>
                </a:pathLst>
              </a:custGeom>
              <a:solidFill>
                <a:schemeClr val="accent2"/>
              </a:solidFill>
              <a:ln cap="flat" cmpd="sng" w="9525">
                <a:solidFill>
                  <a:schemeClr val="dk1"/>
                </a:solidFill>
                <a:prstDash val="solid"/>
                <a:miter lim="2672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7" name="Google Shape;8477;p332"/>
              <p:cNvSpPr/>
              <p:nvPr/>
            </p:nvSpPr>
            <p:spPr>
              <a:xfrm>
                <a:off x="635811" y="3788817"/>
                <a:ext cx="1973707" cy="679977"/>
              </a:xfrm>
              <a:custGeom>
                <a:rect b="b" l="l" r="r" t="t"/>
                <a:pathLst>
                  <a:path extrusionOk="0" h="38956" w="113074">
                    <a:moveTo>
                      <a:pt x="16380" y="1"/>
                    </a:moveTo>
                    <a:cubicBezTo>
                      <a:pt x="8781" y="1"/>
                      <a:pt x="3161" y="3016"/>
                      <a:pt x="1818" y="10601"/>
                    </a:cubicBezTo>
                    <a:cubicBezTo>
                      <a:pt x="0" y="20890"/>
                      <a:pt x="30039" y="31339"/>
                      <a:pt x="50911" y="35188"/>
                    </a:cubicBezTo>
                    <a:cubicBezTo>
                      <a:pt x="63330" y="37459"/>
                      <a:pt x="75767" y="38956"/>
                      <a:pt x="85946" y="38956"/>
                    </a:cubicBezTo>
                    <a:cubicBezTo>
                      <a:pt x="92898" y="38956"/>
                      <a:pt x="98797" y="38257"/>
                      <a:pt x="102918" y="36631"/>
                    </a:cubicBezTo>
                    <a:cubicBezTo>
                      <a:pt x="113073" y="32649"/>
                      <a:pt x="112833" y="18057"/>
                      <a:pt x="108931" y="11376"/>
                    </a:cubicBezTo>
                    <a:cubicBezTo>
                      <a:pt x="105853" y="6141"/>
                      <a:pt x="97165" y="4417"/>
                      <a:pt x="90282" y="4417"/>
                    </a:cubicBezTo>
                    <a:cubicBezTo>
                      <a:pt x="88380" y="4417"/>
                      <a:pt x="86616" y="4549"/>
                      <a:pt x="85146" y="4775"/>
                    </a:cubicBezTo>
                    <a:cubicBezTo>
                      <a:pt x="83929" y="4957"/>
                      <a:pt x="81856" y="5031"/>
                      <a:pt x="79273" y="5031"/>
                    </a:cubicBezTo>
                    <a:cubicBezTo>
                      <a:pt x="67446" y="5031"/>
                      <a:pt x="44925" y="3465"/>
                      <a:pt x="44925" y="3465"/>
                    </a:cubicBezTo>
                    <a:cubicBezTo>
                      <a:pt x="44925" y="3465"/>
                      <a:pt x="44734" y="3471"/>
                      <a:pt x="44368" y="3471"/>
                    </a:cubicBezTo>
                    <a:cubicBezTo>
                      <a:pt x="42354" y="3471"/>
                      <a:pt x="35041" y="3299"/>
                      <a:pt x="25068" y="1060"/>
                    </a:cubicBezTo>
                    <a:cubicBezTo>
                      <a:pt x="21993" y="377"/>
                      <a:pt x="19063" y="1"/>
                      <a:pt x="16380"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8" name="Google Shape;8478;p332"/>
              <p:cNvSpPr/>
              <p:nvPr/>
            </p:nvSpPr>
            <p:spPr>
              <a:xfrm>
                <a:off x="1045847" y="3822680"/>
                <a:ext cx="1531153" cy="584550"/>
              </a:xfrm>
              <a:custGeom>
                <a:rect b="b" l="l" r="r" t="t"/>
                <a:pathLst>
                  <a:path extrusionOk="0" h="33489" w="87720">
                    <a:moveTo>
                      <a:pt x="73828" y="0"/>
                    </a:moveTo>
                    <a:cubicBezTo>
                      <a:pt x="72024" y="0"/>
                      <a:pt x="70123" y="284"/>
                      <a:pt x="68175" y="857"/>
                    </a:cubicBezTo>
                    <a:cubicBezTo>
                      <a:pt x="57726" y="3930"/>
                      <a:pt x="50671" y="11600"/>
                      <a:pt x="37362" y="18469"/>
                    </a:cubicBezTo>
                    <a:cubicBezTo>
                      <a:pt x="24053" y="25364"/>
                      <a:pt x="0" y="28491"/>
                      <a:pt x="0" y="28491"/>
                    </a:cubicBezTo>
                    <a:lnTo>
                      <a:pt x="0" y="33488"/>
                    </a:lnTo>
                    <a:lnTo>
                      <a:pt x="15180" y="33488"/>
                    </a:lnTo>
                    <a:cubicBezTo>
                      <a:pt x="22476" y="33488"/>
                      <a:pt x="58287" y="32980"/>
                      <a:pt x="66118" y="28704"/>
                    </a:cubicBezTo>
                    <a:cubicBezTo>
                      <a:pt x="73948" y="24402"/>
                      <a:pt x="81778" y="13685"/>
                      <a:pt x="81778" y="13685"/>
                    </a:cubicBezTo>
                    <a:lnTo>
                      <a:pt x="87524" y="15876"/>
                    </a:lnTo>
                    <a:cubicBezTo>
                      <a:pt x="87720" y="5417"/>
                      <a:pt x="81705" y="0"/>
                      <a:pt x="73828"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9" name="Google Shape;8479;p332"/>
              <p:cNvSpPr/>
              <p:nvPr/>
            </p:nvSpPr>
            <p:spPr>
              <a:xfrm>
                <a:off x="557909" y="3786635"/>
                <a:ext cx="1691948" cy="753934"/>
              </a:xfrm>
              <a:custGeom>
                <a:rect b="b" l="l" r="r" t="t"/>
                <a:pathLst>
                  <a:path extrusionOk="0" h="43193" w="96932">
                    <a:moveTo>
                      <a:pt x="16649" y="1"/>
                    </a:moveTo>
                    <a:cubicBezTo>
                      <a:pt x="13542" y="1"/>
                      <a:pt x="9105" y="494"/>
                      <a:pt x="5746" y="2869"/>
                    </a:cubicBezTo>
                    <a:cubicBezTo>
                      <a:pt x="0" y="6904"/>
                      <a:pt x="802" y="11207"/>
                      <a:pt x="6281" y="17407"/>
                    </a:cubicBezTo>
                    <a:cubicBezTo>
                      <a:pt x="11759" y="23607"/>
                      <a:pt x="25870" y="34564"/>
                      <a:pt x="56443" y="39589"/>
                    </a:cubicBezTo>
                    <a:cubicBezTo>
                      <a:pt x="74826" y="42594"/>
                      <a:pt x="85547" y="43193"/>
                      <a:pt x="91174" y="43193"/>
                    </a:cubicBezTo>
                    <a:cubicBezTo>
                      <a:pt x="94905" y="43193"/>
                      <a:pt x="96397" y="42929"/>
                      <a:pt x="96397" y="42929"/>
                    </a:cubicBezTo>
                    <a:lnTo>
                      <a:pt x="96931" y="36462"/>
                    </a:lnTo>
                    <a:lnTo>
                      <a:pt x="96931" y="36462"/>
                    </a:lnTo>
                    <a:cubicBezTo>
                      <a:pt x="96751" y="36463"/>
                      <a:pt x="96570" y="36464"/>
                      <a:pt x="96390" y="36464"/>
                    </a:cubicBezTo>
                    <a:cubicBezTo>
                      <a:pt x="83590" y="36464"/>
                      <a:pt x="71071" y="32729"/>
                      <a:pt x="60345" y="25745"/>
                    </a:cubicBezTo>
                    <a:cubicBezTo>
                      <a:pt x="43241" y="14307"/>
                      <a:pt x="35625" y="6797"/>
                      <a:pt x="23331" y="5568"/>
                    </a:cubicBezTo>
                    <a:lnTo>
                      <a:pt x="20391" y="250"/>
                    </a:lnTo>
                    <a:cubicBezTo>
                      <a:pt x="20391" y="250"/>
                      <a:pt x="18856" y="1"/>
                      <a:pt x="16649"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0" name="Google Shape;8480;p332"/>
              <p:cNvSpPr/>
              <p:nvPr/>
            </p:nvSpPr>
            <p:spPr>
              <a:xfrm>
                <a:off x="727712" y="2942442"/>
                <a:ext cx="394658" cy="769731"/>
              </a:xfrm>
              <a:custGeom>
                <a:rect b="b" l="l" r="r" t="t"/>
                <a:pathLst>
                  <a:path extrusionOk="0" fill="none" h="44098" w="22610">
                    <a:moveTo>
                      <a:pt x="0" y="1"/>
                    </a:moveTo>
                    <a:cubicBezTo>
                      <a:pt x="0" y="1"/>
                      <a:pt x="22609" y="8820"/>
                      <a:pt x="15982" y="44097"/>
                    </a:cubicBez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1" name="Google Shape;8481;p332"/>
              <p:cNvSpPr/>
              <p:nvPr/>
            </p:nvSpPr>
            <p:spPr>
              <a:xfrm>
                <a:off x="1526330" y="2079100"/>
                <a:ext cx="775770" cy="837561"/>
              </a:xfrm>
              <a:custGeom>
                <a:rect b="b" l="l" r="r" t="t"/>
                <a:pathLst>
                  <a:path extrusionOk="0" h="47984" w="44444">
                    <a:moveTo>
                      <a:pt x="20842" y="0"/>
                    </a:moveTo>
                    <a:cubicBezTo>
                      <a:pt x="17153" y="0"/>
                      <a:pt x="13465" y="916"/>
                      <a:pt x="10129" y="2747"/>
                    </a:cubicBezTo>
                    <a:cubicBezTo>
                      <a:pt x="6521" y="4805"/>
                      <a:pt x="3688" y="7958"/>
                      <a:pt x="2058" y="11753"/>
                    </a:cubicBezTo>
                    <a:cubicBezTo>
                      <a:pt x="347" y="15789"/>
                      <a:pt x="1684" y="20519"/>
                      <a:pt x="1898" y="24741"/>
                    </a:cubicBezTo>
                    <a:cubicBezTo>
                      <a:pt x="2111" y="30327"/>
                      <a:pt x="1470" y="35939"/>
                      <a:pt x="0" y="41364"/>
                    </a:cubicBezTo>
                    <a:cubicBezTo>
                      <a:pt x="4609" y="43884"/>
                      <a:pt x="13625" y="47984"/>
                      <a:pt x="23679" y="47984"/>
                    </a:cubicBezTo>
                    <a:cubicBezTo>
                      <a:pt x="30473" y="47984"/>
                      <a:pt x="37740" y="46112"/>
                      <a:pt x="44443" y="40616"/>
                    </a:cubicBezTo>
                    <a:lnTo>
                      <a:pt x="43642" y="35939"/>
                    </a:lnTo>
                    <a:cubicBezTo>
                      <a:pt x="43321" y="33935"/>
                      <a:pt x="43054" y="31877"/>
                      <a:pt x="42786" y="29873"/>
                    </a:cubicBezTo>
                    <a:cubicBezTo>
                      <a:pt x="42305" y="25356"/>
                      <a:pt x="41477" y="20866"/>
                      <a:pt x="40328" y="16457"/>
                    </a:cubicBezTo>
                    <a:cubicBezTo>
                      <a:pt x="38965" y="11032"/>
                      <a:pt x="36747" y="5553"/>
                      <a:pt x="31268" y="2586"/>
                    </a:cubicBezTo>
                    <a:cubicBezTo>
                      <a:pt x="28004" y="862"/>
                      <a:pt x="24422" y="0"/>
                      <a:pt x="2084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2" name="Google Shape;8482;p332"/>
              <p:cNvSpPr/>
              <p:nvPr/>
            </p:nvSpPr>
            <p:spPr>
              <a:xfrm>
                <a:off x="993132" y="2816731"/>
                <a:ext cx="1373813" cy="1278683"/>
              </a:xfrm>
              <a:custGeom>
                <a:rect b="b" l="l" r="r" t="t"/>
                <a:pathLst>
                  <a:path extrusionOk="0" h="73256" w="78706">
                    <a:moveTo>
                      <a:pt x="50012" y="1"/>
                    </a:moveTo>
                    <a:cubicBezTo>
                      <a:pt x="49602" y="1"/>
                      <a:pt x="49197" y="14"/>
                      <a:pt x="48800" y="41"/>
                    </a:cubicBezTo>
                    <a:cubicBezTo>
                      <a:pt x="48800" y="41"/>
                      <a:pt x="35865" y="1644"/>
                      <a:pt x="29799" y="3061"/>
                    </a:cubicBezTo>
                    <a:cubicBezTo>
                      <a:pt x="23732" y="4504"/>
                      <a:pt x="21568" y="6535"/>
                      <a:pt x="19376" y="10303"/>
                    </a:cubicBezTo>
                    <a:cubicBezTo>
                      <a:pt x="17185" y="14098"/>
                      <a:pt x="13951" y="28155"/>
                      <a:pt x="10824" y="34035"/>
                    </a:cubicBezTo>
                    <a:cubicBezTo>
                      <a:pt x="7671" y="39941"/>
                      <a:pt x="2005" y="41518"/>
                      <a:pt x="989" y="47771"/>
                    </a:cubicBezTo>
                    <a:cubicBezTo>
                      <a:pt x="1" y="54025"/>
                      <a:pt x="5506" y="56163"/>
                      <a:pt x="9622" y="56885"/>
                    </a:cubicBezTo>
                    <a:cubicBezTo>
                      <a:pt x="10421" y="57011"/>
                      <a:pt x="11147" y="57056"/>
                      <a:pt x="11839" y="57056"/>
                    </a:cubicBezTo>
                    <a:cubicBezTo>
                      <a:pt x="13590" y="57056"/>
                      <a:pt x="15124" y="56766"/>
                      <a:pt x="17081" y="56766"/>
                    </a:cubicBezTo>
                    <a:cubicBezTo>
                      <a:pt x="17297" y="56766"/>
                      <a:pt x="17519" y="56770"/>
                      <a:pt x="17746" y="56778"/>
                    </a:cubicBezTo>
                    <a:cubicBezTo>
                      <a:pt x="17746" y="56778"/>
                      <a:pt x="25496" y="72091"/>
                      <a:pt x="38431" y="73160"/>
                    </a:cubicBezTo>
                    <a:cubicBezTo>
                      <a:pt x="39211" y="73225"/>
                      <a:pt x="39979" y="73255"/>
                      <a:pt x="40734" y="73255"/>
                    </a:cubicBezTo>
                    <a:cubicBezTo>
                      <a:pt x="52509" y="73255"/>
                      <a:pt x="61314" y="65814"/>
                      <a:pt x="66839" y="62951"/>
                    </a:cubicBezTo>
                    <a:cubicBezTo>
                      <a:pt x="72719" y="59931"/>
                      <a:pt x="73093" y="52956"/>
                      <a:pt x="73307" y="44912"/>
                    </a:cubicBezTo>
                    <a:cubicBezTo>
                      <a:pt x="73494" y="36868"/>
                      <a:pt x="78705" y="18775"/>
                      <a:pt x="77342" y="13751"/>
                    </a:cubicBezTo>
                    <a:cubicBezTo>
                      <a:pt x="75952" y="8753"/>
                      <a:pt x="73921" y="7925"/>
                      <a:pt x="64995" y="3755"/>
                    </a:cubicBezTo>
                    <a:cubicBezTo>
                      <a:pt x="61475" y="2119"/>
                      <a:pt x="55266" y="1"/>
                      <a:pt x="50012" y="1"/>
                    </a:cubicBezTo>
                    <a:close/>
                  </a:path>
                </a:pathLst>
              </a:custGeom>
              <a:solidFill>
                <a:schemeClr val="lt1"/>
              </a:solidFill>
              <a:ln cap="flat" cmpd="sng" w="8675">
                <a:solidFill>
                  <a:schemeClr val="dk1"/>
                </a:solidFill>
                <a:prstDash val="solid"/>
                <a:miter lim="2672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3" name="Google Shape;8483;p332"/>
              <p:cNvSpPr/>
              <p:nvPr/>
            </p:nvSpPr>
            <p:spPr>
              <a:xfrm>
                <a:off x="2009589" y="2887406"/>
                <a:ext cx="237929" cy="792108"/>
              </a:xfrm>
              <a:custGeom>
                <a:rect b="b" l="l" r="r" t="t"/>
                <a:pathLst>
                  <a:path extrusionOk="0" h="45380" w="13631">
                    <a:moveTo>
                      <a:pt x="6602" y="0"/>
                    </a:moveTo>
                    <a:cubicBezTo>
                      <a:pt x="6442" y="11038"/>
                      <a:pt x="1" y="22984"/>
                      <a:pt x="1" y="22984"/>
                    </a:cubicBezTo>
                    <a:cubicBezTo>
                      <a:pt x="2433" y="26324"/>
                      <a:pt x="8286" y="45379"/>
                      <a:pt x="8286" y="45379"/>
                    </a:cubicBezTo>
                    <a:cubicBezTo>
                      <a:pt x="8286" y="45379"/>
                      <a:pt x="10023" y="17639"/>
                      <a:pt x="10290" y="12989"/>
                    </a:cubicBezTo>
                    <a:cubicBezTo>
                      <a:pt x="10557" y="8339"/>
                      <a:pt x="13631" y="3288"/>
                      <a:pt x="13631" y="3288"/>
                    </a:cubicBezTo>
                    <a:cubicBezTo>
                      <a:pt x="11626" y="1497"/>
                      <a:pt x="9248" y="562"/>
                      <a:pt x="6602" y="0"/>
                    </a:cubicBezTo>
                    <a:close/>
                  </a:path>
                </a:pathLst>
              </a:custGeom>
              <a:solidFill>
                <a:schemeClr val="accent1"/>
              </a:solidFill>
              <a:ln cap="flat" cmpd="sng" w="8675">
                <a:solidFill>
                  <a:schemeClr val="dk1"/>
                </a:solidFill>
                <a:prstDash val="solid"/>
                <a:miter lim="2672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4" name="Google Shape;8484;p332"/>
              <p:cNvSpPr/>
              <p:nvPr/>
            </p:nvSpPr>
            <p:spPr>
              <a:xfrm>
                <a:off x="1360717" y="2877108"/>
                <a:ext cx="149764" cy="823509"/>
              </a:xfrm>
              <a:custGeom>
                <a:rect b="b" l="l" r="r" t="t"/>
                <a:pathLst>
                  <a:path extrusionOk="0" h="47179" w="8580">
                    <a:moveTo>
                      <a:pt x="8161" y="0"/>
                    </a:moveTo>
                    <a:cubicBezTo>
                      <a:pt x="8037" y="0"/>
                      <a:pt x="7917" y="59"/>
                      <a:pt x="7831" y="163"/>
                    </a:cubicBezTo>
                    <a:cubicBezTo>
                      <a:pt x="5800" y="2835"/>
                      <a:pt x="3689" y="17213"/>
                      <a:pt x="3502" y="18496"/>
                    </a:cubicBezTo>
                    <a:cubicBezTo>
                      <a:pt x="3074" y="19138"/>
                      <a:pt x="1" y="24108"/>
                      <a:pt x="1337" y="27315"/>
                    </a:cubicBezTo>
                    <a:cubicBezTo>
                      <a:pt x="1765" y="28277"/>
                      <a:pt x="2219" y="29159"/>
                      <a:pt x="2646" y="30015"/>
                    </a:cubicBezTo>
                    <a:cubicBezTo>
                      <a:pt x="3609" y="31992"/>
                      <a:pt x="4464" y="33703"/>
                      <a:pt x="4464" y="35413"/>
                    </a:cubicBezTo>
                    <a:cubicBezTo>
                      <a:pt x="4464" y="37818"/>
                      <a:pt x="589" y="46611"/>
                      <a:pt x="535" y="46718"/>
                    </a:cubicBezTo>
                    <a:cubicBezTo>
                      <a:pt x="535" y="46718"/>
                      <a:pt x="535" y="46744"/>
                      <a:pt x="535" y="46744"/>
                    </a:cubicBezTo>
                    <a:cubicBezTo>
                      <a:pt x="482" y="46931"/>
                      <a:pt x="589" y="47119"/>
                      <a:pt x="749" y="47172"/>
                    </a:cubicBezTo>
                    <a:lnTo>
                      <a:pt x="909" y="47172"/>
                    </a:lnTo>
                    <a:cubicBezTo>
                      <a:pt x="935" y="47176"/>
                      <a:pt x="961" y="47179"/>
                      <a:pt x="987" y="47179"/>
                    </a:cubicBezTo>
                    <a:cubicBezTo>
                      <a:pt x="1120" y="47179"/>
                      <a:pt x="1243" y="47119"/>
                      <a:pt x="1310" y="46985"/>
                    </a:cubicBezTo>
                    <a:cubicBezTo>
                      <a:pt x="1444" y="46611"/>
                      <a:pt x="5239" y="37952"/>
                      <a:pt x="5239" y="35413"/>
                    </a:cubicBezTo>
                    <a:cubicBezTo>
                      <a:pt x="5239" y="33569"/>
                      <a:pt x="4357" y="31805"/>
                      <a:pt x="3341" y="29747"/>
                    </a:cubicBezTo>
                    <a:cubicBezTo>
                      <a:pt x="2914" y="28892"/>
                      <a:pt x="2486" y="28010"/>
                      <a:pt x="2085" y="27075"/>
                    </a:cubicBezTo>
                    <a:cubicBezTo>
                      <a:pt x="802" y="24055"/>
                      <a:pt x="4197" y="18844"/>
                      <a:pt x="4197" y="18790"/>
                    </a:cubicBezTo>
                    <a:cubicBezTo>
                      <a:pt x="4223" y="18737"/>
                      <a:pt x="4250" y="18710"/>
                      <a:pt x="4250" y="18656"/>
                    </a:cubicBezTo>
                    <a:cubicBezTo>
                      <a:pt x="4277" y="18496"/>
                      <a:pt x="6495" y="3156"/>
                      <a:pt x="8473" y="564"/>
                    </a:cubicBezTo>
                    <a:cubicBezTo>
                      <a:pt x="8473" y="564"/>
                      <a:pt x="8473" y="537"/>
                      <a:pt x="8473" y="537"/>
                    </a:cubicBezTo>
                    <a:cubicBezTo>
                      <a:pt x="8579" y="377"/>
                      <a:pt x="8526" y="163"/>
                      <a:pt x="8366" y="56"/>
                    </a:cubicBezTo>
                    <a:cubicBezTo>
                      <a:pt x="8299" y="18"/>
                      <a:pt x="8230" y="0"/>
                      <a:pt x="8161"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5" name="Google Shape;8485;p332"/>
              <p:cNvSpPr/>
              <p:nvPr/>
            </p:nvSpPr>
            <p:spPr>
              <a:xfrm>
                <a:off x="1321531" y="3743870"/>
                <a:ext cx="142764" cy="56921"/>
              </a:xfrm>
              <a:custGeom>
                <a:rect b="b" l="l" r="r" t="t"/>
                <a:pathLst>
                  <a:path extrusionOk="0" h="3261" w="8179">
                    <a:moveTo>
                      <a:pt x="1" y="0"/>
                    </a:moveTo>
                    <a:lnTo>
                      <a:pt x="1" y="0"/>
                    </a:lnTo>
                    <a:cubicBezTo>
                      <a:pt x="1" y="1"/>
                      <a:pt x="4678" y="2539"/>
                      <a:pt x="8179" y="3261"/>
                    </a:cubicBezTo>
                    <a:lnTo>
                      <a:pt x="1"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6" name="Google Shape;8486;p332"/>
              <p:cNvSpPr/>
              <p:nvPr/>
            </p:nvSpPr>
            <p:spPr>
              <a:xfrm>
                <a:off x="1403639" y="3837639"/>
                <a:ext cx="80712" cy="15395"/>
              </a:xfrm>
              <a:custGeom>
                <a:rect b="b" l="l" r="r" t="t"/>
                <a:pathLst>
                  <a:path extrusionOk="0" h="882" w="4624">
                    <a:moveTo>
                      <a:pt x="0" y="0"/>
                    </a:moveTo>
                    <a:cubicBezTo>
                      <a:pt x="1497" y="508"/>
                      <a:pt x="3047" y="802"/>
                      <a:pt x="4624" y="882"/>
                    </a:cubicBezTo>
                    <a:lnTo>
                      <a:pt x="0"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7" name="Google Shape;8487;p332"/>
              <p:cNvSpPr/>
              <p:nvPr/>
            </p:nvSpPr>
            <p:spPr>
              <a:xfrm>
                <a:off x="1332266" y="3776057"/>
                <a:ext cx="142293" cy="58317"/>
              </a:xfrm>
              <a:custGeom>
                <a:rect b="b" l="l" r="r" t="t"/>
                <a:pathLst>
                  <a:path extrusionOk="0" h="3341" w="8152">
                    <a:moveTo>
                      <a:pt x="1" y="0"/>
                    </a:moveTo>
                    <a:lnTo>
                      <a:pt x="1" y="0"/>
                    </a:lnTo>
                    <a:cubicBezTo>
                      <a:pt x="2486" y="1577"/>
                      <a:pt x="5239" y="2726"/>
                      <a:pt x="8152" y="3341"/>
                    </a:cubicBezTo>
                    <a:lnTo>
                      <a:pt x="1"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8" name="Google Shape;8488;p332"/>
              <p:cNvSpPr/>
              <p:nvPr/>
            </p:nvSpPr>
            <p:spPr>
              <a:xfrm>
                <a:off x="1636873" y="2834221"/>
                <a:ext cx="103107" cy="128312"/>
              </a:xfrm>
              <a:custGeom>
                <a:rect b="b" l="l" r="r" t="t"/>
                <a:pathLst>
                  <a:path extrusionOk="0" h="7351" w="5907">
                    <a:moveTo>
                      <a:pt x="4357" y="1"/>
                    </a:moveTo>
                    <a:lnTo>
                      <a:pt x="642" y="402"/>
                    </a:lnTo>
                    <a:lnTo>
                      <a:pt x="1" y="2593"/>
                    </a:lnTo>
                    <a:lnTo>
                      <a:pt x="5907" y="7350"/>
                    </a:lnTo>
                    <a:lnTo>
                      <a:pt x="5880" y="883"/>
                    </a:lnTo>
                    <a:lnTo>
                      <a:pt x="4357" y="1"/>
                    </a:lnTo>
                    <a:close/>
                  </a:path>
                </a:pathLst>
              </a:custGeom>
              <a:solidFill>
                <a:schemeClr val="accent1"/>
              </a:solidFill>
              <a:ln cap="flat" cmpd="sng" w="8675">
                <a:solidFill>
                  <a:schemeClr val="dk1"/>
                </a:solidFill>
                <a:prstDash val="solid"/>
                <a:miter lim="2672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9" name="Google Shape;8489;p332"/>
              <p:cNvSpPr/>
              <p:nvPr/>
            </p:nvSpPr>
            <p:spPr>
              <a:xfrm>
                <a:off x="950211" y="3881940"/>
                <a:ext cx="14959" cy="1885"/>
              </a:xfrm>
              <a:custGeom>
                <a:rect b="b" l="l" r="r" t="t"/>
                <a:pathLst>
                  <a:path extrusionOk="0" h="108" w="857">
                    <a:moveTo>
                      <a:pt x="856" y="108"/>
                    </a:moveTo>
                    <a:lnTo>
                      <a:pt x="1" y="1"/>
                    </a:lnTo>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0" name="Google Shape;8490;p332"/>
              <p:cNvSpPr/>
              <p:nvPr/>
            </p:nvSpPr>
            <p:spPr>
              <a:xfrm>
                <a:off x="1619627" y="2261854"/>
                <a:ext cx="563989" cy="629759"/>
              </a:xfrm>
              <a:custGeom>
                <a:rect b="b" l="l" r="r" t="t"/>
                <a:pathLst>
                  <a:path extrusionOk="0" h="36079" w="32311">
                    <a:moveTo>
                      <a:pt x="10022" y="0"/>
                    </a:moveTo>
                    <a:cubicBezTo>
                      <a:pt x="7002" y="81"/>
                      <a:pt x="4196" y="1604"/>
                      <a:pt x="2459" y="4116"/>
                    </a:cubicBezTo>
                    <a:cubicBezTo>
                      <a:pt x="481" y="6842"/>
                      <a:pt x="641" y="10022"/>
                      <a:pt x="481" y="13176"/>
                    </a:cubicBezTo>
                    <a:cubicBezTo>
                      <a:pt x="321" y="16329"/>
                      <a:pt x="0" y="19830"/>
                      <a:pt x="695" y="22984"/>
                    </a:cubicBezTo>
                    <a:cubicBezTo>
                      <a:pt x="1603" y="27206"/>
                      <a:pt x="5933" y="36079"/>
                      <a:pt x="11171" y="36079"/>
                    </a:cubicBezTo>
                    <a:cubicBezTo>
                      <a:pt x="15928" y="36079"/>
                      <a:pt x="24400" y="29585"/>
                      <a:pt x="27286" y="25763"/>
                    </a:cubicBezTo>
                    <a:cubicBezTo>
                      <a:pt x="27927" y="25549"/>
                      <a:pt x="28542" y="25255"/>
                      <a:pt x="29050" y="24828"/>
                    </a:cubicBezTo>
                    <a:cubicBezTo>
                      <a:pt x="30146" y="23973"/>
                      <a:pt x="32310" y="22583"/>
                      <a:pt x="32150" y="19750"/>
                    </a:cubicBezTo>
                    <a:lnTo>
                      <a:pt x="32150" y="19750"/>
                    </a:lnTo>
                    <a:cubicBezTo>
                      <a:pt x="31239" y="20190"/>
                      <a:pt x="30476" y="20380"/>
                      <a:pt x="29837" y="20380"/>
                    </a:cubicBezTo>
                    <a:cubicBezTo>
                      <a:pt x="27103" y="20380"/>
                      <a:pt x="26655" y="16894"/>
                      <a:pt x="26698" y="14619"/>
                    </a:cubicBezTo>
                    <a:cubicBezTo>
                      <a:pt x="26752" y="14592"/>
                      <a:pt x="26778" y="14539"/>
                      <a:pt x="26805" y="14485"/>
                    </a:cubicBezTo>
                    <a:cubicBezTo>
                      <a:pt x="27152" y="13202"/>
                      <a:pt x="26805" y="6788"/>
                      <a:pt x="22743" y="4223"/>
                    </a:cubicBezTo>
                    <a:cubicBezTo>
                      <a:pt x="19162" y="1951"/>
                      <a:pt x="14431" y="0"/>
                      <a:pt x="10022" y="0"/>
                    </a:cubicBezTo>
                    <a:close/>
                  </a:path>
                </a:pathLst>
              </a:custGeom>
              <a:solidFill>
                <a:schemeClr val="lt1"/>
              </a:solidFill>
              <a:ln cap="flat" cmpd="sng" w="8675">
                <a:solidFill>
                  <a:schemeClr val="dk1"/>
                </a:solidFill>
                <a:prstDash val="solid"/>
                <a:miter lim="2672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1" name="Google Shape;8491;p332"/>
              <p:cNvSpPr/>
              <p:nvPr/>
            </p:nvSpPr>
            <p:spPr>
              <a:xfrm>
                <a:off x="1700322" y="2172152"/>
                <a:ext cx="645154" cy="445364"/>
              </a:xfrm>
              <a:custGeom>
                <a:rect b="b" l="l" r="r" t="t"/>
                <a:pathLst>
                  <a:path extrusionOk="0" h="25515" w="36961">
                    <a:moveTo>
                      <a:pt x="10497" y="0"/>
                    </a:moveTo>
                    <a:cubicBezTo>
                      <a:pt x="5052" y="0"/>
                      <a:pt x="1024" y="3120"/>
                      <a:pt x="0" y="7251"/>
                    </a:cubicBezTo>
                    <a:cubicBezTo>
                      <a:pt x="0" y="7251"/>
                      <a:pt x="2523" y="5848"/>
                      <a:pt x="4746" y="5848"/>
                    </a:cubicBezTo>
                    <a:cubicBezTo>
                      <a:pt x="5799" y="5848"/>
                      <a:pt x="6785" y="6163"/>
                      <a:pt x="7403" y="7090"/>
                    </a:cubicBezTo>
                    <a:cubicBezTo>
                      <a:pt x="9111" y="9688"/>
                      <a:pt x="16405" y="25514"/>
                      <a:pt x="24724" y="25514"/>
                    </a:cubicBezTo>
                    <a:cubicBezTo>
                      <a:pt x="25648" y="25514"/>
                      <a:pt x="26584" y="25319"/>
                      <a:pt x="27527" y="24889"/>
                    </a:cubicBezTo>
                    <a:cubicBezTo>
                      <a:pt x="36961" y="20586"/>
                      <a:pt x="27447" y="6449"/>
                      <a:pt x="18307" y="1959"/>
                    </a:cubicBezTo>
                    <a:cubicBezTo>
                      <a:pt x="15522" y="595"/>
                      <a:pt x="12874" y="0"/>
                      <a:pt x="1049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2" name="Google Shape;8492;p332"/>
              <p:cNvSpPr/>
              <p:nvPr/>
            </p:nvSpPr>
            <p:spPr>
              <a:xfrm>
                <a:off x="1778223" y="3428930"/>
                <a:ext cx="286908" cy="129760"/>
              </a:xfrm>
              <a:custGeom>
                <a:rect b="b" l="l" r="r" t="t"/>
                <a:pathLst>
                  <a:path extrusionOk="0" h="7434" w="16437">
                    <a:moveTo>
                      <a:pt x="473" y="0"/>
                    </a:moveTo>
                    <a:cubicBezTo>
                      <a:pt x="396" y="0"/>
                      <a:pt x="315" y="20"/>
                      <a:pt x="241" y="58"/>
                    </a:cubicBezTo>
                    <a:cubicBezTo>
                      <a:pt x="241" y="58"/>
                      <a:pt x="214" y="58"/>
                      <a:pt x="214" y="84"/>
                    </a:cubicBezTo>
                    <a:cubicBezTo>
                      <a:pt x="54" y="164"/>
                      <a:pt x="0" y="378"/>
                      <a:pt x="107" y="539"/>
                    </a:cubicBezTo>
                    <a:cubicBezTo>
                      <a:pt x="4330" y="4868"/>
                      <a:pt x="10049" y="7327"/>
                      <a:pt x="16089" y="7434"/>
                    </a:cubicBezTo>
                    <a:cubicBezTo>
                      <a:pt x="16276" y="7434"/>
                      <a:pt x="16436" y="7273"/>
                      <a:pt x="16436" y="7059"/>
                    </a:cubicBezTo>
                    <a:cubicBezTo>
                      <a:pt x="16436" y="6872"/>
                      <a:pt x="16276" y="6712"/>
                      <a:pt x="16089" y="6712"/>
                    </a:cubicBezTo>
                    <a:cubicBezTo>
                      <a:pt x="10289" y="6605"/>
                      <a:pt x="4784" y="4227"/>
                      <a:pt x="722" y="84"/>
                    </a:cubicBezTo>
                    <a:cubicBezTo>
                      <a:pt x="650" y="27"/>
                      <a:pt x="563" y="0"/>
                      <a:pt x="473"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3" name="Google Shape;8493;p332"/>
              <p:cNvSpPr/>
              <p:nvPr/>
            </p:nvSpPr>
            <p:spPr>
              <a:xfrm>
                <a:off x="763163" y="2698560"/>
                <a:ext cx="1395265" cy="1155888"/>
              </a:xfrm>
              <a:custGeom>
                <a:rect b="b" l="l" r="r" t="t"/>
                <a:pathLst>
                  <a:path extrusionOk="0" h="66221" w="79935">
                    <a:moveTo>
                      <a:pt x="45336" y="1"/>
                    </a:moveTo>
                    <a:cubicBezTo>
                      <a:pt x="42708" y="1"/>
                      <a:pt x="38350" y="6891"/>
                      <a:pt x="38350" y="6891"/>
                    </a:cubicBezTo>
                    <a:cubicBezTo>
                      <a:pt x="38350" y="6891"/>
                      <a:pt x="16997" y="16271"/>
                      <a:pt x="7750" y="31558"/>
                    </a:cubicBezTo>
                    <a:cubicBezTo>
                      <a:pt x="7750" y="31558"/>
                      <a:pt x="6227" y="30684"/>
                      <a:pt x="4658" y="30684"/>
                    </a:cubicBezTo>
                    <a:cubicBezTo>
                      <a:pt x="3681" y="30684"/>
                      <a:pt x="2687" y="31023"/>
                      <a:pt x="2031" y="32119"/>
                    </a:cubicBezTo>
                    <a:cubicBezTo>
                      <a:pt x="0" y="35433"/>
                      <a:pt x="8258" y="39014"/>
                      <a:pt x="8258" y="39014"/>
                    </a:cubicBezTo>
                    <a:cubicBezTo>
                      <a:pt x="8258" y="39014"/>
                      <a:pt x="11893" y="58229"/>
                      <a:pt x="32578" y="66220"/>
                    </a:cubicBezTo>
                    <a:lnTo>
                      <a:pt x="79934" y="57668"/>
                    </a:lnTo>
                    <a:cubicBezTo>
                      <a:pt x="79934" y="57668"/>
                      <a:pt x="76513" y="26240"/>
                      <a:pt x="47570" y="8762"/>
                    </a:cubicBezTo>
                    <a:cubicBezTo>
                      <a:pt x="47570" y="8762"/>
                      <a:pt x="48239" y="798"/>
                      <a:pt x="45700" y="49"/>
                    </a:cubicBezTo>
                    <a:cubicBezTo>
                      <a:pt x="45583" y="16"/>
                      <a:pt x="45461" y="1"/>
                      <a:pt x="4533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4" name="Google Shape;8494;p332"/>
              <p:cNvSpPr/>
              <p:nvPr/>
            </p:nvSpPr>
            <p:spPr>
              <a:xfrm>
                <a:off x="763163" y="2686813"/>
                <a:ext cx="1395265" cy="1167635"/>
              </a:xfrm>
              <a:custGeom>
                <a:rect b="b" l="l" r="r" t="t"/>
                <a:pathLst>
                  <a:path extrusionOk="0" fill="none" h="66894" w="79935">
                    <a:moveTo>
                      <a:pt x="79934" y="58341"/>
                    </a:moveTo>
                    <a:cubicBezTo>
                      <a:pt x="79934" y="58341"/>
                      <a:pt x="76513" y="26913"/>
                      <a:pt x="47570" y="9435"/>
                    </a:cubicBezTo>
                    <a:cubicBezTo>
                      <a:pt x="47570" y="9435"/>
                      <a:pt x="48239" y="1471"/>
                      <a:pt x="45700" y="722"/>
                    </a:cubicBezTo>
                    <a:cubicBezTo>
                      <a:pt x="43134" y="1"/>
                      <a:pt x="38350" y="7564"/>
                      <a:pt x="38350" y="7564"/>
                    </a:cubicBezTo>
                    <a:cubicBezTo>
                      <a:pt x="38350" y="7564"/>
                      <a:pt x="16997" y="16944"/>
                      <a:pt x="7750" y="32231"/>
                    </a:cubicBezTo>
                    <a:cubicBezTo>
                      <a:pt x="7750" y="32231"/>
                      <a:pt x="3742" y="29933"/>
                      <a:pt x="2031" y="32792"/>
                    </a:cubicBezTo>
                    <a:cubicBezTo>
                      <a:pt x="0" y="36106"/>
                      <a:pt x="8258" y="39687"/>
                      <a:pt x="8258" y="39687"/>
                    </a:cubicBezTo>
                    <a:cubicBezTo>
                      <a:pt x="8258" y="39687"/>
                      <a:pt x="11893" y="58902"/>
                      <a:pt x="32578" y="66893"/>
                    </a:cubicBezTo>
                  </a:path>
                </a:pathLst>
              </a:custGeom>
              <a:noFill/>
              <a:ln cap="flat" cmpd="sng" w="9525">
                <a:solidFill>
                  <a:schemeClr val="dk1"/>
                </a:solidFill>
                <a:prstDash val="solid"/>
                <a:miter lim="2672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5" name="Google Shape;8495;p332"/>
              <p:cNvSpPr/>
              <p:nvPr/>
            </p:nvSpPr>
            <p:spPr>
              <a:xfrm>
                <a:off x="1254364" y="2941569"/>
                <a:ext cx="1196069" cy="986487"/>
              </a:xfrm>
              <a:custGeom>
                <a:rect b="b" l="l" r="r" t="t"/>
                <a:pathLst>
                  <a:path extrusionOk="0" h="56516" w="68523">
                    <a:moveTo>
                      <a:pt x="57471" y="1"/>
                    </a:moveTo>
                    <a:cubicBezTo>
                      <a:pt x="55471" y="1"/>
                      <a:pt x="52605" y="4447"/>
                      <a:pt x="52247" y="20202"/>
                    </a:cubicBezTo>
                    <a:lnTo>
                      <a:pt x="51873" y="40352"/>
                    </a:lnTo>
                    <a:cubicBezTo>
                      <a:pt x="51873" y="40512"/>
                      <a:pt x="51793" y="40619"/>
                      <a:pt x="51660" y="40700"/>
                    </a:cubicBezTo>
                    <a:cubicBezTo>
                      <a:pt x="50109" y="41475"/>
                      <a:pt x="39794" y="46579"/>
                      <a:pt x="33834" y="48102"/>
                    </a:cubicBezTo>
                    <a:cubicBezTo>
                      <a:pt x="30253" y="49064"/>
                      <a:pt x="26565" y="49626"/>
                      <a:pt x="22877" y="49706"/>
                    </a:cubicBezTo>
                    <a:cubicBezTo>
                      <a:pt x="22289" y="49706"/>
                      <a:pt x="19723" y="45964"/>
                      <a:pt x="18360" y="44708"/>
                    </a:cubicBezTo>
                    <a:cubicBezTo>
                      <a:pt x="16997" y="43452"/>
                      <a:pt x="15875" y="43426"/>
                      <a:pt x="13390" y="42276"/>
                    </a:cubicBezTo>
                    <a:cubicBezTo>
                      <a:pt x="11079" y="41236"/>
                      <a:pt x="9630" y="40754"/>
                      <a:pt x="8965" y="40754"/>
                    </a:cubicBezTo>
                    <a:cubicBezTo>
                      <a:pt x="8623" y="40754"/>
                      <a:pt x="8489" y="40882"/>
                      <a:pt x="8552" y="41127"/>
                    </a:cubicBezTo>
                    <a:cubicBezTo>
                      <a:pt x="8766" y="41849"/>
                      <a:pt x="8953" y="42544"/>
                      <a:pt x="10717" y="43452"/>
                    </a:cubicBezTo>
                    <a:cubicBezTo>
                      <a:pt x="12214" y="44201"/>
                      <a:pt x="13283" y="44842"/>
                      <a:pt x="13577" y="45002"/>
                    </a:cubicBezTo>
                    <a:cubicBezTo>
                      <a:pt x="13630" y="45056"/>
                      <a:pt x="13684" y="45109"/>
                      <a:pt x="13710" y="45163"/>
                    </a:cubicBezTo>
                    <a:cubicBezTo>
                      <a:pt x="13834" y="45410"/>
                      <a:pt x="13660" y="45703"/>
                      <a:pt x="13401" y="45703"/>
                    </a:cubicBezTo>
                    <a:cubicBezTo>
                      <a:pt x="13380" y="45703"/>
                      <a:pt x="13358" y="45701"/>
                      <a:pt x="13336" y="45697"/>
                    </a:cubicBezTo>
                    <a:cubicBezTo>
                      <a:pt x="12027" y="45537"/>
                      <a:pt x="9301" y="45163"/>
                      <a:pt x="7964" y="44895"/>
                    </a:cubicBezTo>
                    <a:cubicBezTo>
                      <a:pt x="6361" y="44575"/>
                      <a:pt x="2459" y="42143"/>
                      <a:pt x="1791" y="41742"/>
                    </a:cubicBezTo>
                    <a:cubicBezTo>
                      <a:pt x="1738" y="41715"/>
                      <a:pt x="1657" y="41688"/>
                      <a:pt x="1577" y="41688"/>
                    </a:cubicBezTo>
                    <a:cubicBezTo>
                      <a:pt x="1176" y="41715"/>
                      <a:pt x="0" y="41929"/>
                      <a:pt x="1150" y="43719"/>
                    </a:cubicBezTo>
                    <a:cubicBezTo>
                      <a:pt x="2192" y="45323"/>
                      <a:pt x="4811" y="48450"/>
                      <a:pt x="5800" y="49358"/>
                    </a:cubicBezTo>
                    <a:cubicBezTo>
                      <a:pt x="5826" y="49358"/>
                      <a:pt x="5826" y="49385"/>
                      <a:pt x="5826" y="49385"/>
                    </a:cubicBezTo>
                    <a:cubicBezTo>
                      <a:pt x="6227" y="49706"/>
                      <a:pt x="6655" y="50027"/>
                      <a:pt x="7083" y="50347"/>
                    </a:cubicBezTo>
                    <a:cubicBezTo>
                      <a:pt x="7387" y="50550"/>
                      <a:pt x="7209" y="51019"/>
                      <a:pt x="6870" y="51019"/>
                    </a:cubicBezTo>
                    <a:cubicBezTo>
                      <a:pt x="6852" y="51019"/>
                      <a:pt x="6834" y="51018"/>
                      <a:pt x="6815" y="51015"/>
                    </a:cubicBezTo>
                    <a:cubicBezTo>
                      <a:pt x="6496" y="50968"/>
                      <a:pt x="6180" y="50938"/>
                      <a:pt x="5913" y="50938"/>
                    </a:cubicBezTo>
                    <a:cubicBezTo>
                      <a:pt x="5422" y="50938"/>
                      <a:pt x="5100" y="51042"/>
                      <a:pt x="5239" y="51336"/>
                    </a:cubicBezTo>
                    <a:cubicBezTo>
                      <a:pt x="5613" y="52245"/>
                      <a:pt x="7964" y="52592"/>
                      <a:pt x="10904" y="53848"/>
                    </a:cubicBezTo>
                    <a:cubicBezTo>
                      <a:pt x="13844" y="55104"/>
                      <a:pt x="20525" y="55265"/>
                      <a:pt x="24240" y="55799"/>
                    </a:cubicBezTo>
                    <a:cubicBezTo>
                      <a:pt x="28249" y="56275"/>
                      <a:pt x="32287" y="56515"/>
                      <a:pt x="36324" y="56515"/>
                    </a:cubicBezTo>
                    <a:cubicBezTo>
                      <a:pt x="39096" y="56515"/>
                      <a:pt x="41868" y="56402"/>
                      <a:pt x="44631" y="56173"/>
                    </a:cubicBezTo>
                    <a:cubicBezTo>
                      <a:pt x="52461" y="55425"/>
                      <a:pt x="64220" y="50641"/>
                      <a:pt x="66385" y="49011"/>
                    </a:cubicBezTo>
                    <a:cubicBezTo>
                      <a:pt x="68523" y="47408"/>
                      <a:pt x="67160" y="29341"/>
                      <a:pt x="66572" y="25226"/>
                    </a:cubicBezTo>
                    <a:cubicBezTo>
                      <a:pt x="65984" y="21110"/>
                      <a:pt x="64808" y="13440"/>
                      <a:pt x="64033" y="9832"/>
                    </a:cubicBezTo>
                    <a:cubicBezTo>
                      <a:pt x="63231" y="6224"/>
                      <a:pt x="60105" y="1254"/>
                      <a:pt x="58154" y="185"/>
                    </a:cubicBezTo>
                    <a:cubicBezTo>
                      <a:pt x="57943" y="66"/>
                      <a:pt x="57713" y="1"/>
                      <a:pt x="57471" y="1"/>
                    </a:cubicBezTo>
                    <a:close/>
                  </a:path>
                </a:pathLst>
              </a:custGeom>
              <a:solidFill>
                <a:schemeClr val="lt1"/>
              </a:solidFill>
              <a:ln cap="rnd" cmpd="sng" w="9525">
                <a:solidFill>
                  <a:schemeClr val="dk1"/>
                </a:solidFill>
                <a:prstDash val="solid"/>
                <a:miter lim="2672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6" name="Google Shape;8496;p332"/>
              <p:cNvSpPr/>
              <p:nvPr/>
            </p:nvSpPr>
            <p:spPr>
              <a:xfrm>
                <a:off x="879308" y="3350278"/>
                <a:ext cx="410053" cy="389718"/>
              </a:xfrm>
              <a:custGeom>
                <a:rect b="b" l="l" r="r" t="t"/>
                <a:pathLst>
                  <a:path extrusionOk="0" h="22327" w="23492">
                    <a:moveTo>
                      <a:pt x="18600" y="0"/>
                    </a:moveTo>
                    <a:cubicBezTo>
                      <a:pt x="18367" y="0"/>
                      <a:pt x="18133" y="110"/>
                      <a:pt x="17987" y="341"/>
                    </a:cubicBezTo>
                    <a:cubicBezTo>
                      <a:pt x="16624" y="2452"/>
                      <a:pt x="14539" y="4751"/>
                      <a:pt x="12936" y="6434"/>
                    </a:cubicBezTo>
                    <a:cubicBezTo>
                      <a:pt x="12781" y="6596"/>
                      <a:pt x="12596" y="6665"/>
                      <a:pt x="12416" y="6665"/>
                    </a:cubicBezTo>
                    <a:cubicBezTo>
                      <a:pt x="11913" y="6665"/>
                      <a:pt x="11445" y="6123"/>
                      <a:pt x="11760" y="5552"/>
                    </a:cubicBezTo>
                    <a:cubicBezTo>
                      <a:pt x="12405" y="4350"/>
                      <a:pt x="12457" y="2999"/>
                      <a:pt x="11360" y="2999"/>
                    </a:cubicBezTo>
                    <a:cubicBezTo>
                      <a:pt x="11140" y="2999"/>
                      <a:pt x="10874" y="3053"/>
                      <a:pt x="10557" y="3174"/>
                    </a:cubicBezTo>
                    <a:cubicBezTo>
                      <a:pt x="7510" y="4323"/>
                      <a:pt x="2459" y="13463"/>
                      <a:pt x="2459" y="13463"/>
                    </a:cubicBezTo>
                    <a:cubicBezTo>
                      <a:pt x="1" y="16723"/>
                      <a:pt x="1551" y="20999"/>
                      <a:pt x="7029" y="22175"/>
                    </a:cubicBezTo>
                    <a:cubicBezTo>
                      <a:pt x="7507" y="22278"/>
                      <a:pt x="7986" y="22327"/>
                      <a:pt x="8466" y="22327"/>
                    </a:cubicBezTo>
                    <a:cubicBezTo>
                      <a:pt x="13455" y="22327"/>
                      <a:pt x="18405" y="17049"/>
                      <a:pt x="20819" y="12928"/>
                    </a:cubicBezTo>
                    <a:cubicBezTo>
                      <a:pt x="23492" y="8439"/>
                      <a:pt x="20846" y="5766"/>
                      <a:pt x="20846" y="5766"/>
                    </a:cubicBezTo>
                    <a:lnTo>
                      <a:pt x="20606" y="5766"/>
                    </a:lnTo>
                    <a:cubicBezTo>
                      <a:pt x="21274" y="2987"/>
                      <a:pt x="20312" y="1971"/>
                      <a:pt x="19911" y="1677"/>
                    </a:cubicBezTo>
                    <a:cubicBezTo>
                      <a:pt x="19804" y="1597"/>
                      <a:pt x="19697" y="1490"/>
                      <a:pt x="19643" y="1357"/>
                    </a:cubicBezTo>
                    <a:lnTo>
                      <a:pt x="19269" y="448"/>
                    </a:lnTo>
                    <a:cubicBezTo>
                      <a:pt x="19153" y="157"/>
                      <a:pt x="18878" y="0"/>
                      <a:pt x="18600" y="0"/>
                    </a:cubicBezTo>
                    <a:close/>
                  </a:path>
                </a:pathLst>
              </a:custGeom>
              <a:solidFill>
                <a:schemeClr val="lt1"/>
              </a:solid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497" name="Google Shape;8497;p332"/>
            <p:cNvSpPr/>
            <p:nvPr/>
          </p:nvSpPr>
          <p:spPr>
            <a:xfrm flipH="1">
              <a:off x="1876035" y="1278475"/>
              <a:ext cx="991138" cy="317437"/>
            </a:xfrm>
            <a:custGeom>
              <a:rect b="b" l="l" r="r" t="t"/>
              <a:pathLst>
                <a:path extrusionOk="0" fill="none" h="4647" w="14511">
                  <a:moveTo>
                    <a:pt x="13894" y="3805"/>
                  </a:moveTo>
                  <a:cubicBezTo>
                    <a:pt x="13263" y="3459"/>
                    <a:pt x="12977" y="3744"/>
                    <a:pt x="12766" y="3459"/>
                  </a:cubicBezTo>
                  <a:cubicBezTo>
                    <a:pt x="12541" y="3173"/>
                    <a:pt x="13383" y="2436"/>
                    <a:pt x="11684" y="1699"/>
                  </a:cubicBezTo>
                  <a:cubicBezTo>
                    <a:pt x="11684" y="1699"/>
                    <a:pt x="11578" y="121"/>
                    <a:pt x="9248" y="60"/>
                  </a:cubicBezTo>
                  <a:cubicBezTo>
                    <a:pt x="6917" y="0"/>
                    <a:pt x="7549" y="1654"/>
                    <a:pt x="6917" y="2045"/>
                  </a:cubicBezTo>
                  <a:cubicBezTo>
                    <a:pt x="6286" y="2436"/>
                    <a:pt x="6120" y="1820"/>
                    <a:pt x="5504" y="2211"/>
                  </a:cubicBezTo>
                  <a:cubicBezTo>
                    <a:pt x="4872" y="2617"/>
                    <a:pt x="5158" y="3399"/>
                    <a:pt x="4647" y="3519"/>
                  </a:cubicBezTo>
                  <a:cubicBezTo>
                    <a:pt x="4135" y="3624"/>
                    <a:pt x="3459" y="3008"/>
                    <a:pt x="2842" y="3399"/>
                  </a:cubicBezTo>
                  <a:cubicBezTo>
                    <a:pt x="2211" y="3805"/>
                    <a:pt x="2211" y="4135"/>
                    <a:pt x="1925" y="4135"/>
                  </a:cubicBezTo>
                  <a:cubicBezTo>
                    <a:pt x="1654" y="4135"/>
                    <a:pt x="1083" y="3910"/>
                    <a:pt x="737" y="4135"/>
                  </a:cubicBezTo>
                  <a:cubicBezTo>
                    <a:pt x="406" y="4376"/>
                    <a:pt x="0" y="4647"/>
                    <a:pt x="0" y="4647"/>
                  </a:cubicBezTo>
                  <a:lnTo>
                    <a:pt x="14345" y="4647"/>
                  </a:lnTo>
                  <a:cubicBezTo>
                    <a:pt x="14345" y="4647"/>
                    <a:pt x="14511" y="4135"/>
                    <a:pt x="13894" y="3805"/>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498" name="Google Shape;8498;p332"/>
          <p:cNvSpPr/>
          <p:nvPr/>
        </p:nvSpPr>
        <p:spPr>
          <a:xfrm>
            <a:off x="3489959" y="889149"/>
            <a:ext cx="5275687" cy="4081811"/>
          </a:xfrm>
          <a:custGeom>
            <a:rect b="b" l="l" r="r" t="t"/>
            <a:pathLst>
              <a:path extrusionOk="0" h="37709" w="46895">
                <a:moveTo>
                  <a:pt x="18603" y="0"/>
                </a:moveTo>
                <a:cubicBezTo>
                  <a:pt x="14800" y="0"/>
                  <a:pt x="10837" y="1267"/>
                  <a:pt x="8466" y="3638"/>
                </a:cubicBezTo>
                <a:cubicBezTo>
                  <a:pt x="4647" y="7457"/>
                  <a:pt x="1775" y="9322"/>
                  <a:pt x="888" y="16540"/>
                </a:cubicBezTo>
                <a:cubicBezTo>
                  <a:pt x="1" y="23757"/>
                  <a:pt x="6752" y="30283"/>
                  <a:pt x="6752" y="30283"/>
                </a:cubicBezTo>
                <a:cubicBezTo>
                  <a:pt x="6752" y="30283"/>
                  <a:pt x="11459" y="36643"/>
                  <a:pt x="20676" y="37606"/>
                </a:cubicBezTo>
                <a:cubicBezTo>
                  <a:pt x="21342" y="37675"/>
                  <a:pt x="21973" y="37708"/>
                  <a:pt x="22573" y="37708"/>
                </a:cubicBezTo>
                <a:cubicBezTo>
                  <a:pt x="30275" y="37708"/>
                  <a:pt x="32743" y="32287"/>
                  <a:pt x="35743" y="29441"/>
                </a:cubicBezTo>
                <a:cubicBezTo>
                  <a:pt x="38976" y="26358"/>
                  <a:pt x="45682" y="24163"/>
                  <a:pt x="46298" y="16660"/>
                </a:cubicBezTo>
                <a:cubicBezTo>
                  <a:pt x="46894" y="9214"/>
                  <a:pt x="42947" y="5366"/>
                  <a:pt x="37378" y="5366"/>
                </a:cubicBezTo>
                <a:cubicBezTo>
                  <a:pt x="37324" y="5366"/>
                  <a:pt x="37270" y="5367"/>
                  <a:pt x="37216" y="5367"/>
                </a:cubicBezTo>
                <a:cubicBezTo>
                  <a:pt x="37035" y="5370"/>
                  <a:pt x="36858" y="5372"/>
                  <a:pt x="36685" y="5372"/>
                </a:cubicBezTo>
                <a:cubicBezTo>
                  <a:pt x="31434" y="5372"/>
                  <a:pt x="29666" y="4050"/>
                  <a:pt x="25052" y="1488"/>
                </a:cubicBezTo>
                <a:cubicBezTo>
                  <a:pt x="23238" y="483"/>
                  <a:pt x="20951" y="0"/>
                  <a:pt x="1860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9" name="Google Shape;8499;p332"/>
          <p:cNvSpPr txBox="1"/>
          <p:nvPr>
            <p:ph type="title"/>
          </p:nvPr>
        </p:nvSpPr>
        <p:spPr>
          <a:xfrm>
            <a:off x="3852002" y="1331050"/>
            <a:ext cx="4551600" cy="749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CA"/>
              <a:t>Expected</a:t>
            </a:r>
            <a:r>
              <a:rPr lang="en-CA"/>
              <a:t> Results</a:t>
            </a:r>
            <a:endParaRPr/>
          </a:p>
        </p:txBody>
      </p:sp>
      <p:sp>
        <p:nvSpPr>
          <p:cNvPr id="8500" name="Google Shape;8500;p332"/>
          <p:cNvSpPr txBox="1"/>
          <p:nvPr>
            <p:ph idx="1" type="subTitle"/>
          </p:nvPr>
        </p:nvSpPr>
        <p:spPr>
          <a:xfrm>
            <a:off x="4036700" y="2325950"/>
            <a:ext cx="4728900" cy="1988400"/>
          </a:xfrm>
          <a:prstGeom prst="rect">
            <a:avLst/>
          </a:prstGeom>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Char char="●"/>
            </a:pPr>
            <a:r>
              <a:rPr lang="en-CA"/>
              <a:t>Lifestyle factors will differentiate people more than demographics</a:t>
            </a:r>
            <a:endParaRPr/>
          </a:p>
          <a:p>
            <a:pPr indent="-342900" lvl="0" marL="457200" rtl="0" algn="l">
              <a:lnSpc>
                <a:spcPct val="115000"/>
              </a:lnSpc>
              <a:spcBef>
                <a:spcPts val="0"/>
              </a:spcBef>
              <a:spcAft>
                <a:spcPts val="0"/>
              </a:spcAft>
              <a:buSzPts val="1800"/>
              <a:buChar char="●"/>
            </a:pPr>
            <a:r>
              <a:rPr lang="en-CA"/>
              <a:t>Moderate model performance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04" name="Shape 8504"/>
        <p:cNvGrpSpPr/>
        <p:nvPr/>
      </p:nvGrpSpPr>
      <p:grpSpPr>
        <a:xfrm>
          <a:off x="0" y="0"/>
          <a:ext cx="0" cy="0"/>
          <a:chOff x="0" y="0"/>
          <a:chExt cx="0" cy="0"/>
        </a:xfrm>
      </p:grpSpPr>
      <p:grpSp>
        <p:nvGrpSpPr>
          <p:cNvPr id="8505" name="Google Shape;8505;p333"/>
          <p:cNvGrpSpPr/>
          <p:nvPr/>
        </p:nvGrpSpPr>
        <p:grpSpPr>
          <a:xfrm>
            <a:off x="213536" y="1391862"/>
            <a:ext cx="970904" cy="3088934"/>
            <a:chOff x="1618736" y="1828537"/>
            <a:chExt cx="970904" cy="3088934"/>
          </a:xfrm>
        </p:grpSpPr>
        <p:sp>
          <p:nvSpPr>
            <p:cNvPr id="8506" name="Google Shape;8506;p333"/>
            <p:cNvSpPr/>
            <p:nvPr/>
          </p:nvSpPr>
          <p:spPr>
            <a:xfrm>
              <a:off x="1748675" y="1874440"/>
              <a:ext cx="397761" cy="478277"/>
            </a:xfrm>
            <a:custGeom>
              <a:rect b="b" l="l" r="r" t="t"/>
              <a:pathLst>
                <a:path extrusionOk="0" h="23517" w="19558">
                  <a:moveTo>
                    <a:pt x="13918" y="1"/>
                  </a:moveTo>
                  <a:cubicBezTo>
                    <a:pt x="11520" y="1"/>
                    <a:pt x="6728" y="397"/>
                    <a:pt x="4011" y="3321"/>
                  </a:cubicBezTo>
                  <a:cubicBezTo>
                    <a:pt x="285" y="7367"/>
                    <a:pt x="1" y="9070"/>
                    <a:pt x="143" y="9567"/>
                  </a:cubicBezTo>
                  <a:cubicBezTo>
                    <a:pt x="285" y="10029"/>
                    <a:pt x="2308" y="17021"/>
                    <a:pt x="2308" y="17021"/>
                  </a:cubicBezTo>
                  <a:lnTo>
                    <a:pt x="1988" y="20570"/>
                  </a:lnTo>
                  <a:lnTo>
                    <a:pt x="12104" y="23516"/>
                  </a:lnTo>
                  <a:lnTo>
                    <a:pt x="13026" y="19470"/>
                  </a:lnTo>
                  <a:cubicBezTo>
                    <a:pt x="13026" y="19470"/>
                    <a:pt x="14187" y="19578"/>
                    <a:pt x="15286" y="19578"/>
                  </a:cubicBezTo>
                  <a:cubicBezTo>
                    <a:pt x="16079" y="19578"/>
                    <a:pt x="16840" y="19521"/>
                    <a:pt x="17108" y="19328"/>
                  </a:cubicBezTo>
                  <a:cubicBezTo>
                    <a:pt x="17712" y="18831"/>
                    <a:pt x="17853" y="12620"/>
                    <a:pt x="17853" y="12620"/>
                  </a:cubicBezTo>
                  <a:cubicBezTo>
                    <a:pt x="17853" y="12620"/>
                    <a:pt x="19557" y="10597"/>
                    <a:pt x="19415" y="10135"/>
                  </a:cubicBezTo>
                  <a:cubicBezTo>
                    <a:pt x="18812" y="9248"/>
                    <a:pt x="18137" y="8432"/>
                    <a:pt x="17392" y="7651"/>
                  </a:cubicBezTo>
                  <a:cubicBezTo>
                    <a:pt x="17392" y="7651"/>
                    <a:pt x="17250" y="5592"/>
                    <a:pt x="17073" y="4847"/>
                  </a:cubicBezTo>
                  <a:cubicBezTo>
                    <a:pt x="16931" y="4101"/>
                    <a:pt x="15369" y="55"/>
                    <a:pt x="15369" y="55"/>
                  </a:cubicBezTo>
                  <a:cubicBezTo>
                    <a:pt x="15369" y="55"/>
                    <a:pt x="14809" y="1"/>
                    <a:pt x="13918" y="1"/>
                  </a:cubicBezTo>
                  <a:close/>
                </a:path>
              </a:pathLst>
            </a:custGeom>
            <a:solidFill>
              <a:schemeClr val="lt1"/>
            </a:solidFill>
            <a:ln cap="flat" cmpd="sng" w="9525">
              <a:solidFill>
                <a:schemeClr val="dk1"/>
              </a:solidFill>
              <a:prstDash val="solid"/>
              <a:miter lim="354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7" name="Google Shape;8507;p333"/>
            <p:cNvSpPr/>
            <p:nvPr/>
          </p:nvSpPr>
          <p:spPr>
            <a:xfrm>
              <a:off x="1694535" y="1828537"/>
              <a:ext cx="373620" cy="400974"/>
            </a:xfrm>
            <a:custGeom>
              <a:rect b="b" l="l" r="r" t="t"/>
              <a:pathLst>
                <a:path extrusionOk="0" h="19716" w="18371">
                  <a:moveTo>
                    <a:pt x="15832" y="1"/>
                  </a:moveTo>
                  <a:cubicBezTo>
                    <a:pt x="15193" y="1"/>
                    <a:pt x="14423" y="63"/>
                    <a:pt x="13523" y="147"/>
                  </a:cubicBezTo>
                  <a:cubicBezTo>
                    <a:pt x="10116" y="431"/>
                    <a:pt x="923" y="4619"/>
                    <a:pt x="462" y="7423"/>
                  </a:cubicBezTo>
                  <a:cubicBezTo>
                    <a:pt x="1" y="10227"/>
                    <a:pt x="4366" y="18781"/>
                    <a:pt x="4970" y="19242"/>
                  </a:cubicBezTo>
                  <a:cubicBezTo>
                    <a:pt x="5328" y="19501"/>
                    <a:pt x="7052" y="19716"/>
                    <a:pt x="8551" y="19716"/>
                  </a:cubicBezTo>
                  <a:cubicBezTo>
                    <a:pt x="9722" y="19716"/>
                    <a:pt x="10757" y="19585"/>
                    <a:pt x="10897" y="19242"/>
                  </a:cubicBezTo>
                  <a:cubicBezTo>
                    <a:pt x="11181" y="18462"/>
                    <a:pt x="8554" y="15338"/>
                    <a:pt x="9016" y="13351"/>
                  </a:cubicBezTo>
                  <a:cubicBezTo>
                    <a:pt x="9303" y="12091"/>
                    <a:pt x="10196" y="11547"/>
                    <a:pt x="10983" y="11547"/>
                  </a:cubicBezTo>
                  <a:cubicBezTo>
                    <a:pt x="11460" y="11547"/>
                    <a:pt x="11898" y="11747"/>
                    <a:pt x="12139" y="12108"/>
                  </a:cubicBezTo>
                  <a:cubicBezTo>
                    <a:pt x="12743" y="13031"/>
                    <a:pt x="13381" y="14131"/>
                    <a:pt x="13381" y="14131"/>
                  </a:cubicBezTo>
                  <a:cubicBezTo>
                    <a:pt x="13381" y="14131"/>
                    <a:pt x="15405" y="13351"/>
                    <a:pt x="15085" y="12747"/>
                  </a:cubicBezTo>
                  <a:cubicBezTo>
                    <a:pt x="14766" y="12108"/>
                    <a:pt x="13843" y="11008"/>
                    <a:pt x="13665" y="10227"/>
                  </a:cubicBezTo>
                  <a:cubicBezTo>
                    <a:pt x="13523" y="9482"/>
                    <a:pt x="14908" y="9304"/>
                    <a:pt x="15085" y="7920"/>
                  </a:cubicBezTo>
                  <a:cubicBezTo>
                    <a:pt x="15227" y="6500"/>
                    <a:pt x="13843" y="5578"/>
                    <a:pt x="13843" y="5578"/>
                  </a:cubicBezTo>
                  <a:cubicBezTo>
                    <a:pt x="13843" y="5578"/>
                    <a:pt x="17570" y="4797"/>
                    <a:pt x="18031" y="2312"/>
                  </a:cubicBezTo>
                  <a:cubicBezTo>
                    <a:pt x="18371" y="483"/>
                    <a:pt x="17614" y="1"/>
                    <a:pt x="15832" y="1"/>
                  </a:cubicBezTo>
                  <a:close/>
                </a:path>
              </a:pathLst>
            </a:custGeom>
            <a:solidFill>
              <a:schemeClr val="dk1"/>
            </a:solidFill>
            <a:ln cap="flat" cmpd="sng" w="9525">
              <a:solidFill>
                <a:schemeClr val="dk1"/>
              </a:solidFill>
              <a:prstDash val="solid"/>
              <a:miter lim="354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8" name="Google Shape;8508;p333"/>
            <p:cNvSpPr/>
            <p:nvPr/>
          </p:nvSpPr>
          <p:spPr>
            <a:xfrm>
              <a:off x="1723415" y="2273289"/>
              <a:ext cx="352998" cy="167500"/>
            </a:xfrm>
            <a:custGeom>
              <a:rect b="b" l="l" r="r" t="t"/>
              <a:pathLst>
                <a:path extrusionOk="0" h="8236" w="17357">
                  <a:moveTo>
                    <a:pt x="2165" y="1"/>
                  </a:moveTo>
                  <a:lnTo>
                    <a:pt x="0" y="3266"/>
                  </a:lnTo>
                  <a:cubicBezTo>
                    <a:pt x="0" y="3266"/>
                    <a:pt x="12742" y="5751"/>
                    <a:pt x="13985" y="6390"/>
                  </a:cubicBezTo>
                  <a:cubicBezTo>
                    <a:pt x="15227" y="6993"/>
                    <a:pt x="17356" y="8235"/>
                    <a:pt x="17356" y="8235"/>
                  </a:cubicBezTo>
                  <a:lnTo>
                    <a:pt x="13310" y="3905"/>
                  </a:lnTo>
                  <a:lnTo>
                    <a:pt x="2165" y="1"/>
                  </a:lnTo>
                  <a:close/>
                </a:path>
              </a:pathLst>
            </a:custGeom>
            <a:solidFill>
              <a:schemeClr val="dk1"/>
            </a:solidFill>
            <a:ln cap="flat" cmpd="sng" w="9525">
              <a:solidFill>
                <a:schemeClr val="dk1"/>
              </a:solidFill>
              <a:prstDash val="solid"/>
              <a:miter lim="354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9" name="Google Shape;8509;p333"/>
            <p:cNvSpPr/>
            <p:nvPr/>
          </p:nvSpPr>
          <p:spPr>
            <a:xfrm>
              <a:off x="2251814" y="2496133"/>
              <a:ext cx="337826" cy="439859"/>
            </a:xfrm>
            <a:custGeom>
              <a:rect b="b" l="l" r="r" t="t"/>
              <a:pathLst>
                <a:path extrusionOk="0" h="21628" w="16611">
                  <a:moveTo>
                    <a:pt x="6532" y="0"/>
                  </a:moveTo>
                  <a:cubicBezTo>
                    <a:pt x="6127" y="0"/>
                    <a:pt x="5771" y="271"/>
                    <a:pt x="5643" y="685"/>
                  </a:cubicBezTo>
                  <a:lnTo>
                    <a:pt x="142" y="18290"/>
                  </a:lnTo>
                  <a:cubicBezTo>
                    <a:pt x="0" y="18822"/>
                    <a:pt x="284" y="19355"/>
                    <a:pt x="781" y="19532"/>
                  </a:cubicBezTo>
                  <a:lnTo>
                    <a:pt x="816" y="19532"/>
                  </a:lnTo>
                  <a:lnTo>
                    <a:pt x="9548" y="21591"/>
                  </a:lnTo>
                  <a:cubicBezTo>
                    <a:pt x="9634" y="21616"/>
                    <a:pt x="9722" y="21627"/>
                    <a:pt x="9809" y="21627"/>
                  </a:cubicBezTo>
                  <a:cubicBezTo>
                    <a:pt x="10219" y="21627"/>
                    <a:pt x="10608" y="21362"/>
                    <a:pt x="10754" y="20952"/>
                  </a:cubicBezTo>
                  <a:lnTo>
                    <a:pt x="16433" y="2283"/>
                  </a:lnTo>
                  <a:cubicBezTo>
                    <a:pt x="16611" y="1786"/>
                    <a:pt x="16327" y="1253"/>
                    <a:pt x="15794" y="1076"/>
                  </a:cubicBezTo>
                  <a:cubicBezTo>
                    <a:pt x="15759" y="1076"/>
                    <a:pt x="15688" y="1040"/>
                    <a:pt x="15617" y="1040"/>
                  </a:cubicBezTo>
                  <a:lnTo>
                    <a:pt x="6673" y="11"/>
                  </a:lnTo>
                  <a:cubicBezTo>
                    <a:pt x="6625" y="4"/>
                    <a:pt x="6578" y="0"/>
                    <a:pt x="6532" y="0"/>
                  </a:cubicBezTo>
                  <a:close/>
                </a:path>
              </a:pathLst>
            </a:custGeom>
            <a:solidFill>
              <a:schemeClr val="dk1"/>
            </a:solidFill>
            <a:ln cap="flat" cmpd="sng" w="9525">
              <a:solidFill>
                <a:schemeClr val="dk1"/>
              </a:solidFill>
              <a:prstDash val="solid"/>
              <a:miter lim="354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0" name="Google Shape;8510;p333"/>
            <p:cNvSpPr/>
            <p:nvPr/>
          </p:nvSpPr>
          <p:spPr>
            <a:xfrm>
              <a:off x="2113923" y="2661664"/>
              <a:ext cx="239250" cy="203558"/>
            </a:xfrm>
            <a:custGeom>
              <a:rect b="b" l="l" r="r" t="t"/>
              <a:pathLst>
                <a:path extrusionOk="0" h="10009" w="11764">
                  <a:moveTo>
                    <a:pt x="9770" y="1"/>
                  </a:moveTo>
                  <a:cubicBezTo>
                    <a:pt x="9707" y="1"/>
                    <a:pt x="9643" y="24"/>
                    <a:pt x="9584" y="71"/>
                  </a:cubicBezTo>
                  <a:cubicBezTo>
                    <a:pt x="9229" y="319"/>
                    <a:pt x="5325" y="2201"/>
                    <a:pt x="4970" y="2555"/>
                  </a:cubicBezTo>
                  <a:cubicBezTo>
                    <a:pt x="4651" y="2910"/>
                    <a:pt x="3160" y="4792"/>
                    <a:pt x="3160" y="4792"/>
                  </a:cubicBezTo>
                  <a:lnTo>
                    <a:pt x="1" y="7489"/>
                  </a:lnTo>
                  <a:lnTo>
                    <a:pt x="1279" y="10009"/>
                  </a:lnTo>
                  <a:cubicBezTo>
                    <a:pt x="1882" y="9690"/>
                    <a:pt x="2556" y="9441"/>
                    <a:pt x="3231" y="9264"/>
                  </a:cubicBezTo>
                  <a:cubicBezTo>
                    <a:pt x="3657" y="9264"/>
                    <a:pt x="3941" y="9157"/>
                    <a:pt x="5396" y="8483"/>
                  </a:cubicBezTo>
                  <a:cubicBezTo>
                    <a:pt x="6851" y="7808"/>
                    <a:pt x="7916" y="6531"/>
                    <a:pt x="8448" y="6460"/>
                  </a:cubicBezTo>
                  <a:cubicBezTo>
                    <a:pt x="9016" y="6389"/>
                    <a:pt x="10826" y="6105"/>
                    <a:pt x="11252" y="5537"/>
                  </a:cubicBezTo>
                  <a:cubicBezTo>
                    <a:pt x="11606" y="5095"/>
                    <a:pt x="11764" y="4580"/>
                    <a:pt x="11401" y="4580"/>
                  </a:cubicBezTo>
                  <a:cubicBezTo>
                    <a:pt x="11327" y="4580"/>
                    <a:pt x="11231" y="4601"/>
                    <a:pt x="11110" y="4650"/>
                  </a:cubicBezTo>
                  <a:cubicBezTo>
                    <a:pt x="10671" y="4825"/>
                    <a:pt x="9284" y="4946"/>
                    <a:pt x="8355" y="4946"/>
                  </a:cubicBezTo>
                  <a:cubicBezTo>
                    <a:pt x="7780" y="4946"/>
                    <a:pt x="7381" y="4900"/>
                    <a:pt x="7490" y="4792"/>
                  </a:cubicBezTo>
                  <a:cubicBezTo>
                    <a:pt x="8342" y="3727"/>
                    <a:pt x="9123" y="2591"/>
                    <a:pt x="9868" y="1455"/>
                  </a:cubicBezTo>
                  <a:cubicBezTo>
                    <a:pt x="10371" y="568"/>
                    <a:pt x="10085" y="1"/>
                    <a:pt x="9770" y="1"/>
                  </a:cubicBezTo>
                  <a:close/>
                </a:path>
              </a:pathLst>
            </a:custGeom>
            <a:solidFill>
              <a:srgbClr val="FFFFFF"/>
            </a:solidFill>
            <a:ln cap="flat" cmpd="sng" w="9525">
              <a:solidFill>
                <a:schemeClr val="dk1"/>
              </a:solidFill>
              <a:prstDash val="solid"/>
              <a:miter lim="354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1" name="Google Shape;8511;p333"/>
            <p:cNvSpPr/>
            <p:nvPr/>
          </p:nvSpPr>
          <p:spPr>
            <a:xfrm>
              <a:off x="1639684" y="4770919"/>
              <a:ext cx="360930" cy="146552"/>
            </a:xfrm>
            <a:custGeom>
              <a:rect b="b" l="l" r="r" t="t"/>
              <a:pathLst>
                <a:path extrusionOk="0" h="7206" w="17747">
                  <a:moveTo>
                    <a:pt x="1988" y="0"/>
                  </a:moveTo>
                  <a:cubicBezTo>
                    <a:pt x="0" y="4153"/>
                    <a:pt x="1207" y="7205"/>
                    <a:pt x="1207" y="7205"/>
                  </a:cubicBezTo>
                  <a:lnTo>
                    <a:pt x="17605" y="7205"/>
                  </a:lnTo>
                  <a:cubicBezTo>
                    <a:pt x="17747" y="6566"/>
                    <a:pt x="17640" y="5892"/>
                    <a:pt x="17321" y="5324"/>
                  </a:cubicBezTo>
                  <a:cubicBezTo>
                    <a:pt x="16788" y="4401"/>
                    <a:pt x="12032" y="2946"/>
                    <a:pt x="10684" y="2414"/>
                  </a:cubicBezTo>
                  <a:cubicBezTo>
                    <a:pt x="9761" y="1952"/>
                    <a:pt x="9051" y="1207"/>
                    <a:pt x="8660" y="284"/>
                  </a:cubicBezTo>
                  <a:lnTo>
                    <a:pt x="1988" y="0"/>
                  </a:lnTo>
                  <a:close/>
                </a:path>
              </a:pathLst>
            </a:custGeom>
            <a:solidFill>
              <a:schemeClr val="lt1"/>
            </a:solidFill>
            <a:ln cap="flat" cmpd="sng" w="11525">
              <a:solidFill>
                <a:schemeClr val="dk1"/>
              </a:solidFill>
              <a:prstDash val="solid"/>
              <a:miter lim="354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2" name="Google Shape;8512;p333"/>
            <p:cNvSpPr/>
            <p:nvPr/>
          </p:nvSpPr>
          <p:spPr>
            <a:xfrm>
              <a:off x="1680095" y="3707628"/>
              <a:ext cx="303924" cy="1069061"/>
            </a:xfrm>
            <a:custGeom>
              <a:rect b="b" l="l" r="r" t="t"/>
              <a:pathLst>
                <a:path extrusionOk="0" h="52566" w="14944">
                  <a:moveTo>
                    <a:pt x="14943" y="0"/>
                  </a:moveTo>
                  <a:lnTo>
                    <a:pt x="2805" y="142"/>
                  </a:lnTo>
                  <a:lnTo>
                    <a:pt x="3337" y="15049"/>
                  </a:lnTo>
                  <a:cubicBezTo>
                    <a:pt x="3337" y="15049"/>
                    <a:pt x="1208" y="23958"/>
                    <a:pt x="959" y="26371"/>
                  </a:cubicBezTo>
                  <a:cubicBezTo>
                    <a:pt x="675" y="28749"/>
                    <a:pt x="1" y="52317"/>
                    <a:pt x="1" y="52317"/>
                  </a:cubicBezTo>
                  <a:lnTo>
                    <a:pt x="6673" y="52565"/>
                  </a:lnTo>
                  <a:lnTo>
                    <a:pt x="10116" y="34357"/>
                  </a:lnTo>
                  <a:cubicBezTo>
                    <a:pt x="10116" y="34357"/>
                    <a:pt x="13985" y="18066"/>
                    <a:pt x="14233" y="14517"/>
                  </a:cubicBezTo>
                  <a:cubicBezTo>
                    <a:pt x="14517" y="10932"/>
                    <a:pt x="14943" y="0"/>
                    <a:pt x="14943" y="0"/>
                  </a:cubicBezTo>
                  <a:close/>
                </a:path>
              </a:pathLst>
            </a:custGeom>
            <a:solidFill>
              <a:schemeClr val="accent1"/>
            </a:solidFill>
            <a:ln cap="flat" cmpd="sng" w="9525">
              <a:solidFill>
                <a:schemeClr val="dk1"/>
              </a:solidFill>
              <a:prstDash val="solid"/>
              <a:miter lim="354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3" name="Google Shape;8513;p333"/>
            <p:cNvSpPr/>
            <p:nvPr/>
          </p:nvSpPr>
          <p:spPr>
            <a:xfrm>
              <a:off x="1780443" y="3672260"/>
              <a:ext cx="306079" cy="1098652"/>
            </a:xfrm>
            <a:custGeom>
              <a:rect b="b" l="l" r="r" t="t"/>
              <a:pathLst>
                <a:path extrusionOk="0" h="54021" w="15050">
                  <a:moveTo>
                    <a:pt x="284" y="0"/>
                  </a:moveTo>
                  <a:cubicBezTo>
                    <a:pt x="284" y="0"/>
                    <a:pt x="959" y="6105"/>
                    <a:pt x="1065" y="11713"/>
                  </a:cubicBezTo>
                  <a:cubicBezTo>
                    <a:pt x="1172" y="17321"/>
                    <a:pt x="0" y="28217"/>
                    <a:pt x="1597" y="34890"/>
                  </a:cubicBezTo>
                  <a:cubicBezTo>
                    <a:pt x="3195" y="41527"/>
                    <a:pt x="4934" y="50826"/>
                    <a:pt x="4934" y="51642"/>
                  </a:cubicBezTo>
                  <a:lnTo>
                    <a:pt x="4934" y="54020"/>
                  </a:lnTo>
                  <a:lnTo>
                    <a:pt x="13310" y="54020"/>
                  </a:lnTo>
                  <a:cubicBezTo>
                    <a:pt x="13594" y="53168"/>
                    <a:pt x="13701" y="52281"/>
                    <a:pt x="13594" y="51394"/>
                  </a:cubicBezTo>
                  <a:cubicBezTo>
                    <a:pt x="13452" y="49655"/>
                    <a:pt x="13168" y="47099"/>
                    <a:pt x="13168" y="47099"/>
                  </a:cubicBezTo>
                  <a:cubicBezTo>
                    <a:pt x="13168" y="47099"/>
                    <a:pt x="13594" y="23567"/>
                    <a:pt x="14091" y="20373"/>
                  </a:cubicBezTo>
                  <a:cubicBezTo>
                    <a:pt x="14623" y="17214"/>
                    <a:pt x="15049" y="1100"/>
                    <a:pt x="15049" y="1100"/>
                  </a:cubicBezTo>
                  <a:lnTo>
                    <a:pt x="284" y="0"/>
                  </a:lnTo>
                  <a:close/>
                </a:path>
              </a:pathLst>
            </a:custGeom>
            <a:solidFill>
              <a:schemeClr val="accent1"/>
            </a:solidFill>
            <a:ln cap="flat" cmpd="sng" w="9525">
              <a:solidFill>
                <a:schemeClr val="dk1"/>
              </a:solidFill>
              <a:prstDash val="solid"/>
              <a:miter lim="354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4" name="Google Shape;8514;p333"/>
            <p:cNvSpPr/>
            <p:nvPr/>
          </p:nvSpPr>
          <p:spPr>
            <a:xfrm>
              <a:off x="1839626" y="4770919"/>
              <a:ext cx="425908" cy="146552"/>
            </a:xfrm>
            <a:custGeom>
              <a:rect b="b" l="l" r="r" t="t"/>
              <a:pathLst>
                <a:path extrusionOk="0" h="7206" w="20942">
                  <a:moveTo>
                    <a:pt x="1988" y="0"/>
                  </a:moveTo>
                  <a:cubicBezTo>
                    <a:pt x="1" y="4153"/>
                    <a:pt x="1207" y="7205"/>
                    <a:pt x="1207" y="7205"/>
                  </a:cubicBezTo>
                  <a:lnTo>
                    <a:pt x="20764" y="7205"/>
                  </a:lnTo>
                  <a:cubicBezTo>
                    <a:pt x="20941" y="6566"/>
                    <a:pt x="20835" y="5892"/>
                    <a:pt x="20516" y="5324"/>
                  </a:cubicBezTo>
                  <a:cubicBezTo>
                    <a:pt x="19948" y="4401"/>
                    <a:pt x="15227" y="2946"/>
                    <a:pt x="13878" y="2414"/>
                  </a:cubicBezTo>
                  <a:cubicBezTo>
                    <a:pt x="12601" y="1739"/>
                    <a:pt x="11465" y="959"/>
                    <a:pt x="10400" y="0"/>
                  </a:cubicBezTo>
                  <a:close/>
                </a:path>
              </a:pathLst>
            </a:custGeom>
            <a:solidFill>
              <a:schemeClr val="lt1"/>
            </a:solidFill>
            <a:ln cap="flat" cmpd="sng" w="11525">
              <a:solidFill>
                <a:schemeClr val="dk1"/>
              </a:solidFill>
              <a:prstDash val="solid"/>
              <a:miter lim="354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5" name="Google Shape;8515;p333"/>
            <p:cNvSpPr/>
            <p:nvPr/>
          </p:nvSpPr>
          <p:spPr>
            <a:xfrm>
              <a:off x="1618736" y="2339713"/>
              <a:ext cx="603475" cy="1393871"/>
            </a:xfrm>
            <a:custGeom>
              <a:rect b="b" l="l" r="r" t="t"/>
              <a:pathLst>
                <a:path extrusionOk="0" h="68537" w="29673">
                  <a:moveTo>
                    <a:pt x="5147" y="0"/>
                  </a:moveTo>
                  <a:cubicBezTo>
                    <a:pt x="5147" y="0"/>
                    <a:pt x="2024" y="8412"/>
                    <a:pt x="1243" y="10116"/>
                  </a:cubicBezTo>
                  <a:cubicBezTo>
                    <a:pt x="569" y="11606"/>
                    <a:pt x="249" y="13275"/>
                    <a:pt x="320" y="14907"/>
                  </a:cubicBezTo>
                  <a:cubicBezTo>
                    <a:pt x="462" y="15865"/>
                    <a:pt x="2024" y="40072"/>
                    <a:pt x="2024" y="40072"/>
                  </a:cubicBezTo>
                  <a:cubicBezTo>
                    <a:pt x="2024" y="40072"/>
                    <a:pt x="1" y="63994"/>
                    <a:pt x="1243" y="68537"/>
                  </a:cubicBezTo>
                  <a:lnTo>
                    <a:pt x="29673" y="68537"/>
                  </a:lnTo>
                  <a:lnTo>
                    <a:pt x="26301" y="34215"/>
                  </a:lnTo>
                  <a:cubicBezTo>
                    <a:pt x="26301" y="34215"/>
                    <a:pt x="24278" y="12636"/>
                    <a:pt x="24278" y="9974"/>
                  </a:cubicBezTo>
                  <a:cubicBezTo>
                    <a:pt x="24171" y="8199"/>
                    <a:pt x="23568" y="6495"/>
                    <a:pt x="22539" y="5005"/>
                  </a:cubicBezTo>
                  <a:lnTo>
                    <a:pt x="19167" y="3159"/>
                  </a:lnTo>
                  <a:lnTo>
                    <a:pt x="5147" y="0"/>
                  </a:lnTo>
                  <a:close/>
                </a:path>
              </a:pathLst>
            </a:custGeom>
            <a:solidFill>
              <a:schemeClr val="lt1"/>
            </a:solidFill>
            <a:ln cap="flat" cmpd="sng" w="11525">
              <a:solidFill>
                <a:schemeClr val="dk1"/>
              </a:solidFill>
              <a:prstDash val="solid"/>
              <a:miter lim="354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6" name="Google Shape;8516;p333"/>
            <p:cNvSpPr/>
            <p:nvPr/>
          </p:nvSpPr>
          <p:spPr>
            <a:xfrm>
              <a:off x="1817966" y="2487692"/>
              <a:ext cx="615758" cy="654745"/>
            </a:xfrm>
            <a:custGeom>
              <a:rect b="b" l="l" r="r" t="t"/>
              <a:pathLst>
                <a:path extrusionOk="0" h="32194" w="30277">
                  <a:moveTo>
                    <a:pt x="10862" y="0"/>
                  </a:moveTo>
                  <a:lnTo>
                    <a:pt x="2485" y="2982"/>
                  </a:lnTo>
                  <a:cubicBezTo>
                    <a:pt x="2485" y="2982"/>
                    <a:pt x="1" y="6886"/>
                    <a:pt x="782" y="9051"/>
                  </a:cubicBezTo>
                  <a:cubicBezTo>
                    <a:pt x="1563" y="11216"/>
                    <a:pt x="11501" y="32050"/>
                    <a:pt x="12423" y="32192"/>
                  </a:cubicBezTo>
                  <a:cubicBezTo>
                    <a:pt x="12430" y="32193"/>
                    <a:pt x="12437" y="32194"/>
                    <a:pt x="12445" y="32194"/>
                  </a:cubicBezTo>
                  <a:cubicBezTo>
                    <a:pt x="13610" y="32194"/>
                    <a:pt x="30276" y="21935"/>
                    <a:pt x="30276" y="21935"/>
                  </a:cubicBezTo>
                  <a:lnTo>
                    <a:pt x="29318" y="18208"/>
                  </a:lnTo>
                  <a:lnTo>
                    <a:pt x="17712" y="20231"/>
                  </a:lnTo>
                  <a:lnTo>
                    <a:pt x="10862"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7" name="Google Shape;8517;p333"/>
            <p:cNvSpPr/>
            <p:nvPr/>
          </p:nvSpPr>
          <p:spPr>
            <a:xfrm>
              <a:off x="1817966" y="2487692"/>
              <a:ext cx="615758" cy="657613"/>
            </a:xfrm>
            <a:custGeom>
              <a:rect b="b" l="l" r="r" t="t"/>
              <a:pathLst>
                <a:path extrusionOk="0" fill="none" h="32335" w="30277">
                  <a:moveTo>
                    <a:pt x="2485" y="2982"/>
                  </a:moveTo>
                  <a:cubicBezTo>
                    <a:pt x="2485" y="2982"/>
                    <a:pt x="1" y="6886"/>
                    <a:pt x="782" y="9051"/>
                  </a:cubicBezTo>
                  <a:cubicBezTo>
                    <a:pt x="1563" y="11216"/>
                    <a:pt x="11501" y="32050"/>
                    <a:pt x="12423" y="32192"/>
                  </a:cubicBezTo>
                  <a:cubicBezTo>
                    <a:pt x="13382" y="32334"/>
                    <a:pt x="30276" y="21935"/>
                    <a:pt x="30276" y="21935"/>
                  </a:cubicBezTo>
                  <a:lnTo>
                    <a:pt x="29318" y="18208"/>
                  </a:lnTo>
                  <a:lnTo>
                    <a:pt x="17712" y="20231"/>
                  </a:lnTo>
                  <a:lnTo>
                    <a:pt x="10862" y="0"/>
                  </a:lnTo>
                </a:path>
              </a:pathLst>
            </a:custGeom>
            <a:noFill/>
            <a:ln cap="flat" cmpd="sng" w="11525">
              <a:solidFill>
                <a:schemeClr val="dk1"/>
              </a:solidFill>
              <a:prstDash val="solid"/>
              <a:miter lim="354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8" name="Google Shape;8518;p333"/>
            <p:cNvSpPr/>
            <p:nvPr/>
          </p:nvSpPr>
          <p:spPr>
            <a:xfrm>
              <a:off x="2414212" y="2711716"/>
              <a:ext cx="162436" cy="211266"/>
            </a:xfrm>
            <a:custGeom>
              <a:rect b="b" l="l" r="r" t="t"/>
              <a:pathLst>
                <a:path extrusionOk="0" h="10388" w="7987">
                  <a:moveTo>
                    <a:pt x="4692" y="1"/>
                  </a:moveTo>
                  <a:cubicBezTo>
                    <a:pt x="4361" y="1"/>
                    <a:pt x="3900" y="466"/>
                    <a:pt x="3586" y="1408"/>
                  </a:cubicBezTo>
                  <a:cubicBezTo>
                    <a:pt x="3124" y="2827"/>
                    <a:pt x="1989" y="2934"/>
                    <a:pt x="1776" y="3360"/>
                  </a:cubicBezTo>
                  <a:cubicBezTo>
                    <a:pt x="1563" y="3821"/>
                    <a:pt x="1" y="7193"/>
                    <a:pt x="1" y="7193"/>
                  </a:cubicBezTo>
                  <a:lnTo>
                    <a:pt x="817" y="10387"/>
                  </a:lnTo>
                  <a:cubicBezTo>
                    <a:pt x="817" y="10387"/>
                    <a:pt x="4047" y="9784"/>
                    <a:pt x="5147" y="8648"/>
                  </a:cubicBezTo>
                  <a:cubicBezTo>
                    <a:pt x="6248" y="7548"/>
                    <a:pt x="6532" y="4496"/>
                    <a:pt x="6532" y="4496"/>
                  </a:cubicBezTo>
                  <a:cubicBezTo>
                    <a:pt x="6958" y="3999"/>
                    <a:pt x="7348" y="3466"/>
                    <a:pt x="7667" y="2898"/>
                  </a:cubicBezTo>
                  <a:cubicBezTo>
                    <a:pt x="7987" y="2189"/>
                    <a:pt x="7312" y="2118"/>
                    <a:pt x="7312" y="2118"/>
                  </a:cubicBezTo>
                  <a:lnTo>
                    <a:pt x="3692" y="3644"/>
                  </a:lnTo>
                  <a:cubicBezTo>
                    <a:pt x="3692" y="3644"/>
                    <a:pt x="5254" y="946"/>
                    <a:pt x="5041" y="307"/>
                  </a:cubicBezTo>
                  <a:cubicBezTo>
                    <a:pt x="4973" y="103"/>
                    <a:pt x="4847" y="1"/>
                    <a:pt x="4692" y="1"/>
                  </a:cubicBezTo>
                  <a:close/>
                </a:path>
              </a:pathLst>
            </a:custGeom>
            <a:solidFill>
              <a:srgbClr val="FFFFFF"/>
            </a:solidFill>
            <a:ln cap="flat" cmpd="sng" w="9525">
              <a:solidFill>
                <a:schemeClr val="dk1"/>
              </a:solidFill>
              <a:prstDash val="solid"/>
              <a:miter lim="3549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519" name="Google Shape;8519;p333"/>
          <p:cNvSpPr txBox="1"/>
          <p:nvPr/>
        </p:nvSpPr>
        <p:spPr>
          <a:xfrm>
            <a:off x="433250" y="347550"/>
            <a:ext cx="64581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CA" sz="4000">
                <a:solidFill>
                  <a:schemeClr val="dk1"/>
                </a:solidFill>
                <a:latin typeface="Barlow"/>
                <a:ea typeface="Barlow"/>
                <a:cs typeface="Barlow"/>
                <a:sym typeface="Barlow"/>
              </a:rPr>
              <a:t>Understanding our Dataset</a:t>
            </a:r>
            <a:endParaRPr b="1" sz="4000">
              <a:solidFill>
                <a:schemeClr val="dk1"/>
              </a:solidFill>
              <a:latin typeface="Barlow"/>
              <a:ea typeface="Barlow"/>
              <a:cs typeface="Barlow"/>
              <a:sym typeface="Barlow"/>
            </a:endParaRPr>
          </a:p>
        </p:txBody>
      </p:sp>
      <p:sp>
        <p:nvSpPr>
          <p:cNvPr id="8520" name="Google Shape;8520;p333"/>
          <p:cNvSpPr txBox="1"/>
          <p:nvPr>
            <p:ph idx="2" type="subTitle"/>
          </p:nvPr>
        </p:nvSpPr>
        <p:spPr>
          <a:xfrm>
            <a:off x="1237700" y="1300200"/>
            <a:ext cx="7815000" cy="1096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0" lang="en-CA" sz="1800">
                <a:solidFill>
                  <a:schemeClr val="dk1"/>
                </a:solidFill>
                <a:latin typeface="Lato"/>
                <a:ea typeface="Lato"/>
                <a:cs typeface="Lato"/>
                <a:sym typeface="Lato"/>
              </a:rPr>
              <a:t>Alzheimer’s Disease dataset -&gt; </a:t>
            </a:r>
            <a:r>
              <a:rPr b="0" lang="en-CA" sz="1800">
                <a:solidFill>
                  <a:schemeClr val="dk1"/>
                </a:solidFill>
                <a:latin typeface="Lato"/>
                <a:ea typeface="Lato"/>
                <a:cs typeface="Lato"/>
                <a:sym typeface="Lato"/>
              </a:rPr>
              <a:t>Globose Technology Solutions on Kaggle</a:t>
            </a:r>
            <a:endParaRPr b="0" sz="1800">
              <a:solidFill>
                <a:schemeClr val="dk1"/>
              </a:solidFill>
              <a:latin typeface="Lato"/>
              <a:ea typeface="Lato"/>
              <a:cs typeface="Lato"/>
              <a:sym typeface="Lato"/>
            </a:endParaRPr>
          </a:p>
          <a:p>
            <a:pPr indent="0" lvl="0" marL="0" rtl="0" algn="l">
              <a:spcBef>
                <a:spcPts val="0"/>
              </a:spcBef>
              <a:spcAft>
                <a:spcPts val="0"/>
              </a:spcAft>
              <a:buNone/>
            </a:pPr>
            <a:r>
              <a:t/>
            </a:r>
            <a:endParaRPr b="0" sz="1800">
              <a:solidFill>
                <a:schemeClr val="dk1"/>
              </a:solidFill>
              <a:latin typeface="Lato"/>
              <a:ea typeface="Lato"/>
              <a:cs typeface="Lato"/>
              <a:sym typeface="Lato"/>
            </a:endParaRPr>
          </a:p>
          <a:p>
            <a:pPr indent="0" lvl="0" marL="0" rtl="0" algn="l">
              <a:spcBef>
                <a:spcPts val="0"/>
              </a:spcBef>
              <a:spcAft>
                <a:spcPts val="0"/>
              </a:spcAft>
              <a:buNone/>
            </a:pPr>
            <a:r>
              <a:rPr b="0" lang="en-CA" sz="1800">
                <a:solidFill>
                  <a:schemeClr val="dk1"/>
                </a:solidFill>
                <a:latin typeface="Lato"/>
                <a:ea typeface="Lato"/>
                <a:cs typeface="Lato"/>
                <a:sym typeface="Lato"/>
              </a:rPr>
              <a:t>Sample: 2149. Alzheimer's: 759 (35.4%), Healthy: 1390 (64.6%)</a:t>
            </a:r>
            <a:endParaRPr b="0" sz="1800">
              <a:solidFill>
                <a:schemeClr val="dk1"/>
              </a:solidFill>
              <a:latin typeface="Lato"/>
              <a:ea typeface="Lato"/>
              <a:cs typeface="Lato"/>
              <a:sym typeface="Lato"/>
            </a:endParaRPr>
          </a:p>
          <a:p>
            <a:pPr indent="0" lvl="0" marL="0" rtl="0" algn="l">
              <a:spcBef>
                <a:spcPts val="0"/>
              </a:spcBef>
              <a:spcAft>
                <a:spcPts val="0"/>
              </a:spcAft>
              <a:buNone/>
            </a:pPr>
            <a:r>
              <a:t/>
            </a:r>
            <a:endParaRPr b="0" sz="1800">
              <a:solidFill>
                <a:schemeClr val="dk1"/>
              </a:solidFill>
              <a:latin typeface="Lato"/>
              <a:ea typeface="Lato"/>
              <a:cs typeface="Lato"/>
              <a:sym typeface="Lato"/>
            </a:endParaRPr>
          </a:p>
          <a:p>
            <a:pPr indent="0" lvl="0" marL="0" rtl="0" algn="l">
              <a:spcBef>
                <a:spcPts val="0"/>
              </a:spcBef>
              <a:spcAft>
                <a:spcPts val="0"/>
              </a:spcAft>
              <a:buNone/>
            </a:pPr>
            <a:r>
              <a:t/>
            </a:r>
            <a:endParaRPr b="0" sz="1800">
              <a:solidFill>
                <a:schemeClr val="dk1"/>
              </a:solidFill>
              <a:latin typeface="Lato"/>
              <a:ea typeface="Lato"/>
              <a:cs typeface="Lato"/>
              <a:sym typeface="Lato"/>
            </a:endParaRPr>
          </a:p>
        </p:txBody>
      </p:sp>
      <p:graphicFrame>
        <p:nvGraphicFramePr>
          <p:cNvPr id="8521" name="Google Shape;8521;p333"/>
          <p:cNvGraphicFramePr/>
          <p:nvPr/>
        </p:nvGraphicFramePr>
        <p:xfrm>
          <a:off x="1329000" y="2396700"/>
          <a:ext cx="3000000" cy="3000000"/>
        </p:xfrm>
        <a:graphic>
          <a:graphicData uri="http://schemas.openxmlformats.org/drawingml/2006/table">
            <a:tbl>
              <a:tblPr>
                <a:noFill/>
                <a:tableStyleId>{68E34481-02A7-41A2-80F5-0ABD368C6211}</a:tableStyleId>
              </a:tblPr>
              <a:tblGrid>
                <a:gridCol w="3568775"/>
                <a:gridCol w="3568775"/>
              </a:tblGrid>
              <a:tr h="296025">
                <a:tc>
                  <a:txBody>
                    <a:bodyPr/>
                    <a:lstStyle/>
                    <a:p>
                      <a:pPr indent="0" lvl="0" marL="0" rtl="0" algn="l">
                        <a:spcBef>
                          <a:spcPts val="0"/>
                        </a:spcBef>
                        <a:spcAft>
                          <a:spcPts val="0"/>
                        </a:spcAft>
                        <a:buClr>
                          <a:schemeClr val="dk1"/>
                        </a:buClr>
                        <a:buSzPts val="1100"/>
                        <a:buFont typeface="Arial"/>
                        <a:buNone/>
                      </a:pPr>
                      <a:r>
                        <a:rPr b="1" lang="en-CA">
                          <a:solidFill>
                            <a:schemeClr val="dk1"/>
                          </a:solidFill>
                        </a:rPr>
                        <a:t>Variable</a:t>
                      </a:r>
                      <a:endParaRPr b="1"/>
                    </a:p>
                  </a:txBody>
                  <a:tcPr marT="91425" marB="91425" marR="91425" marL="91425"/>
                </a:tc>
                <a:tc>
                  <a:txBody>
                    <a:bodyPr/>
                    <a:lstStyle/>
                    <a:p>
                      <a:pPr indent="0" lvl="0" marL="0" rtl="0" algn="l">
                        <a:spcBef>
                          <a:spcPts val="0"/>
                        </a:spcBef>
                        <a:spcAft>
                          <a:spcPts val="0"/>
                        </a:spcAft>
                        <a:buNone/>
                      </a:pPr>
                      <a:r>
                        <a:rPr b="1" lang="en-CA">
                          <a:solidFill>
                            <a:schemeClr val="dk1"/>
                          </a:solidFill>
                        </a:rPr>
                        <a:t>Summary</a:t>
                      </a:r>
                      <a:endParaRPr b="1"/>
                    </a:p>
                  </a:txBody>
                  <a:tcPr marT="91425" marB="91425" marR="91425" marL="91425"/>
                </a:tc>
              </a:tr>
              <a:tr h="296025">
                <a:tc>
                  <a:txBody>
                    <a:bodyPr/>
                    <a:lstStyle/>
                    <a:p>
                      <a:pPr indent="0" lvl="0" marL="0" rtl="0" algn="l">
                        <a:spcBef>
                          <a:spcPts val="0"/>
                        </a:spcBef>
                        <a:spcAft>
                          <a:spcPts val="0"/>
                        </a:spcAft>
                        <a:buClr>
                          <a:schemeClr val="dk1"/>
                        </a:buClr>
                        <a:buSzPts val="1100"/>
                        <a:buFont typeface="Arial"/>
                        <a:buNone/>
                      </a:pPr>
                      <a:r>
                        <a:rPr lang="en-CA">
                          <a:solidFill>
                            <a:schemeClr val="dk1"/>
                          </a:solidFill>
                        </a:rPr>
                        <a:t>Age</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CA">
                          <a:solidFill>
                            <a:schemeClr val="dk1"/>
                          </a:solidFill>
                        </a:rPr>
                        <a:t>75 ± 9 years</a:t>
                      </a:r>
                      <a:endParaRPr/>
                    </a:p>
                  </a:txBody>
                  <a:tcPr marT="91425" marB="91425" marR="91425" marL="91425"/>
                </a:tc>
              </a:tr>
              <a:tr h="296025">
                <a:tc>
                  <a:txBody>
                    <a:bodyPr/>
                    <a:lstStyle/>
                    <a:p>
                      <a:pPr indent="0" lvl="0" marL="0" rtl="0" algn="l">
                        <a:spcBef>
                          <a:spcPts val="0"/>
                        </a:spcBef>
                        <a:spcAft>
                          <a:spcPts val="0"/>
                        </a:spcAft>
                        <a:buNone/>
                      </a:pPr>
                      <a:r>
                        <a:rPr lang="en-CA">
                          <a:solidFill>
                            <a:schemeClr val="dk1"/>
                          </a:solidFill>
                        </a:rPr>
                        <a:t>Gender</a:t>
                      </a:r>
                      <a:endParaRPr/>
                    </a:p>
                  </a:txBody>
                  <a:tcPr marT="91425" marB="91425" marR="91425" marL="91425"/>
                </a:tc>
                <a:tc>
                  <a:txBody>
                    <a:bodyPr/>
                    <a:lstStyle/>
                    <a:p>
                      <a:pPr indent="0" lvl="0" marL="0" rtl="0" algn="l">
                        <a:spcBef>
                          <a:spcPts val="0"/>
                        </a:spcBef>
                        <a:spcAft>
                          <a:spcPts val="0"/>
                        </a:spcAft>
                        <a:buNone/>
                      </a:pPr>
                      <a:r>
                        <a:rPr lang="en-CA">
                          <a:solidFill>
                            <a:schemeClr val="dk1"/>
                          </a:solidFill>
                        </a:rPr>
                        <a:t>50% Female, 50% Male</a:t>
                      </a:r>
                      <a:endParaRPr/>
                    </a:p>
                  </a:txBody>
                  <a:tcPr marT="91425" marB="91425" marR="91425" marL="91425"/>
                </a:tc>
              </a:tr>
              <a:tr h="455450">
                <a:tc>
                  <a:txBody>
                    <a:bodyPr/>
                    <a:lstStyle/>
                    <a:p>
                      <a:pPr indent="0" lvl="0" marL="0" rtl="0" algn="l">
                        <a:spcBef>
                          <a:spcPts val="0"/>
                        </a:spcBef>
                        <a:spcAft>
                          <a:spcPts val="0"/>
                        </a:spcAft>
                        <a:buClr>
                          <a:schemeClr val="dk1"/>
                        </a:buClr>
                        <a:buSzPts val="1100"/>
                        <a:buFont typeface="Arial"/>
                        <a:buNone/>
                      </a:pPr>
                      <a:r>
                        <a:rPr lang="en-CA">
                          <a:solidFill>
                            <a:schemeClr val="dk1"/>
                          </a:solidFill>
                        </a:rPr>
                        <a:t>Ethnicity</a:t>
                      </a:r>
                      <a:endParaRPr>
                        <a:solidFill>
                          <a:schemeClr val="dk1"/>
                        </a:solidFill>
                      </a:endParaRPr>
                    </a:p>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lang="en-CA">
                          <a:solidFill>
                            <a:schemeClr val="dk1"/>
                          </a:solidFill>
                        </a:rPr>
                        <a:t>60% Caucasian, 20% African American, 10% Asian, 10% Other</a:t>
                      </a:r>
                      <a:endParaRPr/>
                    </a:p>
                  </a:txBody>
                  <a:tcPr marT="91425" marB="91425" marR="91425" marL="91425"/>
                </a:tc>
              </a:tr>
              <a:tr h="455450">
                <a:tc>
                  <a:txBody>
                    <a:bodyPr/>
                    <a:lstStyle/>
                    <a:p>
                      <a:pPr indent="0" lvl="0" marL="0" rtl="0" algn="l">
                        <a:spcBef>
                          <a:spcPts val="0"/>
                        </a:spcBef>
                        <a:spcAft>
                          <a:spcPts val="0"/>
                        </a:spcAft>
                        <a:buClr>
                          <a:schemeClr val="dk1"/>
                        </a:buClr>
                        <a:buSzPts val="1100"/>
                        <a:buFont typeface="Arial"/>
                        <a:buNone/>
                      </a:pPr>
                      <a:r>
                        <a:rPr lang="en-CA">
                          <a:solidFill>
                            <a:schemeClr val="dk1"/>
                          </a:solidFill>
                        </a:rPr>
                        <a:t>Education Level</a:t>
                      </a:r>
                      <a:endParaRPr/>
                    </a:p>
                  </a:txBody>
                  <a:tcPr marT="91425" marB="91425" marR="91425" marL="91425"/>
                </a:tc>
                <a:tc>
                  <a:txBody>
                    <a:bodyPr/>
                    <a:lstStyle/>
                    <a:p>
                      <a:pPr indent="0" lvl="0" marL="0" rtl="0" algn="l">
                        <a:spcBef>
                          <a:spcPts val="0"/>
                        </a:spcBef>
                        <a:spcAft>
                          <a:spcPts val="0"/>
                        </a:spcAft>
                        <a:buNone/>
                      </a:pPr>
                      <a:r>
                        <a:rPr lang="en-CA">
                          <a:solidFill>
                            <a:schemeClr val="dk1"/>
                          </a:solidFill>
                        </a:rPr>
                        <a:t>20.8% None, 39.7% High School, 29.6% Bachelor’s, 9.9% Higher</a:t>
                      </a:r>
                      <a:endParaRPr/>
                    </a:p>
                  </a:txBody>
                  <a:tcPr marT="91425" marB="91425" marR="91425" marL="91425"/>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25" name="Shape 8525"/>
        <p:cNvGrpSpPr/>
        <p:nvPr/>
      </p:nvGrpSpPr>
      <p:grpSpPr>
        <a:xfrm>
          <a:off x="0" y="0"/>
          <a:ext cx="0" cy="0"/>
          <a:chOff x="0" y="0"/>
          <a:chExt cx="0" cy="0"/>
        </a:xfrm>
      </p:grpSpPr>
      <p:sp>
        <p:nvSpPr>
          <p:cNvPr id="8526" name="Google Shape;8526;p334"/>
          <p:cNvSpPr txBox="1"/>
          <p:nvPr/>
        </p:nvSpPr>
        <p:spPr>
          <a:xfrm>
            <a:off x="248175" y="154425"/>
            <a:ext cx="6458100" cy="800400"/>
          </a:xfrm>
          <a:prstGeom prst="rect">
            <a:avLst/>
          </a:prstGeom>
          <a:solidFill>
            <a:srgbClr val="FAFAFA"/>
          </a:solidFill>
          <a:ln cap="flat" cmpd="sng" w="9525">
            <a:solidFill>
              <a:srgbClr val="FAFAFA"/>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CA" sz="4000">
                <a:solidFill>
                  <a:schemeClr val="dk1"/>
                </a:solidFill>
                <a:latin typeface="Barlow"/>
                <a:ea typeface="Barlow"/>
                <a:cs typeface="Barlow"/>
                <a:sym typeface="Barlow"/>
              </a:rPr>
              <a:t>Understanding our Dataset</a:t>
            </a:r>
            <a:endParaRPr b="1" sz="4000">
              <a:solidFill>
                <a:schemeClr val="dk1"/>
              </a:solidFill>
              <a:latin typeface="Barlow"/>
              <a:ea typeface="Barlow"/>
              <a:cs typeface="Barlow"/>
              <a:sym typeface="Barlow"/>
            </a:endParaRPr>
          </a:p>
        </p:txBody>
      </p:sp>
      <p:graphicFrame>
        <p:nvGraphicFramePr>
          <p:cNvPr id="8527" name="Google Shape;8527;p334"/>
          <p:cNvGraphicFramePr/>
          <p:nvPr/>
        </p:nvGraphicFramePr>
        <p:xfrm>
          <a:off x="248163" y="954830"/>
          <a:ext cx="3000000" cy="3000000"/>
        </p:xfrm>
        <a:graphic>
          <a:graphicData uri="http://schemas.openxmlformats.org/drawingml/2006/table">
            <a:tbl>
              <a:tblPr>
                <a:noFill/>
                <a:tableStyleId>{68E34481-02A7-41A2-80F5-0ABD368C6211}</a:tableStyleId>
              </a:tblPr>
              <a:tblGrid>
                <a:gridCol w="1669300"/>
                <a:gridCol w="6906025"/>
              </a:tblGrid>
              <a:tr h="344725">
                <a:tc rowSpan="6">
                  <a:txBody>
                    <a:bodyPr/>
                    <a:lstStyle/>
                    <a:p>
                      <a:pPr indent="0" lvl="0" marL="0" rtl="0" algn="ctr">
                        <a:spcBef>
                          <a:spcPts val="0"/>
                        </a:spcBef>
                        <a:spcAft>
                          <a:spcPts val="0"/>
                        </a:spcAft>
                        <a:buNone/>
                      </a:pPr>
                      <a:r>
                        <a:rPr b="1" lang="en-CA">
                          <a:latin typeface="Lato"/>
                          <a:ea typeface="Lato"/>
                          <a:cs typeface="Lato"/>
                          <a:sym typeface="Lato"/>
                        </a:rPr>
                        <a:t>Variable</a:t>
                      </a:r>
                      <a:r>
                        <a:rPr b="1" lang="en-CA">
                          <a:latin typeface="Lato"/>
                          <a:ea typeface="Lato"/>
                          <a:cs typeface="Lato"/>
                          <a:sym typeface="Lato"/>
                        </a:rPr>
                        <a:t>s (32)</a:t>
                      </a:r>
                      <a:endParaRPr b="1">
                        <a:latin typeface="Lato"/>
                        <a:ea typeface="Lato"/>
                        <a:cs typeface="Lato"/>
                        <a:sym typeface="Lato"/>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b="1" lang="en-CA">
                          <a:latin typeface="Lato"/>
                          <a:ea typeface="Lato"/>
                          <a:cs typeface="Lato"/>
                          <a:sym typeface="Lato"/>
                        </a:rPr>
                        <a:t>Demographics (categorical)</a:t>
                      </a:r>
                      <a:r>
                        <a:rPr lang="en-CA">
                          <a:latin typeface="Lato"/>
                          <a:ea typeface="Lato"/>
                          <a:cs typeface="Lato"/>
                          <a:sym typeface="Lato"/>
                        </a:rPr>
                        <a:t> (PatientID, Age, Gender, Ethnicity, EducationLevel)</a:t>
                      </a:r>
                      <a:endParaRPr>
                        <a:latin typeface="Lato"/>
                        <a:ea typeface="Lato"/>
                        <a:cs typeface="Lato"/>
                        <a:sym typeface="La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602600">
                <a:tc vMerge="1"/>
                <a:tc>
                  <a:txBody>
                    <a:bodyPr/>
                    <a:lstStyle/>
                    <a:p>
                      <a:pPr indent="0" lvl="0" marL="0" rtl="0" algn="l">
                        <a:spcBef>
                          <a:spcPts val="0"/>
                        </a:spcBef>
                        <a:spcAft>
                          <a:spcPts val="0"/>
                        </a:spcAft>
                        <a:buNone/>
                      </a:pPr>
                      <a:r>
                        <a:rPr b="1" lang="en-CA">
                          <a:solidFill>
                            <a:schemeClr val="dk1"/>
                          </a:solidFill>
                          <a:latin typeface="Lato"/>
                          <a:ea typeface="Lato"/>
                          <a:cs typeface="Lato"/>
                          <a:sym typeface="Lato"/>
                        </a:rPr>
                        <a:t>Lifestyle Factors </a:t>
                      </a:r>
                      <a:r>
                        <a:rPr lang="en-CA">
                          <a:solidFill>
                            <a:schemeClr val="dk1"/>
                          </a:solidFill>
                          <a:latin typeface="Lato"/>
                          <a:ea typeface="Lato"/>
                          <a:cs typeface="Lato"/>
                          <a:sym typeface="Lato"/>
                        </a:rPr>
                        <a:t>(BMI, Smoking, AlcoholConsumption, PhysicalActivity, DietQuality, SleepQuality)</a:t>
                      </a:r>
                      <a:endParaRPr>
                        <a:latin typeface="Lato"/>
                        <a:ea typeface="Lato"/>
                        <a:cs typeface="Lato"/>
                        <a:sym typeface="La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602600">
                <a:tc vMerge="1"/>
                <a:tc>
                  <a:txBody>
                    <a:bodyPr/>
                    <a:lstStyle/>
                    <a:p>
                      <a:pPr indent="0" lvl="0" marL="0" rtl="0" algn="l">
                        <a:spcBef>
                          <a:spcPts val="0"/>
                        </a:spcBef>
                        <a:spcAft>
                          <a:spcPts val="0"/>
                        </a:spcAft>
                        <a:buNone/>
                      </a:pPr>
                      <a:r>
                        <a:rPr b="1" lang="en-CA">
                          <a:solidFill>
                            <a:schemeClr val="dk1"/>
                          </a:solidFill>
                          <a:latin typeface="Lato"/>
                          <a:ea typeface="Lato"/>
                          <a:cs typeface="Lato"/>
                          <a:sym typeface="Lato"/>
                        </a:rPr>
                        <a:t>Medical History</a:t>
                      </a:r>
                      <a:r>
                        <a:rPr lang="en-CA">
                          <a:solidFill>
                            <a:schemeClr val="dk1"/>
                          </a:solidFill>
                          <a:latin typeface="Lato"/>
                          <a:ea typeface="Lato"/>
                          <a:cs typeface="Lato"/>
                          <a:sym typeface="Lato"/>
                        </a:rPr>
                        <a:t> </a:t>
                      </a:r>
                      <a:r>
                        <a:rPr b="1" lang="en-CA">
                          <a:solidFill>
                            <a:schemeClr val="dk1"/>
                          </a:solidFill>
                          <a:latin typeface="Lato"/>
                          <a:ea typeface="Lato"/>
                          <a:cs typeface="Lato"/>
                          <a:sym typeface="Lato"/>
                        </a:rPr>
                        <a:t>(categorical)</a:t>
                      </a:r>
                      <a:r>
                        <a:rPr lang="en-CA">
                          <a:solidFill>
                            <a:schemeClr val="dk1"/>
                          </a:solidFill>
                          <a:latin typeface="Lato"/>
                          <a:ea typeface="Lato"/>
                          <a:cs typeface="Lato"/>
                          <a:sym typeface="Lato"/>
                        </a:rPr>
                        <a:t> </a:t>
                      </a:r>
                      <a:r>
                        <a:rPr lang="en-CA">
                          <a:solidFill>
                            <a:schemeClr val="dk1"/>
                          </a:solidFill>
                          <a:latin typeface="Lato"/>
                          <a:ea typeface="Lato"/>
                          <a:cs typeface="Lato"/>
                          <a:sym typeface="Lato"/>
                        </a:rPr>
                        <a:t>(FamilyHistoryAlzheimers, CardiovascularDisease, Diabetes, Depression, HeadInjury, Hypertension)</a:t>
                      </a:r>
                      <a:endParaRPr>
                        <a:latin typeface="Lato"/>
                        <a:ea typeface="Lato"/>
                        <a:cs typeface="Lato"/>
                        <a:sym typeface="La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602600">
                <a:tc vMerge="1"/>
                <a:tc>
                  <a:txBody>
                    <a:bodyPr/>
                    <a:lstStyle/>
                    <a:p>
                      <a:pPr indent="0" lvl="0" marL="0" rtl="0" algn="l">
                        <a:spcBef>
                          <a:spcPts val="0"/>
                        </a:spcBef>
                        <a:spcAft>
                          <a:spcPts val="0"/>
                        </a:spcAft>
                        <a:buNone/>
                      </a:pPr>
                      <a:r>
                        <a:rPr b="1" lang="en-CA">
                          <a:solidFill>
                            <a:schemeClr val="dk1"/>
                          </a:solidFill>
                          <a:latin typeface="Lato"/>
                          <a:ea typeface="Lato"/>
                          <a:cs typeface="Lato"/>
                          <a:sym typeface="Lato"/>
                        </a:rPr>
                        <a:t>Clinical Measurements</a:t>
                      </a:r>
                      <a:r>
                        <a:rPr lang="en-CA">
                          <a:solidFill>
                            <a:schemeClr val="dk1"/>
                          </a:solidFill>
                          <a:latin typeface="Lato"/>
                          <a:ea typeface="Lato"/>
                          <a:cs typeface="Lato"/>
                          <a:sym typeface="Lato"/>
                        </a:rPr>
                        <a:t> (SystolicBP, DiastolicBP, CholesterolTotal, CholesterolLDL, CholesterolHDL, CholesterolTriglycerides)</a:t>
                      </a:r>
                      <a:endParaRPr>
                        <a:latin typeface="Lato"/>
                        <a:ea typeface="Lato"/>
                        <a:cs typeface="Lato"/>
                        <a:sym typeface="La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602600">
                <a:tc vMerge="1"/>
                <a:tc>
                  <a:txBody>
                    <a:bodyPr/>
                    <a:lstStyle/>
                    <a:p>
                      <a:pPr indent="0" lvl="0" marL="0" rtl="0" algn="l">
                        <a:spcBef>
                          <a:spcPts val="0"/>
                        </a:spcBef>
                        <a:spcAft>
                          <a:spcPts val="0"/>
                        </a:spcAft>
                        <a:buNone/>
                      </a:pPr>
                      <a:r>
                        <a:rPr b="1" lang="en-CA">
                          <a:solidFill>
                            <a:schemeClr val="dk1"/>
                          </a:solidFill>
                          <a:latin typeface="Lato"/>
                          <a:ea typeface="Lato"/>
                          <a:cs typeface="Lato"/>
                          <a:sym typeface="Lato"/>
                        </a:rPr>
                        <a:t>Cognitive and Functional Assessments </a:t>
                      </a:r>
                      <a:r>
                        <a:rPr lang="en-CA">
                          <a:solidFill>
                            <a:schemeClr val="dk1"/>
                          </a:solidFill>
                          <a:latin typeface="Lato"/>
                          <a:ea typeface="Lato"/>
                          <a:cs typeface="Lato"/>
                          <a:sym typeface="Lato"/>
                        </a:rPr>
                        <a:t>(MMSE, FunctionalAssessment, MemoryComplaints BehavioralProblems, ADL)</a:t>
                      </a:r>
                      <a:endParaRPr>
                        <a:latin typeface="Lato"/>
                        <a:ea typeface="Lato"/>
                        <a:cs typeface="Lato"/>
                        <a:sym typeface="La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602600">
                <a:tc vMerge="1"/>
                <a:tc>
                  <a:txBody>
                    <a:bodyPr/>
                    <a:lstStyle/>
                    <a:p>
                      <a:pPr indent="0" lvl="0" marL="0" rtl="0" algn="l">
                        <a:spcBef>
                          <a:spcPts val="0"/>
                        </a:spcBef>
                        <a:spcAft>
                          <a:spcPts val="0"/>
                        </a:spcAft>
                        <a:buNone/>
                      </a:pPr>
                      <a:r>
                        <a:rPr b="1" lang="en-CA">
                          <a:solidFill>
                            <a:schemeClr val="dk1"/>
                          </a:solidFill>
                          <a:latin typeface="Lato"/>
                          <a:ea typeface="Lato"/>
                          <a:cs typeface="Lato"/>
                          <a:sym typeface="Lato"/>
                        </a:rPr>
                        <a:t>Symptoms</a:t>
                      </a:r>
                      <a:r>
                        <a:rPr lang="en-CA">
                          <a:solidFill>
                            <a:schemeClr val="dk1"/>
                          </a:solidFill>
                          <a:latin typeface="Lato"/>
                          <a:ea typeface="Lato"/>
                          <a:cs typeface="Lato"/>
                          <a:sym typeface="Lato"/>
                        </a:rPr>
                        <a:t> (Confusion, Disorientation, PersonalityChanges, DifficultyCompletingTasks, Forgetfulness)</a:t>
                      </a:r>
                      <a:endParaRPr>
                        <a:solidFill>
                          <a:schemeClr val="dk1"/>
                        </a:solidFill>
                        <a:latin typeface="Lato"/>
                        <a:ea typeface="Lato"/>
                        <a:cs typeface="Lato"/>
                        <a:sym typeface="La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499175">
                <a:tc>
                  <a:txBody>
                    <a:bodyPr/>
                    <a:lstStyle/>
                    <a:p>
                      <a:pPr indent="0" lvl="0" marL="0" rtl="0" algn="ctr">
                        <a:spcBef>
                          <a:spcPts val="0"/>
                        </a:spcBef>
                        <a:spcAft>
                          <a:spcPts val="0"/>
                        </a:spcAft>
                        <a:buNone/>
                      </a:pPr>
                      <a:r>
                        <a:rPr b="1" lang="en-CA">
                          <a:latin typeface="Lato"/>
                          <a:ea typeface="Lato"/>
                          <a:cs typeface="Lato"/>
                          <a:sym typeface="Lato"/>
                        </a:rPr>
                        <a:t>Outcome</a:t>
                      </a:r>
                      <a:endParaRPr b="1">
                        <a:latin typeface="Lato"/>
                        <a:ea typeface="Lato"/>
                        <a:cs typeface="Lato"/>
                        <a:sym typeface="Lato"/>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b="1" lang="en-CA">
                          <a:solidFill>
                            <a:schemeClr val="dk1"/>
                          </a:solidFill>
                          <a:latin typeface="Lato"/>
                          <a:ea typeface="Lato"/>
                          <a:cs typeface="Lato"/>
                          <a:sym typeface="Lato"/>
                        </a:rPr>
                        <a:t>Diagnosis</a:t>
                      </a:r>
                      <a:r>
                        <a:rPr lang="en-CA">
                          <a:solidFill>
                            <a:schemeClr val="dk1"/>
                          </a:solidFill>
                          <a:latin typeface="Lato"/>
                          <a:ea typeface="Lato"/>
                          <a:cs typeface="Lato"/>
                          <a:sym typeface="Lato"/>
                        </a:rPr>
                        <a:t> (binary, 0= healthy, 1 = Alzheimer’s)</a:t>
                      </a:r>
                      <a:endParaRPr>
                        <a:solidFill>
                          <a:schemeClr val="dk1"/>
                        </a:solidFill>
                        <a:latin typeface="Lato"/>
                        <a:ea typeface="Lato"/>
                        <a:cs typeface="Lato"/>
                        <a:sym typeface="Lato"/>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31" name="Shape 8531"/>
        <p:cNvGrpSpPr/>
        <p:nvPr/>
      </p:nvGrpSpPr>
      <p:grpSpPr>
        <a:xfrm>
          <a:off x="0" y="0"/>
          <a:ext cx="0" cy="0"/>
          <a:chOff x="0" y="0"/>
          <a:chExt cx="0" cy="0"/>
        </a:xfrm>
      </p:grpSpPr>
      <p:grpSp>
        <p:nvGrpSpPr>
          <p:cNvPr id="8532" name="Google Shape;8532;p335"/>
          <p:cNvGrpSpPr/>
          <p:nvPr/>
        </p:nvGrpSpPr>
        <p:grpSpPr>
          <a:xfrm>
            <a:off x="6665319" y="211495"/>
            <a:ext cx="3792810" cy="4825026"/>
            <a:chOff x="5751819" y="414395"/>
            <a:chExt cx="3792810" cy="4825026"/>
          </a:xfrm>
        </p:grpSpPr>
        <p:sp>
          <p:nvSpPr>
            <p:cNvPr id="8533" name="Google Shape;8533;p335"/>
            <p:cNvSpPr/>
            <p:nvPr/>
          </p:nvSpPr>
          <p:spPr>
            <a:xfrm>
              <a:off x="5751819" y="2073686"/>
              <a:ext cx="3792810" cy="3165735"/>
            </a:xfrm>
            <a:custGeom>
              <a:rect b="b" l="l" r="r" t="t"/>
              <a:pathLst>
                <a:path extrusionOk="0" h="152437" w="182632">
                  <a:moveTo>
                    <a:pt x="116533" y="0"/>
                  </a:moveTo>
                  <a:cubicBezTo>
                    <a:pt x="104631" y="0"/>
                    <a:pt x="95201" y="9686"/>
                    <a:pt x="91195" y="26538"/>
                  </a:cubicBezTo>
                  <a:cubicBezTo>
                    <a:pt x="83289" y="59642"/>
                    <a:pt x="41735" y="35289"/>
                    <a:pt x="20852" y="70778"/>
                  </a:cubicBezTo>
                  <a:cubicBezTo>
                    <a:pt x="0" y="106266"/>
                    <a:pt x="33708" y="152437"/>
                    <a:pt x="33708" y="152437"/>
                  </a:cubicBezTo>
                  <a:lnTo>
                    <a:pt x="161628" y="152437"/>
                  </a:lnTo>
                  <a:cubicBezTo>
                    <a:pt x="176113" y="128386"/>
                    <a:pt x="182631" y="70808"/>
                    <a:pt x="155291" y="29405"/>
                  </a:cubicBezTo>
                  <a:cubicBezTo>
                    <a:pt x="141841" y="9044"/>
                    <a:pt x="128033" y="0"/>
                    <a:pt x="116533"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4" name="Google Shape;8534;p335"/>
            <p:cNvSpPr/>
            <p:nvPr/>
          </p:nvSpPr>
          <p:spPr>
            <a:xfrm>
              <a:off x="6610829" y="1636061"/>
              <a:ext cx="115966" cy="1366232"/>
            </a:xfrm>
            <a:custGeom>
              <a:rect b="b" l="l" r="r" t="t"/>
              <a:pathLst>
                <a:path extrusionOk="0" fill="none" h="65787" w="5584">
                  <a:moveTo>
                    <a:pt x="1" y="65786"/>
                  </a:moveTo>
                  <a:lnTo>
                    <a:pt x="1" y="0"/>
                  </a:lnTo>
                  <a:lnTo>
                    <a:pt x="5583" y="0"/>
                  </a:ln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5" name="Google Shape;8535;p335"/>
            <p:cNvSpPr/>
            <p:nvPr/>
          </p:nvSpPr>
          <p:spPr>
            <a:xfrm>
              <a:off x="6610829" y="1636061"/>
              <a:ext cx="1614403" cy="1764822"/>
            </a:xfrm>
            <a:custGeom>
              <a:rect b="b" l="l" r="r" t="t"/>
              <a:pathLst>
                <a:path extrusionOk="0" fill="none" h="84980" w="77737">
                  <a:moveTo>
                    <a:pt x="19978" y="0"/>
                  </a:moveTo>
                  <a:lnTo>
                    <a:pt x="77737" y="0"/>
                  </a:lnTo>
                  <a:lnTo>
                    <a:pt x="77737" y="84979"/>
                  </a:lnTo>
                  <a:lnTo>
                    <a:pt x="1" y="84979"/>
                  </a:ln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6" name="Google Shape;8536;p335"/>
            <p:cNvSpPr/>
            <p:nvPr/>
          </p:nvSpPr>
          <p:spPr>
            <a:xfrm>
              <a:off x="6879062" y="1636061"/>
              <a:ext cx="105312" cy="21"/>
            </a:xfrm>
            <a:custGeom>
              <a:rect b="b" l="l" r="r" t="t"/>
              <a:pathLst>
                <a:path extrusionOk="0" fill="none" h="1" w="5071">
                  <a:moveTo>
                    <a:pt x="1" y="0"/>
                  </a:moveTo>
                  <a:lnTo>
                    <a:pt x="5070" y="0"/>
                  </a:ln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7" name="Google Shape;8537;p335"/>
            <p:cNvSpPr/>
            <p:nvPr/>
          </p:nvSpPr>
          <p:spPr>
            <a:xfrm>
              <a:off x="6671615" y="1696225"/>
              <a:ext cx="1492830" cy="1643851"/>
            </a:xfrm>
            <a:custGeom>
              <a:rect b="b" l="l" r="r" t="t"/>
              <a:pathLst>
                <a:path extrusionOk="0" fill="none" h="79155" w="71883">
                  <a:moveTo>
                    <a:pt x="1" y="0"/>
                  </a:moveTo>
                  <a:lnTo>
                    <a:pt x="71883" y="0"/>
                  </a:lnTo>
                  <a:lnTo>
                    <a:pt x="71883" y="79155"/>
                  </a:lnTo>
                  <a:lnTo>
                    <a:pt x="1" y="79155"/>
                  </a:lnTo>
                  <a:close/>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8" name="Google Shape;8538;p335"/>
            <p:cNvSpPr/>
            <p:nvPr/>
          </p:nvSpPr>
          <p:spPr>
            <a:xfrm>
              <a:off x="6741186" y="1811526"/>
              <a:ext cx="1353688" cy="639888"/>
            </a:xfrm>
            <a:custGeom>
              <a:rect b="b" l="l" r="r" t="t"/>
              <a:pathLst>
                <a:path extrusionOk="0" fill="none" h="30812" w="65183">
                  <a:moveTo>
                    <a:pt x="65183" y="1"/>
                  </a:moveTo>
                  <a:lnTo>
                    <a:pt x="65183" y="30812"/>
                  </a:lnTo>
                  <a:lnTo>
                    <a:pt x="1" y="30812"/>
                  </a:lnTo>
                  <a:lnTo>
                    <a:pt x="1" y="27975"/>
                  </a:ln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9" name="Google Shape;8539;p335"/>
            <p:cNvSpPr/>
            <p:nvPr/>
          </p:nvSpPr>
          <p:spPr>
            <a:xfrm>
              <a:off x="6741186" y="1760147"/>
              <a:ext cx="1353688" cy="495741"/>
            </a:xfrm>
            <a:custGeom>
              <a:rect b="b" l="l" r="r" t="t"/>
              <a:pathLst>
                <a:path extrusionOk="0" fill="none" h="23871" w="65183">
                  <a:moveTo>
                    <a:pt x="1" y="23870"/>
                  </a:moveTo>
                  <a:lnTo>
                    <a:pt x="1" y="0"/>
                  </a:lnTo>
                  <a:lnTo>
                    <a:pt x="65183" y="0"/>
                  </a:ln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0" name="Google Shape;8540;p335"/>
            <p:cNvSpPr/>
            <p:nvPr/>
          </p:nvSpPr>
          <p:spPr>
            <a:xfrm>
              <a:off x="7866120" y="2518452"/>
              <a:ext cx="298325" cy="21"/>
            </a:xfrm>
            <a:custGeom>
              <a:rect b="b" l="l" r="r" t="t"/>
              <a:pathLst>
                <a:path extrusionOk="0" fill="none" h="1" w="14365">
                  <a:moveTo>
                    <a:pt x="0" y="1"/>
                  </a:moveTo>
                  <a:lnTo>
                    <a:pt x="14365" y="1"/>
                  </a:lnTo>
                </a:path>
              </a:pathLst>
            </a:custGeom>
            <a:noFill/>
            <a:ln cap="rnd" cmpd="sng" w="9800">
              <a:solidFill>
                <a:srgbClr val="2632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1" name="Google Shape;8541;p335"/>
            <p:cNvSpPr/>
            <p:nvPr/>
          </p:nvSpPr>
          <p:spPr>
            <a:xfrm>
              <a:off x="6671615" y="2518452"/>
              <a:ext cx="1038479" cy="21"/>
            </a:xfrm>
            <a:custGeom>
              <a:rect b="b" l="l" r="r" t="t"/>
              <a:pathLst>
                <a:path extrusionOk="0" fill="none" h="1" w="50005">
                  <a:moveTo>
                    <a:pt x="1" y="1"/>
                  </a:moveTo>
                  <a:lnTo>
                    <a:pt x="50004" y="1"/>
                  </a:ln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2" name="Google Shape;8542;p335"/>
            <p:cNvSpPr/>
            <p:nvPr/>
          </p:nvSpPr>
          <p:spPr>
            <a:xfrm>
              <a:off x="6859935" y="4078319"/>
              <a:ext cx="397054" cy="253488"/>
            </a:xfrm>
            <a:custGeom>
              <a:rect b="b" l="l" r="r" t="t"/>
              <a:pathLst>
                <a:path extrusionOk="0" h="12206" w="19119">
                  <a:moveTo>
                    <a:pt x="11785" y="1"/>
                  </a:moveTo>
                  <a:cubicBezTo>
                    <a:pt x="11785" y="1"/>
                    <a:pt x="11755" y="3924"/>
                    <a:pt x="10035" y="4527"/>
                  </a:cubicBezTo>
                  <a:cubicBezTo>
                    <a:pt x="9812" y="4605"/>
                    <a:pt x="9543" y="4635"/>
                    <a:pt x="9237" y="4635"/>
                  </a:cubicBezTo>
                  <a:cubicBezTo>
                    <a:pt x="8277" y="4635"/>
                    <a:pt x="6965" y="4344"/>
                    <a:pt x="5656" y="4344"/>
                  </a:cubicBezTo>
                  <a:cubicBezTo>
                    <a:pt x="4156" y="4344"/>
                    <a:pt x="2660" y="4726"/>
                    <a:pt x="1706" y="6368"/>
                  </a:cubicBezTo>
                  <a:cubicBezTo>
                    <a:pt x="0" y="9236"/>
                    <a:pt x="10348" y="12206"/>
                    <a:pt x="15752" y="12206"/>
                  </a:cubicBezTo>
                  <a:cubicBezTo>
                    <a:pt x="16944" y="12206"/>
                    <a:pt x="17895" y="12061"/>
                    <a:pt x="18424" y="11739"/>
                  </a:cubicBezTo>
                  <a:cubicBezTo>
                    <a:pt x="18424" y="11739"/>
                    <a:pt x="19118" y="8541"/>
                    <a:pt x="18575" y="6127"/>
                  </a:cubicBezTo>
                  <a:cubicBezTo>
                    <a:pt x="18032" y="3682"/>
                    <a:pt x="18575" y="695"/>
                    <a:pt x="18575" y="695"/>
                  </a:cubicBezTo>
                  <a:lnTo>
                    <a:pt x="11785" y="1"/>
                  </a:lnTo>
                  <a:close/>
                </a:path>
              </a:pathLst>
            </a:custGeom>
            <a:solidFill>
              <a:schemeClr val="lt1"/>
            </a:solid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3" name="Google Shape;8543;p335"/>
            <p:cNvSpPr/>
            <p:nvPr/>
          </p:nvSpPr>
          <p:spPr>
            <a:xfrm>
              <a:off x="6696058" y="3210528"/>
              <a:ext cx="1079432" cy="937258"/>
            </a:xfrm>
            <a:custGeom>
              <a:rect b="b" l="l" r="r" t="t"/>
              <a:pathLst>
                <a:path extrusionOk="0" h="45131" w="51977">
                  <a:moveTo>
                    <a:pt x="27728" y="0"/>
                  </a:moveTo>
                  <a:cubicBezTo>
                    <a:pt x="23916" y="0"/>
                    <a:pt x="19299" y="765"/>
                    <a:pt x="14184" y="3160"/>
                  </a:cubicBezTo>
                  <a:cubicBezTo>
                    <a:pt x="1" y="9799"/>
                    <a:pt x="16387" y="42269"/>
                    <a:pt x="16387" y="42269"/>
                  </a:cubicBezTo>
                  <a:cubicBezTo>
                    <a:pt x="16387" y="42269"/>
                    <a:pt x="21715" y="45130"/>
                    <a:pt x="26614" y="45130"/>
                  </a:cubicBezTo>
                  <a:cubicBezTo>
                    <a:pt x="27626" y="45130"/>
                    <a:pt x="28620" y="45008"/>
                    <a:pt x="29544" y="44714"/>
                  </a:cubicBezTo>
                  <a:lnTo>
                    <a:pt x="28910" y="40308"/>
                  </a:lnTo>
                  <a:lnTo>
                    <a:pt x="27492" y="39523"/>
                  </a:lnTo>
                  <a:cubicBezTo>
                    <a:pt x="27492" y="39523"/>
                    <a:pt x="31898" y="37381"/>
                    <a:pt x="32562" y="28478"/>
                  </a:cubicBezTo>
                  <a:cubicBezTo>
                    <a:pt x="32562" y="28478"/>
                    <a:pt x="50065" y="31617"/>
                    <a:pt x="51030" y="31798"/>
                  </a:cubicBezTo>
                  <a:cubicBezTo>
                    <a:pt x="51033" y="31798"/>
                    <a:pt x="51036" y="31799"/>
                    <a:pt x="51039" y="31799"/>
                  </a:cubicBezTo>
                  <a:cubicBezTo>
                    <a:pt x="51976" y="31799"/>
                    <a:pt x="48676" y="1772"/>
                    <a:pt x="48676" y="1772"/>
                  </a:cubicBezTo>
                  <a:cubicBezTo>
                    <a:pt x="48676" y="1772"/>
                    <a:pt x="46073" y="1243"/>
                    <a:pt x="43439" y="1243"/>
                  </a:cubicBezTo>
                  <a:cubicBezTo>
                    <a:pt x="41580" y="1243"/>
                    <a:pt x="39704" y="1506"/>
                    <a:pt x="38718" y="2405"/>
                  </a:cubicBezTo>
                  <a:cubicBezTo>
                    <a:pt x="38718" y="2405"/>
                    <a:pt x="34487" y="0"/>
                    <a:pt x="27728" y="0"/>
                  </a:cubicBez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4" name="Google Shape;8544;p335"/>
            <p:cNvSpPr/>
            <p:nvPr/>
          </p:nvSpPr>
          <p:spPr>
            <a:xfrm>
              <a:off x="6696058" y="3138258"/>
              <a:ext cx="1079827" cy="1036589"/>
            </a:xfrm>
            <a:custGeom>
              <a:rect b="b" l="l" r="r" t="t"/>
              <a:pathLst>
                <a:path extrusionOk="0" fill="none" h="49914" w="51996">
                  <a:moveTo>
                    <a:pt x="48676" y="5252"/>
                  </a:moveTo>
                  <a:cubicBezTo>
                    <a:pt x="48676" y="5252"/>
                    <a:pt x="41102" y="3713"/>
                    <a:pt x="38718" y="5885"/>
                  </a:cubicBezTo>
                  <a:cubicBezTo>
                    <a:pt x="38718" y="5885"/>
                    <a:pt x="28367" y="1"/>
                    <a:pt x="14184" y="6640"/>
                  </a:cubicBezTo>
                  <a:cubicBezTo>
                    <a:pt x="1" y="13279"/>
                    <a:pt x="16387" y="45749"/>
                    <a:pt x="16387" y="45749"/>
                  </a:cubicBezTo>
                  <a:cubicBezTo>
                    <a:pt x="16387" y="45749"/>
                    <a:pt x="24142" y="49914"/>
                    <a:pt x="29544" y="48194"/>
                  </a:cubicBezTo>
                  <a:lnTo>
                    <a:pt x="28910" y="43788"/>
                  </a:lnTo>
                  <a:lnTo>
                    <a:pt x="27492" y="43003"/>
                  </a:lnTo>
                  <a:cubicBezTo>
                    <a:pt x="27492" y="43003"/>
                    <a:pt x="31898" y="40861"/>
                    <a:pt x="32562" y="31958"/>
                  </a:cubicBezTo>
                  <a:cubicBezTo>
                    <a:pt x="32562" y="31958"/>
                    <a:pt x="50065" y="35097"/>
                    <a:pt x="51030" y="35278"/>
                  </a:cubicBezTo>
                  <a:cubicBezTo>
                    <a:pt x="51996" y="35459"/>
                    <a:pt x="48676" y="5252"/>
                    <a:pt x="48676" y="5252"/>
                  </a:cubicBezTo>
                  <a:close/>
                </a:path>
              </a:pathLst>
            </a:custGeom>
            <a:noFill/>
            <a:ln cap="rnd" cmpd="sng" w="9800">
              <a:solidFill>
                <a:srgbClr val="2632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5" name="Google Shape;8545;p335"/>
            <p:cNvSpPr/>
            <p:nvPr/>
          </p:nvSpPr>
          <p:spPr>
            <a:xfrm>
              <a:off x="7407989" y="2631884"/>
              <a:ext cx="664955" cy="605186"/>
            </a:xfrm>
            <a:custGeom>
              <a:rect b="b" l="l" r="r" t="t"/>
              <a:pathLst>
                <a:path extrusionOk="0" h="29141" w="32019">
                  <a:moveTo>
                    <a:pt x="26858" y="1"/>
                  </a:moveTo>
                  <a:cubicBezTo>
                    <a:pt x="26858" y="1"/>
                    <a:pt x="21064" y="3622"/>
                    <a:pt x="19405" y="6338"/>
                  </a:cubicBezTo>
                  <a:cubicBezTo>
                    <a:pt x="17715" y="9024"/>
                    <a:pt x="14848" y="14425"/>
                    <a:pt x="14848" y="14425"/>
                  </a:cubicBezTo>
                  <a:lnTo>
                    <a:pt x="6398" y="10985"/>
                  </a:lnTo>
                  <a:lnTo>
                    <a:pt x="1" y="15753"/>
                  </a:lnTo>
                  <a:cubicBezTo>
                    <a:pt x="1" y="15753"/>
                    <a:pt x="3803" y="28065"/>
                    <a:pt x="9416" y="29092"/>
                  </a:cubicBezTo>
                  <a:cubicBezTo>
                    <a:pt x="9597" y="29125"/>
                    <a:pt x="9790" y="29141"/>
                    <a:pt x="9993" y="29141"/>
                  </a:cubicBezTo>
                  <a:cubicBezTo>
                    <a:pt x="16083" y="29141"/>
                    <a:pt x="32019" y="14788"/>
                    <a:pt x="32019" y="14788"/>
                  </a:cubicBezTo>
                  <a:lnTo>
                    <a:pt x="26858" y="1"/>
                  </a:lnTo>
                  <a:close/>
                </a:path>
              </a:pathLst>
            </a:cu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6" name="Google Shape;8546;p335"/>
            <p:cNvSpPr/>
            <p:nvPr/>
          </p:nvSpPr>
          <p:spPr>
            <a:xfrm>
              <a:off x="7394220" y="2443252"/>
              <a:ext cx="144147" cy="394209"/>
            </a:xfrm>
            <a:custGeom>
              <a:rect b="b" l="l" r="r" t="t"/>
              <a:pathLst>
                <a:path extrusionOk="0" h="18982" w="6941">
                  <a:moveTo>
                    <a:pt x="5975" y="0"/>
                  </a:moveTo>
                  <a:cubicBezTo>
                    <a:pt x="1660" y="12373"/>
                    <a:pt x="0" y="18982"/>
                    <a:pt x="0" y="18982"/>
                  </a:cubicBezTo>
                  <a:cubicBezTo>
                    <a:pt x="2324" y="14335"/>
                    <a:pt x="6941" y="272"/>
                    <a:pt x="6941" y="272"/>
                  </a:cubicBezTo>
                  <a:lnTo>
                    <a:pt x="5975" y="0"/>
                  </a:lnTo>
                  <a:close/>
                </a:path>
              </a:pathLst>
            </a:custGeom>
            <a:solidFill>
              <a:schemeClr val="dk1"/>
            </a:solid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7" name="Google Shape;8547;p335"/>
            <p:cNvSpPr/>
            <p:nvPr/>
          </p:nvSpPr>
          <p:spPr>
            <a:xfrm>
              <a:off x="7324649" y="2561689"/>
              <a:ext cx="408621" cy="88386"/>
            </a:xfrm>
            <a:custGeom>
              <a:rect b="b" l="l" r="r" t="t"/>
              <a:pathLst>
                <a:path extrusionOk="0" h="4256" w="19676">
                  <a:moveTo>
                    <a:pt x="19434" y="1"/>
                  </a:moveTo>
                  <a:cubicBezTo>
                    <a:pt x="6549" y="2415"/>
                    <a:pt x="0" y="4256"/>
                    <a:pt x="0" y="4256"/>
                  </a:cubicBezTo>
                  <a:cubicBezTo>
                    <a:pt x="5191" y="3984"/>
                    <a:pt x="19676" y="967"/>
                    <a:pt x="19676" y="967"/>
                  </a:cubicBezTo>
                  <a:lnTo>
                    <a:pt x="19434" y="1"/>
                  </a:lnTo>
                  <a:close/>
                </a:path>
              </a:pathLst>
            </a:custGeom>
            <a:solidFill>
              <a:schemeClr val="dk1"/>
            </a:solid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8" name="Google Shape;8548;p335"/>
            <p:cNvSpPr/>
            <p:nvPr/>
          </p:nvSpPr>
          <p:spPr>
            <a:xfrm>
              <a:off x="6908510" y="2582498"/>
              <a:ext cx="721359" cy="1360583"/>
            </a:xfrm>
            <a:custGeom>
              <a:rect b="b" l="l" r="r" t="t"/>
              <a:pathLst>
                <a:path extrusionOk="0" h="65515" w="34735">
                  <a:moveTo>
                    <a:pt x="29565" y="1"/>
                  </a:moveTo>
                  <a:cubicBezTo>
                    <a:pt x="28802" y="1"/>
                    <a:pt x="27854" y="1051"/>
                    <a:pt x="27854" y="1051"/>
                  </a:cubicBezTo>
                  <a:cubicBezTo>
                    <a:pt x="27854" y="1051"/>
                    <a:pt x="27166" y="1032"/>
                    <a:pt x="26337" y="1032"/>
                  </a:cubicBezTo>
                  <a:cubicBezTo>
                    <a:pt x="25369" y="1032"/>
                    <a:pt x="24207" y="1058"/>
                    <a:pt x="23720" y="1172"/>
                  </a:cubicBezTo>
                  <a:cubicBezTo>
                    <a:pt x="22784" y="1353"/>
                    <a:pt x="19767" y="6332"/>
                    <a:pt x="18801" y="12337"/>
                  </a:cubicBezTo>
                  <a:cubicBezTo>
                    <a:pt x="17835" y="18373"/>
                    <a:pt x="16568" y="21783"/>
                    <a:pt x="13339" y="23442"/>
                  </a:cubicBezTo>
                  <a:cubicBezTo>
                    <a:pt x="6127" y="27154"/>
                    <a:pt x="333" y="35393"/>
                    <a:pt x="2294" y="43631"/>
                  </a:cubicBezTo>
                  <a:cubicBezTo>
                    <a:pt x="4256" y="51869"/>
                    <a:pt x="1" y="61315"/>
                    <a:pt x="31" y="63125"/>
                  </a:cubicBezTo>
                  <a:cubicBezTo>
                    <a:pt x="77" y="64477"/>
                    <a:pt x="5337" y="65515"/>
                    <a:pt x="8701" y="65515"/>
                  </a:cubicBezTo>
                  <a:cubicBezTo>
                    <a:pt x="9770" y="65515"/>
                    <a:pt x="10648" y="65410"/>
                    <a:pt x="11106" y="65177"/>
                  </a:cubicBezTo>
                  <a:cubicBezTo>
                    <a:pt x="11767" y="64847"/>
                    <a:pt x="12683" y="64739"/>
                    <a:pt x="13640" y="64739"/>
                  </a:cubicBezTo>
                  <a:cubicBezTo>
                    <a:pt x="15435" y="64739"/>
                    <a:pt x="17375" y="65118"/>
                    <a:pt x="18058" y="65118"/>
                  </a:cubicBezTo>
                  <a:cubicBezTo>
                    <a:pt x="18075" y="65118"/>
                    <a:pt x="18092" y="65117"/>
                    <a:pt x="18107" y="65117"/>
                  </a:cubicBezTo>
                  <a:cubicBezTo>
                    <a:pt x="19103" y="65117"/>
                    <a:pt x="22513" y="52925"/>
                    <a:pt x="21879" y="44838"/>
                  </a:cubicBezTo>
                  <a:cubicBezTo>
                    <a:pt x="21276" y="36751"/>
                    <a:pt x="28518" y="33612"/>
                    <a:pt x="29665" y="29176"/>
                  </a:cubicBezTo>
                  <a:cubicBezTo>
                    <a:pt x="30781" y="24740"/>
                    <a:pt x="34735" y="4823"/>
                    <a:pt x="32954" y="2892"/>
                  </a:cubicBezTo>
                  <a:cubicBezTo>
                    <a:pt x="32954" y="2892"/>
                    <a:pt x="30510" y="236"/>
                    <a:pt x="29755" y="25"/>
                  </a:cubicBezTo>
                  <a:cubicBezTo>
                    <a:pt x="29694" y="8"/>
                    <a:pt x="29630" y="1"/>
                    <a:pt x="29565" y="1"/>
                  </a:cubicBezTo>
                  <a:close/>
                </a:path>
              </a:pathLst>
            </a:custGeom>
            <a:solidFill>
              <a:schemeClr val="dk1"/>
            </a:solidFill>
            <a:ln cap="flat" cmpd="sng" w="9525">
              <a:solidFill>
                <a:schemeClr val="dk1"/>
              </a:solidFill>
              <a:prstDash val="solid"/>
              <a:miter lim="3017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9" name="Google Shape;8549;p335"/>
            <p:cNvSpPr/>
            <p:nvPr/>
          </p:nvSpPr>
          <p:spPr>
            <a:xfrm>
              <a:off x="7465660" y="2577494"/>
              <a:ext cx="178621" cy="187281"/>
            </a:xfrm>
            <a:custGeom>
              <a:rect b="b" l="l" r="r" t="t"/>
              <a:pathLst>
                <a:path extrusionOk="0" h="9018" w="8601">
                  <a:moveTo>
                    <a:pt x="5240" y="1"/>
                  </a:moveTo>
                  <a:cubicBezTo>
                    <a:pt x="5170" y="1"/>
                    <a:pt x="5113" y="18"/>
                    <a:pt x="5070" y="55"/>
                  </a:cubicBezTo>
                  <a:cubicBezTo>
                    <a:pt x="4768" y="356"/>
                    <a:pt x="4497" y="749"/>
                    <a:pt x="4316" y="1171"/>
                  </a:cubicBezTo>
                  <a:cubicBezTo>
                    <a:pt x="4316" y="1171"/>
                    <a:pt x="2807" y="1352"/>
                    <a:pt x="2837" y="2318"/>
                  </a:cubicBezTo>
                  <a:cubicBezTo>
                    <a:pt x="2837" y="2318"/>
                    <a:pt x="1328" y="2891"/>
                    <a:pt x="1298" y="3857"/>
                  </a:cubicBezTo>
                  <a:cubicBezTo>
                    <a:pt x="1298" y="3857"/>
                    <a:pt x="0" y="3857"/>
                    <a:pt x="453" y="5939"/>
                  </a:cubicBezTo>
                  <a:cubicBezTo>
                    <a:pt x="634" y="7086"/>
                    <a:pt x="1177" y="8172"/>
                    <a:pt x="1992" y="9017"/>
                  </a:cubicBezTo>
                  <a:lnTo>
                    <a:pt x="8601" y="6392"/>
                  </a:lnTo>
                  <a:cubicBezTo>
                    <a:pt x="8389" y="5034"/>
                    <a:pt x="8118" y="3706"/>
                    <a:pt x="7756" y="2409"/>
                  </a:cubicBezTo>
                  <a:cubicBezTo>
                    <a:pt x="7403" y="1351"/>
                    <a:pt x="5856" y="1"/>
                    <a:pt x="5240" y="1"/>
                  </a:cubicBezTo>
                  <a:close/>
                </a:path>
              </a:pathLst>
            </a:custGeom>
            <a:solidFill>
              <a:schemeClr val="lt1"/>
            </a:solidFill>
            <a:ln cap="rnd" cmpd="sng" w="98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0" name="Google Shape;8550;p335"/>
            <p:cNvSpPr/>
            <p:nvPr/>
          </p:nvSpPr>
          <p:spPr>
            <a:xfrm>
              <a:off x="7941319" y="2357711"/>
              <a:ext cx="272013" cy="269188"/>
            </a:xfrm>
            <a:custGeom>
              <a:rect b="b" l="l" r="r" t="t"/>
              <a:pathLst>
                <a:path extrusionOk="0" h="12962" w="13098">
                  <a:moveTo>
                    <a:pt x="10476" y="1"/>
                  </a:moveTo>
                  <a:cubicBezTo>
                    <a:pt x="8235" y="1"/>
                    <a:pt x="1" y="7741"/>
                    <a:pt x="1" y="7741"/>
                  </a:cubicBezTo>
                  <a:cubicBezTo>
                    <a:pt x="1" y="7741"/>
                    <a:pt x="5523" y="8948"/>
                    <a:pt x="6730" y="12961"/>
                  </a:cubicBezTo>
                  <a:lnTo>
                    <a:pt x="13097" y="5990"/>
                  </a:lnTo>
                  <a:cubicBezTo>
                    <a:pt x="13097" y="5990"/>
                    <a:pt x="10472" y="4934"/>
                    <a:pt x="11015" y="890"/>
                  </a:cubicBezTo>
                  <a:cubicBezTo>
                    <a:pt x="11100" y="265"/>
                    <a:pt x="10890" y="1"/>
                    <a:pt x="10476" y="1"/>
                  </a:cubicBezTo>
                  <a:close/>
                </a:path>
              </a:pathLst>
            </a:custGeom>
            <a:solidFill>
              <a:srgbClr val="FFFFFF"/>
            </a:solid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1" name="Google Shape;8551;p335"/>
            <p:cNvSpPr/>
            <p:nvPr/>
          </p:nvSpPr>
          <p:spPr>
            <a:xfrm>
              <a:off x="7769614" y="2022108"/>
              <a:ext cx="475680" cy="522365"/>
            </a:xfrm>
            <a:custGeom>
              <a:rect b="b" l="l" r="r" t="t"/>
              <a:pathLst>
                <a:path extrusionOk="0" h="25153" w="22905">
                  <a:moveTo>
                    <a:pt x="13257" y="0"/>
                  </a:moveTo>
                  <a:cubicBezTo>
                    <a:pt x="11376" y="0"/>
                    <a:pt x="9140" y="364"/>
                    <a:pt x="6488" y="1147"/>
                  </a:cubicBezTo>
                  <a:cubicBezTo>
                    <a:pt x="272" y="2958"/>
                    <a:pt x="1690" y="13791"/>
                    <a:pt x="1690" y="13791"/>
                  </a:cubicBezTo>
                  <a:cubicBezTo>
                    <a:pt x="1690" y="13791"/>
                    <a:pt x="0" y="16356"/>
                    <a:pt x="453" y="17141"/>
                  </a:cubicBezTo>
                  <a:cubicBezTo>
                    <a:pt x="606" y="17422"/>
                    <a:pt x="1580" y="17443"/>
                    <a:pt x="1876" y="17443"/>
                  </a:cubicBezTo>
                  <a:cubicBezTo>
                    <a:pt x="1930" y="17443"/>
                    <a:pt x="1962" y="17443"/>
                    <a:pt x="1962" y="17443"/>
                  </a:cubicBezTo>
                  <a:cubicBezTo>
                    <a:pt x="2203" y="18318"/>
                    <a:pt x="2595" y="19133"/>
                    <a:pt x="3078" y="19857"/>
                  </a:cubicBezTo>
                  <a:lnTo>
                    <a:pt x="2414" y="20159"/>
                  </a:lnTo>
                  <a:cubicBezTo>
                    <a:pt x="2897" y="22211"/>
                    <a:pt x="3712" y="24233"/>
                    <a:pt x="5040" y="24746"/>
                  </a:cubicBezTo>
                  <a:cubicBezTo>
                    <a:pt x="5687" y="24988"/>
                    <a:pt x="6364" y="25153"/>
                    <a:pt x="7249" y="25153"/>
                  </a:cubicBezTo>
                  <a:cubicBezTo>
                    <a:pt x="8345" y="25153"/>
                    <a:pt x="9759" y="24901"/>
                    <a:pt x="11829" y="24233"/>
                  </a:cubicBezTo>
                  <a:lnTo>
                    <a:pt x="20671" y="18107"/>
                  </a:lnTo>
                  <a:cubicBezTo>
                    <a:pt x="20671" y="18107"/>
                    <a:pt x="22904" y="15753"/>
                    <a:pt x="22844" y="13852"/>
                  </a:cubicBezTo>
                  <a:cubicBezTo>
                    <a:pt x="22651" y="5834"/>
                    <a:pt x="20796" y="0"/>
                    <a:pt x="13257" y="0"/>
                  </a:cubicBez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2" name="Google Shape;8552;p335"/>
            <p:cNvSpPr/>
            <p:nvPr/>
          </p:nvSpPr>
          <p:spPr>
            <a:xfrm>
              <a:off x="7769614" y="1964458"/>
              <a:ext cx="475680" cy="585976"/>
            </a:xfrm>
            <a:custGeom>
              <a:rect b="b" l="l" r="r" t="t"/>
              <a:pathLst>
                <a:path extrusionOk="0" fill="none" h="28216" w="22905">
                  <a:moveTo>
                    <a:pt x="20671" y="20883"/>
                  </a:moveTo>
                  <a:cubicBezTo>
                    <a:pt x="20671" y="20883"/>
                    <a:pt x="22904" y="18529"/>
                    <a:pt x="22844" y="16628"/>
                  </a:cubicBezTo>
                  <a:cubicBezTo>
                    <a:pt x="22603" y="6609"/>
                    <a:pt x="19766" y="0"/>
                    <a:pt x="6488" y="3923"/>
                  </a:cubicBezTo>
                  <a:cubicBezTo>
                    <a:pt x="272" y="5734"/>
                    <a:pt x="1690" y="16567"/>
                    <a:pt x="1690" y="16567"/>
                  </a:cubicBezTo>
                  <a:cubicBezTo>
                    <a:pt x="1690" y="16567"/>
                    <a:pt x="0" y="19132"/>
                    <a:pt x="453" y="19917"/>
                  </a:cubicBezTo>
                  <a:cubicBezTo>
                    <a:pt x="634" y="20249"/>
                    <a:pt x="1962" y="20219"/>
                    <a:pt x="1962" y="20219"/>
                  </a:cubicBezTo>
                  <a:cubicBezTo>
                    <a:pt x="2203" y="21094"/>
                    <a:pt x="2595" y="21909"/>
                    <a:pt x="3078" y="22633"/>
                  </a:cubicBezTo>
                  <a:lnTo>
                    <a:pt x="2414" y="22935"/>
                  </a:lnTo>
                  <a:cubicBezTo>
                    <a:pt x="2897" y="24987"/>
                    <a:pt x="3712" y="27009"/>
                    <a:pt x="5040" y="27522"/>
                  </a:cubicBezTo>
                  <a:cubicBezTo>
                    <a:pt x="6488" y="28065"/>
                    <a:pt x="8088" y="28216"/>
                    <a:pt x="11829" y="27009"/>
                  </a:cubicBez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3" name="Google Shape;8553;p335"/>
            <p:cNvSpPr/>
            <p:nvPr/>
          </p:nvSpPr>
          <p:spPr>
            <a:xfrm>
              <a:off x="7780267" y="1967677"/>
              <a:ext cx="537089" cy="465317"/>
            </a:xfrm>
            <a:custGeom>
              <a:rect b="b" l="l" r="r" t="t"/>
              <a:pathLst>
                <a:path extrusionOk="0" h="22406" w="25862">
                  <a:moveTo>
                    <a:pt x="13019" y="0"/>
                  </a:moveTo>
                  <a:cubicBezTo>
                    <a:pt x="10845" y="0"/>
                    <a:pt x="8556" y="464"/>
                    <a:pt x="6337" y="1324"/>
                  </a:cubicBezTo>
                  <a:cubicBezTo>
                    <a:pt x="0" y="3798"/>
                    <a:pt x="1931" y="7933"/>
                    <a:pt x="1931" y="7933"/>
                  </a:cubicBezTo>
                  <a:cubicBezTo>
                    <a:pt x="2377" y="7755"/>
                    <a:pt x="2807" y="7681"/>
                    <a:pt x="3214" y="7681"/>
                  </a:cubicBezTo>
                  <a:cubicBezTo>
                    <a:pt x="5372" y="7681"/>
                    <a:pt x="6906" y="9773"/>
                    <a:pt x="6880" y="9773"/>
                  </a:cubicBezTo>
                  <a:cubicBezTo>
                    <a:pt x="7303" y="14572"/>
                    <a:pt x="11045" y="15990"/>
                    <a:pt x="11045" y="15990"/>
                  </a:cubicBezTo>
                  <a:cubicBezTo>
                    <a:pt x="11045" y="15990"/>
                    <a:pt x="12089" y="14065"/>
                    <a:pt x="13325" y="14065"/>
                  </a:cubicBezTo>
                  <a:cubicBezTo>
                    <a:pt x="13771" y="14065"/>
                    <a:pt x="14241" y="14315"/>
                    <a:pt x="14696" y="14994"/>
                  </a:cubicBezTo>
                  <a:cubicBezTo>
                    <a:pt x="16416" y="17589"/>
                    <a:pt x="13881" y="20215"/>
                    <a:pt x="13881" y="20215"/>
                  </a:cubicBezTo>
                  <a:cubicBezTo>
                    <a:pt x="13881" y="20215"/>
                    <a:pt x="14413" y="22405"/>
                    <a:pt x="16705" y="22405"/>
                  </a:cubicBezTo>
                  <a:cubicBezTo>
                    <a:pt x="17504" y="22405"/>
                    <a:pt x="18517" y="22139"/>
                    <a:pt x="19796" y="21422"/>
                  </a:cubicBezTo>
                  <a:cubicBezTo>
                    <a:pt x="24745" y="18615"/>
                    <a:pt x="25862" y="10679"/>
                    <a:pt x="22693" y="5156"/>
                  </a:cubicBezTo>
                  <a:cubicBezTo>
                    <a:pt x="20639" y="1576"/>
                    <a:pt x="17025" y="0"/>
                    <a:pt x="13019" y="0"/>
                  </a:cubicBezTo>
                  <a:close/>
                </a:path>
              </a:pathLst>
            </a:custGeom>
            <a:solidFill>
              <a:schemeClr val="lt1"/>
            </a:solidFill>
            <a:ln cap="flat" cmpd="sng" w="9525">
              <a:solidFill>
                <a:schemeClr val="dk1"/>
              </a:solidFill>
              <a:prstDash val="solid"/>
              <a:miter lim="3017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4" name="Google Shape;8554;p335"/>
            <p:cNvSpPr/>
            <p:nvPr/>
          </p:nvSpPr>
          <p:spPr>
            <a:xfrm>
              <a:off x="8120563" y="1837797"/>
              <a:ext cx="254547" cy="220675"/>
            </a:xfrm>
            <a:custGeom>
              <a:rect b="b" l="l" r="r" t="t"/>
              <a:pathLst>
                <a:path extrusionOk="0" h="10626" w="12257">
                  <a:moveTo>
                    <a:pt x="6074" y="1"/>
                  </a:moveTo>
                  <a:cubicBezTo>
                    <a:pt x="5373" y="1"/>
                    <a:pt x="4655" y="151"/>
                    <a:pt x="3953" y="486"/>
                  </a:cubicBezTo>
                  <a:cubicBezTo>
                    <a:pt x="0" y="2387"/>
                    <a:pt x="1087" y="7004"/>
                    <a:pt x="1087" y="7004"/>
                  </a:cubicBezTo>
                  <a:cubicBezTo>
                    <a:pt x="3591" y="8061"/>
                    <a:pt x="5824" y="10626"/>
                    <a:pt x="5824" y="10626"/>
                  </a:cubicBezTo>
                  <a:cubicBezTo>
                    <a:pt x="5824" y="10626"/>
                    <a:pt x="10079" y="10143"/>
                    <a:pt x="11286" y="6401"/>
                  </a:cubicBezTo>
                  <a:cubicBezTo>
                    <a:pt x="12256" y="3293"/>
                    <a:pt x="9354" y="1"/>
                    <a:pt x="6074" y="1"/>
                  </a:cubicBezTo>
                  <a:close/>
                </a:path>
              </a:pathLst>
            </a:custGeom>
            <a:solidFill>
              <a:schemeClr val="lt1"/>
            </a:solidFill>
            <a:ln cap="flat" cmpd="sng" w="9525">
              <a:solidFill>
                <a:schemeClr val="dk1"/>
              </a:solidFill>
              <a:prstDash val="solid"/>
              <a:miter lim="3017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5" name="Google Shape;8555;p335"/>
            <p:cNvSpPr/>
            <p:nvPr/>
          </p:nvSpPr>
          <p:spPr>
            <a:xfrm>
              <a:off x="7809716" y="2277798"/>
              <a:ext cx="23841" cy="62074"/>
            </a:xfrm>
            <a:custGeom>
              <a:rect b="b" l="l" r="r" t="t"/>
              <a:pathLst>
                <a:path extrusionOk="0" h="2989" w="1148">
                  <a:moveTo>
                    <a:pt x="544" y="1"/>
                  </a:moveTo>
                  <a:lnTo>
                    <a:pt x="0" y="2234"/>
                  </a:lnTo>
                  <a:cubicBezTo>
                    <a:pt x="91" y="2536"/>
                    <a:pt x="302" y="2807"/>
                    <a:pt x="544" y="2988"/>
                  </a:cubicBezTo>
                  <a:lnTo>
                    <a:pt x="1147" y="604"/>
                  </a:lnTo>
                  <a:cubicBezTo>
                    <a:pt x="1147" y="604"/>
                    <a:pt x="1117" y="423"/>
                    <a:pt x="54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6" name="Google Shape;8556;p335"/>
            <p:cNvSpPr/>
            <p:nvPr/>
          </p:nvSpPr>
          <p:spPr>
            <a:xfrm>
              <a:off x="7829133" y="2300995"/>
              <a:ext cx="17569" cy="42075"/>
            </a:xfrm>
            <a:custGeom>
              <a:rect b="b" l="l" r="r" t="t"/>
              <a:pathLst>
                <a:path extrusionOk="0" h="2026" w="846">
                  <a:moveTo>
                    <a:pt x="454" y="0"/>
                  </a:moveTo>
                  <a:lnTo>
                    <a:pt x="1" y="1992"/>
                  </a:lnTo>
                  <a:cubicBezTo>
                    <a:pt x="1" y="1992"/>
                    <a:pt x="59" y="2026"/>
                    <a:pt x="144" y="2026"/>
                  </a:cubicBezTo>
                  <a:cubicBezTo>
                    <a:pt x="271" y="2026"/>
                    <a:pt x="460" y="1950"/>
                    <a:pt x="604" y="1569"/>
                  </a:cubicBezTo>
                  <a:cubicBezTo>
                    <a:pt x="846" y="936"/>
                    <a:pt x="454" y="0"/>
                    <a:pt x="45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7" name="Google Shape;8557;p335"/>
            <p:cNvSpPr/>
            <p:nvPr/>
          </p:nvSpPr>
          <p:spPr>
            <a:xfrm>
              <a:off x="7834159" y="2430086"/>
              <a:ext cx="379173" cy="587969"/>
            </a:xfrm>
            <a:custGeom>
              <a:rect b="b" l="l" r="r" t="t"/>
              <a:pathLst>
                <a:path extrusionOk="0" h="28312" w="18258">
                  <a:moveTo>
                    <a:pt x="17343" y="0"/>
                  </a:moveTo>
                  <a:cubicBezTo>
                    <a:pt x="16658" y="0"/>
                    <a:pt x="10094" y="6463"/>
                    <a:pt x="6760" y="7515"/>
                  </a:cubicBezTo>
                  <a:cubicBezTo>
                    <a:pt x="3380" y="8571"/>
                    <a:pt x="5221" y="12886"/>
                    <a:pt x="5221" y="12886"/>
                  </a:cubicBezTo>
                  <a:cubicBezTo>
                    <a:pt x="5221" y="12886"/>
                    <a:pt x="0" y="17322"/>
                    <a:pt x="996" y="23479"/>
                  </a:cubicBezTo>
                  <a:cubicBezTo>
                    <a:pt x="1648" y="27637"/>
                    <a:pt x="3939" y="28312"/>
                    <a:pt x="5357" y="28312"/>
                  </a:cubicBezTo>
                  <a:cubicBezTo>
                    <a:pt x="6039" y="28312"/>
                    <a:pt x="6519" y="28156"/>
                    <a:pt x="6519" y="28156"/>
                  </a:cubicBezTo>
                  <a:lnTo>
                    <a:pt x="18257" y="2505"/>
                  </a:lnTo>
                  <a:cubicBezTo>
                    <a:pt x="18257" y="2505"/>
                    <a:pt x="18016" y="31"/>
                    <a:pt x="17352" y="1"/>
                  </a:cubicBezTo>
                  <a:cubicBezTo>
                    <a:pt x="17349" y="0"/>
                    <a:pt x="17346" y="0"/>
                    <a:pt x="17343" y="0"/>
                  </a:cubicBez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8" name="Google Shape;8558;p335"/>
            <p:cNvSpPr/>
            <p:nvPr/>
          </p:nvSpPr>
          <p:spPr>
            <a:xfrm>
              <a:off x="7452494" y="2482108"/>
              <a:ext cx="1031563" cy="1399439"/>
            </a:xfrm>
            <a:custGeom>
              <a:rect b="b" l="l" r="r" t="t"/>
              <a:pathLst>
                <a:path extrusionOk="0" h="67386" w="49672">
                  <a:moveTo>
                    <a:pt x="36635" y="0"/>
                  </a:moveTo>
                  <a:cubicBezTo>
                    <a:pt x="19344" y="9959"/>
                    <a:pt x="16839" y="26285"/>
                    <a:pt x="16839" y="26285"/>
                  </a:cubicBezTo>
                  <a:cubicBezTo>
                    <a:pt x="0" y="32049"/>
                    <a:pt x="12313" y="64368"/>
                    <a:pt x="12313" y="64368"/>
                  </a:cubicBezTo>
                  <a:lnTo>
                    <a:pt x="28518" y="67386"/>
                  </a:lnTo>
                  <a:cubicBezTo>
                    <a:pt x="34644" y="64157"/>
                    <a:pt x="49672" y="25832"/>
                    <a:pt x="46262" y="11558"/>
                  </a:cubicBezTo>
                  <a:cubicBezTo>
                    <a:pt x="44119" y="2626"/>
                    <a:pt x="36635" y="0"/>
                    <a:pt x="36635" y="0"/>
                  </a:cubicBezTo>
                  <a:close/>
                </a:path>
              </a:pathLst>
            </a:custGeom>
            <a:solidFill>
              <a:schemeClr val="accen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9" name="Google Shape;8559;p335"/>
            <p:cNvSpPr/>
            <p:nvPr/>
          </p:nvSpPr>
          <p:spPr>
            <a:xfrm>
              <a:off x="7431809" y="2663720"/>
              <a:ext cx="809725" cy="594366"/>
            </a:xfrm>
            <a:custGeom>
              <a:rect b="b" l="l" r="r" t="t"/>
              <a:pathLst>
                <a:path extrusionOk="0" h="28620" w="38990">
                  <a:moveTo>
                    <a:pt x="10288" y="1"/>
                  </a:moveTo>
                  <a:cubicBezTo>
                    <a:pt x="8287" y="1"/>
                    <a:pt x="2893" y="1182"/>
                    <a:pt x="755" y="5046"/>
                  </a:cubicBezTo>
                  <a:cubicBezTo>
                    <a:pt x="1" y="6404"/>
                    <a:pt x="634" y="5378"/>
                    <a:pt x="966" y="7913"/>
                  </a:cubicBezTo>
                  <a:cubicBezTo>
                    <a:pt x="988" y="8031"/>
                    <a:pt x="1169" y="8069"/>
                    <a:pt x="1393" y="8069"/>
                  </a:cubicBezTo>
                  <a:cubicBezTo>
                    <a:pt x="1802" y="8069"/>
                    <a:pt x="2354" y="7943"/>
                    <a:pt x="2354" y="7943"/>
                  </a:cubicBezTo>
                  <a:lnTo>
                    <a:pt x="2354" y="7943"/>
                  </a:lnTo>
                  <a:cubicBezTo>
                    <a:pt x="876" y="16302"/>
                    <a:pt x="9084" y="27981"/>
                    <a:pt x="13852" y="28585"/>
                  </a:cubicBezTo>
                  <a:cubicBezTo>
                    <a:pt x="14049" y="28608"/>
                    <a:pt x="14271" y="28620"/>
                    <a:pt x="14514" y="28620"/>
                  </a:cubicBezTo>
                  <a:cubicBezTo>
                    <a:pt x="20151" y="28620"/>
                    <a:pt x="37543" y="22431"/>
                    <a:pt x="38989" y="18294"/>
                  </a:cubicBezTo>
                  <a:lnTo>
                    <a:pt x="20943" y="12349"/>
                  </a:lnTo>
                  <a:cubicBezTo>
                    <a:pt x="20368" y="12101"/>
                    <a:pt x="19913" y="12010"/>
                    <a:pt x="19555" y="12010"/>
                  </a:cubicBezTo>
                  <a:cubicBezTo>
                    <a:pt x="18563" y="12010"/>
                    <a:pt x="18318" y="12711"/>
                    <a:pt x="18318" y="12711"/>
                  </a:cubicBezTo>
                  <a:cubicBezTo>
                    <a:pt x="16236" y="8969"/>
                    <a:pt x="11679" y="3990"/>
                    <a:pt x="11679" y="3990"/>
                  </a:cubicBezTo>
                  <a:cubicBezTo>
                    <a:pt x="11679" y="3990"/>
                    <a:pt x="11770" y="550"/>
                    <a:pt x="10985" y="97"/>
                  </a:cubicBezTo>
                  <a:cubicBezTo>
                    <a:pt x="10875" y="36"/>
                    <a:pt x="10631" y="1"/>
                    <a:pt x="1028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0" name="Google Shape;8560;p335"/>
            <p:cNvSpPr/>
            <p:nvPr/>
          </p:nvSpPr>
          <p:spPr>
            <a:xfrm>
              <a:off x="7431809" y="2656950"/>
              <a:ext cx="809725" cy="612309"/>
            </a:xfrm>
            <a:custGeom>
              <a:rect b="b" l="l" r="r" t="t"/>
              <a:pathLst>
                <a:path extrusionOk="0" fill="none" h="29484" w="38990">
                  <a:moveTo>
                    <a:pt x="38989" y="18620"/>
                  </a:moveTo>
                  <a:cubicBezTo>
                    <a:pt x="37481" y="22935"/>
                    <a:pt x="18620" y="29484"/>
                    <a:pt x="13852" y="28911"/>
                  </a:cubicBezTo>
                  <a:cubicBezTo>
                    <a:pt x="9084" y="28307"/>
                    <a:pt x="876" y="16628"/>
                    <a:pt x="2354" y="8269"/>
                  </a:cubicBezTo>
                  <a:cubicBezTo>
                    <a:pt x="2354" y="8269"/>
                    <a:pt x="1027" y="8571"/>
                    <a:pt x="966" y="8239"/>
                  </a:cubicBezTo>
                  <a:cubicBezTo>
                    <a:pt x="634" y="5704"/>
                    <a:pt x="1" y="6730"/>
                    <a:pt x="755" y="5372"/>
                  </a:cubicBezTo>
                  <a:cubicBezTo>
                    <a:pt x="3260" y="846"/>
                    <a:pt x="10231" y="1"/>
                    <a:pt x="10985" y="423"/>
                  </a:cubicBezTo>
                  <a:cubicBezTo>
                    <a:pt x="11770" y="876"/>
                    <a:pt x="11679" y="4316"/>
                    <a:pt x="11679" y="4316"/>
                  </a:cubicBezTo>
                  <a:cubicBezTo>
                    <a:pt x="11679" y="4316"/>
                    <a:pt x="16236" y="9295"/>
                    <a:pt x="18318" y="13037"/>
                  </a:cubicBezTo>
                  <a:cubicBezTo>
                    <a:pt x="18318" y="13037"/>
                    <a:pt x="18771" y="11740"/>
                    <a:pt x="20943" y="12675"/>
                  </a:cubicBez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1" name="Google Shape;8561;p335"/>
            <p:cNvSpPr/>
            <p:nvPr/>
          </p:nvSpPr>
          <p:spPr>
            <a:xfrm>
              <a:off x="7007529" y="3813222"/>
              <a:ext cx="410511" cy="594760"/>
            </a:xfrm>
            <a:custGeom>
              <a:rect b="b" l="l" r="r" t="t"/>
              <a:pathLst>
                <a:path extrusionOk="0" h="28639" w="19767">
                  <a:moveTo>
                    <a:pt x="14576" y="1"/>
                  </a:moveTo>
                  <a:lnTo>
                    <a:pt x="13550" y="1811"/>
                  </a:lnTo>
                  <a:lnTo>
                    <a:pt x="11951" y="4648"/>
                  </a:lnTo>
                  <a:cubicBezTo>
                    <a:pt x="11528" y="5372"/>
                    <a:pt x="11438" y="6247"/>
                    <a:pt x="11709" y="7062"/>
                  </a:cubicBezTo>
                  <a:lnTo>
                    <a:pt x="10170" y="9778"/>
                  </a:lnTo>
                  <a:cubicBezTo>
                    <a:pt x="10053" y="9750"/>
                    <a:pt x="9936" y="9737"/>
                    <a:pt x="9821" y="9737"/>
                  </a:cubicBezTo>
                  <a:cubicBezTo>
                    <a:pt x="9314" y="9737"/>
                    <a:pt x="8847" y="9999"/>
                    <a:pt x="8601" y="10442"/>
                  </a:cubicBezTo>
                  <a:lnTo>
                    <a:pt x="8299" y="10955"/>
                  </a:lnTo>
                  <a:cubicBezTo>
                    <a:pt x="8239" y="11076"/>
                    <a:pt x="8179" y="11166"/>
                    <a:pt x="8149" y="11287"/>
                  </a:cubicBezTo>
                  <a:cubicBezTo>
                    <a:pt x="7998" y="11981"/>
                    <a:pt x="7455" y="12464"/>
                    <a:pt x="6760" y="12554"/>
                  </a:cubicBezTo>
                  <a:cubicBezTo>
                    <a:pt x="7032" y="13188"/>
                    <a:pt x="6881" y="13942"/>
                    <a:pt x="6398" y="14395"/>
                  </a:cubicBezTo>
                  <a:cubicBezTo>
                    <a:pt x="6308" y="14486"/>
                    <a:pt x="6247" y="14576"/>
                    <a:pt x="6187" y="14697"/>
                  </a:cubicBezTo>
                  <a:lnTo>
                    <a:pt x="5885" y="15210"/>
                  </a:lnTo>
                  <a:cubicBezTo>
                    <a:pt x="5855" y="15270"/>
                    <a:pt x="5825" y="15361"/>
                    <a:pt x="5795" y="15421"/>
                  </a:cubicBezTo>
                  <a:cubicBezTo>
                    <a:pt x="5614" y="15934"/>
                    <a:pt x="5734" y="16508"/>
                    <a:pt x="6127" y="16900"/>
                  </a:cubicBezTo>
                  <a:lnTo>
                    <a:pt x="4588" y="19616"/>
                  </a:lnTo>
                  <a:cubicBezTo>
                    <a:pt x="3743" y="19797"/>
                    <a:pt x="3049" y="20340"/>
                    <a:pt x="2626" y="21064"/>
                  </a:cubicBezTo>
                  <a:lnTo>
                    <a:pt x="1" y="25712"/>
                  </a:lnTo>
                  <a:lnTo>
                    <a:pt x="5191" y="28639"/>
                  </a:lnTo>
                  <a:lnTo>
                    <a:pt x="7817" y="23991"/>
                  </a:lnTo>
                  <a:cubicBezTo>
                    <a:pt x="8239" y="23267"/>
                    <a:pt x="8330" y="22392"/>
                    <a:pt x="8058" y="21607"/>
                  </a:cubicBezTo>
                  <a:lnTo>
                    <a:pt x="9597" y="18861"/>
                  </a:lnTo>
                  <a:cubicBezTo>
                    <a:pt x="9715" y="18891"/>
                    <a:pt x="9835" y="18905"/>
                    <a:pt x="9954" y="18905"/>
                  </a:cubicBezTo>
                  <a:cubicBezTo>
                    <a:pt x="10446" y="18905"/>
                    <a:pt x="10923" y="18659"/>
                    <a:pt x="11166" y="18197"/>
                  </a:cubicBezTo>
                  <a:lnTo>
                    <a:pt x="11468" y="17684"/>
                  </a:lnTo>
                  <a:cubicBezTo>
                    <a:pt x="11528" y="17594"/>
                    <a:pt x="11559" y="17473"/>
                    <a:pt x="11589" y="17352"/>
                  </a:cubicBezTo>
                  <a:cubicBezTo>
                    <a:pt x="11679" y="17021"/>
                    <a:pt x="11860" y="16719"/>
                    <a:pt x="12102" y="16508"/>
                  </a:cubicBezTo>
                  <a:cubicBezTo>
                    <a:pt x="12343" y="16266"/>
                    <a:pt x="12645" y="16115"/>
                    <a:pt x="12977" y="16085"/>
                  </a:cubicBezTo>
                  <a:cubicBezTo>
                    <a:pt x="12705" y="15451"/>
                    <a:pt x="12856" y="14727"/>
                    <a:pt x="13369" y="14244"/>
                  </a:cubicBezTo>
                  <a:cubicBezTo>
                    <a:pt x="13460" y="14154"/>
                    <a:pt x="13520" y="14063"/>
                    <a:pt x="13580" y="13942"/>
                  </a:cubicBezTo>
                  <a:lnTo>
                    <a:pt x="13882" y="13429"/>
                  </a:lnTo>
                  <a:cubicBezTo>
                    <a:pt x="14184" y="12886"/>
                    <a:pt x="14093" y="12192"/>
                    <a:pt x="13641" y="11770"/>
                  </a:cubicBezTo>
                  <a:lnTo>
                    <a:pt x="15180" y="9024"/>
                  </a:lnTo>
                  <a:cubicBezTo>
                    <a:pt x="15995" y="8843"/>
                    <a:pt x="16719" y="8330"/>
                    <a:pt x="17141" y="7575"/>
                  </a:cubicBezTo>
                  <a:lnTo>
                    <a:pt x="19706" y="3018"/>
                  </a:lnTo>
                  <a:lnTo>
                    <a:pt x="19767" y="2958"/>
                  </a:lnTo>
                  <a:lnTo>
                    <a:pt x="14576"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2" name="Google Shape;8562;p335"/>
            <p:cNvSpPr/>
            <p:nvPr/>
          </p:nvSpPr>
          <p:spPr>
            <a:xfrm>
              <a:off x="7953219" y="3954233"/>
              <a:ext cx="213739" cy="626099"/>
            </a:xfrm>
            <a:custGeom>
              <a:rect b="b" l="l" r="r" t="t"/>
              <a:pathLst>
                <a:path extrusionOk="0" h="30148" w="10292">
                  <a:moveTo>
                    <a:pt x="5885" y="1"/>
                  </a:moveTo>
                  <a:lnTo>
                    <a:pt x="1" y="906"/>
                  </a:lnTo>
                  <a:lnTo>
                    <a:pt x="61" y="1268"/>
                  </a:lnTo>
                  <a:lnTo>
                    <a:pt x="786" y="6187"/>
                  </a:lnTo>
                  <a:cubicBezTo>
                    <a:pt x="906" y="7002"/>
                    <a:pt x="1389" y="7756"/>
                    <a:pt x="2083" y="8209"/>
                  </a:cubicBezTo>
                  <a:lnTo>
                    <a:pt x="2566" y="11317"/>
                  </a:lnTo>
                  <a:cubicBezTo>
                    <a:pt x="1962" y="11558"/>
                    <a:pt x="1630" y="12192"/>
                    <a:pt x="1721" y="12796"/>
                  </a:cubicBezTo>
                  <a:lnTo>
                    <a:pt x="1812" y="13399"/>
                  </a:lnTo>
                  <a:cubicBezTo>
                    <a:pt x="1842" y="13520"/>
                    <a:pt x="1872" y="13641"/>
                    <a:pt x="1932" y="13731"/>
                  </a:cubicBezTo>
                  <a:cubicBezTo>
                    <a:pt x="2204" y="14365"/>
                    <a:pt x="2083" y="15119"/>
                    <a:pt x="1600" y="15602"/>
                  </a:cubicBezTo>
                  <a:cubicBezTo>
                    <a:pt x="2143" y="15874"/>
                    <a:pt x="2475" y="16447"/>
                    <a:pt x="2475" y="17051"/>
                  </a:cubicBezTo>
                  <a:cubicBezTo>
                    <a:pt x="2475" y="17141"/>
                    <a:pt x="2475" y="17201"/>
                    <a:pt x="2475" y="17262"/>
                  </a:cubicBezTo>
                  <a:cubicBezTo>
                    <a:pt x="2445" y="17413"/>
                    <a:pt x="2445" y="17533"/>
                    <a:pt x="2475" y="17654"/>
                  </a:cubicBezTo>
                  <a:lnTo>
                    <a:pt x="2536" y="18258"/>
                  </a:lnTo>
                  <a:cubicBezTo>
                    <a:pt x="2657" y="18861"/>
                    <a:pt x="3139" y="19344"/>
                    <a:pt x="3773" y="19404"/>
                  </a:cubicBezTo>
                  <a:lnTo>
                    <a:pt x="4226" y="22543"/>
                  </a:lnTo>
                  <a:cubicBezTo>
                    <a:pt x="3713" y="23177"/>
                    <a:pt x="3471" y="24021"/>
                    <a:pt x="3592" y="24866"/>
                  </a:cubicBezTo>
                  <a:lnTo>
                    <a:pt x="4377" y="30147"/>
                  </a:lnTo>
                  <a:lnTo>
                    <a:pt x="10291" y="29242"/>
                  </a:lnTo>
                  <a:lnTo>
                    <a:pt x="9477" y="23961"/>
                  </a:lnTo>
                  <a:cubicBezTo>
                    <a:pt x="9416" y="23448"/>
                    <a:pt x="9205" y="22965"/>
                    <a:pt x="8873" y="22543"/>
                  </a:cubicBezTo>
                  <a:cubicBezTo>
                    <a:pt x="8692" y="22301"/>
                    <a:pt x="8450" y="22090"/>
                    <a:pt x="8179" y="21909"/>
                  </a:cubicBezTo>
                  <a:lnTo>
                    <a:pt x="7726" y="18801"/>
                  </a:lnTo>
                  <a:cubicBezTo>
                    <a:pt x="8300" y="18559"/>
                    <a:pt x="8632" y="17956"/>
                    <a:pt x="8541" y="17322"/>
                  </a:cubicBezTo>
                  <a:lnTo>
                    <a:pt x="8450" y="16749"/>
                  </a:lnTo>
                  <a:cubicBezTo>
                    <a:pt x="8450" y="16628"/>
                    <a:pt x="8390" y="16507"/>
                    <a:pt x="8360" y="16387"/>
                  </a:cubicBezTo>
                  <a:cubicBezTo>
                    <a:pt x="8058" y="15783"/>
                    <a:pt x="8179" y="15029"/>
                    <a:pt x="8662" y="14546"/>
                  </a:cubicBezTo>
                  <a:cubicBezTo>
                    <a:pt x="8058" y="14214"/>
                    <a:pt x="7726" y="13550"/>
                    <a:pt x="7817" y="12856"/>
                  </a:cubicBezTo>
                  <a:cubicBezTo>
                    <a:pt x="7847" y="12735"/>
                    <a:pt x="7847" y="12615"/>
                    <a:pt x="7817" y="12494"/>
                  </a:cubicBezTo>
                  <a:lnTo>
                    <a:pt x="7726" y="11890"/>
                  </a:lnTo>
                  <a:cubicBezTo>
                    <a:pt x="7636" y="11257"/>
                    <a:pt x="7153" y="10774"/>
                    <a:pt x="6519" y="10713"/>
                  </a:cubicBezTo>
                  <a:lnTo>
                    <a:pt x="6036" y="7605"/>
                  </a:lnTo>
                  <a:cubicBezTo>
                    <a:pt x="6580" y="6971"/>
                    <a:pt x="6821" y="6126"/>
                    <a:pt x="6700" y="5281"/>
                  </a:cubicBezTo>
                  <a:lnTo>
                    <a:pt x="6278" y="2505"/>
                  </a:lnTo>
                  <a:lnTo>
                    <a:pt x="5885" y="1"/>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3" name="Google Shape;8563;p335"/>
            <p:cNvSpPr/>
            <p:nvPr/>
          </p:nvSpPr>
          <p:spPr>
            <a:xfrm>
              <a:off x="6766876" y="4117424"/>
              <a:ext cx="1684597" cy="568323"/>
            </a:xfrm>
            <a:custGeom>
              <a:rect b="b" l="l" r="r" t="t"/>
              <a:pathLst>
                <a:path extrusionOk="0" h="27366" w="81117">
                  <a:moveTo>
                    <a:pt x="4162" y="1"/>
                  </a:moveTo>
                  <a:cubicBezTo>
                    <a:pt x="3838" y="1"/>
                    <a:pt x="3510" y="104"/>
                    <a:pt x="3230" y="321"/>
                  </a:cubicBezTo>
                  <a:lnTo>
                    <a:pt x="2324" y="1045"/>
                  </a:lnTo>
                  <a:cubicBezTo>
                    <a:pt x="1811" y="1467"/>
                    <a:pt x="1298" y="1860"/>
                    <a:pt x="755" y="2282"/>
                  </a:cubicBezTo>
                  <a:lnTo>
                    <a:pt x="725" y="2282"/>
                  </a:lnTo>
                  <a:cubicBezTo>
                    <a:pt x="91" y="2825"/>
                    <a:pt x="1" y="3791"/>
                    <a:pt x="544" y="4455"/>
                  </a:cubicBezTo>
                  <a:cubicBezTo>
                    <a:pt x="12866" y="19398"/>
                    <a:pt x="30865" y="27366"/>
                    <a:pt x="49165" y="27366"/>
                  </a:cubicBezTo>
                  <a:cubicBezTo>
                    <a:pt x="59728" y="27366"/>
                    <a:pt x="70391" y="24711"/>
                    <a:pt x="80121" y="19211"/>
                  </a:cubicBezTo>
                  <a:cubicBezTo>
                    <a:pt x="80121" y="19181"/>
                    <a:pt x="80151" y="19181"/>
                    <a:pt x="80151" y="19181"/>
                  </a:cubicBezTo>
                  <a:cubicBezTo>
                    <a:pt x="80875" y="18759"/>
                    <a:pt x="81117" y="17823"/>
                    <a:pt x="80694" y="17069"/>
                  </a:cubicBezTo>
                  <a:lnTo>
                    <a:pt x="79095" y="14383"/>
                  </a:lnTo>
                  <a:cubicBezTo>
                    <a:pt x="78853" y="13961"/>
                    <a:pt x="78431" y="13689"/>
                    <a:pt x="77948" y="13659"/>
                  </a:cubicBezTo>
                  <a:cubicBezTo>
                    <a:pt x="77877" y="13646"/>
                    <a:pt x="77808" y="13640"/>
                    <a:pt x="77739" y="13640"/>
                  </a:cubicBezTo>
                  <a:cubicBezTo>
                    <a:pt x="77487" y="13640"/>
                    <a:pt x="77250" y="13721"/>
                    <a:pt x="77013" y="13840"/>
                  </a:cubicBezTo>
                  <a:cubicBezTo>
                    <a:pt x="68259" y="18774"/>
                    <a:pt x="58664" y="21157"/>
                    <a:pt x="49158" y="21157"/>
                  </a:cubicBezTo>
                  <a:cubicBezTo>
                    <a:pt x="32678" y="21157"/>
                    <a:pt x="16461" y="13997"/>
                    <a:pt x="5342" y="562"/>
                  </a:cubicBezTo>
                  <a:cubicBezTo>
                    <a:pt x="5045" y="195"/>
                    <a:pt x="4608" y="1"/>
                    <a:pt x="4162" y="1"/>
                  </a:cubicBez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4" name="Google Shape;8564;p335"/>
            <p:cNvSpPr/>
            <p:nvPr/>
          </p:nvSpPr>
          <p:spPr>
            <a:xfrm>
              <a:off x="7755824" y="3278023"/>
              <a:ext cx="219990" cy="650542"/>
            </a:xfrm>
            <a:custGeom>
              <a:rect b="b" l="l" r="r" t="t"/>
              <a:pathLst>
                <a:path extrusionOk="0" h="31325" w="10593">
                  <a:moveTo>
                    <a:pt x="5583" y="0"/>
                  </a:moveTo>
                  <a:lnTo>
                    <a:pt x="5402" y="1087"/>
                  </a:lnTo>
                  <a:lnTo>
                    <a:pt x="4979" y="3260"/>
                  </a:lnTo>
                  <a:cubicBezTo>
                    <a:pt x="4678" y="3290"/>
                    <a:pt x="4376" y="3471"/>
                    <a:pt x="4255" y="3773"/>
                  </a:cubicBezTo>
                  <a:cubicBezTo>
                    <a:pt x="4104" y="4195"/>
                    <a:pt x="4285" y="4648"/>
                    <a:pt x="4708" y="4829"/>
                  </a:cubicBezTo>
                  <a:lnTo>
                    <a:pt x="4315" y="6881"/>
                  </a:lnTo>
                  <a:cubicBezTo>
                    <a:pt x="5191" y="8661"/>
                    <a:pt x="4798" y="10774"/>
                    <a:pt x="3350" y="12132"/>
                  </a:cubicBezTo>
                  <a:lnTo>
                    <a:pt x="3018" y="13972"/>
                  </a:lnTo>
                  <a:cubicBezTo>
                    <a:pt x="2626" y="13972"/>
                    <a:pt x="2294" y="14274"/>
                    <a:pt x="2233" y="14636"/>
                  </a:cubicBezTo>
                  <a:lnTo>
                    <a:pt x="2233" y="14757"/>
                  </a:lnTo>
                  <a:cubicBezTo>
                    <a:pt x="2233" y="15089"/>
                    <a:pt x="2445" y="15391"/>
                    <a:pt x="2746" y="15511"/>
                  </a:cubicBezTo>
                  <a:lnTo>
                    <a:pt x="2475" y="16960"/>
                  </a:lnTo>
                  <a:cubicBezTo>
                    <a:pt x="3320" y="18710"/>
                    <a:pt x="2927" y="20823"/>
                    <a:pt x="1509" y="22181"/>
                  </a:cubicBezTo>
                  <a:lnTo>
                    <a:pt x="966" y="25138"/>
                  </a:lnTo>
                  <a:cubicBezTo>
                    <a:pt x="574" y="25138"/>
                    <a:pt x="242" y="25410"/>
                    <a:pt x="181" y="25802"/>
                  </a:cubicBezTo>
                  <a:cubicBezTo>
                    <a:pt x="181" y="25862"/>
                    <a:pt x="181" y="25892"/>
                    <a:pt x="181" y="25953"/>
                  </a:cubicBezTo>
                  <a:cubicBezTo>
                    <a:pt x="181" y="26285"/>
                    <a:pt x="392" y="26586"/>
                    <a:pt x="694" y="26707"/>
                  </a:cubicBezTo>
                  <a:lnTo>
                    <a:pt x="0" y="30389"/>
                  </a:lnTo>
                  <a:lnTo>
                    <a:pt x="5010" y="31324"/>
                  </a:lnTo>
                  <a:lnTo>
                    <a:pt x="5673" y="27612"/>
                  </a:lnTo>
                  <a:cubicBezTo>
                    <a:pt x="6066" y="27612"/>
                    <a:pt x="6398" y="27341"/>
                    <a:pt x="6458" y="26979"/>
                  </a:cubicBezTo>
                  <a:cubicBezTo>
                    <a:pt x="6458" y="26918"/>
                    <a:pt x="6458" y="26858"/>
                    <a:pt x="6458" y="26828"/>
                  </a:cubicBezTo>
                  <a:cubicBezTo>
                    <a:pt x="6458" y="26496"/>
                    <a:pt x="6277" y="26194"/>
                    <a:pt x="5945" y="26073"/>
                  </a:cubicBezTo>
                  <a:lnTo>
                    <a:pt x="6488" y="23116"/>
                  </a:lnTo>
                  <a:cubicBezTo>
                    <a:pt x="5643" y="21366"/>
                    <a:pt x="6036" y="19223"/>
                    <a:pt x="7484" y="17895"/>
                  </a:cubicBezTo>
                  <a:lnTo>
                    <a:pt x="7484" y="17775"/>
                  </a:lnTo>
                  <a:lnTo>
                    <a:pt x="7725" y="16447"/>
                  </a:lnTo>
                  <a:cubicBezTo>
                    <a:pt x="8057" y="16447"/>
                    <a:pt x="8359" y="16266"/>
                    <a:pt x="8480" y="15934"/>
                  </a:cubicBezTo>
                  <a:cubicBezTo>
                    <a:pt x="8631" y="15542"/>
                    <a:pt x="8450" y="15059"/>
                    <a:pt x="8027" y="14908"/>
                  </a:cubicBezTo>
                  <a:lnTo>
                    <a:pt x="8359" y="13037"/>
                  </a:lnTo>
                  <a:cubicBezTo>
                    <a:pt x="7514" y="11287"/>
                    <a:pt x="7907" y="9144"/>
                    <a:pt x="9325" y="7816"/>
                  </a:cubicBezTo>
                  <a:lnTo>
                    <a:pt x="9717" y="5734"/>
                  </a:lnTo>
                  <a:cubicBezTo>
                    <a:pt x="10109" y="5734"/>
                    <a:pt x="10411" y="5462"/>
                    <a:pt x="10502" y="5100"/>
                  </a:cubicBezTo>
                  <a:cubicBezTo>
                    <a:pt x="10562" y="4708"/>
                    <a:pt x="10351" y="4346"/>
                    <a:pt x="9989" y="4195"/>
                  </a:cubicBezTo>
                  <a:lnTo>
                    <a:pt x="10411" y="1902"/>
                  </a:lnTo>
                  <a:lnTo>
                    <a:pt x="10592" y="906"/>
                  </a:lnTo>
                  <a:lnTo>
                    <a:pt x="5583"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5" name="Google Shape;8565;p335"/>
            <p:cNvSpPr/>
            <p:nvPr/>
          </p:nvSpPr>
          <p:spPr>
            <a:xfrm>
              <a:off x="7432432" y="3217859"/>
              <a:ext cx="219990" cy="650542"/>
            </a:xfrm>
            <a:custGeom>
              <a:rect b="b" l="l" r="r" t="t"/>
              <a:pathLst>
                <a:path extrusionOk="0" h="31325" w="10593">
                  <a:moveTo>
                    <a:pt x="5614" y="0"/>
                  </a:moveTo>
                  <a:lnTo>
                    <a:pt x="5342" y="1449"/>
                  </a:lnTo>
                  <a:lnTo>
                    <a:pt x="5010" y="3290"/>
                  </a:lnTo>
                  <a:cubicBezTo>
                    <a:pt x="4678" y="3290"/>
                    <a:pt x="4407" y="3501"/>
                    <a:pt x="4286" y="3773"/>
                  </a:cubicBezTo>
                  <a:cubicBezTo>
                    <a:pt x="4105" y="4195"/>
                    <a:pt x="4286" y="4678"/>
                    <a:pt x="4708" y="4829"/>
                  </a:cubicBezTo>
                  <a:lnTo>
                    <a:pt x="4346" y="6911"/>
                  </a:lnTo>
                  <a:cubicBezTo>
                    <a:pt x="4769" y="7756"/>
                    <a:pt x="4890" y="8752"/>
                    <a:pt x="4708" y="9687"/>
                  </a:cubicBezTo>
                  <a:cubicBezTo>
                    <a:pt x="4678" y="9838"/>
                    <a:pt x="4648" y="9989"/>
                    <a:pt x="4618" y="10110"/>
                  </a:cubicBezTo>
                  <a:cubicBezTo>
                    <a:pt x="4407" y="10894"/>
                    <a:pt x="3984" y="11588"/>
                    <a:pt x="3381" y="12132"/>
                  </a:cubicBezTo>
                  <a:lnTo>
                    <a:pt x="3019" y="14003"/>
                  </a:lnTo>
                  <a:cubicBezTo>
                    <a:pt x="2687" y="14003"/>
                    <a:pt x="2415" y="14184"/>
                    <a:pt x="2294" y="14516"/>
                  </a:cubicBezTo>
                  <a:cubicBezTo>
                    <a:pt x="2113" y="14908"/>
                    <a:pt x="2324" y="15391"/>
                    <a:pt x="2747" y="15542"/>
                  </a:cubicBezTo>
                  <a:lnTo>
                    <a:pt x="2475" y="16990"/>
                  </a:lnTo>
                  <a:cubicBezTo>
                    <a:pt x="3320" y="18740"/>
                    <a:pt x="2928" y="20853"/>
                    <a:pt x="1510" y="22211"/>
                  </a:cubicBezTo>
                  <a:lnTo>
                    <a:pt x="966" y="25168"/>
                  </a:lnTo>
                  <a:cubicBezTo>
                    <a:pt x="574" y="25168"/>
                    <a:pt x="242" y="25440"/>
                    <a:pt x="182" y="25802"/>
                  </a:cubicBezTo>
                  <a:cubicBezTo>
                    <a:pt x="182" y="25862"/>
                    <a:pt x="182" y="25923"/>
                    <a:pt x="182" y="25953"/>
                  </a:cubicBezTo>
                  <a:cubicBezTo>
                    <a:pt x="182" y="26285"/>
                    <a:pt x="363" y="26586"/>
                    <a:pt x="695" y="26707"/>
                  </a:cubicBezTo>
                  <a:lnTo>
                    <a:pt x="1" y="30419"/>
                  </a:lnTo>
                  <a:lnTo>
                    <a:pt x="4980" y="31324"/>
                  </a:lnTo>
                  <a:lnTo>
                    <a:pt x="5674" y="27643"/>
                  </a:lnTo>
                  <a:cubicBezTo>
                    <a:pt x="6066" y="27643"/>
                    <a:pt x="6398" y="27341"/>
                    <a:pt x="6459" y="26979"/>
                  </a:cubicBezTo>
                  <a:cubicBezTo>
                    <a:pt x="6459" y="26918"/>
                    <a:pt x="6459" y="26888"/>
                    <a:pt x="6459" y="26828"/>
                  </a:cubicBezTo>
                  <a:cubicBezTo>
                    <a:pt x="6459" y="26496"/>
                    <a:pt x="6247" y="26194"/>
                    <a:pt x="5946" y="26073"/>
                  </a:cubicBezTo>
                  <a:lnTo>
                    <a:pt x="6489" y="23146"/>
                  </a:lnTo>
                  <a:cubicBezTo>
                    <a:pt x="5644" y="21366"/>
                    <a:pt x="6036" y="19253"/>
                    <a:pt x="7455" y="17895"/>
                  </a:cubicBezTo>
                  <a:lnTo>
                    <a:pt x="7726" y="16477"/>
                  </a:lnTo>
                  <a:cubicBezTo>
                    <a:pt x="8058" y="16477"/>
                    <a:pt x="8360" y="16266"/>
                    <a:pt x="8481" y="15964"/>
                  </a:cubicBezTo>
                  <a:cubicBezTo>
                    <a:pt x="8631" y="15542"/>
                    <a:pt x="8420" y="15089"/>
                    <a:pt x="8028" y="14908"/>
                  </a:cubicBezTo>
                  <a:lnTo>
                    <a:pt x="8360" y="13067"/>
                  </a:lnTo>
                  <a:cubicBezTo>
                    <a:pt x="8209" y="12735"/>
                    <a:pt x="8088" y="12403"/>
                    <a:pt x="7998" y="12071"/>
                  </a:cubicBezTo>
                  <a:cubicBezTo>
                    <a:pt x="7877" y="11468"/>
                    <a:pt x="7877" y="10864"/>
                    <a:pt x="7968" y="10291"/>
                  </a:cubicBezTo>
                  <a:cubicBezTo>
                    <a:pt x="8149" y="9325"/>
                    <a:pt x="8631" y="8450"/>
                    <a:pt x="9326" y="7816"/>
                  </a:cubicBezTo>
                  <a:lnTo>
                    <a:pt x="9718" y="5764"/>
                  </a:lnTo>
                  <a:cubicBezTo>
                    <a:pt x="10080" y="5764"/>
                    <a:pt x="10412" y="5493"/>
                    <a:pt x="10502" y="5100"/>
                  </a:cubicBezTo>
                  <a:cubicBezTo>
                    <a:pt x="10563" y="4738"/>
                    <a:pt x="10352" y="4346"/>
                    <a:pt x="9989" y="4195"/>
                  </a:cubicBezTo>
                  <a:lnTo>
                    <a:pt x="10352" y="2264"/>
                  </a:lnTo>
                  <a:lnTo>
                    <a:pt x="10593" y="936"/>
                  </a:lnTo>
                  <a:lnTo>
                    <a:pt x="5614"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6" name="Google Shape;8566;p335"/>
            <p:cNvSpPr/>
            <p:nvPr/>
          </p:nvSpPr>
          <p:spPr>
            <a:xfrm>
              <a:off x="7382923" y="3125735"/>
              <a:ext cx="950736" cy="302707"/>
            </a:xfrm>
            <a:custGeom>
              <a:rect b="b" l="l" r="r" t="t"/>
              <a:pathLst>
                <a:path extrusionOk="0" h="14576" w="45780">
                  <a:moveTo>
                    <a:pt x="1993" y="0"/>
                  </a:moveTo>
                  <a:cubicBezTo>
                    <a:pt x="1057" y="0"/>
                    <a:pt x="272" y="664"/>
                    <a:pt x="91" y="1570"/>
                  </a:cubicBezTo>
                  <a:cubicBezTo>
                    <a:pt x="31" y="1992"/>
                    <a:pt x="1" y="2414"/>
                    <a:pt x="31" y="2837"/>
                  </a:cubicBezTo>
                  <a:cubicBezTo>
                    <a:pt x="212" y="4949"/>
                    <a:pt x="1781" y="6669"/>
                    <a:pt x="3863" y="7062"/>
                  </a:cubicBezTo>
                  <a:lnTo>
                    <a:pt x="41253" y="13972"/>
                  </a:lnTo>
                  <a:lnTo>
                    <a:pt x="44572" y="14576"/>
                  </a:lnTo>
                  <a:lnTo>
                    <a:pt x="45779" y="8088"/>
                  </a:lnTo>
                  <a:lnTo>
                    <a:pt x="2355" y="31"/>
                  </a:lnTo>
                  <a:cubicBezTo>
                    <a:pt x="2234" y="0"/>
                    <a:pt x="2113" y="0"/>
                    <a:pt x="1993" y="0"/>
                  </a:cubicBez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7" name="Google Shape;8567;p335"/>
            <p:cNvSpPr/>
            <p:nvPr/>
          </p:nvSpPr>
          <p:spPr>
            <a:xfrm>
              <a:off x="8040962" y="2030810"/>
              <a:ext cx="728877" cy="1912791"/>
            </a:xfrm>
            <a:custGeom>
              <a:rect b="b" l="l" r="r" t="t"/>
              <a:pathLst>
                <a:path extrusionOk="0" h="92105" w="35097">
                  <a:moveTo>
                    <a:pt x="31281" y="1"/>
                  </a:moveTo>
                  <a:cubicBezTo>
                    <a:pt x="30764" y="1"/>
                    <a:pt x="30234" y="108"/>
                    <a:pt x="29755" y="336"/>
                  </a:cubicBezTo>
                  <a:cubicBezTo>
                    <a:pt x="28065" y="1151"/>
                    <a:pt x="27371" y="3203"/>
                    <a:pt x="28186" y="4893"/>
                  </a:cubicBezTo>
                  <a:lnTo>
                    <a:pt x="27945" y="5466"/>
                  </a:lnTo>
                  <a:lnTo>
                    <a:pt x="27492" y="5315"/>
                  </a:lnTo>
                  <a:cubicBezTo>
                    <a:pt x="27402" y="5287"/>
                    <a:pt x="27309" y="5273"/>
                    <a:pt x="27217" y="5273"/>
                  </a:cubicBezTo>
                  <a:cubicBezTo>
                    <a:pt x="26819" y="5273"/>
                    <a:pt x="26438" y="5526"/>
                    <a:pt x="26315" y="5919"/>
                  </a:cubicBezTo>
                  <a:cubicBezTo>
                    <a:pt x="26164" y="6432"/>
                    <a:pt x="26406" y="6975"/>
                    <a:pt x="26919" y="7126"/>
                  </a:cubicBezTo>
                  <a:lnTo>
                    <a:pt x="27371" y="7277"/>
                  </a:lnTo>
                  <a:lnTo>
                    <a:pt x="26738" y="9178"/>
                  </a:lnTo>
                  <a:cubicBezTo>
                    <a:pt x="26345" y="9208"/>
                    <a:pt x="25953" y="9389"/>
                    <a:pt x="25681" y="9721"/>
                  </a:cubicBezTo>
                  <a:cubicBezTo>
                    <a:pt x="25138" y="10355"/>
                    <a:pt x="25199" y="11350"/>
                    <a:pt x="25832" y="11894"/>
                  </a:cubicBezTo>
                  <a:lnTo>
                    <a:pt x="25229" y="13795"/>
                  </a:lnTo>
                  <a:lnTo>
                    <a:pt x="24897" y="13674"/>
                  </a:lnTo>
                  <a:cubicBezTo>
                    <a:pt x="24867" y="13674"/>
                    <a:pt x="24836" y="13674"/>
                    <a:pt x="24806" y="13644"/>
                  </a:cubicBezTo>
                  <a:cubicBezTo>
                    <a:pt x="24729" y="13625"/>
                    <a:pt x="24652" y="13615"/>
                    <a:pt x="24576" y="13615"/>
                  </a:cubicBezTo>
                  <a:cubicBezTo>
                    <a:pt x="24178" y="13615"/>
                    <a:pt x="23821" y="13872"/>
                    <a:pt x="23720" y="14278"/>
                  </a:cubicBezTo>
                  <a:cubicBezTo>
                    <a:pt x="23569" y="14760"/>
                    <a:pt x="23871" y="15243"/>
                    <a:pt x="24354" y="15364"/>
                  </a:cubicBezTo>
                  <a:lnTo>
                    <a:pt x="24655" y="15485"/>
                  </a:lnTo>
                  <a:lnTo>
                    <a:pt x="91" y="90324"/>
                  </a:lnTo>
                  <a:lnTo>
                    <a:pt x="1" y="90565"/>
                  </a:lnTo>
                  <a:lnTo>
                    <a:pt x="4708" y="92104"/>
                  </a:lnTo>
                  <a:lnTo>
                    <a:pt x="29333" y="17024"/>
                  </a:lnTo>
                  <a:lnTo>
                    <a:pt x="29665" y="17144"/>
                  </a:lnTo>
                  <a:lnTo>
                    <a:pt x="29725" y="17144"/>
                  </a:lnTo>
                  <a:cubicBezTo>
                    <a:pt x="29816" y="17173"/>
                    <a:pt x="29906" y="17186"/>
                    <a:pt x="29994" y="17186"/>
                  </a:cubicBezTo>
                  <a:cubicBezTo>
                    <a:pt x="30377" y="17186"/>
                    <a:pt x="30719" y="16933"/>
                    <a:pt x="30842" y="16541"/>
                  </a:cubicBezTo>
                  <a:cubicBezTo>
                    <a:pt x="30962" y="16058"/>
                    <a:pt x="30691" y="15575"/>
                    <a:pt x="30238" y="15424"/>
                  </a:cubicBezTo>
                  <a:lnTo>
                    <a:pt x="29906" y="15334"/>
                  </a:lnTo>
                  <a:lnTo>
                    <a:pt x="30510" y="13433"/>
                  </a:lnTo>
                  <a:cubicBezTo>
                    <a:pt x="30932" y="13403"/>
                    <a:pt x="31324" y="13221"/>
                    <a:pt x="31566" y="12920"/>
                  </a:cubicBezTo>
                  <a:cubicBezTo>
                    <a:pt x="32139" y="12256"/>
                    <a:pt x="32079" y="11290"/>
                    <a:pt x="31415" y="10717"/>
                  </a:cubicBezTo>
                  <a:lnTo>
                    <a:pt x="32049" y="8816"/>
                  </a:lnTo>
                  <a:lnTo>
                    <a:pt x="32501" y="8966"/>
                  </a:lnTo>
                  <a:cubicBezTo>
                    <a:pt x="32592" y="8995"/>
                    <a:pt x="32684" y="9008"/>
                    <a:pt x="32776" y="9008"/>
                  </a:cubicBezTo>
                  <a:cubicBezTo>
                    <a:pt x="33174" y="9008"/>
                    <a:pt x="33556" y="8755"/>
                    <a:pt x="33678" y="8363"/>
                  </a:cubicBezTo>
                  <a:cubicBezTo>
                    <a:pt x="33859" y="7850"/>
                    <a:pt x="33588" y="7337"/>
                    <a:pt x="33075" y="7156"/>
                  </a:cubicBezTo>
                  <a:lnTo>
                    <a:pt x="32652" y="7035"/>
                  </a:lnTo>
                  <a:lnTo>
                    <a:pt x="32833" y="6432"/>
                  </a:lnTo>
                  <a:lnTo>
                    <a:pt x="32863" y="6432"/>
                  </a:lnTo>
                  <a:cubicBezTo>
                    <a:pt x="33678" y="6009"/>
                    <a:pt x="34282" y="5285"/>
                    <a:pt x="34553" y="4440"/>
                  </a:cubicBezTo>
                  <a:cubicBezTo>
                    <a:pt x="35097" y="2629"/>
                    <a:pt x="34101" y="728"/>
                    <a:pt x="32320" y="185"/>
                  </a:cubicBezTo>
                  <a:cubicBezTo>
                    <a:pt x="32139" y="125"/>
                    <a:pt x="31958" y="64"/>
                    <a:pt x="31777" y="34"/>
                  </a:cubicBezTo>
                  <a:cubicBezTo>
                    <a:pt x="31614" y="12"/>
                    <a:pt x="31448" y="1"/>
                    <a:pt x="31281" y="1"/>
                  </a:cubicBez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8" name="Google Shape;8568;p335"/>
            <p:cNvSpPr/>
            <p:nvPr/>
          </p:nvSpPr>
          <p:spPr>
            <a:xfrm>
              <a:off x="7171115" y="3731274"/>
              <a:ext cx="1043463" cy="308875"/>
            </a:xfrm>
            <a:custGeom>
              <a:rect b="b" l="l" r="r" t="t"/>
              <a:pathLst>
                <a:path extrusionOk="0" h="14873" w="50245">
                  <a:moveTo>
                    <a:pt x="2377" y="1"/>
                  </a:moveTo>
                  <a:cubicBezTo>
                    <a:pt x="1577" y="1"/>
                    <a:pt x="860" y="570"/>
                    <a:pt x="724" y="1382"/>
                  </a:cubicBezTo>
                  <a:lnTo>
                    <a:pt x="422" y="3041"/>
                  </a:lnTo>
                  <a:lnTo>
                    <a:pt x="151" y="4369"/>
                  </a:lnTo>
                  <a:cubicBezTo>
                    <a:pt x="0" y="5274"/>
                    <a:pt x="604" y="6150"/>
                    <a:pt x="1509" y="6331"/>
                  </a:cubicBezTo>
                  <a:lnTo>
                    <a:pt x="47559" y="14841"/>
                  </a:lnTo>
                  <a:cubicBezTo>
                    <a:pt x="47667" y="14862"/>
                    <a:pt x="47775" y="14873"/>
                    <a:pt x="47882" y="14873"/>
                  </a:cubicBezTo>
                  <a:cubicBezTo>
                    <a:pt x="48664" y="14873"/>
                    <a:pt x="49361" y="14310"/>
                    <a:pt x="49520" y="13513"/>
                  </a:cubicBezTo>
                  <a:lnTo>
                    <a:pt x="49943" y="11219"/>
                  </a:lnTo>
                  <a:lnTo>
                    <a:pt x="50064" y="10525"/>
                  </a:lnTo>
                  <a:cubicBezTo>
                    <a:pt x="50064" y="10495"/>
                    <a:pt x="50064" y="10495"/>
                    <a:pt x="50064" y="10495"/>
                  </a:cubicBezTo>
                  <a:cubicBezTo>
                    <a:pt x="50245" y="9590"/>
                    <a:pt x="49641" y="8745"/>
                    <a:pt x="48736" y="8564"/>
                  </a:cubicBezTo>
                  <a:lnTo>
                    <a:pt x="2656" y="24"/>
                  </a:lnTo>
                  <a:cubicBezTo>
                    <a:pt x="2562" y="8"/>
                    <a:pt x="2469" y="1"/>
                    <a:pt x="237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9" name="Google Shape;8569;p335"/>
            <p:cNvSpPr/>
            <p:nvPr/>
          </p:nvSpPr>
          <p:spPr>
            <a:xfrm>
              <a:off x="7171115" y="3728615"/>
              <a:ext cx="1043463" cy="314628"/>
            </a:xfrm>
            <a:custGeom>
              <a:rect b="b" l="l" r="r" t="t"/>
              <a:pathLst>
                <a:path extrusionOk="0" fill="none" h="15150" w="50245">
                  <a:moveTo>
                    <a:pt x="50064" y="10653"/>
                  </a:moveTo>
                  <a:lnTo>
                    <a:pt x="49943" y="11347"/>
                  </a:lnTo>
                  <a:lnTo>
                    <a:pt x="49520" y="13641"/>
                  </a:lnTo>
                  <a:cubicBezTo>
                    <a:pt x="49339" y="14546"/>
                    <a:pt x="48464" y="15150"/>
                    <a:pt x="47559" y="14969"/>
                  </a:cubicBezTo>
                  <a:lnTo>
                    <a:pt x="1509" y="6459"/>
                  </a:lnTo>
                  <a:cubicBezTo>
                    <a:pt x="604" y="6278"/>
                    <a:pt x="0" y="5402"/>
                    <a:pt x="151" y="4497"/>
                  </a:cubicBezTo>
                  <a:cubicBezTo>
                    <a:pt x="151" y="4497"/>
                    <a:pt x="151" y="4497"/>
                    <a:pt x="151" y="4497"/>
                  </a:cubicBezTo>
                  <a:lnTo>
                    <a:pt x="422" y="3169"/>
                  </a:lnTo>
                  <a:lnTo>
                    <a:pt x="724" y="1510"/>
                  </a:lnTo>
                  <a:cubicBezTo>
                    <a:pt x="875" y="604"/>
                    <a:pt x="1750" y="1"/>
                    <a:pt x="2656" y="152"/>
                  </a:cubicBezTo>
                  <a:cubicBezTo>
                    <a:pt x="2656" y="152"/>
                    <a:pt x="2656" y="152"/>
                    <a:pt x="2656" y="152"/>
                  </a:cubicBezTo>
                  <a:lnTo>
                    <a:pt x="48736" y="8692"/>
                  </a:lnTo>
                  <a:cubicBezTo>
                    <a:pt x="49641" y="8873"/>
                    <a:pt x="50245" y="9718"/>
                    <a:pt x="50064" y="10623"/>
                  </a:cubicBezTo>
                  <a:cubicBezTo>
                    <a:pt x="50064" y="10623"/>
                    <a:pt x="50064" y="10623"/>
                    <a:pt x="50064" y="10653"/>
                  </a:cubicBezTo>
                  <a:close/>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0" name="Google Shape;8570;p335"/>
            <p:cNvSpPr/>
            <p:nvPr/>
          </p:nvSpPr>
          <p:spPr>
            <a:xfrm>
              <a:off x="7652433" y="833855"/>
              <a:ext cx="1089450" cy="348874"/>
            </a:xfrm>
            <a:custGeom>
              <a:rect b="b" l="l" r="r" t="t"/>
              <a:pathLst>
                <a:path extrusionOk="0" fill="none" h="4647" w="14511">
                  <a:moveTo>
                    <a:pt x="13894" y="3805"/>
                  </a:moveTo>
                  <a:cubicBezTo>
                    <a:pt x="13263" y="3459"/>
                    <a:pt x="12977" y="3744"/>
                    <a:pt x="12766" y="3459"/>
                  </a:cubicBezTo>
                  <a:cubicBezTo>
                    <a:pt x="12541" y="3173"/>
                    <a:pt x="13383" y="2436"/>
                    <a:pt x="11684" y="1699"/>
                  </a:cubicBezTo>
                  <a:cubicBezTo>
                    <a:pt x="11684" y="1699"/>
                    <a:pt x="11578" y="121"/>
                    <a:pt x="9248" y="60"/>
                  </a:cubicBezTo>
                  <a:cubicBezTo>
                    <a:pt x="6917" y="0"/>
                    <a:pt x="7549" y="1654"/>
                    <a:pt x="6917" y="2045"/>
                  </a:cubicBezTo>
                  <a:cubicBezTo>
                    <a:pt x="6286" y="2436"/>
                    <a:pt x="6120" y="1820"/>
                    <a:pt x="5504" y="2211"/>
                  </a:cubicBezTo>
                  <a:cubicBezTo>
                    <a:pt x="4872" y="2617"/>
                    <a:pt x="5158" y="3399"/>
                    <a:pt x="4647" y="3519"/>
                  </a:cubicBezTo>
                  <a:cubicBezTo>
                    <a:pt x="4135" y="3624"/>
                    <a:pt x="3459" y="3008"/>
                    <a:pt x="2842" y="3399"/>
                  </a:cubicBezTo>
                  <a:cubicBezTo>
                    <a:pt x="2211" y="3805"/>
                    <a:pt x="2211" y="4135"/>
                    <a:pt x="1925" y="4135"/>
                  </a:cubicBezTo>
                  <a:cubicBezTo>
                    <a:pt x="1654" y="4135"/>
                    <a:pt x="1083" y="3910"/>
                    <a:pt x="737" y="4135"/>
                  </a:cubicBezTo>
                  <a:cubicBezTo>
                    <a:pt x="406" y="4376"/>
                    <a:pt x="0" y="4647"/>
                    <a:pt x="0" y="4647"/>
                  </a:cubicBezTo>
                  <a:lnTo>
                    <a:pt x="14345" y="4647"/>
                  </a:lnTo>
                  <a:cubicBezTo>
                    <a:pt x="14345" y="4647"/>
                    <a:pt x="14511" y="4135"/>
                    <a:pt x="13894" y="3805"/>
                  </a:cubicBezTo>
                  <a:close/>
                </a:path>
              </a:pathLst>
            </a:custGeom>
            <a:solidFill>
              <a:schemeClr val="lt1"/>
            </a:solid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1" name="Google Shape;8571;p335"/>
            <p:cNvSpPr/>
            <p:nvPr/>
          </p:nvSpPr>
          <p:spPr>
            <a:xfrm>
              <a:off x="7693851" y="414395"/>
              <a:ext cx="93231" cy="93173"/>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572" name="Google Shape;8572;p335"/>
            <p:cNvGrpSpPr/>
            <p:nvPr/>
          </p:nvGrpSpPr>
          <p:grpSpPr>
            <a:xfrm>
              <a:off x="6470221" y="1395885"/>
              <a:ext cx="93234" cy="93234"/>
              <a:chOff x="7812545" y="194375"/>
              <a:chExt cx="105457" cy="105457"/>
            </a:xfrm>
          </p:grpSpPr>
          <p:sp>
            <p:nvSpPr>
              <p:cNvPr id="8573" name="Google Shape;8573;p335"/>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4" name="Google Shape;8574;p335"/>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5" name="Google Shape;8575;p335"/>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6" name="Google Shape;8576;p335"/>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577" name="Google Shape;8577;p335"/>
          <p:cNvSpPr txBox="1"/>
          <p:nvPr/>
        </p:nvSpPr>
        <p:spPr>
          <a:xfrm>
            <a:off x="433250" y="347550"/>
            <a:ext cx="6458100" cy="800400"/>
          </a:xfrm>
          <a:prstGeom prst="rect">
            <a:avLst/>
          </a:prstGeom>
          <a:solidFill>
            <a:srgbClr val="FAFAFA"/>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CA" sz="4000">
                <a:solidFill>
                  <a:schemeClr val="dk1"/>
                </a:solidFill>
                <a:latin typeface="Barlow"/>
                <a:ea typeface="Barlow"/>
                <a:cs typeface="Barlow"/>
                <a:sym typeface="Barlow"/>
              </a:rPr>
              <a:t>Understanding our Dataset</a:t>
            </a:r>
            <a:endParaRPr b="1" sz="4000">
              <a:solidFill>
                <a:schemeClr val="dk1"/>
              </a:solidFill>
              <a:latin typeface="Barlow"/>
              <a:ea typeface="Barlow"/>
              <a:cs typeface="Barlow"/>
              <a:sym typeface="Barlow"/>
            </a:endParaRPr>
          </a:p>
        </p:txBody>
      </p:sp>
      <p:sp>
        <p:nvSpPr>
          <p:cNvPr id="8578" name="Google Shape;8578;p335"/>
          <p:cNvSpPr txBox="1"/>
          <p:nvPr>
            <p:ph idx="4294967295" type="body"/>
          </p:nvPr>
        </p:nvSpPr>
        <p:spPr>
          <a:xfrm>
            <a:off x="583125" y="1147950"/>
            <a:ext cx="6711000" cy="10896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b="1" lang="en-CA" sz="1800"/>
              <a:t>Outliers detection: </a:t>
            </a:r>
            <a:r>
              <a:rPr lang="en-CA" sz="1800"/>
              <a:t>Using the 1.5 × IQR criterion across all continuous variables, </a:t>
            </a:r>
            <a:r>
              <a:rPr b="1" lang="en-CA" sz="1800"/>
              <a:t>no outliers </a:t>
            </a:r>
            <a:r>
              <a:rPr lang="en-CA" sz="1800"/>
              <a:t>were detected in the dataset. </a:t>
            </a:r>
            <a:endParaRPr sz="1800"/>
          </a:p>
        </p:txBody>
      </p:sp>
      <p:pic>
        <p:nvPicPr>
          <p:cNvPr id="8579" name="Google Shape;8579;p335"/>
          <p:cNvPicPr preferRelativeResize="0"/>
          <p:nvPr/>
        </p:nvPicPr>
        <p:blipFill>
          <a:blip r:embed="rId3">
            <a:alphaModFix/>
          </a:blip>
          <a:stretch>
            <a:fillRect/>
          </a:stretch>
        </p:blipFill>
        <p:spPr>
          <a:xfrm>
            <a:off x="433250" y="2237550"/>
            <a:ext cx="3311175" cy="2642175"/>
          </a:xfrm>
          <a:prstGeom prst="rect">
            <a:avLst/>
          </a:prstGeom>
          <a:noFill/>
          <a:ln>
            <a:noFill/>
          </a:ln>
        </p:spPr>
      </p:pic>
      <p:pic>
        <p:nvPicPr>
          <p:cNvPr id="8580" name="Google Shape;8580;p335"/>
          <p:cNvPicPr preferRelativeResize="0"/>
          <p:nvPr/>
        </p:nvPicPr>
        <p:blipFill>
          <a:blip r:embed="rId4">
            <a:alphaModFix/>
          </a:blip>
          <a:stretch>
            <a:fillRect/>
          </a:stretch>
        </p:blipFill>
        <p:spPr>
          <a:xfrm>
            <a:off x="3815475" y="2237549"/>
            <a:ext cx="3478660" cy="26421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84" name="Shape 8584"/>
        <p:cNvGrpSpPr/>
        <p:nvPr/>
      </p:nvGrpSpPr>
      <p:grpSpPr>
        <a:xfrm>
          <a:off x="0" y="0"/>
          <a:ext cx="0" cy="0"/>
          <a:chOff x="0" y="0"/>
          <a:chExt cx="0" cy="0"/>
        </a:xfrm>
      </p:grpSpPr>
      <p:sp>
        <p:nvSpPr>
          <p:cNvPr id="8585" name="Google Shape;8585;p336"/>
          <p:cNvSpPr/>
          <p:nvPr/>
        </p:nvSpPr>
        <p:spPr>
          <a:xfrm>
            <a:off x="4702651" y="4110260"/>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8586" name="Google Shape;8586;p336"/>
          <p:cNvGrpSpPr/>
          <p:nvPr/>
        </p:nvGrpSpPr>
        <p:grpSpPr>
          <a:xfrm>
            <a:off x="5946395" y="3659923"/>
            <a:ext cx="105457" cy="105457"/>
            <a:chOff x="7812545" y="194375"/>
            <a:chExt cx="105457" cy="105457"/>
          </a:xfrm>
        </p:grpSpPr>
        <p:sp>
          <p:nvSpPr>
            <p:cNvPr id="8587" name="Google Shape;8587;p336"/>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8" name="Google Shape;8588;p336"/>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9" name="Google Shape;8589;p336"/>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0" name="Google Shape;8590;p336"/>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591" name="Google Shape;8591;p336"/>
          <p:cNvSpPr/>
          <p:nvPr/>
        </p:nvSpPr>
        <p:spPr>
          <a:xfrm>
            <a:off x="7128300" y="3765387"/>
            <a:ext cx="171626" cy="171626"/>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8592" name="Google Shape;8592;p336"/>
          <p:cNvGrpSpPr/>
          <p:nvPr/>
        </p:nvGrpSpPr>
        <p:grpSpPr>
          <a:xfrm>
            <a:off x="6484095" y="4384648"/>
            <a:ext cx="105457" cy="105457"/>
            <a:chOff x="7812545" y="194375"/>
            <a:chExt cx="105457" cy="105457"/>
          </a:xfrm>
        </p:grpSpPr>
        <p:sp>
          <p:nvSpPr>
            <p:cNvPr id="8593" name="Google Shape;8593;p336"/>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4" name="Google Shape;8594;p336"/>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5" name="Google Shape;8595;p336"/>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6" name="Google Shape;8596;p336"/>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597" name="Google Shape;8597;p336"/>
          <p:cNvSpPr txBox="1"/>
          <p:nvPr/>
        </p:nvSpPr>
        <p:spPr>
          <a:xfrm>
            <a:off x="2189950" y="811675"/>
            <a:ext cx="64581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CA" sz="4000">
                <a:solidFill>
                  <a:schemeClr val="dk1"/>
                </a:solidFill>
                <a:latin typeface="Barlow"/>
                <a:ea typeface="Barlow"/>
                <a:cs typeface="Barlow"/>
                <a:sym typeface="Barlow"/>
              </a:rPr>
              <a:t>Approach</a:t>
            </a:r>
            <a:endParaRPr b="1" sz="4000">
              <a:solidFill>
                <a:schemeClr val="dk1"/>
              </a:solidFill>
              <a:latin typeface="Barlow"/>
              <a:ea typeface="Barlow"/>
              <a:cs typeface="Barlow"/>
              <a:sym typeface="Barlow"/>
            </a:endParaRPr>
          </a:p>
        </p:txBody>
      </p:sp>
      <p:sp>
        <p:nvSpPr>
          <p:cNvPr id="8598" name="Google Shape;8598;p336"/>
          <p:cNvSpPr txBox="1"/>
          <p:nvPr>
            <p:ph idx="4294967295" type="body"/>
          </p:nvPr>
        </p:nvSpPr>
        <p:spPr>
          <a:xfrm>
            <a:off x="2060650" y="1792275"/>
            <a:ext cx="6924900" cy="26979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CA" sz="1800"/>
              <a:t>Want to </a:t>
            </a:r>
            <a:r>
              <a:rPr b="1" lang="en-CA" sz="1800"/>
              <a:t>classify</a:t>
            </a:r>
            <a:r>
              <a:rPr lang="en-CA" sz="1800"/>
              <a:t> Alzheimer’s patients from healthy individuals</a:t>
            </a:r>
            <a:endParaRPr sz="1800"/>
          </a:p>
          <a:p>
            <a:pPr indent="-342900" lvl="0" marL="457200" rtl="0" algn="l">
              <a:spcBef>
                <a:spcPts val="0"/>
              </a:spcBef>
              <a:spcAft>
                <a:spcPts val="0"/>
              </a:spcAft>
              <a:buSzPts val="1800"/>
              <a:buChar char="●"/>
            </a:pPr>
            <a:r>
              <a:rPr lang="en-CA" sz="1800"/>
              <a:t>Experimental Design</a:t>
            </a:r>
            <a:endParaRPr sz="1800"/>
          </a:p>
          <a:p>
            <a:pPr indent="-342900" lvl="1" marL="914400" rtl="0" algn="l">
              <a:spcBef>
                <a:spcPts val="0"/>
              </a:spcBef>
              <a:spcAft>
                <a:spcPts val="0"/>
              </a:spcAft>
              <a:buSzPts val="1800"/>
              <a:buChar char="○"/>
            </a:pPr>
            <a:r>
              <a:rPr lang="en-CA" sz="1800"/>
              <a:t>Decision Tree (DT) vs. Support Machine Vector (SVM)</a:t>
            </a:r>
            <a:endParaRPr sz="1800"/>
          </a:p>
          <a:p>
            <a:pPr indent="-342900" lvl="2" marL="1371600" rtl="0" algn="l">
              <a:spcBef>
                <a:spcPts val="0"/>
              </a:spcBef>
              <a:spcAft>
                <a:spcPts val="0"/>
              </a:spcAft>
              <a:buSzPts val="1800"/>
              <a:buChar char="■"/>
            </a:pPr>
            <a:r>
              <a:rPr lang="en-CA" sz="1800"/>
              <a:t>Variables that maximally classify in DT</a:t>
            </a:r>
            <a:endParaRPr sz="1800"/>
          </a:p>
          <a:p>
            <a:pPr indent="-342900" lvl="2" marL="1371600" rtl="0" algn="l">
              <a:spcBef>
                <a:spcPts val="0"/>
              </a:spcBef>
              <a:spcAft>
                <a:spcPts val="0"/>
              </a:spcAft>
              <a:buSzPts val="1800"/>
              <a:buChar char="■"/>
            </a:pPr>
            <a:r>
              <a:rPr lang="en-CA" sz="1800"/>
              <a:t>Kernels that perform well in SVM</a:t>
            </a:r>
            <a:endParaRPr sz="1800"/>
          </a:p>
          <a:p>
            <a:pPr indent="-342900" lvl="1" marL="914400" rtl="0" algn="l">
              <a:spcBef>
                <a:spcPts val="0"/>
              </a:spcBef>
              <a:spcAft>
                <a:spcPts val="0"/>
              </a:spcAft>
              <a:buSzPts val="1800"/>
              <a:buChar char="○"/>
            </a:pPr>
            <a:r>
              <a:rPr lang="en-CA" sz="1800"/>
              <a:t>Locally Linear Embedding (LLE) vs. no LLE</a:t>
            </a:r>
            <a:endParaRPr sz="1800"/>
          </a:p>
        </p:txBody>
      </p:sp>
      <p:grpSp>
        <p:nvGrpSpPr>
          <p:cNvPr id="8599" name="Google Shape;8599;p336"/>
          <p:cNvGrpSpPr/>
          <p:nvPr/>
        </p:nvGrpSpPr>
        <p:grpSpPr>
          <a:xfrm>
            <a:off x="-1050662" y="2167388"/>
            <a:ext cx="3111319" cy="2741616"/>
            <a:chOff x="4572000" y="1550600"/>
            <a:chExt cx="3111319" cy="2741616"/>
          </a:xfrm>
        </p:grpSpPr>
        <p:sp>
          <p:nvSpPr>
            <p:cNvPr id="8600" name="Google Shape;8600;p336"/>
            <p:cNvSpPr/>
            <p:nvPr/>
          </p:nvSpPr>
          <p:spPr>
            <a:xfrm>
              <a:off x="4572000" y="1550600"/>
              <a:ext cx="3111319" cy="2741616"/>
            </a:xfrm>
            <a:custGeom>
              <a:rect b="b" l="l" r="r" t="t"/>
              <a:pathLst>
                <a:path extrusionOk="0" h="85622" w="97168">
                  <a:moveTo>
                    <a:pt x="51973" y="1"/>
                  </a:moveTo>
                  <a:cubicBezTo>
                    <a:pt x="45822" y="1"/>
                    <a:pt x="38729" y="1566"/>
                    <a:pt x="30630" y="5268"/>
                  </a:cubicBezTo>
                  <a:cubicBezTo>
                    <a:pt x="30630" y="5268"/>
                    <a:pt x="15299" y="13071"/>
                    <a:pt x="7642" y="25116"/>
                  </a:cubicBezTo>
                  <a:cubicBezTo>
                    <a:pt x="1" y="37144"/>
                    <a:pt x="600" y="52637"/>
                    <a:pt x="9892" y="64131"/>
                  </a:cubicBezTo>
                  <a:cubicBezTo>
                    <a:pt x="19185" y="75609"/>
                    <a:pt x="36944" y="74120"/>
                    <a:pt x="51822" y="81405"/>
                  </a:cubicBezTo>
                  <a:cubicBezTo>
                    <a:pt x="57380" y="84127"/>
                    <a:pt x="63151" y="85621"/>
                    <a:pt x="68567" y="85621"/>
                  </a:cubicBezTo>
                  <a:cubicBezTo>
                    <a:pt x="77645" y="85621"/>
                    <a:pt x="85724" y="81420"/>
                    <a:pt x="90125" y="71756"/>
                  </a:cubicBezTo>
                  <a:cubicBezTo>
                    <a:pt x="97167" y="56328"/>
                    <a:pt x="86563" y="50549"/>
                    <a:pt x="84734" y="32708"/>
                  </a:cubicBezTo>
                  <a:cubicBezTo>
                    <a:pt x="83326" y="18847"/>
                    <a:pt x="73315" y="1"/>
                    <a:pt x="51973" y="1"/>
                  </a:cubicBezTo>
                  <a:close/>
                </a:path>
              </a:pathLst>
            </a:custGeom>
            <a:solidFill>
              <a:srgbClr val="F4ED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601" name="Google Shape;8601;p336"/>
            <p:cNvGrpSpPr/>
            <p:nvPr/>
          </p:nvGrpSpPr>
          <p:grpSpPr>
            <a:xfrm>
              <a:off x="6545809" y="1892772"/>
              <a:ext cx="824726" cy="2361179"/>
              <a:chOff x="6545809" y="1892772"/>
              <a:chExt cx="824726" cy="2361179"/>
            </a:xfrm>
          </p:grpSpPr>
          <p:sp>
            <p:nvSpPr>
              <p:cNvPr id="8602" name="Google Shape;8602;p336"/>
              <p:cNvSpPr/>
              <p:nvPr/>
            </p:nvSpPr>
            <p:spPr>
              <a:xfrm>
                <a:off x="6565500" y="4100992"/>
                <a:ext cx="678568" cy="152960"/>
              </a:xfrm>
              <a:custGeom>
                <a:rect b="b" l="l" r="r" t="t"/>
                <a:pathLst>
                  <a:path extrusionOk="0" h="4777" w="21192">
                    <a:moveTo>
                      <a:pt x="10604" y="0"/>
                    </a:moveTo>
                    <a:cubicBezTo>
                      <a:pt x="4744" y="0"/>
                      <a:pt x="1" y="1069"/>
                      <a:pt x="1" y="2396"/>
                    </a:cubicBezTo>
                    <a:cubicBezTo>
                      <a:pt x="1" y="3708"/>
                      <a:pt x="4744" y="4776"/>
                      <a:pt x="10604" y="4776"/>
                    </a:cubicBezTo>
                    <a:cubicBezTo>
                      <a:pt x="16449" y="4776"/>
                      <a:pt x="21192" y="3708"/>
                      <a:pt x="21192" y="2396"/>
                    </a:cubicBezTo>
                    <a:cubicBezTo>
                      <a:pt x="21192" y="1069"/>
                      <a:pt x="16449" y="0"/>
                      <a:pt x="10604" y="0"/>
                    </a:cubicBezTo>
                    <a:close/>
                  </a:path>
                </a:pathLst>
              </a:custGeom>
              <a:solidFill>
                <a:srgbClr val="DED0F3"/>
              </a:solid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3" name="Google Shape;8603;p336"/>
              <p:cNvSpPr/>
              <p:nvPr/>
            </p:nvSpPr>
            <p:spPr>
              <a:xfrm>
                <a:off x="6545809" y="2449589"/>
                <a:ext cx="129105" cy="532909"/>
              </a:xfrm>
              <a:custGeom>
                <a:rect b="b" l="l" r="r" t="t"/>
                <a:pathLst>
                  <a:path extrusionOk="0" h="16643" w="4032">
                    <a:moveTo>
                      <a:pt x="3044" y="0"/>
                    </a:moveTo>
                    <a:cubicBezTo>
                      <a:pt x="3044" y="0"/>
                      <a:pt x="1619" y="874"/>
                      <a:pt x="1636" y="1263"/>
                    </a:cubicBezTo>
                    <a:cubicBezTo>
                      <a:pt x="1652" y="1635"/>
                      <a:pt x="1101" y="8645"/>
                      <a:pt x="1037" y="9536"/>
                    </a:cubicBezTo>
                    <a:cubicBezTo>
                      <a:pt x="972" y="10410"/>
                      <a:pt x="130" y="12207"/>
                      <a:pt x="65" y="13032"/>
                    </a:cubicBezTo>
                    <a:cubicBezTo>
                      <a:pt x="0" y="13858"/>
                      <a:pt x="211" y="14684"/>
                      <a:pt x="454" y="15056"/>
                    </a:cubicBezTo>
                    <a:cubicBezTo>
                      <a:pt x="697" y="15445"/>
                      <a:pt x="1587" y="16643"/>
                      <a:pt x="1587" y="16643"/>
                    </a:cubicBezTo>
                    <a:lnTo>
                      <a:pt x="3951" y="12968"/>
                    </a:lnTo>
                    <a:cubicBezTo>
                      <a:pt x="4015" y="12174"/>
                      <a:pt x="4032" y="11365"/>
                      <a:pt x="3999" y="10572"/>
                    </a:cubicBezTo>
                    <a:cubicBezTo>
                      <a:pt x="3951" y="8807"/>
                      <a:pt x="3044" y="0"/>
                      <a:pt x="3044" y="0"/>
                    </a:cubicBezTo>
                    <a:close/>
                  </a:path>
                </a:pathLst>
              </a:custGeom>
              <a:solidFill>
                <a:srgbClr val="FFFFFF"/>
              </a:solid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4" name="Google Shape;8604;p336"/>
              <p:cNvSpPr/>
              <p:nvPr/>
            </p:nvSpPr>
            <p:spPr>
              <a:xfrm>
                <a:off x="6671253" y="1892772"/>
                <a:ext cx="522534" cy="575560"/>
              </a:xfrm>
              <a:custGeom>
                <a:rect b="b" l="l" r="r" t="t"/>
                <a:pathLst>
                  <a:path extrusionOk="0" h="17975" w="16319">
                    <a:moveTo>
                      <a:pt x="8463" y="0"/>
                    </a:moveTo>
                    <a:cubicBezTo>
                      <a:pt x="8342" y="0"/>
                      <a:pt x="8273" y="4"/>
                      <a:pt x="8273" y="4"/>
                    </a:cubicBezTo>
                    <a:cubicBezTo>
                      <a:pt x="8273" y="4"/>
                      <a:pt x="8212" y="0"/>
                      <a:pt x="8104" y="0"/>
                    </a:cubicBezTo>
                    <a:cubicBezTo>
                      <a:pt x="7516" y="0"/>
                      <a:pt x="5524" y="116"/>
                      <a:pt x="4306" y="1607"/>
                    </a:cubicBezTo>
                    <a:cubicBezTo>
                      <a:pt x="2866" y="3355"/>
                      <a:pt x="3173" y="6043"/>
                      <a:pt x="3173" y="6868"/>
                    </a:cubicBezTo>
                    <a:cubicBezTo>
                      <a:pt x="3157" y="7694"/>
                      <a:pt x="712" y="10106"/>
                      <a:pt x="988" y="11094"/>
                    </a:cubicBezTo>
                    <a:cubicBezTo>
                      <a:pt x="1247" y="12065"/>
                      <a:pt x="1975" y="12178"/>
                      <a:pt x="1749" y="13004"/>
                    </a:cubicBezTo>
                    <a:cubicBezTo>
                      <a:pt x="1506" y="13830"/>
                      <a:pt x="0" y="14315"/>
                      <a:pt x="227" y="15368"/>
                    </a:cubicBezTo>
                    <a:cubicBezTo>
                      <a:pt x="437" y="16404"/>
                      <a:pt x="1231" y="17877"/>
                      <a:pt x="1231" y="17877"/>
                    </a:cubicBezTo>
                    <a:lnTo>
                      <a:pt x="15801" y="17974"/>
                    </a:lnTo>
                    <a:cubicBezTo>
                      <a:pt x="15801" y="17974"/>
                      <a:pt x="16319" y="16452"/>
                      <a:pt x="15768" y="15287"/>
                    </a:cubicBezTo>
                    <a:cubicBezTo>
                      <a:pt x="15218" y="14137"/>
                      <a:pt x="14425" y="13765"/>
                      <a:pt x="14554" y="13215"/>
                    </a:cubicBezTo>
                    <a:cubicBezTo>
                      <a:pt x="14684" y="12664"/>
                      <a:pt x="15396" y="11353"/>
                      <a:pt x="15121" y="10365"/>
                    </a:cubicBezTo>
                    <a:cubicBezTo>
                      <a:pt x="14845" y="9378"/>
                      <a:pt x="13906" y="9103"/>
                      <a:pt x="13809" y="7354"/>
                    </a:cubicBezTo>
                    <a:cubicBezTo>
                      <a:pt x="13712" y="5590"/>
                      <a:pt x="13453" y="2692"/>
                      <a:pt x="12061" y="1283"/>
                    </a:cubicBezTo>
                    <a:cubicBezTo>
                      <a:pt x="10905" y="101"/>
                      <a:pt x="9058" y="0"/>
                      <a:pt x="8463" y="0"/>
                    </a:cubicBezTo>
                    <a:close/>
                  </a:path>
                </a:pathLst>
              </a:custGeom>
              <a:solidFill>
                <a:srgbClr val="000000"/>
              </a:solid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5" name="Google Shape;8605;p336"/>
              <p:cNvSpPr/>
              <p:nvPr/>
            </p:nvSpPr>
            <p:spPr>
              <a:xfrm>
                <a:off x="6682139" y="4053830"/>
                <a:ext cx="194938" cy="165768"/>
              </a:xfrm>
              <a:custGeom>
                <a:rect b="b" l="l" r="r" t="t"/>
                <a:pathLst>
                  <a:path extrusionOk="0" h="5177" w="6088">
                    <a:moveTo>
                      <a:pt x="5974" y="0"/>
                    </a:moveTo>
                    <a:lnTo>
                      <a:pt x="3465" y="130"/>
                    </a:lnTo>
                    <a:cubicBezTo>
                      <a:pt x="3011" y="988"/>
                      <a:pt x="2461" y="1797"/>
                      <a:pt x="1846" y="2542"/>
                    </a:cubicBezTo>
                    <a:cubicBezTo>
                      <a:pt x="907" y="3578"/>
                      <a:pt x="0" y="4128"/>
                      <a:pt x="33" y="4679"/>
                    </a:cubicBezTo>
                    <a:cubicBezTo>
                      <a:pt x="52" y="5009"/>
                      <a:pt x="796" y="5176"/>
                      <a:pt x="1618" y="5176"/>
                    </a:cubicBezTo>
                    <a:cubicBezTo>
                      <a:pt x="2165" y="5176"/>
                      <a:pt x="2747" y="5103"/>
                      <a:pt x="3173" y="4954"/>
                    </a:cubicBezTo>
                    <a:cubicBezTo>
                      <a:pt x="4242" y="4565"/>
                      <a:pt x="5035" y="3805"/>
                      <a:pt x="5245" y="3740"/>
                    </a:cubicBezTo>
                    <a:cubicBezTo>
                      <a:pt x="5456" y="3675"/>
                      <a:pt x="6071" y="3740"/>
                      <a:pt x="6087" y="2963"/>
                    </a:cubicBezTo>
                    <a:cubicBezTo>
                      <a:pt x="6087" y="2202"/>
                      <a:pt x="5974" y="0"/>
                      <a:pt x="5974" y="0"/>
                    </a:cubicBezTo>
                    <a:close/>
                  </a:path>
                </a:pathLst>
              </a:custGeom>
              <a:solidFill>
                <a:srgbClr val="FFFFFF"/>
              </a:solid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6" name="Google Shape;8606;p336"/>
              <p:cNvSpPr/>
              <p:nvPr/>
            </p:nvSpPr>
            <p:spPr>
              <a:xfrm>
                <a:off x="6951662" y="4054342"/>
                <a:ext cx="206657" cy="164967"/>
              </a:xfrm>
              <a:custGeom>
                <a:rect b="b" l="l" r="r" t="t"/>
                <a:pathLst>
                  <a:path extrusionOk="0" h="5152" w="6454">
                    <a:moveTo>
                      <a:pt x="0" y="0"/>
                    </a:moveTo>
                    <a:cubicBezTo>
                      <a:pt x="0" y="0"/>
                      <a:pt x="114" y="2186"/>
                      <a:pt x="211" y="2963"/>
                    </a:cubicBezTo>
                    <a:cubicBezTo>
                      <a:pt x="308" y="3724"/>
                      <a:pt x="907" y="3675"/>
                      <a:pt x="1134" y="3724"/>
                    </a:cubicBezTo>
                    <a:cubicBezTo>
                      <a:pt x="1360" y="3772"/>
                      <a:pt x="2218" y="4549"/>
                      <a:pt x="3335" y="4922"/>
                    </a:cubicBezTo>
                    <a:cubicBezTo>
                      <a:pt x="3779" y="5076"/>
                      <a:pt x="4363" y="5151"/>
                      <a:pt x="4906" y="5151"/>
                    </a:cubicBezTo>
                    <a:cubicBezTo>
                      <a:pt x="5728" y="5151"/>
                      <a:pt x="6453" y="4978"/>
                      <a:pt x="6444" y="4647"/>
                    </a:cubicBezTo>
                    <a:cubicBezTo>
                      <a:pt x="6427" y="4096"/>
                      <a:pt x="5456" y="3562"/>
                      <a:pt x="4420" y="2510"/>
                    </a:cubicBezTo>
                    <a:cubicBezTo>
                      <a:pt x="3708" y="1781"/>
                      <a:pt x="3076" y="972"/>
                      <a:pt x="2542" y="114"/>
                    </a:cubicBezTo>
                    <a:lnTo>
                      <a:pt x="0" y="0"/>
                    </a:lnTo>
                    <a:close/>
                  </a:path>
                </a:pathLst>
              </a:custGeom>
              <a:solidFill>
                <a:srgbClr val="FFFFFF"/>
              </a:solid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7" name="Google Shape;8607;p336"/>
              <p:cNvSpPr/>
              <p:nvPr/>
            </p:nvSpPr>
            <p:spPr>
              <a:xfrm>
                <a:off x="6652075" y="3117700"/>
                <a:ext cx="505948" cy="951186"/>
              </a:xfrm>
              <a:custGeom>
                <a:rect b="b" l="l" r="r" t="t"/>
                <a:pathLst>
                  <a:path extrusionOk="0" h="29706" w="15801">
                    <a:moveTo>
                      <a:pt x="16" y="1"/>
                    </a:moveTo>
                    <a:lnTo>
                      <a:pt x="0" y="438"/>
                    </a:lnTo>
                    <a:cubicBezTo>
                      <a:pt x="0" y="438"/>
                      <a:pt x="340" y="11835"/>
                      <a:pt x="777" y="14085"/>
                    </a:cubicBezTo>
                    <a:cubicBezTo>
                      <a:pt x="1231" y="16336"/>
                      <a:pt x="3238" y="29206"/>
                      <a:pt x="3238" y="29206"/>
                    </a:cubicBezTo>
                    <a:cubicBezTo>
                      <a:pt x="3819" y="29450"/>
                      <a:pt x="4443" y="29579"/>
                      <a:pt x="5070" y="29579"/>
                    </a:cubicBezTo>
                    <a:cubicBezTo>
                      <a:pt x="5107" y="29579"/>
                      <a:pt x="5144" y="29579"/>
                      <a:pt x="5181" y="29578"/>
                    </a:cubicBezTo>
                    <a:lnTo>
                      <a:pt x="7366" y="29578"/>
                    </a:lnTo>
                    <a:lnTo>
                      <a:pt x="7577" y="19994"/>
                    </a:lnTo>
                    <a:lnTo>
                      <a:pt x="7641" y="6072"/>
                    </a:lnTo>
                    <a:lnTo>
                      <a:pt x="8742" y="29643"/>
                    </a:lnTo>
                    <a:cubicBezTo>
                      <a:pt x="8742" y="29643"/>
                      <a:pt x="10680" y="29705"/>
                      <a:pt x="11620" y="29705"/>
                    </a:cubicBezTo>
                    <a:cubicBezTo>
                      <a:pt x="11856" y="29705"/>
                      <a:pt x="12029" y="29701"/>
                      <a:pt x="12093" y="29691"/>
                    </a:cubicBezTo>
                    <a:cubicBezTo>
                      <a:pt x="12417" y="29627"/>
                      <a:pt x="12692" y="29578"/>
                      <a:pt x="12692" y="29578"/>
                    </a:cubicBezTo>
                    <a:lnTo>
                      <a:pt x="14619" y="14668"/>
                    </a:lnTo>
                    <a:lnTo>
                      <a:pt x="15736" y="4760"/>
                    </a:lnTo>
                    <a:lnTo>
                      <a:pt x="15801" y="810"/>
                    </a:lnTo>
                    <a:cubicBezTo>
                      <a:pt x="15801" y="810"/>
                      <a:pt x="6524" y="487"/>
                      <a:pt x="3821" y="276"/>
                    </a:cubicBezTo>
                    <a:cubicBezTo>
                      <a:pt x="1133" y="49"/>
                      <a:pt x="16" y="1"/>
                      <a:pt x="16" y="1"/>
                    </a:cubicBezTo>
                    <a:close/>
                  </a:path>
                </a:pathLst>
              </a:custGeom>
              <a:solidFill>
                <a:srgbClr val="FFFFFF"/>
              </a:solid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8" name="Google Shape;8608;p336"/>
              <p:cNvSpPr/>
              <p:nvPr/>
            </p:nvSpPr>
            <p:spPr>
              <a:xfrm>
                <a:off x="6662417" y="2310665"/>
                <a:ext cx="478507" cy="858360"/>
              </a:xfrm>
              <a:custGeom>
                <a:rect b="b" l="l" r="r" t="t"/>
                <a:pathLst>
                  <a:path extrusionOk="0" h="26807" w="14944">
                    <a:moveTo>
                      <a:pt x="6234" y="1"/>
                    </a:moveTo>
                    <a:lnTo>
                      <a:pt x="4582" y="1862"/>
                    </a:lnTo>
                    <a:lnTo>
                      <a:pt x="1" y="5213"/>
                    </a:lnTo>
                    <a:lnTo>
                      <a:pt x="972" y="25482"/>
                    </a:lnTo>
                    <a:cubicBezTo>
                      <a:pt x="972" y="25482"/>
                      <a:pt x="4631" y="26470"/>
                      <a:pt x="7772" y="26745"/>
                    </a:cubicBezTo>
                    <a:cubicBezTo>
                      <a:pt x="8271" y="26789"/>
                      <a:pt x="8792" y="26807"/>
                      <a:pt x="9316" y="26807"/>
                    </a:cubicBezTo>
                    <a:cubicBezTo>
                      <a:pt x="12091" y="26807"/>
                      <a:pt x="14943" y="26292"/>
                      <a:pt x="14943" y="26292"/>
                    </a:cubicBezTo>
                    <a:lnTo>
                      <a:pt x="14344" y="5052"/>
                    </a:lnTo>
                    <a:cubicBezTo>
                      <a:pt x="14344" y="5052"/>
                      <a:pt x="12564" y="2413"/>
                      <a:pt x="11641" y="1700"/>
                    </a:cubicBezTo>
                    <a:cubicBezTo>
                      <a:pt x="10734" y="1004"/>
                      <a:pt x="10313" y="341"/>
                      <a:pt x="9099" y="227"/>
                    </a:cubicBezTo>
                    <a:cubicBezTo>
                      <a:pt x="7885" y="114"/>
                      <a:pt x="6234" y="1"/>
                      <a:pt x="6234" y="1"/>
                    </a:cubicBezTo>
                    <a:close/>
                  </a:path>
                </a:pathLst>
              </a:custGeom>
              <a:solidFill>
                <a:srgbClr val="9F7CD4"/>
              </a:solid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9" name="Google Shape;8609;p336"/>
              <p:cNvSpPr/>
              <p:nvPr/>
            </p:nvSpPr>
            <p:spPr>
              <a:xfrm>
                <a:off x="6593483" y="2311722"/>
                <a:ext cx="268552" cy="1003059"/>
              </a:xfrm>
              <a:custGeom>
                <a:rect b="b" l="l" r="r" t="t"/>
                <a:pathLst>
                  <a:path extrusionOk="0" h="31326" w="8387">
                    <a:moveTo>
                      <a:pt x="8387" y="0"/>
                    </a:moveTo>
                    <a:lnTo>
                      <a:pt x="6476" y="971"/>
                    </a:lnTo>
                    <a:lnTo>
                      <a:pt x="1555" y="4306"/>
                    </a:lnTo>
                    <a:lnTo>
                      <a:pt x="2332" y="16642"/>
                    </a:lnTo>
                    <a:lnTo>
                      <a:pt x="2073" y="17873"/>
                    </a:lnTo>
                    <a:lnTo>
                      <a:pt x="1" y="20252"/>
                    </a:lnTo>
                    <a:lnTo>
                      <a:pt x="875" y="24429"/>
                    </a:lnTo>
                    <a:lnTo>
                      <a:pt x="487" y="30338"/>
                    </a:lnTo>
                    <a:cubicBezTo>
                      <a:pt x="487" y="30338"/>
                      <a:pt x="2445" y="30986"/>
                      <a:pt x="3773" y="31148"/>
                    </a:cubicBezTo>
                    <a:cubicBezTo>
                      <a:pt x="4744" y="31261"/>
                      <a:pt x="5748" y="31309"/>
                      <a:pt x="6735" y="31326"/>
                    </a:cubicBezTo>
                    <a:lnTo>
                      <a:pt x="6897" y="23264"/>
                    </a:lnTo>
                    <a:cubicBezTo>
                      <a:pt x="6897" y="23264"/>
                      <a:pt x="7561" y="9891"/>
                      <a:pt x="7626" y="9309"/>
                    </a:cubicBezTo>
                    <a:cubicBezTo>
                      <a:pt x="7707" y="8710"/>
                      <a:pt x="8387" y="0"/>
                      <a:pt x="8387" y="0"/>
                    </a:cubicBezTo>
                    <a:close/>
                  </a:path>
                </a:pathLst>
              </a:custGeom>
              <a:solidFill>
                <a:srgbClr val="FFFFFF"/>
              </a:solid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0" name="Google Shape;8610;p336"/>
              <p:cNvSpPr/>
              <p:nvPr/>
            </p:nvSpPr>
            <p:spPr>
              <a:xfrm>
                <a:off x="6849014" y="2259885"/>
                <a:ext cx="151935" cy="280463"/>
              </a:xfrm>
              <a:custGeom>
                <a:rect b="b" l="l" r="r" t="t"/>
                <a:pathLst>
                  <a:path extrusionOk="0" h="8759" w="4745">
                    <a:moveTo>
                      <a:pt x="1" y="0"/>
                    </a:moveTo>
                    <a:cubicBezTo>
                      <a:pt x="1" y="1"/>
                      <a:pt x="859" y="5699"/>
                      <a:pt x="1523" y="7010"/>
                    </a:cubicBezTo>
                    <a:cubicBezTo>
                      <a:pt x="2203" y="8321"/>
                      <a:pt x="2381" y="8758"/>
                      <a:pt x="2381" y="8758"/>
                    </a:cubicBezTo>
                    <a:cubicBezTo>
                      <a:pt x="2381" y="8758"/>
                      <a:pt x="3854" y="4323"/>
                      <a:pt x="4145" y="3659"/>
                    </a:cubicBezTo>
                    <a:cubicBezTo>
                      <a:pt x="4437" y="3011"/>
                      <a:pt x="4744" y="648"/>
                      <a:pt x="4744" y="648"/>
                    </a:cubicBezTo>
                    <a:lnTo>
                      <a:pt x="4744" y="648"/>
                    </a:lnTo>
                    <a:cubicBezTo>
                      <a:pt x="4744" y="648"/>
                      <a:pt x="3888" y="924"/>
                      <a:pt x="2813" y="924"/>
                    </a:cubicBezTo>
                    <a:cubicBezTo>
                      <a:pt x="1904" y="924"/>
                      <a:pt x="839" y="727"/>
                      <a:pt x="1" y="0"/>
                    </a:cubicBezTo>
                    <a:close/>
                  </a:path>
                </a:pathLst>
              </a:custGeom>
              <a:solidFill>
                <a:srgbClr val="FFFFFF"/>
              </a:solid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1" name="Google Shape;8611;p336"/>
              <p:cNvSpPr/>
              <p:nvPr/>
            </p:nvSpPr>
            <p:spPr>
              <a:xfrm>
                <a:off x="6768170" y="2121954"/>
                <a:ext cx="63848" cy="87447"/>
              </a:xfrm>
              <a:custGeom>
                <a:rect b="b" l="l" r="r" t="t"/>
                <a:pathLst>
                  <a:path extrusionOk="0" h="2731" w="1994">
                    <a:moveTo>
                      <a:pt x="814" y="0"/>
                    </a:moveTo>
                    <a:cubicBezTo>
                      <a:pt x="670" y="0"/>
                      <a:pt x="519" y="94"/>
                      <a:pt x="389" y="374"/>
                    </a:cubicBezTo>
                    <a:cubicBezTo>
                      <a:pt x="1" y="1200"/>
                      <a:pt x="988" y="2430"/>
                      <a:pt x="1279" y="2592"/>
                    </a:cubicBezTo>
                    <a:cubicBezTo>
                      <a:pt x="1447" y="2691"/>
                      <a:pt x="1570" y="2731"/>
                      <a:pt x="1660" y="2731"/>
                    </a:cubicBezTo>
                    <a:cubicBezTo>
                      <a:pt x="1993" y="2731"/>
                      <a:pt x="1862" y="2187"/>
                      <a:pt x="1862" y="2187"/>
                    </a:cubicBezTo>
                    <a:lnTo>
                      <a:pt x="1360" y="374"/>
                    </a:lnTo>
                    <a:cubicBezTo>
                      <a:pt x="1360" y="374"/>
                      <a:pt x="1101" y="0"/>
                      <a:pt x="814" y="0"/>
                    </a:cubicBezTo>
                    <a:close/>
                  </a:path>
                </a:pathLst>
              </a:custGeom>
              <a:solidFill>
                <a:srgbClr val="FFFFFF"/>
              </a:solid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2" name="Google Shape;8612;p336"/>
              <p:cNvSpPr/>
              <p:nvPr/>
            </p:nvSpPr>
            <p:spPr>
              <a:xfrm>
                <a:off x="7031898" y="2132647"/>
                <a:ext cx="58180" cy="88695"/>
              </a:xfrm>
              <a:custGeom>
                <a:rect b="b" l="l" r="r" t="t"/>
                <a:pathLst>
                  <a:path extrusionOk="0" h="2770" w="1817">
                    <a:moveTo>
                      <a:pt x="887" y="0"/>
                    </a:moveTo>
                    <a:cubicBezTo>
                      <a:pt x="592" y="0"/>
                      <a:pt x="360" y="396"/>
                      <a:pt x="360" y="396"/>
                    </a:cubicBezTo>
                    <a:lnTo>
                      <a:pt x="68" y="2242"/>
                    </a:lnTo>
                    <a:cubicBezTo>
                      <a:pt x="68" y="2242"/>
                      <a:pt x="0" y="2770"/>
                      <a:pt x="319" y="2770"/>
                    </a:cubicBezTo>
                    <a:cubicBezTo>
                      <a:pt x="410" y="2770"/>
                      <a:pt x="534" y="2726"/>
                      <a:pt x="700" y="2614"/>
                    </a:cubicBezTo>
                    <a:cubicBezTo>
                      <a:pt x="959" y="2420"/>
                      <a:pt x="1817" y="1157"/>
                      <a:pt x="1331" y="348"/>
                    </a:cubicBezTo>
                    <a:cubicBezTo>
                      <a:pt x="1181" y="88"/>
                      <a:pt x="1027" y="0"/>
                      <a:pt x="887" y="0"/>
                    </a:cubicBezTo>
                    <a:close/>
                  </a:path>
                </a:pathLst>
              </a:custGeom>
              <a:solidFill>
                <a:srgbClr val="FFFFFF"/>
              </a:solid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3" name="Google Shape;8613;p336"/>
              <p:cNvSpPr/>
              <p:nvPr/>
            </p:nvSpPr>
            <p:spPr>
              <a:xfrm>
                <a:off x="6807552" y="2025581"/>
                <a:ext cx="241591" cy="290902"/>
              </a:xfrm>
              <a:custGeom>
                <a:rect b="b" l="l" r="r" t="t"/>
                <a:pathLst>
                  <a:path extrusionOk="0" h="9085" w="7545">
                    <a:moveTo>
                      <a:pt x="4841" y="1"/>
                    </a:moveTo>
                    <a:cubicBezTo>
                      <a:pt x="4388" y="616"/>
                      <a:pt x="3821" y="1134"/>
                      <a:pt x="3174" y="1522"/>
                    </a:cubicBezTo>
                    <a:cubicBezTo>
                      <a:pt x="2105" y="2154"/>
                      <a:pt x="1" y="2640"/>
                      <a:pt x="1" y="2640"/>
                    </a:cubicBezTo>
                    <a:cubicBezTo>
                      <a:pt x="1" y="2640"/>
                      <a:pt x="697" y="6476"/>
                      <a:pt x="1069" y="7399"/>
                    </a:cubicBezTo>
                    <a:cubicBezTo>
                      <a:pt x="1458" y="8322"/>
                      <a:pt x="2769" y="8856"/>
                      <a:pt x="3514" y="9034"/>
                    </a:cubicBezTo>
                    <a:cubicBezTo>
                      <a:pt x="3672" y="9069"/>
                      <a:pt x="3832" y="9085"/>
                      <a:pt x="3991" y="9085"/>
                    </a:cubicBezTo>
                    <a:cubicBezTo>
                      <a:pt x="5180" y="9085"/>
                      <a:pt x="6334" y="8182"/>
                      <a:pt x="6719" y="7253"/>
                    </a:cubicBezTo>
                    <a:cubicBezTo>
                      <a:pt x="7156" y="6201"/>
                      <a:pt x="7545" y="3174"/>
                      <a:pt x="7545" y="3174"/>
                    </a:cubicBezTo>
                    <a:cubicBezTo>
                      <a:pt x="7545" y="3174"/>
                      <a:pt x="7367" y="3125"/>
                      <a:pt x="6574" y="2429"/>
                    </a:cubicBezTo>
                    <a:cubicBezTo>
                      <a:pt x="5764" y="1733"/>
                      <a:pt x="4841" y="1"/>
                      <a:pt x="4841" y="1"/>
                    </a:cubicBezTo>
                    <a:close/>
                  </a:path>
                </a:pathLst>
              </a:custGeom>
              <a:solidFill>
                <a:srgbClr val="FFFFFF"/>
              </a:solid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4" name="Google Shape;8614;p336"/>
              <p:cNvSpPr/>
              <p:nvPr/>
            </p:nvSpPr>
            <p:spPr>
              <a:xfrm>
                <a:off x="7172998" y="2412257"/>
                <a:ext cx="178351" cy="450649"/>
              </a:xfrm>
              <a:custGeom>
                <a:rect b="b" l="l" r="r" t="t"/>
                <a:pathLst>
                  <a:path extrusionOk="0" h="14074" w="5570">
                    <a:moveTo>
                      <a:pt x="0" y="1"/>
                    </a:moveTo>
                    <a:lnTo>
                      <a:pt x="97" y="7723"/>
                    </a:lnTo>
                    <a:cubicBezTo>
                      <a:pt x="97" y="7723"/>
                      <a:pt x="130" y="11560"/>
                      <a:pt x="372" y="11883"/>
                    </a:cubicBezTo>
                    <a:cubicBezTo>
                      <a:pt x="609" y="12198"/>
                      <a:pt x="2115" y="14074"/>
                      <a:pt x="3195" y="14074"/>
                    </a:cubicBezTo>
                    <a:cubicBezTo>
                      <a:pt x="3226" y="14074"/>
                      <a:pt x="3256" y="14072"/>
                      <a:pt x="3286" y="14069"/>
                    </a:cubicBezTo>
                    <a:cubicBezTo>
                      <a:pt x="4371" y="13956"/>
                      <a:pt x="5537" y="13146"/>
                      <a:pt x="5553" y="12434"/>
                    </a:cubicBezTo>
                    <a:cubicBezTo>
                      <a:pt x="5569" y="11721"/>
                      <a:pt x="2056" y="2283"/>
                      <a:pt x="1619" y="1409"/>
                    </a:cubicBezTo>
                    <a:cubicBezTo>
                      <a:pt x="1182" y="551"/>
                      <a:pt x="0" y="1"/>
                      <a:pt x="0" y="1"/>
                    </a:cubicBezTo>
                    <a:close/>
                  </a:path>
                </a:pathLst>
              </a:custGeom>
              <a:solidFill>
                <a:srgbClr val="FFFFFF"/>
              </a:solid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5" name="Google Shape;8615;p336"/>
              <p:cNvSpPr/>
              <p:nvPr/>
            </p:nvSpPr>
            <p:spPr>
              <a:xfrm>
                <a:off x="6994693" y="2331413"/>
                <a:ext cx="221354" cy="998448"/>
              </a:xfrm>
              <a:custGeom>
                <a:rect b="b" l="l" r="r" t="t"/>
                <a:pathLst>
                  <a:path extrusionOk="0" h="31182" w="6913">
                    <a:moveTo>
                      <a:pt x="0" y="0"/>
                    </a:moveTo>
                    <a:lnTo>
                      <a:pt x="583" y="18860"/>
                    </a:lnTo>
                    <a:lnTo>
                      <a:pt x="777" y="30743"/>
                    </a:lnTo>
                    <a:cubicBezTo>
                      <a:pt x="1878" y="31018"/>
                      <a:pt x="3011" y="31164"/>
                      <a:pt x="4144" y="31180"/>
                    </a:cubicBezTo>
                    <a:cubicBezTo>
                      <a:pt x="4188" y="31181"/>
                      <a:pt x="4231" y="31181"/>
                      <a:pt x="4274" y="31181"/>
                    </a:cubicBezTo>
                    <a:cubicBezTo>
                      <a:pt x="5185" y="31181"/>
                      <a:pt x="6078" y="31018"/>
                      <a:pt x="6913" y="30678"/>
                    </a:cubicBezTo>
                    <a:cubicBezTo>
                      <a:pt x="6913" y="30678"/>
                      <a:pt x="6573" y="23296"/>
                      <a:pt x="6508" y="22082"/>
                    </a:cubicBezTo>
                    <a:cubicBezTo>
                      <a:pt x="6443" y="20884"/>
                      <a:pt x="6055" y="18569"/>
                      <a:pt x="6055" y="18569"/>
                    </a:cubicBezTo>
                    <a:lnTo>
                      <a:pt x="5569" y="2526"/>
                    </a:lnTo>
                    <a:cubicBezTo>
                      <a:pt x="5569" y="2526"/>
                      <a:pt x="1133" y="437"/>
                      <a:pt x="0" y="0"/>
                    </a:cubicBezTo>
                    <a:close/>
                  </a:path>
                </a:pathLst>
              </a:custGeom>
              <a:solidFill>
                <a:srgbClr val="FFFFFF"/>
              </a:solid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6" name="Google Shape;8616;p336"/>
              <p:cNvSpPr/>
              <p:nvPr/>
            </p:nvSpPr>
            <p:spPr>
              <a:xfrm>
                <a:off x="6999848" y="2559474"/>
                <a:ext cx="304862" cy="409088"/>
              </a:xfrm>
              <a:custGeom>
                <a:rect b="b" l="l" r="r" t="t"/>
                <a:pathLst>
                  <a:path extrusionOk="0" h="12776" w="9521">
                    <a:moveTo>
                      <a:pt x="2526" y="0"/>
                    </a:moveTo>
                    <a:lnTo>
                      <a:pt x="1" y="12110"/>
                    </a:lnTo>
                    <a:cubicBezTo>
                      <a:pt x="1" y="12110"/>
                      <a:pt x="1733" y="12660"/>
                      <a:pt x="2996" y="12725"/>
                    </a:cubicBezTo>
                    <a:cubicBezTo>
                      <a:pt x="3838" y="12768"/>
                      <a:pt x="5284" y="12775"/>
                      <a:pt x="6155" y="12775"/>
                    </a:cubicBezTo>
                    <a:cubicBezTo>
                      <a:pt x="6590" y="12775"/>
                      <a:pt x="6881" y="12773"/>
                      <a:pt x="6881" y="12773"/>
                    </a:cubicBezTo>
                    <a:lnTo>
                      <a:pt x="9520" y="1490"/>
                    </a:lnTo>
                    <a:cubicBezTo>
                      <a:pt x="9520" y="1490"/>
                      <a:pt x="4340" y="988"/>
                      <a:pt x="2526" y="0"/>
                    </a:cubicBezTo>
                    <a:close/>
                  </a:path>
                </a:pathLst>
              </a:custGeom>
              <a:solidFill>
                <a:srgbClr val="000000"/>
              </a:solid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7" name="Google Shape;8617;p336"/>
              <p:cNvSpPr/>
              <p:nvPr/>
            </p:nvSpPr>
            <p:spPr>
              <a:xfrm>
                <a:off x="7108707" y="2799990"/>
                <a:ext cx="66922" cy="120811"/>
              </a:xfrm>
              <a:custGeom>
                <a:rect b="b" l="l" r="r" t="t"/>
                <a:pathLst>
                  <a:path extrusionOk="0" h="3773" w="2090">
                    <a:moveTo>
                      <a:pt x="98" y="0"/>
                    </a:moveTo>
                    <a:lnTo>
                      <a:pt x="1" y="3772"/>
                    </a:lnTo>
                    <a:cubicBezTo>
                      <a:pt x="778" y="3335"/>
                      <a:pt x="2089" y="421"/>
                      <a:pt x="2089" y="421"/>
                    </a:cubicBezTo>
                    <a:lnTo>
                      <a:pt x="98" y="0"/>
                    </a:lnTo>
                    <a:close/>
                  </a:path>
                </a:pathLst>
              </a:custGeom>
              <a:solidFill>
                <a:srgbClr val="FFFFFF"/>
              </a:solidFill>
              <a:ln cap="rnd" cmpd="sng" w="5250">
                <a:solidFill>
                  <a:srgbClr val="2632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8" name="Google Shape;8618;p336"/>
              <p:cNvSpPr/>
              <p:nvPr/>
            </p:nvSpPr>
            <p:spPr>
              <a:xfrm>
                <a:off x="7021108" y="2703553"/>
                <a:ext cx="136885" cy="142041"/>
              </a:xfrm>
              <a:custGeom>
                <a:rect b="b" l="l" r="r" t="t"/>
                <a:pathLst>
                  <a:path extrusionOk="0" h="4436" w="4275">
                    <a:moveTo>
                      <a:pt x="1166" y="1"/>
                    </a:moveTo>
                    <a:cubicBezTo>
                      <a:pt x="1004" y="1"/>
                      <a:pt x="810" y="389"/>
                      <a:pt x="988" y="551"/>
                    </a:cubicBezTo>
                    <a:cubicBezTo>
                      <a:pt x="1166" y="713"/>
                      <a:pt x="1765" y="762"/>
                      <a:pt x="1765" y="762"/>
                    </a:cubicBezTo>
                    <a:lnTo>
                      <a:pt x="2186" y="1377"/>
                    </a:lnTo>
                    <a:lnTo>
                      <a:pt x="308" y="1215"/>
                    </a:lnTo>
                    <a:cubicBezTo>
                      <a:pt x="308" y="1215"/>
                      <a:pt x="1" y="1539"/>
                      <a:pt x="65" y="1814"/>
                    </a:cubicBezTo>
                    <a:cubicBezTo>
                      <a:pt x="114" y="2008"/>
                      <a:pt x="195" y="2186"/>
                      <a:pt x="276" y="2364"/>
                    </a:cubicBezTo>
                    <a:cubicBezTo>
                      <a:pt x="260" y="2769"/>
                      <a:pt x="276" y="3174"/>
                      <a:pt x="325" y="3562"/>
                    </a:cubicBezTo>
                    <a:cubicBezTo>
                      <a:pt x="405" y="3902"/>
                      <a:pt x="729" y="4000"/>
                      <a:pt x="1199" y="4275"/>
                    </a:cubicBezTo>
                    <a:cubicBezTo>
                      <a:pt x="1407" y="4401"/>
                      <a:pt x="1841" y="4435"/>
                      <a:pt x="2249" y="4435"/>
                    </a:cubicBezTo>
                    <a:cubicBezTo>
                      <a:pt x="2729" y="4435"/>
                      <a:pt x="3174" y="4388"/>
                      <a:pt x="3174" y="4388"/>
                    </a:cubicBezTo>
                    <a:lnTo>
                      <a:pt x="3870" y="4388"/>
                    </a:lnTo>
                    <a:lnTo>
                      <a:pt x="4275" y="1636"/>
                    </a:lnTo>
                    <a:cubicBezTo>
                      <a:pt x="4275" y="1636"/>
                      <a:pt x="3740" y="875"/>
                      <a:pt x="3578" y="713"/>
                    </a:cubicBezTo>
                    <a:cubicBezTo>
                      <a:pt x="3400" y="535"/>
                      <a:pt x="2559" y="49"/>
                      <a:pt x="2381" y="49"/>
                    </a:cubicBezTo>
                    <a:cubicBezTo>
                      <a:pt x="2219" y="49"/>
                      <a:pt x="1344" y="1"/>
                      <a:pt x="1166" y="1"/>
                    </a:cubicBezTo>
                    <a:close/>
                  </a:path>
                </a:pathLst>
              </a:custGeom>
              <a:solidFill>
                <a:srgbClr val="FFFFFF"/>
              </a:solid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9" name="Google Shape;8619;p336"/>
              <p:cNvSpPr/>
              <p:nvPr/>
            </p:nvSpPr>
            <p:spPr>
              <a:xfrm>
                <a:off x="7108707" y="2747097"/>
                <a:ext cx="261828" cy="173708"/>
              </a:xfrm>
              <a:custGeom>
                <a:rect b="b" l="l" r="r" t="t"/>
                <a:pathLst>
                  <a:path extrusionOk="0" h="5425" w="8177">
                    <a:moveTo>
                      <a:pt x="1247" y="1"/>
                    </a:moveTo>
                    <a:cubicBezTo>
                      <a:pt x="1247" y="1"/>
                      <a:pt x="875" y="3125"/>
                      <a:pt x="486" y="4178"/>
                    </a:cubicBezTo>
                    <a:cubicBezTo>
                      <a:pt x="114" y="5214"/>
                      <a:pt x="1" y="5424"/>
                      <a:pt x="1" y="5424"/>
                    </a:cubicBezTo>
                    <a:cubicBezTo>
                      <a:pt x="1" y="5424"/>
                      <a:pt x="5100" y="5311"/>
                      <a:pt x="6298" y="5214"/>
                    </a:cubicBezTo>
                    <a:cubicBezTo>
                      <a:pt x="7496" y="5100"/>
                      <a:pt x="8176" y="4388"/>
                      <a:pt x="8111" y="3400"/>
                    </a:cubicBezTo>
                    <a:cubicBezTo>
                      <a:pt x="8063" y="2413"/>
                      <a:pt x="7464" y="1425"/>
                      <a:pt x="7464" y="1425"/>
                    </a:cubicBezTo>
                    <a:lnTo>
                      <a:pt x="6104" y="665"/>
                    </a:lnTo>
                    <a:lnTo>
                      <a:pt x="1247" y="1"/>
                    </a:lnTo>
                    <a:close/>
                  </a:path>
                </a:pathLst>
              </a:cu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0" name="Google Shape;8620;p336"/>
              <p:cNvSpPr/>
              <p:nvPr/>
            </p:nvSpPr>
            <p:spPr>
              <a:xfrm>
                <a:off x="7108707" y="2747097"/>
                <a:ext cx="261828" cy="173708"/>
              </a:xfrm>
              <a:custGeom>
                <a:rect b="b" l="l" r="r" t="t"/>
                <a:pathLst>
                  <a:path extrusionOk="0" fill="none" h="5425" w="8177">
                    <a:moveTo>
                      <a:pt x="6104" y="665"/>
                    </a:moveTo>
                    <a:lnTo>
                      <a:pt x="1247" y="1"/>
                    </a:lnTo>
                    <a:cubicBezTo>
                      <a:pt x="1247" y="1"/>
                      <a:pt x="875" y="3125"/>
                      <a:pt x="486" y="4178"/>
                    </a:cubicBezTo>
                    <a:cubicBezTo>
                      <a:pt x="114" y="5214"/>
                      <a:pt x="1" y="5424"/>
                      <a:pt x="1" y="5424"/>
                    </a:cubicBezTo>
                    <a:cubicBezTo>
                      <a:pt x="1" y="5424"/>
                      <a:pt x="5100" y="5311"/>
                      <a:pt x="6298" y="5214"/>
                    </a:cubicBezTo>
                    <a:cubicBezTo>
                      <a:pt x="7496" y="5100"/>
                      <a:pt x="8176" y="4388"/>
                      <a:pt x="8111" y="3400"/>
                    </a:cubicBezTo>
                    <a:cubicBezTo>
                      <a:pt x="8063" y="2413"/>
                      <a:pt x="7464" y="1425"/>
                      <a:pt x="7464" y="1425"/>
                    </a:cubicBezTo>
                  </a:path>
                </a:pathLst>
              </a:custGeom>
              <a:noFill/>
              <a:ln cap="rnd" cmpd="sng" w="5250">
                <a:solidFill>
                  <a:srgbClr val="2632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1" name="Google Shape;8621;p336"/>
              <p:cNvSpPr/>
              <p:nvPr/>
            </p:nvSpPr>
            <p:spPr>
              <a:xfrm>
                <a:off x="6584678" y="2877216"/>
                <a:ext cx="137910" cy="105250"/>
              </a:xfrm>
              <a:custGeom>
                <a:rect b="b" l="l" r="r" t="t"/>
                <a:pathLst>
                  <a:path extrusionOk="0" h="3287" w="4307">
                    <a:moveTo>
                      <a:pt x="2219" y="0"/>
                    </a:moveTo>
                    <a:cubicBezTo>
                      <a:pt x="681" y="0"/>
                      <a:pt x="1" y="1603"/>
                      <a:pt x="1" y="1603"/>
                    </a:cubicBezTo>
                    <a:lnTo>
                      <a:pt x="600" y="2639"/>
                    </a:lnTo>
                    <a:lnTo>
                      <a:pt x="2915" y="1862"/>
                    </a:lnTo>
                    <a:lnTo>
                      <a:pt x="2947" y="2250"/>
                    </a:lnTo>
                    <a:cubicBezTo>
                      <a:pt x="2947" y="2250"/>
                      <a:pt x="3433" y="3287"/>
                      <a:pt x="3773" y="3287"/>
                    </a:cubicBezTo>
                    <a:cubicBezTo>
                      <a:pt x="4096" y="3287"/>
                      <a:pt x="4307" y="3125"/>
                      <a:pt x="4129" y="2849"/>
                    </a:cubicBezTo>
                    <a:cubicBezTo>
                      <a:pt x="3951" y="2574"/>
                      <a:pt x="3918" y="1166"/>
                      <a:pt x="3643" y="939"/>
                    </a:cubicBezTo>
                    <a:cubicBezTo>
                      <a:pt x="3352" y="713"/>
                      <a:pt x="2219" y="0"/>
                      <a:pt x="2219" y="0"/>
                    </a:cubicBezTo>
                    <a:close/>
                  </a:path>
                </a:pathLst>
              </a:custGeom>
              <a:solidFill>
                <a:srgbClr val="FFFFFF"/>
              </a:solid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622" name="Google Shape;8622;p336"/>
            <p:cNvGrpSpPr/>
            <p:nvPr/>
          </p:nvGrpSpPr>
          <p:grpSpPr>
            <a:xfrm>
              <a:off x="5682268" y="1712449"/>
              <a:ext cx="806049" cy="2541502"/>
              <a:chOff x="5682268" y="1712449"/>
              <a:chExt cx="806049" cy="2541502"/>
            </a:xfrm>
          </p:grpSpPr>
          <p:sp>
            <p:nvSpPr>
              <p:cNvPr id="8623" name="Google Shape;8623;p336"/>
              <p:cNvSpPr/>
              <p:nvPr/>
            </p:nvSpPr>
            <p:spPr>
              <a:xfrm>
                <a:off x="5776623" y="4100992"/>
                <a:ext cx="678568" cy="152960"/>
              </a:xfrm>
              <a:custGeom>
                <a:rect b="b" l="l" r="r" t="t"/>
                <a:pathLst>
                  <a:path extrusionOk="0" h="4777" w="21192">
                    <a:moveTo>
                      <a:pt x="10588" y="0"/>
                    </a:moveTo>
                    <a:cubicBezTo>
                      <a:pt x="4743" y="0"/>
                      <a:pt x="0" y="1069"/>
                      <a:pt x="0" y="2396"/>
                    </a:cubicBezTo>
                    <a:cubicBezTo>
                      <a:pt x="0" y="3708"/>
                      <a:pt x="4743" y="4776"/>
                      <a:pt x="10588" y="4776"/>
                    </a:cubicBezTo>
                    <a:cubicBezTo>
                      <a:pt x="16448" y="4776"/>
                      <a:pt x="21191" y="3708"/>
                      <a:pt x="21191" y="2396"/>
                    </a:cubicBezTo>
                    <a:cubicBezTo>
                      <a:pt x="21191" y="1069"/>
                      <a:pt x="16448" y="0"/>
                      <a:pt x="10588" y="0"/>
                    </a:cubicBezTo>
                    <a:close/>
                  </a:path>
                </a:pathLst>
              </a:custGeom>
              <a:solidFill>
                <a:srgbClr val="DED0F3"/>
              </a:solid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4" name="Google Shape;8624;p336"/>
              <p:cNvSpPr/>
              <p:nvPr/>
            </p:nvSpPr>
            <p:spPr>
              <a:xfrm>
                <a:off x="6356106" y="2360933"/>
                <a:ext cx="132211" cy="598262"/>
              </a:xfrm>
              <a:custGeom>
                <a:rect b="b" l="l" r="r" t="t"/>
                <a:pathLst>
                  <a:path extrusionOk="0" h="18684" w="4129">
                    <a:moveTo>
                      <a:pt x="761" y="1"/>
                    </a:moveTo>
                    <a:cubicBezTo>
                      <a:pt x="761" y="1"/>
                      <a:pt x="0" y="2284"/>
                      <a:pt x="33" y="3854"/>
                    </a:cubicBezTo>
                    <a:cubicBezTo>
                      <a:pt x="65" y="5408"/>
                      <a:pt x="1101" y="16433"/>
                      <a:pt x="1101" y="16433"/>
                    </a:cubicBezTo>
                    <a:lnTo>
                      <a:pt x="2817" y="18683"/>
                    </a:lnTo>
                    <a:cubicBezTo>
                      <a:pt x="3157" y="18311"/>
                      <a:pt x="3449" y="17906"/>
                      <a:pt x="3708" y="17501"/>
                    </a:cubicBezTo>
                    <a:cubicBezTo>
                      <a:pt x="3967" y="17016"/>
                      <a:pt x="4128" y="15283"/>
                      <a:pt x="3610" y="13940"/>
                    </a:cubicBezTo>
                    <a:cubicBezTo>
                      <a:pt x="3109" y="12596"/>
                      <a:pt x="2655" y="9536"/>
                      <a:pt x="2396" y="8257"/>
                    </a:cubicBezTo>
                    <a:cubicBezTo>
                      <a:pt x="2153" y="6962"/>
                      <a:pt x="761" y="1"/>
                      <a:pt x="761" y="1"/>
                    </a:cubicBezTo>
                    <a:close/>
                  </a:path>
                </a:pathLst>
              </a:custGeom>
              <a:solidFill>
                <a:srgbClr val="FFFFFF"/>
              </a:solid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5" name="Google Shape;8625;p336"/>
              <p:cNvSpPr/>
              <p:nvPr/>
            </p:nvSpPr>
            <p:spPr>
              <a:xfrm>
                <a:off x="6405349" y="2878241"/>
                <a:ext cx="56515" cy="109252"/>
              </a:xfrm>
              <a:custGeom>
                <a:rect b="b" l="l" r="r" t="t"/>
                <a:pathLst>
                  <a:path extrusionOk="0" h="3412" w="1765">
                    <a:moveTo>
                      <a:pt x="146" y="1"/>
                    </a:moveTo>
                    <a:cubicBezTo>
                      <a:pt x="146" y="1"/>
                      <a:pt x="0" y="1571"/>
                      <a:pt x="33" y="2202"/>
                    </a:cubicBezTo>
                    <a:cubicBezTo>
                      <a:pt x="47" y="2768"/>
                      <a:pt x="192" y="3411"/>
                      <a:pt x="373" y="3411"/>
                    </a:cubicBezTo>
                    <a:cubicBezTo>
                      <a:pt x="394" y="3411"/>
                      <a:pt x="415" y="3403"/>
                      <a:pt x="437" y="3384"/>
                    </a:cubicBezTo>
                    <a:cubicBezTo>
                      <a:pt x="648" y="3206"/>
                      <a:pt x="1457" y="2251"/>
                      <a:pt x="1603" y="1943"/>
                    </a:cubicBezTo>
                    <a:cubicBezTo>
                      <a:pt x="1765" y="1619"/>
                      <a:pt x="1619" y="1263"/>
                      <a:pt x="1425" y="972"/>
                    </a:cubicBezTo>
                    <a:cubicBezTo>
                      <a:pt x="1231" y="681"/>
                      <a:pt x="146" y="1"/>
                      <a:pt x="146" y="1"/>
                    </a:cubicBezTo>
                    <a:close/>
                  </a:path>
                </a:pathLst>
              </a:custGeom>
              <a:solidFill>
                <a:srgbClr val="FFFFFF"/>
              </a:solid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6" name="Google Shape;8626;p336"/>
              <p:cNvSpPr/>
              <p:nvPr/>
            </p:nvSpPr>
            <p:spPr>
              <a:xfrm>
                <a:off x="6069967" y="4087512"/>
                <a:ext cx="275308" cy="101631"/>
              </a:xfrm>
              <a:custGeom>
                <a:rect b="b" l="l" r="r" t="t"/>
                <a:pathLst>
                  <a:path extrusionOk="0" h="3174" w="8598">
                    <a:moveTo>
                      <a:pt x="373" y="0"/>
                    </a:moveTo>
                    <a:cubicBezTo>
                      <a:pt x="373" y="0"/>
                      <a:pt x="1" y="1668"/>
                      <a:pt x="211" y="2154"/>
                    </a:cubicBezTo>
                    <a:cubicBezTo>
                      <a:pt x="438" y="2639"/>
                      <a:pt x="2057" y="2477"/>
                      <a:pt x="2866" y="2688"/>
                    </a:cubicBezTo>
                    <a:cubicBezTo>
                      <a:pt x="3676" y="2914"/>
                      <a:pt x="3741" y="3173"/>
                      <a:pt x="5780" y="3173"/>
                    </a:cubicBezTo>
                    <a:cubicBezTo>
                      <a:pt x="7820" y="3173"/>
                      <a:pt x="8597" y="2753"/>
                      <a:pt x="8387" y="2429"/>
                    </a:cubicBezTo>
                    <a:cubicBezTo>
                      <a:pt x="8160" y="2105"/>
                      <a:pt x="4744" y="438"/>
                      <a:pt x="4744" y="438"/>
                    </a:cubicBezTo>
                    <a:lnTo>
                      <a:pt x="373" y="0"/>
                    </a:lnTo>
                    <a:close/>
                  </a:path>
                </a:pathLst>
              </a:custGeom>
              <a:solidFill>
                <a:srgbClr val="FFFFFF"/>
              </a:solid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7" name="Google Shape;8627;p336"/>
              <p:cNvSpPr/>
              <p:nvPr/>
            </p:nvSpPr>
            <p:spPr>
              <a:xfrm>
                <a:off x="5935205" y="4099007"/>
                <a:ext cx="231761" cy="120555"/>
              </a:xfrm>
              <a:custGeom>
                <a:rect b="b" l="l" r="r" t="t"/>
                <a:pathLst>
                  <a:path extrusionOk="0" h="3765" w="7238">
                    <a:moveTo>
                      <a:pt x="2268" y="0"/>
                    </a:moveTo>
                    <a:cubicBezTo>
                      <a:pt x="2169" y="0"/>
                      <a:pt x="2066" y="4"/>
                      <a:pt x="1960" y="14"/>
                    </a:cubicBezTo>
                    <a:cubicBezTo>
                      <a:pt x="292" y="176"/>
                      <a:pt x="1" y="1001"/>
                      <a:pt x="114" y="1519"/>
                    </a:cubicBezTo>
                    <a:cubicBezTo>
                      <a:pt x="244" y="2054"/>
                      <a:pt x="2526" y="3511"/>
                      <a:pt x="3611" y="3672"/>
                    </a:cubicBezTo>
                    <a:cubicBezTo>
                      <a:pt x="3985" y="3728"/>
                      <a:pt x="4473" y="3765"/>
                      <a:pt x="4962" y="3765"/>
                    </a:cubicBezTo>
                    <a:cubicBezTo>
                      <a:pt x="5890" y="3765"/>
                      <a:pt x="6819" y="3633"/>
                      <a:pt x="6978" y="3252"/>
                    </a:cubicBezTo>
                    <a:cubicBezTo>
                      <a:pt x="7237" y="2653"/>
                      <a:pt x="4404" y="937"/>
                      <a:pt x="4404" y="937"/>
                    </a:cubicBezTo>
                    <a:cubicBezTo>
                      <a:pt x="4404" y="937"/>
                      <a:pt x="3723" y="0"/>
                      <a:pt x="2268" y="0"/>
                    </a:cubicBezTo>
                    <a:close/>
                  </a:path>
                </a:pathLst>
              </a:custGeom>
              <a:solidFill>
                <a:srgbClr val="FFFFFF"/>
              </a:solid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8" name="Google Shape;8628;p336"/>
              <p:cNvSpPr/>
              <p:nvPr/>
            </p:nvSpPr>
            <p:spPr>
              <a:xfrm>
                <a:off x="6069454" y="3166847"/>
                <a:ext cx="297594" cy="948240"/>
              </a:xfrm>
              <a:custGeom>
                <a:rect b="b" l="l" r="r" t="t"/>
                <a:pathLst>
                  <a:path extrusionOk="0" h="29614" w="9294">
                    <a:moveTo>
                      <a:pt x="8085" y="1"/>
                    </a:moveTo>
                    <a:cubicBezTo>
                      <a:pt x="6994" y="1"/>
                      <a:pt x="6282" y="2044"/>
                      <a:pt x="6282" y="2044"/>
                    </a:cubicBezTo>
                    <a:lnTo>
                      <a:pt x="762" y="2643"/>
                    </a:lnTo>
                    <a:cubicBezTo>
                      <a:pt x="762" y="2643"/>
                      <a:pt x="843" y="5492"/>
                      <a:pt x="843" y="5816"/>
                    </a:cubicBezTo>
                    <a:cubicBezTo>
                      <a:pt x="859" y="6139"/>
                      <a:pt x="665" y="17957"/>
                      <a:pt x="486" y="19463"/>
                    </a:cubicBezTo>
                    <a:cubicBezTo>
                      <a:pt x="308" y="20969"/>
                      <a:pt x="1" y="26133"/>
                      <a:pt x="1" y="26133"/>
                    </a:cubicBezTo>
                    <a:lnTo>
                      <a:pt x="406" y="29613"/>
                    </a:lnTo>
                    <a:cubicBezTo>
                      <a:pt x="406" y="29613"/>
                      <a:pt x="1652" y="29613"/>
                      <a:pt x="2559" y="29565"/>
                    </a:cubicBezTo>
                    <a:cubicBezTo>
                      <a:pt x="3303" y="29500"/>
                      <a:pt x="4032" y="29371"/>
                      <a:pt x="4744" y="29193"/>
                    </a:cubicBezTo>
                    <a:cubicBezTo>
                      <a:pt x="4744" y="29193"/>
                      <a:pt x="4744" y="28755"/>
                      <a:pt x="4679" y="28221"/>
                    </a:cubicBezTo>
                    <a:cubicBezTo>
                      <a:pt x="4598" y="27849"/>
                      <a:pt x="4598" y="27460"/>
                      <a:pt x="4647" y="27088"/>
                    </a:cubicBezTo>
                    <a:cubicBezTo>
                      <a:pt x="4777" y="25777"/>
                      <a:pt x="4987" y="24465"/>
                      <a:pt x="5246" y="23170"/>
                    </a:cubicBezTo>
                    <a:cubicBezTo>
                      <a:pt x="5732" y="20969"/>
                      <a:pt x="6622" y="18071"/>
                      <a:pt x="6913" y="16241"/>
                    </a:cubicBezTo>
                    <a:cubicBezTo>
                      <a:pt x="7189" y="14412"/>
                      <a:pt x="8808" y="1946"/>
                      <a:pt x="8808" y="1946"/>
                    </a:cubicBezTo>
                    <a:cubicBezTo>
                      <a:pt x="8808" y="1946"/>
                      <a:pt x="9293" y="117"/>
                      <a:pt x="8160" y="4"/>
                    </a:cubicBezTo>
                    <a:cubicBezTo>
                      <a:pt x="8135" y="2"/>
                      <a:pt x="8110" y="1"/>
                      <a:pt x="8085" y="1"/>
                    </a:cubicBezTo>
                    <a:close/>
                  </a:path>
                </a:pathLst>
              </a:custGeom>
              <a:solidFill>
                <a:srgbClr val="FFFFFF"/>
              </a:solid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9" name="Google Shape;8629;p336"/>
              <p:cNvSpPr/>
              <p:nvPr/>
            </p:nvSpPr>
            <p:spPr>
              <a:xfrm>
                <a:off x="5909815" y="3241064"/>
                <a:ext cx="269064" cy="906678"/>
              </a:xfrm>
              <a:custGeom>
                <a:rect b="b" l="l" r="r" t="t"/>
                <a:pathLst>
                  <a:path extrusionOk="0" h="28316" w="8403">
                    <a:moveTo>
                      <a:pt x="1" y="1"/>
                    </a:moveTo>
                    <a:cubicBezTo>
                      <a:pt x="1" y="1"/>
                      <a:pt x="1" y="82"/>
                      <a:pt x="1" y="211"/>
                    </a:cubicBezTo>
                    <a:cubicBezTo>
                      <a:pt x="82" y="1684"/>
                      <a:pt x="519" y="10200"/>
                      <a:pt x="664" y="11770"/>
                    </a:cubicBezTo>
                    <a:cubicBezTo>
                      <a:pt x="810" y="13486"/>
                      <a:pt x="49" y="15364"/>
                      <a:pt x="98" y="16935"/>
                    </a:cubicBezTo>
                    <a:cubicBezTo>
                      <a:pt x="130" y="18489"/>
                      <a:pt x="502" y="26923"/>
                      <a:pt x="502" y="26923"/>
                    </a:cubicBezTo>
                    <a:lnTo>
                      <a:pt x="907" y="28315"/>
                    </a:lnTo>
                    <a:cubicBezTo>
                      <a:pt x="907" y="28315"/>
                      <a:pt x="1846" y="27684"/>
                      <a:pt x="2769" y="27684"/>
                    </a:cubicBezTo>
                    <a:cubicBezTo>
                      <a:pt x="3675" y="27684"/>
                      <a:pt x="5197" y="27733"/>
                      <a:pt x="5197" y="27733"/>
                    </a:cubicBezTo>
                    <a:cubicBezTo>
                      <a:pt x="5197" y="27733"/>
                      <a:pt x="5278" y="26599"/>
                      <a:pt x="5262" y="26227"/>
                    </a:cubicBezTo>
                    <a:cubicBezTo>
                      <a:pt x="5262" y="25855"/>
                      <a:pt x="5230" y="24511"/>
                      <a:pt x="5230" y="24511"/>
                    </a:cubicBezTo>
                    <a:cubicBezTo>
                      <a:pt x="5230" y="24511"/>
                      <a:pt x="6768" y="17469"/>
                      <a:pt x="6865" y="16870"/>
                    </a:cubicBezTo>
                    <a:cubicBezTo>
                      <a:pt x="6946" y="16287"/>
                      <a:pt x="8144" y="6072"/>
                      <a:pt x="8144" y="5748"/>
                    </a:cubicBezTo>
                    <a:cubicBezTo>
                      <a:pt x="8127" y="5424"/>
                      <a:pt x="8403" y="859"/>
                      <a:pt x="8403" y="859"/>
                    </a:cubicBezTo>
                    <a:lnTo>
                      <a:pt x="1" y="1"/>
                    </a:lnTo>
                    <a:close/>
                  </a:path>
                </a:pathLst>
              </a:custGeom>
              <a:solidFill>
                <a:srgbClr val="FFFFFF"/>
              </a:solid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0" name="Google Shape;8630;p336"/>
              <p:cNvSpPr/>
              <p:nvPr/>
            </p:nvSpPr>
            <p:spPr>
              <a:xfrm>
                <a:off x="5856442" y="2175199"/>
                <a:ext cx="578505" cy="1111094"/>
              </a:xfrm>
              <a:custGeom>
                <a:rect b="b" l="l" r="r" t="t"/>
                <a:pathLst>
                  <a:path extrusionOk="0" h="34700" w="18067">
                    <a:moveTo>
                      <a:pt x="9180" y="0"/>
                    </a:moveTo>
                    <a:cubicBezTo>
                      <a:pt x="8334" y="0"/>
                      <a:pt x="7852" y="298"/>
                      <a:pt x="7852" y="298"/>
                    </a:cubicBezTo>
                    <a:cubicBezTo>
                      <a:pt x="7852" y="298"/>
                      <a:pt x="6961" y="443"/>
                      <a:pt x="6621" y="832"/>
                    </a:cubicBezTo>
                    <a:cubicBezTo>
                      <a:pt x="6281" y="1220"/>
                      <a:pt x="5990" y="1641"/>
                      <a:pt x="5715" y="2079"/>
                    </a:cubicBezTo>
                    <a:cubicBezTo>
                      <a:pt x="5666" y="2224"/>
                      <a:pt x="437" y="5397"/>
                      <a:pt x="437" y="5397"/>
                    </a:cubicBezTo>
                    <a:lnTo>
                      <a:pt x="826" y="20518"/>
                    </a:lnTo>
                    <a:cubicBezTo>
                      <a:pt x="826" y="20518"/>
                      <a:pt x="971" y="22849"/>
                      <a:pt x="696" y="23642"/>
                    </a:cubicBezTo>
                    <a:cubicBezTo>
                      <a:pt x="227" y="25196"/>
                      <a:pt x="0" y="26815"/>
                      <a:pt x="33" y="28450"/>
                    </a:cubicBezTo>
                    <a:cubicBezTo>
                      <a:pt x="81" y="30377"/>
                      <a:pt x="194" y="33517"/>
                      <a:pt x="194" y="33517"/>
                    </a:cubicBezTo>
                    <a:cubicBezTo>
                      <a:pt x="194" y="33517"/>
                      <a:pt x="6184" y="34699"/>
                      <a:pt x="9050" y="34699"/>
                    </a:cubicBezTo>
                    <a:cubicBezTo>
                      <a:pt x="10831" y="34699"/>
                      <a:pt x="12595" y="34602"/>
                      <a:pt x="14344" y="34392"/>
                    </a:cubicBezTo>
                    <a:lnTo>
                      <a:pt x="14586" y="31915"/>
                    </a:lnTo>
                    <a:lnTo>
                      <a:pt x="14943" y="34456"/>
                    </a:lnTo>
                    <a:lnTo>
                      <a:pt x="16173" y="34052"/>
                    </a:lnTo>
                    <a:lnTo>
                      <a:pt x="17193" y="26556"/>
                    </a:lnTo>
                    <a:cubicBezTo>
                      <a:pt x="17193" y="26556"/>
                      <a:pt x="17889" y="24970"/>
                      <a:pt x="17889" y="24630"/>
                    </a:cubicBezTo>
                    <a:cubicBezTo>
                      <a:pt x="17873" y="24274"/>
                      <a:pt x="18067" y="23836"/>
                      <a:pt x="17857" y="23529"/>
                    </a:cubicBezTo>
                    <a:cubicBezTo>
                      <a:pt x="17646" y="23237"/>
                      <a:pt x="17290" y="22639"/>
                      <a:pt x="17290" y="22639"/>
                    </a:cubicBezTo>
                    <a:cubicBezTo>
                      <a:pt x="17290" y="22639"/>
                      <a:pt x="16367" y="6239"/>
                      <a:pt x="16367" y="5802"/>
                    </a:cubicBezTo>
                    <a:cubicBezTo>
                      <a:pt x="16367" y="5349"/>
                      <a:pt x="13664" y="2726"/>
                      <a:pt x="13469" y="2629"/>
                    </a:cubicBezTo>
                    <a:cubicBezTo>
                      <a:pt x="13259" y="2532"/>
                      <a:pt x="12029" y="686"/>
                      <a:pt x="10426" y="201"/>
                    </a:cubicBezTo>
                    <a:cubicBezTo>
                      <a:pt x="9953" y="52"/>
                      <a:pt x="9534" y="0"/>
                      <a:pt x="9180" y="0"/>
                    </a:cubicBezTo>
                    <a:close/>
                  </a:path>
                </a:pathLst>
              </a:custGeom>
              <a:solidFill>
                <a:srgbClr val="FFFFFF"/>
              </a:solid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1" name="Google Shape;8631;p336"/>
              <p:cNvSpPr/>
              <p:nvPr/>
            </p:nvSpPr>
            <p:spPr>
              <a:xfrm>
                <a:off x="6100575" y="2178176"/>
                <a:ext cx="221354" cy="763389"/>
              </a:xfrm>
              <a:custGeom>
                <a:rect b="b" l="l" r="r" t="t"/>
                <a:pathLst>
                  <a:path extrusionOk="0" h="23841" w="6913">
                    <a:moveTo>
                      <a:pt x="1448" y="1"/>
                    </a:moveTo>
                    <a:cubicBezTo>
                      <a:pt x="787" y="1"/>
                      <a:pt x="209" y="249"/>
                      <a:pt x="0" y="949"/>
                    </a:cubicBezTo>
                    <a:cubicBezTo>
                      <a:pt x="49" y="2002"/>
                      <a:pt x="243" y="3054"/>
                      <a:pt x="567" y="4074"/>
                    </a:cubicBezTo>
                    <a:cubicBezTo>
                      <a:pt x="1101" y="5547"/>
                      <a:pt x="4630" y="15811"/>
                      <a:pt x="4630" y="15811"/>
                    </a:cubicBezTo>
                    <a:lnTo>
                      <a:pt x="6913" y="23841"/>
                    </a:lnTo>
                    <a:cubicBezTo>
                      <a:pt x="6913" y="23841"/>
                      <a:pt x="6605" y="15665"/>
                      <a:pt x="6605" y="15325"/>
                    </a:cubicBezTo>
                    <a:cubicBezTo>
                      <a:pt x="6589" y="14969"/>
                      <a:pt x="4873" y="3621"/>
                      <a:pt x="4873" y="3621"/>
                    </a:cubicBezTo>
                    <a:cubicBezTo>
                      <a:pt x="4873" y="3621"/>
                      <a:pt x="4582" y="1791"/>
                      <a:pt x="4112" y="1095"/>
                    </a:cubicBezTo>
                    <a:cubicBezTo>
                      <a:pt x="3831" y="663"/>
                      <a:pt x="2528" y="1"/>
                      <a:pt x="1448" y="1"/>
                    </a:cubicBezTo>
                    <a:close/>
                  </a:path>
                </a:pathLst>
              </a:custGeom>
              <a:solidFill>
                <a:srgbClr val="9F7CD4"/>
              </a:solid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2" name="Google Shape;8632;p336"/>
              <p:cNvSpPr/>
              <p:nvPr/>
            </p:nvSpPr>
            <p:spPr>
              <a:xfrm>
                <a:off x="6047682" y="2183171"/>
                <a:ext cx="45661" cy="191832"/>
              </a:xfrm>
              <a:custGeom>
                <a:rect b="b" l="l" r="r" t="t"/>
                <a:pathLst>
                  <a:path extrusionOk="0" fill="none" h="5991" w="1426">
                    <a:moveTo>
                      <a:pt x="1425" y="0"/>
                    </a:moveTo>
                    <a:cubicBezTo>
                      <a:pt x="1425" y="0"/>
                      <a:pt x="1" y="146"/>
                      <a:pt x="244" y="2331"/>
                    </a:cubicBezTo>
                    <a:cubicBezTo>
                      <a:pt x="503" y="4501"/>
                      <a:pt x="843" y="5990"/>
                      <a:pt x="843" y="5990"/>
                    </a:cubicBezTo>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3" name="Google Shape;8633;p336"/>
              <p:cNvSpPr/>
              <p:nvPr/>
            </p:nvSpPr>
            <p:spPr>
              <a:xfrm>
                <a:off x="6068942" y="2467199"/>
                <a:ext cx="114600" cy="147772"/>
              </a:xfrm>
              <a:custGeom>
                <a:rect b="b" l="l" r="r" t="t"/>
                <a:pathLst>
                  <a:path extrusionOk="0" fill="none" h="4615" w="3579">
                    <a:moveTo>
                      <a:pt x="1" y="1"/>
                    </a:moveTo>
                    <a:cubicBezTo>
                      <a:pt x="1" y="1"/>
                      <a:pt x="600" y="2526"/>
                      <a:pt x="1021" y="3222"/>
                    </a:cubicBezTo>
                    <a:cubicBezTo>
                      <a:pt x="1441" y="3918"/>
                      <a:pt x="2688" y="4615"/>
                      <a:pt x="3578" y="4615"/>
                    </a:cubicBezTo>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4" name="Google Shape;8634;p336"/>
              <p:cNvSpPr/>
              <p:nvPr/>
            </p:nvSpPr>
            <p:spPr>
              <a:xfrm>
                <a:off x="6126990" y="2448021"/>
                <a:ext cx="31668" cy="195450"/>
              </a:xfrm>
              <a:custGeom>
                <a:rect b="b" l="l" r="r" t="t"/>
                <a:pathLst>
                  <a:path extrusionOk="0" fill="none" h="6104" w="989">
                    <a:moveTo>
                      <a:pt x="98" y="1"/>
                    </a:moveTo>
                    <a:cubicBezTo>
                      <a:pt x="98" y="1"/>
                      <a:pt x="778" y="2931"/>
                      <a:pt x="875" y="3465"/>
                    </a:cubicBezTo>
                    <a:cubicBezTo>
                      <a:pt x="988" y="4016"/>
                      <a:pt x="632" y="5052"/>
                      <a:pt x="1" y="6104"/>
                    </a:cubicBezTo>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5" name="Google Shape;8635;p336"/>
              <p:cNvSpPr/>
              <p:nvPr/>
            </p:nvSpPr>
            <p:spPr>
              <a:xfrm>
                <a:off x="6115591" y="2634107"/>
                <a:ext cx="22318" cy="21517"/>
              </a:xfrm>
              <a:custGeom>
                <a:rect b="b" l="l" r="r" t="t"/>
                <a:pathLst>
                  <a:path extrusionOk="0" h="672" w="697">
                    <a:moveTo>
                      <a:pt x="367" y="1"/>
                    </a:moveTo>
                    <a:cubicBezTo>
                      <a:pt x="276" y="1"/>
                      <a:pt x="189" y="44"/>
                      <a:pt x="146" y="130"/>
                    </a:cubicBezTo>
                    <a:lnTo>
                      <a:pt x="82" y="260"/>
                    </a:lnTo>
                    <a:cubicBezTo>
                      <a:pt x="1" y="389"/>
                      <a:pt x="49" y="567"/>
                      <a:pt x="179" y="632"/>
                    </a:cubicBezTo>
                    <a:lnTo>
                      <a:pt x="195" y="632"/>
                    </a:lnTo>
                    <a:cubicBezTo>
                      <a:pt x="238" y="659"/>
                      <a:pt x="285" y="672"/>
                      <a:pt x="330" y="672"/>
                    </a:cubicBezTo>
                    <a:cubicBezTo>
                      <a:pt x="422" y="672"/>
                      <a:pt x="508" y="621"/>
                      <a:pt x="551" y="535"/>
                    </a:cubicBezTo>
                    <a:lnTo>
                      <a:pt x="632" y="405"/>
                    </a:lnTo>
                    <a:cubicBezTo>
                      <a:pt x="697" y="276"/>
                      <a:pt x="648" y="114"/>
                      <a:pt x="519" y="33"/>
                    </a:cubicBezTo>
                    <a:lnTo>
                      <a:pt x="502" y="33"/>
                    </a:lnTo>
                    <a:cubicBezTo>
                      <a:pt x="459" y="11"/>
                      <a:pt x="413" y="1"/>
                      <a:pt x="367"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6" name="Google Shape;8636;p336"/>
              <p:cNvSpPr/>
              <p:nvPr/>
            </p:nvSpPr>
            <p:spPr>
              <a:xfrm>
                <a:off x="6172102" y="2607660"/>
                <a:ext cx="22318" cy="17163"/>
              </a:xfrm>
              <a:custGeom>
                <a:rect b="b" l="l" r="r" t="t"/>
                <a:pathLst>
                  <a:path extrusionOk="0" h="536" w="697">
                    <a:moveTo>
                      <a:pt x="259" y="1"/>
                    </a:moveTo>
                    <a:cubicBezTo>
                      <a:pt x="114" y="1"/>
                      <a:pt x="0" y="114"/>
                      <a:pt x="0" y="260"/>
                    </a:cubicBezTo>
                    <a:cubicBezTo>
                      <a:pt x="0" y="406"/>
                      <a:pt x="114" y="535"/>
                      <a:pt x="275" y="535"/>
                    </a:cubicBezTo>
                    <a:lnTo>
                      <a:pt x="421" y="535"/>
                    </a:lnTo>
                    <a:cubicBezTo>
                      <a:pt x="567" y="535"/>
                      <a:pt x="696" y="422"/>
                      <a:pt x="696" y="276"/>
                    </a:cubicBezTo>
                    <a:cubicBezTo>
                      <a:pt x="696" y="130"/>
                      <a:pt x="567" y="1"/>
                      <a:pt x="421" y="1"/>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7" name="Google Shape;8637;p336"/>
              <p:cNvSpPr/>
              <p:nvPr/>
            </p:nvSpPr>
            <p:spPr>
              <a:xfrm>
                <a:off x="6055463" y="2368201"/>
                <a:ext cx="78321" cy="105250"/>
              </a:xfrm>
              <a:custGeom>
                <a:rect b="b" l="l" r="r" t="t"/>
                <a:pathLst>
                  <a:path extrusionOk="0" fill="none" h="3287" w="2446">
                    <a:moveTo>
                      <a:pt x="422" y="3287"/>
                    </a:moveTo>
                    <a:lnTo>
                      <a:pt x="82" y="1134"/>
                    </a:lnTo>
                    <a:cubicBezTo>
                      <a:pt x="1" y="664"/>
                      <a:pt x="292" y="227"/>
                      <a:pt x="745" y="114"/>
                    </a:cubicBezTo>
                    <a:lnTo>
                      <a:pt x="745" y="114"/>
                    </a:lnTo>
                    <a:cubicBezTo>
                      <a:pt x="1247" y="1"/>
                      <a:pt x="1733" y="308"/>
                      <a:pt x="1862" y="794"/>
                    </a:cubicBezTo>
                    <a:lnTo>
                      <a:pt x="2445" y="2931"/>
                    </a:lnTo>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8" name="Google Shape;8638;p336"/>
              <p:cNvSpPr/>
              <p:nvPr/>
            </p:nvSpPr>
            <p:spPr>
              <a:xfrm>
                <a:off x="6291815" y="2454648"/>
                <a:ext cx="60166" cy="65577"/>
              </a:xfrm>
              <a:custGeom>
                <a:rect b="b" l="l" r="r" t="t"/>
                <a:pathLst>
                  <a:path extrusionOk="0" h="2048" w="1879">
                    <a:moveTo>
                      <a:pt x="905" y="0"/>
                    </a:moveTo>
                    <a:cubicBezTo>
                      <a:pt x="879" y="0"/>
                      <a:pt x="853" y="2"/>
                      <a:pt x="826" y="4"/>
                    </a:cubicBezTo>
                    <a:cubicBezTo>
                      <a:pt x="341" y="53"/>
                      <a:pt x="1" y="538"/>
                      <a:pt x="49" y="1105"/>
                    </a:cubicBezTo>
                    <a:cubicBezTo>
                      <a:pt x="111" y="1642"/>
                      <a:pt x="506" y="2048"/>
                      <a:pt x="961" y="2048"/>
                    </a:cubicBezTo>
                    <a:cubicBezTo>
                      <a:pt x="986" y="2048"/>
                      <a:pt x="1011" y="2047"/>
                      <a:pt x="1037" y="2044"/>
                    </a:cubicBezTo>
                    <a:cubicBezTo>
                      <a:pt x="1523" y="1995"/>
                      <a:pt x="1879" y="1494"/>
                      <a:pt x="1814" y="927"/>
                    </a:cubicBezTo>
                    <a:cubicBezTo>
                      <a:pt x="1768" y="406"/>
                      <a:pt x="1373" y="0"/>
                      <a:pt x="905" y="0"/>
                    </a:cubicBezTo>
                    <a:close/>
                  </a:path>
                </a:pathLst>
              </a:custGeom>
              <a:solidFill>
                <a:srgbClr val="FFFFFF"/>
              </a:solid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9" name="Google Shape;8639;p336"/>
              <p:cNvSpPr/>
              <p:nvPr/>
            </p:nvSpPr>
            <p:spPr>
              <a:xfrm>
                <a:off x="6245166" y="2212179"/>
                <a:ext cx="82451" cy="266470"/>
              </a:xfrm>
              <a:custGeom>
                <a:rect b="b" l="l" r="r" t="t"/>
                <a:pathLst>
                  <a:path extrusionOk="0" fill="none" h="8322" w="2575">
                    <a:moveTo>
                      <a:pt x="1" y="1"/>
                    </a:moveTo>
                    <a:cubicBezTo>
                      <a:pt x="1" y="1"/>
                      <a:pt x="1960" y="2737"/>
                      <a:pt x="2575" y="8322"/>
                    </a:cubicBezTo>
                  </a:path>
                </a:pathLst>
              </a:custGeom>
              <a:noFill/>
              <a:ln cap="rnd" cmpd="sng" w="10125">
                <a:solidFill>
                  <a:srgbClr val="2632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0" name="Google Shape;8640;p336"/>
              <p:cNvSpPr/>
              <p:nvPr/>
            </p:nvSpPr>
            <p:spPr>
              <a:xfrm>
                <a:off x="6310994" y="2463549"/>
                <a:ext cx="32692" cy="36375"/>
              </a:xfrm>
              <a:custGeom>
                <a:rect b="b" l="l" r="r" t="t"/>
                <a:pathLst>
                  <a:path extrusionOk="0" h="1136" w="1021">
                    <a:moveTo>
                      <a:pt x="496" y="1"/>
                    </a:moveTo>
                    <a:cubicBezTo>
                      <a:pt x="488" y="1"/>
                      <a:pt x="479" y="1"/>
                      <a:pt x="470" y="1"/>
                    </a:cubicBezTo>
                    <a:cubicBezTo>
                      <a:pt x="195" y="34"/>
                      <a:pt x="1" y="309"/>
                      <a:pt x="33" y="617"/>
                    </a:cubicBezTo>
                    <a:cubicBezTo>
                      <a:pt x="65" y="914"/>
                      <a:pt x="292" y="1135"/>
                      <a:pt x="541" y="1135"/>
                    </a:cubicBezTo>
                    <a:cubicBezTo>
                      <a:pt x="550" y="1135"/>
                      <a:pt x="559" y="1135"/>
                      <a:pt x="567" y="1135"/>
                    </a:cubicBezTo>
                    <a:cubicBezTo>
                      <a:pt x="843" y="1102"/>
                      <a:pt x="1021" y="843"/>
                      <a:pt x="1005" y="519"/>
                    </a:cubicBezTo>
                    <a:cubicBezTo>
                      <a:pt x="973" y="222"/>
                      <a:pt x="745" y="1"/>
                      <a:pt x="496" y="1"/>
                    </a:cubicBezTo>
                    <a:close/>
                  </a:path>
                </a:pathLst>
              </a:custGeom>
              <a:solidFill>
                <a:srgbClr val="FFFFFF"/>
              </a:solid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1" name="Google Shape;8641;p336"/>
              <p:cNvSpPr/>
              <p:nvPr/>
            </p:nvSpPr>
            <p:spPr>
              <a:xfrm>
                <a:off x="6004683" y="2836778"/>
                <a:ext cx="179376" cy="74767"/>
              </a:xfrm>
              <a:custGeom>
                <a:rect b="b" l="l" r="r" t="t"/>
                <a:pathLst>
                  <a:path extrusionOk="0" h="2335" w="5602">
                    <a:moveTo>
                      <a:pt x="712" y="0"/>
                    </a:moveTo>
                    <a:lnTo>
                      <a:pt x="0" y="1781"/>
                    </a:lnTo>
                    <a:lnTo>
                      <a:pt x="1052" y="2332"/>
                    </a:lnTo>
                    <a:lnTo>
                      <a:pt x="3610" y="1296"/>
                    </a:lnTo>
                    <a:cubicBezTo>
                      <a:pt x="3610" y="1296"/>
                      <a:pt x="4614" y="2121"/>
                      <a:pt x="4824" y="2283"/>
                    </a:cubicBezTo>
                    <a:cubicBezTo>
                      <a:pt x="4868" y="2319"/>
                      <a:pt x="4916" y="2335"/>
                      <a:pt x="4967" y="2335"/>
                    </a:cubicBezTo>
                    <a:cubicBezTo>
                      <a:pt x="5142" y="2335"/>
                      <a:pt x="5343" y="2153"/>
                      <a:pt x="5456" y="2040"/>
                    </a:cubicBezTo>
                    <a:cubicBezTo>
                      <a:pt x="5602" y="1895"/>
                      <a:pt x="5294" y="1587"/>
                      <a:pt x="5294" y="1587"/>
                    </a:cubicBezTo>
                    <a:cubicBezTo>
                      <a:pt x="5294" y="1587"/>
                      <a:pt x="4274" y="308"/>
                      <a:pt x="3886" y="211"/>
                    </a:cubicBezTo>
                    <a:cubicBezTo>
                      <a:pt x="3800" y="187"/>
                      <a:pt x="3683" y="177"/>
                      <a:pt x="3547" y="177"/>
                    </a:cubicBezTo>
                    <a:cubicBezTo>
                      <a:pt x="3042" y="177"/>
                      <a:pt x="2269" y="308"/>
                      <a:pt x="1797" y="308"/>
                    </a:cubicBezTo>
                    <a:cubicBezTo>
                      <a:pt x="1425" y="292"/>
                      <a:pt x="1036" y="195"/>
                      <a:pt x="712" y="0"/>
                    </a:cubicBezTo>
                    <a:close/>
                  </a:path>
                </a:pathLst>
              </a:custGeom>
              <a:solidFill>
                <a:srgbClr val="FFFFFF"/>
              </a:solid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2" name="Google Shape;8642;p336"/>
              <p:cNvSpPr/>
              <p:nvPr/>
            </p:nvSpPr>
            <p:spPr>
              <a:xfrm>
                <a:off x="5682268" y="2337112"/>
                <a:ext cx="359264" cy="618947"/>
              </a:xfrm>
              <a:custGeom>
                <a:rect b="b" l="l" r="r" t="t"/>
                <a:pathLst>
                  <a:path extrusionOk="0" h="19330" w="11220">
                    <a:moveTo>
                      <a:pt x="6865" y="0"/>
                    </a:moveTo>
                    <a:cubicBezTo>
                      <a:pt x="6865" y="0"/>
                      <a:pt x="5181" y="195"/>
                      <a:pt x="4906" y="632"/>
                    </a:cubicBezTo>
                    <a:cubicBezTo>
                      <a:pt x="4614" y="1085"/>
                      <a:pt x="1" y="11203"/>
                      <a:pt x="17" y="11640"/>
                    </a:cubicBezTo>
                    <a:cubicBezTo>
                      <a:pt x="33" y="12093"/>
                      <a:pt x="9228" y="19330"/>
                      <a:pt x="9228" y="19330"/>
                    </a:cubicBezTo>
                    <a:lnTo>
                      <a:pt x="11220" y="15558"/>
                    </a:lnTo>
                    <a:lnTo>
                      <a:pt x="6250" y="10944"/>
                    </a:lnTo>
                    <a:lnTo>
                      <a:pt x="8403" y="5942"/>
                    </a:lnTo>
                    <a:lnTo>
                      <a:pt x="6865" y="0"/>
                    </a:lnTo>
                    <a:close/>
                  </a:path>
                </a:pathLst>
              </a:cu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3" name="Google Shape;8643;p336"/>
              <p:cNvSpPr/>
              <p:nvPr/>
            </p:nvSpPr>
            <p:spPr>
              <a:xfrm>
                <a:off x="6085015" y="2103864"/>
                <a:ext cx="158659" cy="272682"/>
              </a:xfrm>
              <a:custGeom>
                <a:rect b="b" l="l" r="r" t="t"/>
                <a:pathLst>
                  <a:path extrusionOk="0" h="8516" w="4955">
                    <a:moveTo>
                      <a:pt x="0" y="0"/>
                    </a:moveTo>
                    <a:lnTo>
                      <a:pt x="17" y="340"/>
                    </a:lnTo>
                    <a:cubicBezTo>
                      <a:pt x="17" y="340"/>
                      <a:pt x="567" y="4646"/>
                      <a:pt x="939" y="5294"/>
                    </a:cubicBezTo>
                    <a:cubicBezTo>
                      <a:pt x="1296" y="5942"/>
                      <a:pt x="3886" y="8516"/>
                      <a:pt x="3886" y="8516"/>
                    </a:cubicBezTo>
                    <a:cubicBezTo>
                      <a:pt x="3886" y="8516"/>
                      <a:pt x="4695" y="5553"/>
                      <a:pt x="4792" y="4857"/>
                    </a:cubicBezTo>
                    <a:cubicBezTo>
                      <a:pt x="4873" y="4161"/>
                      <a:pt x="4954" y="1376"/>
                      <a:pt x="4954" y="1376"/>
                    </a:cubicBezTo>
                    <a:lnTo>
                      <a:pt x="0" y="0"/>
                    </a:lnTo>
                    <a:close/>
                  </a:path>
                </a:pathLst>
              </a:custGeom>
              <a:solidFill>
                <a:srgbClr val="FFFFFF"/>
              </a:solid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4" name="Google Shape;8644;p336"/>
              <p:cNvSpPr/>
              <p:nvPr/>
            </p:nvSpPr>
            <p:spPr>
              <a:xfrm>
                <a:off x="5997415" y="1796783"/>
                <a:ext cx="291862" cy="370503"/>
              </a:xfrm>
              <a:custGeom>
                <a:rect b="b" l="l" r="r" t="t"/>
                <a:pathLst>
                  <a:path extrusionOk="0" h="11571" w="9115">
                    <a:moveTo>
                      <a:pt x="4405" y="1"/>
                    </a:moveTo>
                    <a:cubicBezTo>
                      <a:pt x="4126" y="1"/>
                      <a:pt x="3896" y="38"/>
                      <a:pt x="3740" y="121"/>
                    </a:cubicBezTo>
                    <a:cubicBezTo>
                      <a:pt x="2817" y="606"/>
                      <a:pt x="1749" y="1448"/>
                      <a:pt x="1668" y="2549"/>
                    </a:cubicBezTo>
                    <a:cubicBezTo>
                      <a:pt x="1603" y="3634"/>
                      <a:pt x="1652" y="5414"/>
                      <a:pt x="1652" y="5414"/>
                    </a:cubicBezTo>
                    <a:lnTo>
                      <a:pt x="1312" y="6159"/>
                    </a:lnTo>
                    <a:cubicBezTo>
                      <a:pt x="1312" y="6159"/>
                      <a:pt x="1049" y="5877"/>
                      <a:pt x="770" y="5877"/>
                    </a:cubicBezTo>
                    <a:cubicBezTo>
                      <a:pt x="612" y="5877"/>
                      <a:pt x="448" y="5968"/>
                      <a:pt x="324" y="6256"/>
                    </a:cubicBezTo>
                    <a:cubicBezTo>
                      <a:pt x="1" y="7050"/>
                      <a:pt x="729" y="8248"/>
                      <a:pt x="1118" y="8296"/>
                    </a:cubicBezTo>
                    <a:cubicBezTo>
                      <a:pt x="1199" y="8307"/>
                      <a:pt x="1278" y="8312"/>
                      <a:pt x="1356" y="8312"/>
                    </a:cubicBezTo>
                    <a:cubicBezTo>
                      <a:pt x="1511" y="8312"/>
                      <a:pt x="1663" y="8291"/>
                      <a:pt x="1814" y="8248"/>
                    </a:cubicBezTo>
                    <a:cubicBezTo>
                      <a:pt x="1814" y="8248"/>
                      <a:pt x="2089" y="9381"/>
                      <a:pt x="2348" y="9737"/>
                    </a:cubicBezTo>
                    <a:cubicBezTo>
                      <a:pt x="2850" y="10368"/>
                      <a:pt x="3497" y="10870"/>
                      <a:pt x="4226" y="11210"/>
                    </a:cubicBezTo>
                    <a:cubicBezTo>
                      <a:pt x="4713" y="11428"/>
                      <a:pt x="5808" y="11570"/>
                      <a:pt x="6778" y="11570"/>
                    </a:cubicBezTo>
                    <a:cubicBezTo>
                      <a:pt x="7612" y="11570"/>
                      <a:pt x="8352" y="11465"/>
                      <a:pt x="8532" y="11210"/>
                    </a:cubicBezTo>
                    <a:cubicBezTo>
                      <a:pt x="8921" y="10676"/>
                      <a:pt x="8888" y="7746"/>
                      <a:pt x="8888" y="7503"/>
                    </a:cubicBezTo>
                    <a:cubicBezTo>
                      <a:pt x="8888" y="7260"/>
                      <a:pt x="8840" y="3715"/>
                      <a:pt x="8840" y="3715"/>
                    </a:cubicBezTo>
                    <a:cubicBezTo>
                      <a:pt x="8840" y="3715"/>
                      <a:pt x="9115" y="2500"/>
                      <a:pt x="8743" y="1642"/>
                    </a:cubicBezTo>
                    <a:cubicBezTo>
                      <a:pt x="8432" y="940"/>
                      <a:pt x="5810" y="1"/>
                      <a:pt x="4405" y="1"/>
                    </a:cubicBezTo>
                    <a:close/>
                  </a:path>
                </a:pathLst>
              </a:custGeom>
              <a:solidFill>
                <a:srgbClr val="FFFFFF"/>
              </a:solid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5" name="Google Shape;8645;p336"/>
              <p:cNvSpPr/>
              <p:nvPr/>
            </p:nvSpPr>
            <p:spPr>
              <a:xfrm>
                <a:off x="5970969" y="1712449"/>
                <a:ext cx="384688" cy="289749"/>
              </a:xfrm>
              <a:custGeom>
                <a:rect b="b" l="l" r="r" t="t"/>
                <a:pathLst>
                  <a:path extrusionOk="0" h="9049" w="12014">
                    <a:moveTo>
                      <a:pt x="7110" y="0"/>
                    </a:moveTo>
                    <a:cubicBezTo>
                      <a:pt x="6364" y="0"/>
                      <a:pt x="5120" y="409"/>
                      <a:pt x="4420" y="715"/>
                    </a:cubicBezTo>
                    <a:cubicBezTo>
                      <a:pt x="3368" y="1168"/>
                      <a:pt x="3336" y="2674"/>
                      <a:pt x="3336" y="2674"/>
                    </a:cubicBezTo>
                    <a:cubicBezTo>
                      <a:pt x="3336" y="2674"/>
                      <a:pt x="1620" y="3354"/>
                      <a:pt x="810" y="4179"/>
                    </a:cubicBezTo>
                    <a:cubicBezTo>
                      <a:pt x="1" y="5005"/>
                      <a:pt x="1523" y="5685"/>
                      <a:pt x="1523" y="5685"/>
                    </a:cubicBezTo>
                    <a:cubicBezTo>
                      <a:pt x="1523" y="5685"/>
                      <a:pt x="1701" y="6672"/>
                      <a:pt x="1717" y="7045"/>
                    </a:cubicBezTo>
                    <a:cubicBezTo>
                      <a:pt x="1717" y="7417"/>
                      <a:pt x="1960" y="8178"/>
                      <a:pt x="1976" y="8550"/>
                    </a:cubicBezTo>
                    <a:cubicBezTo>
                      <a:pt x="1976" y="8845"/>
                      <a:pt x="2361" y="9048"/>
                      <a:pt x="2634" y="9048"/>
                    </a:cubicBezTo>
                    <a:cubicBezTo>
                      <a:pt x="2706" y="9048"/>
                      <a:pt x="2770" y="9034"/>
                      <a:pt x="2818" y="9004"/>
                    </a:cubicBezTo>
                    <a:cubicBezTo>
                      <a:pt x="3028" y="8842"/>
                      <a:pt x="2931" y="7563"/>
                      <a:pt x="2931" y="7563"/>
                    </a:cubicBezTo>
                    <a:cubicBezTo>
                      <a:pt x="3303" y="7158"/>
                      <a:pt x="3643" y="6705"/>
                      <a:pt x="3935" y="6219"/>
                    </a:cubicBezTo>
                    <a:cubicBezTo>
                      <a:pt x="4242" y="5750"/>
                      <a:pt x="4226" y="5151"/>
                      <a:pt x="3902" y="4714"/>
                    </a:cubicBezTo>
                    <a:lnTo>
                      <a:pt x="3902" y="4714"/>
                    </a:lnTo>
                    <a:cubicBezTo>
                      <a:pt x="4089" y="4819"/>
                      <a:pt x="4295" y="4871"/>
                      <a:pt x="4501" y="4871"/>
                    </a:cubicBezTo>
                    <a:cubicBezTo>
                      <a:pt x="4708" y="4871"/>
                      <a:pt x="4914" y="4819"/>
                      <a:pt x="5100" y="4714"/>
                    </a:cubicBezTo>
                    <a:cubicBezTo>
                      <a:pt x="5699" y="4325"/>
                      <a:pt x="5214" y="3273"/>
                      <a:pt x="5214" y="3273"/>
                    </a:cubicBezTo>
                    <a:lnTo>
                      <a:pt x="5214" y="3273"/>
                    </a:lnTo>
                    <a:cubicBezTo>
                      <a:pt x="5214" y="3273"/>
                      <a:pt x="8257" y="4471"/>
                      <a:pt x="9115" y="5167"/>
                    </a:cubicBezTo>
                    <a:cubicBezTo>
                      <a:pt x="9957" y="5847"/>
                      <a:pt x="9666" y="6381"/>
                      <a:pt x="9666" y="6381"/>
                    </a:cubicBezTo>
                    <a:cubicBezTo>
                      <a:pt x="9666" y="6381"/>
                      <a:pt x="10008" y="6596"/>
                      <a:pt x="10442" y="6596"/>
                    </a:cubicBezTo>
                    <a:cubicBezTo>
                      <a:pt x="10626" y="6596"/>
                      <a:pt x="10827" y="6557"/>
                      <a:pt x="11026" y="6446"/>
                    </a:cubicBezTo>
                    <a:cubicBezTo>
                      <a:pt x="11689" y="6073"/>
                      <a:pt x="10394" y="5313"/>
                      <a:pt x="10394" y="5313"/>
                    </a:cubicBezTo>
                    <a:cubicBezTo>
                      <a:pt x="10394" y="5313"/>
                      <a:pt x="10621" y="5167"/>
                      <a:pt x="11301" y="5167"/>
                    </a:cubicBezTo>
                    <a:cubicBezTo>
                      <a:pt x="11965" y="5167"/>
                      <a:pt x="12013" y="3969"/>
                      <a:pt x="10702" y="2690"/>
                    </a:cubicBezTo>
                    <a:cubicBezTo>
                      <a:pt x="9536" y="1539"/>
                      <a:pt x="7923" y="1475"/>
                      <a:pt x="7579" y="1475"/>
                    </a:cubicBezTo>
                    <a:cubicBezTo>
                      <a:pt x="7536" y="1475"/>
                      <a:pt x="7513" y="1476"/>
                      <a:pt x="7513" y="1476"/>
                    </a:cubicBezTo>
                    <a:cubicBezTo>
                      <a:pt x="7674" y="1120"/>
                      <a:pt x="7739" y="731"/>
                      <a:pt x="7723" y="343"/>
                    </a:cubicBezTo>
                    <a:cubicBezTo>
                      <a:pt x="7712" y="95"/>
                      <a:pt x="7469" y="0"/>
                      <a:pt x="7110" y="0"/>
                    </a:cubicBezTo>
                    <a:close/>
                  </a:path>
                </a:pathLst>
              </a:custGeom>
              <a:solidFill>
                <a:srgbClr val="000000"/>
              </a:solid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646" name="Google Shape;8646;p336"/>
            <p:cNvGrpSpPr/>
            <p:nvPr/>
          </p:nvGrpSpPr>
          <p:grpSpPr>
            <a:xfrm>
              <a:off x="4910488" y="1818555"/>
              <a:ext cx="756262" cy="2435396"/>
              <a:chOff x="4910488" y="1818555"/>
              <a:chExt cx="756262" cy="2435396"/>
            </a:xfrm>
          </p:grpSpPr>
          <p:sp>
            <p:nvSpPr>
              <p:cNvPr id="8647" name="Google Shape;8647;p336"/>
              <p:cNvSpPr/>
              <p:nvPr/>
            </p:nvSpPr>
            <p:spPr>
              <a:xfrm>
                <a:off x="4976828" y="4100992"/>
                <a:ext cx="678056" cy="152960"/>
              </a:xfrm>
              <a:custGeom>
                <a:rect b="b" l="l" r="r" t="t"/>
                <a:pathLst>
                  <a:path extrusionOk="0" h="4777" w="21176">
                    <a:moveTo>
                      <a:pt x="10588" y="0"/>
                    </a:moveTo>
                    <a:cubicBezTo>
                      <a:pt x="4744" y="0"/>
                      <a:pt x="0" y="1069"/>
                      <a:pt x="0" y="2396"/>
                    </a:cubicBezTo>
                    <a:cubicBezTo>
                      <a:pt x="0" y="3708"/>
                      <a:pt x="4744" y="4776"/>
                      <a:pt x="10588" y="4776"/>
                    </a:cubicBezTo>
                    <a:cubicBezTo>
                      <a:pt x="16448" y="4776"/>
                      <a:pt x="21176" y="3708"/>
                      <a:pt x="21176" y="2396"/>
                    </a:cubicBezTo>
                    <a:cubicBezTo>
                      <a:pt x="21176" y="1069"/>
                      <a:pt x="16448" y="0"/>
                      <a:pt x="10588" y="0"/>
                    </a:cubicBezTo>
                    <a:close/>
                  </a:path>
                </a:pathLst>
              </a:custGeom>
              <a:solidFill>
                <a:srgbClr val="DED0F3"/>
              </a:solid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8" name="Google Shape;8648;p336"/>
              <p:cNvSpPr/>
              <p:nvPr/>
            </p:nvSpPr>
            <p:spPr>
              <a:xfrm>
                <a:off x="5539214" y="2584864"/>
                <a:ext cx="99550" cy="114600"/>
              </a:xfrm>
              <a:custGeom>
                <a:rect b="b" l="l" r="r" t="t"/>
                <a:pathLst>
                  <a:path extrusionOk="0" h="3579" w="3109">
                    <a:moveTo>
                      <a:pt x="2866" y="1"/>
                    </a:moveTo>
                    <a:lnTo>
                      <a:pt x="0" y="357"/>
                    </a:lnTo>
                    <a:lnTo>
                      <a:pt x="0" y="2283"/>
                    </a:lnTo>
                    <a:lnTo>
                      <a:pt x="2817" y="3578"/>
                    </a:lnTo>
                    <a:cubicBezTo>
                      <a:pt x="2817" y="3578"/>
                      <a:pt x="3109" y="2283"/>
                      <a:pt x="2866" y="1"/>
                    </a:cubicBezTo>
                    <a:close/>
                  </a:path>
                </a:pathLst>
              </a:custGeom>
              <a:solidFill>
                <a:srgbClr val="999999"/>
              </a:solid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9" name="Google Shape;8649;p336"/>
              <p:cNvSpPr/>
              <p:nvPr/>
            </p:nvSpPr>
            <p:spPr>
              <a:xfrm>
                <a:off x="5002730" y="4065644"/>
                <a:ext cx="230704" cy="153888"/>
              </a:xfrm>
              <a:custGeom>
                <a:rect b="b" l="l" r="r" t="t"/>
                <a:pathLst>
                  <a:path extrusionOk="0" h="4806" w="7205">
                    <a:moveTo>
                      <a:pt x="3799" y="1"/>
                    </a:moveTo>
                    <a:cubicBezTo>
                      <a:pt x="3248" y="1"/>
                      <a:pt x="2802" y="522"/>
                      <a:pt x="2802" y="522"/>
                    </a:cubicBezTo>
                    <a:cubicBezTo>
                      <a:pt x="2154" y="1088"/>
                      <a:pt x="1539" y="1671"/>
                      <a:pt x="972" y="2302"/>
                    </a:cubicBezTo>
                    <a:cubicBezTo>
                      <a:pt x="163" y="3209"/>
                      <a:pt x="1" y="4132"/>
                      <a:pt x="762" y="4553"/>
                    </a:cubicBezTo>
                    <a:cubicBezTo>
                      <a:pt x="1045" y="4719"/>
                      <a:pt x="1391" y="4805"/>
                      <a:pt x="1783" y="4805"/>
                    </a:cubicBezTo>
                    <a:cubicBezTo>
                      <a:pt x="2421" y="4805"/>
                      <a:pt x="3181" y="4575"/>
                      <a:pt x="3983" y="4083"/>
                    </a:cubicBezTo>
                    <a:cubicBezTo>
                      <a:pt x="5279" y="3274"/>
                      <a:pt x="5214" y="2950"/>
                      <a:pt x="5975" y="2675"/>
                    </a:cubicBezTo>
                    <a:cubicBezTo>
                      <a:pt x="6719" y="2416"/>
                      <a:pt x="7205" y="1865"/>
                      <a:pt x="7205" y="1007"/>
                    </a:cubicBezTo>
                    <a:cubicBezTo>
                      <a:pt x="7205" y="149"/>
                      <a:pt x="4469" y="52"/>
                      <a:pt x="3870" y="3"/>
                    </a:cubicBezTo>
                    <a:cubicBezTo>
                      <a:pt x="3846" y="1"/>
                      <a:pt x="3822" y="1"/>
                      <a:pt x="3799" y="1"/>
                    </a:cubicBezTo>
                    <a:close/>
                  </a:path>
                </a:pathLst>
              </a:custGeom>
              <a:solidFill>
                <a:srgbClr val="FFFFFF"/>
              </a:solid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0" name="Google Shape;8650;p336"/>
              <p:cNvSpPr/>
              <p:nvPr/>
            </p:nvSpPr>
            <p:spPr>
              <a:xfrm>
                <a:off x="5387355" y="4065644"/>
                <a:ext cx="230704" cy="153888"/>
              </a:xfrm>
              <a:custGeom>
                <a:rect b="b" l="l" r="r" t="t"/>
                <a:pathLst>
                  <a:path extrusionOk="0" h="4806" w="7205">
                    <a:moveTo>
                      <a:pt x="3408" y="1"/>
                    </a:moveTo>
                    <a:cubicBezTo>
                      <a:pt x="3384" y="1"/>
                      <a:pt x="3360" y="1"/>
                      <a:pt x="3335" y="3"/>
                    </a:cubicBezTo>
                    <a:cubicBezTo>
                      <a:pt x="2752" y="52"/>
                      <a:pt x="0" y="149"/>
                      <a:pt x="0" y="1007"/>
                    </a:cubicBezTo>
                    <a:cubicBezTo>
                      <a:pt x="0" y="1865"/>
                      <a:pt x="486" y="2416"/>
                      <a:pt x="1247" y="2675"/>
                    </a:cubicBezTo>
                    <a:cubicBezTo>
                      <a:pt x="1991" y="2950"/>
                      <a:pt x="1943" y="3274"/>
                      <a:pt x="3238" y="4083"/>
                    </a:cubicBezTo>
                    <a:cubicBezTo>
                      <a:pt x="4031" y="4575"/>
                      <a:pt x="4786" y="4805"/>
                      <a:pt x="5427" y="4805"/>
                    </a:cubicBezTo>
                    <a:cubicBezTo>
                      <a:pt x="5820" y="4805"/>
                      <a:pt x="6170" y="4719"/>
                      <a:pt x="6460" y="4553"/>
                    </a:cubicBezTo>
                    <a:cubicBezTo>
                      <a:pt x="7204" y="4132"/>
                      <a:pt x="7059" y="3209"/>
                      <a:pt x="6249" y="2302"/>
                    </a:cubicBezTo>
                    <a:cubicBezTo>
                      <a:pt x="5666" y="1671"/>
                      <a:pt x="5067" y="1088"/>
                      <a:pt x="4420" y="522"/>
                    </a:cubicBezTo>
                    <a:cubicBezTo>
                      <a:pt x="4420" y="522"/>
                      <a:pt x="3973" y="1"/>
                      <a:pt x="3408" y="1"/>
                    </a:cubicBezTo>
                    <a:close/>
                  </a:path>
                </a:pathLst>
              </a:custGeom>
              <a:solidFill>
                <a:srgbClr val="FFFFFF"/>
              </a:solid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1" name="Google Shape;8651;p336"/>
              <p:cNvSpPr/>
              <p:nvPr/>
            </p:nvSpPr>
            <p:spPr>
              <a:xfrm>
                <a:off x="5042144" y="3081424"/>
                <a:ext cx="502330" cy="1041835"/>
              </a:xfrm>
              <a:custGeom>
                <a:rect b="b" l="l" r="r" t="t"/>
                <a:pathLst>
                  <a:path extrusionOk="0" h="32537" w="15688">
                    <a:moveTo>
                      <a:pt x="65" y="1"/>
                    </a:moveTo>
                    <a:lnTo>
                      <a:pt x="0" y="745"/>
                    </a:lnTo>
                    <a:cubicBezTo>
                      <a:pt x="0" y="745"/>
                      <a:pt x="324" y="12838"/>
                      <a:pt x="486" y="14603"/>
                    </a:cubicBezTo>
                    <a:cubicBezTo>
                      <a:pt x="648" y="16384"/>
                      <a:pt x="1134" y="20415"/>
                      <a:pt x="1134" y="20642"/>
                    </a:cubicBezTo>
                    <a:cubicBezTo>
                      <a:pt x="1134" y="20852"/>
                      <a:pt x="1393" y="29772"/>
                      <a:pt x="1393" y="29772"/>
                    </a:cubicBezTo>
                    <a:lnTo>
                      <a:pt x="907" y="30582"/>
                    </a:lnTo>
                    <a:lnTo>
                      <a:pt x="1069" y="31715"/>
                    </a:lnTo>
                    <a:lnTo>
                      <a:pt x="3222" y="32136"/>
                    </a:lnTo>
                    <a:cubicBezTo>
                      <a:pt x="4047" y="32308"/>
                      <a:pt x="5049" y="32537"/>
                      <a:pt x="5575" y="32537"/>
                    </a:cubicBezTo>
                    <a:cubicBezTo>
                      <a:pt x="5740" y="32537"/>
                      <a:pt x="5859" y="32514"/>
                      <a:pt x="5909" y="32460"/>
                    </a:cubicBezTo>
                    <a:cubicBezTo>
                      <a:pt x="6120" y="32249"/>
                      <a:pt x="6184" y="31812"/>
                      <a:pt x="6282" y="31229"/>
                    </a:cubicBezTo>
                    <a:cubicBezTo>
                      <a:pt x="6395" y="30630"/>
                      <a:pt x="6605" y="29562"/>
                      <a:pt x="6395" y="28704"/>
                    </a:cubicBezTo>
                    <a:cubicBezTo>
                      <a:pt x="6184" y="27846"/>
                      <a:pt x="6670" y="18699"/>
                      <a:pt x="6719" y="18488"/>
                    </a:cubicBezTo>
                    <a:cubicBezTo>
                      <a:pt x="6767" y="18278"/>
                      <a:pt x="8014" y="9455"/>
                      <a:pt x="8014" y="9455"/>
                    </a:cubicBezTo>
                    <a:cubicBezTo>
                      <a:pt x="8014" y="9455"/>
                      <a:pt x="8823" y="16708"/>
                      <a:pt x="9406" y="18909"/>
                    </a:cubicBezTo>
                    <a:cubicBezTo>
                      <a:pt x="9989" y="21111"/>
                      <a:pt x="9778" y="24397"/>
                      <a:pt x="10005" y="25676"/>
                    </a:cubicBezTo>
                    <a:cubicBezTo>
                      <a:pt x="10216" y="26971"/>
                      <a:pt x="10636" y="31326"/>
                      <a:pt x="10701" y="31650"/>
                    </a:cubicBezTo>
                    <a:cubicBezTo>
                      <a:pt x="10750" y="31974"/>
                      <a:pt x="10863" y="32460"/>
                      <a:pt x="10863" y="32460"/>
                    </a:cubicBezTo>
                    <a:cubicBezTo>
                      <a:pt x="10863" y="32460"/>
                      <a:pt x="13550" y="32071"/>
                      <a:pt x="14036" y="31861"/>
                    </a:cubicBezTo>
                    <a:cubicBezTo>
                      <a:pt x="14522" y="31682"/>
                      <a:pt x="15024" y="31537"/>
                      <a:pt x="15542" y="31440"/>
                    </a:cubicBezTo>
                    <a:cubicBezTo>
                      <a:pt x="15542" y="31440"/>
                      <a:pt x="15687" y="28364"/>
                      <a:pt x="15477" y="27133"/>
                    </a:cubicBezTo>
                    <a:cubicBezTo>
                      <a:pt x="15331" y="26259"/>
                      <a:pt x="15234" y="25385"/>
                      <a:pt x="15218" y="24495"/>
                    </a:cubicBezTo>
                    <a:cubicBezTo>
                      <a:pt x="15218" y="24122"/>
                      <a:pt x="15477" y="12191"/>
                      <a:pt x="15477" y="12191"/>
                    </a:cubicBezTo>
                    <a:lnTo>
                      <a:pt x="15218" y="648"/>
                    </a:lnTo>
                    <a:cubicBezTo>
                      <a:pt x="15218" y="648"/>
                      <a:pt x="11280" y="1052"/>
                      <a:pt x="8091" y="1052"/>
                    </a:cubicBezTo>
                    <a:cubicBezTo>
                      <a:pt x="6947" y="1052"/>
                      <a:pt x="5900" y="1000"/>
                      <a:pt x="5165" y="859"/>
                    </a:cubicBezTo>
                    <a:cubicBezTo>
                      <a:pt x="2364" y="324"/>
                      <a:pt x="65" y="1"/>
                      <a:pt x="65" y="1"/>
                    </a:cubicBezTo>
                    <a:close/>
                  </a:path>
                </a:pathLst>
              </a:custGeom>
              <a:solidFill>
                <a:srgbClr val="FFFFFF"/>
              </a:solid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2" name="Google Shape;8652;p336"/>
              <p:cNvSpPr/>
              <p:nvPr/>
            </p:nvSpPr>
            <p:spPr>
              <a:xfrm>
                <a:off x="4992901" y="2194665"/>
                <a:ext cx="565057" cy="973952"/>
              </a:xfrm>
              <a:custGeom>
                <a:rect b="b" l="l" r="r" t="t"/>
                <a:pathLst>
                  <a:path extrusionOk="0" h="30417" w="17647">
                    <a:moveTo>
                      <a:pt x="8728" y="1"/>
                    </a:moveTo>
                    <a:cubicBezTo>
                      <a:pt x="7890" y="1"/>
                      <a:pt x="7269" y="62"/>
                      <a:pt x="7269" y="62"/>
                    </a:cubicBezTo>
                    <a:cubicBezTo>
                      <a:pt x="6735" y="62"/>
                      <a:pt x="6233" y="321"/>
                      <a:pt x="5925" y="758"/>
                    </a:cubicBezTo>
                    <a:cubicBezTo>
                      <a:pt x="5586" y="1195"/>
                      <a:pt x="5213" y="1616"/>
                      <a:pt x="4808" y="1989"/>
                    </a:cubicBezTo>
                    <a:lnTo>
                      <a:pt x="0" y="4563"/>
                    </a:lnTo>
                    <a:lnTo>
                      <a:pt x="470" y="22921"/>
                    </a:lnTo>
                    <a:lnTo>
                      <a:pt x="648" y="29186"/>
                    </a:lnTo>
                    <a:cubicBezTo>
                      <a:pt x="648" y="29186"/>
                      <a:pt x="4339" y="30416"/>
                      <a:pt x="7868" y="30416"/>
                    </a:cubicBezTo>
                    <a:cubicBezTo>
                      <a:pt x="11381" y="30416"/>
                      <a:pt x="17646" y="29008"/>
                      <a:pt x="17646" y="29008"/>
                    </a:cubicBezTo>
                    <a:cubicBezTo>
                      <a:pt x="17646" y="29008"/>
                      <a:pt x="17128" y="4563"/>
                      <a:pt x="17306" y="4563"/>
                    </a:cubicBezTo>
                    <a:cubicBezTo>
                      <a:pt x="17468" y="4563"/>
                      <a:pt x="13842" y="1406"/>
                      <a:pt x="12207" y="580"/>
                    </a:cubicBezTo>
                    <a:cubicBezTo>
                      <a:pt x="11273" y="104"/>
                      <a:pt x="9818" y="1"/>
                      <a:pt x="8728" y="1"/>
                    </a:cubicBezTo>
                    <a:close/>
                  </a:path>
                </a:pathLst>
              </a:custGeom>
              <a:solidFill>
                <a:srgbClr val="9F7CD4"/>
              </a:solid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3" name="Google Shape;8653;p336"/>
              <p:cNvSpPr/>
              <p:nvPr/>
            </p:nvSpPr>
            <p:spPr>
              <a:xfrm>
                <a:off x="5167044" y="2479142"/>
                <a:ext cx="65353" cy="71565"/>
              </a:xfrm>
              <a:custGeom>
                <a:rect b="b" l="l" r="r" t="t"/>
                <a:pathLst>
                  <a:path extrusionOk="0" fill="none" h="2235" w="2041">
                    <a:moveTo>
                      <a:pt x="179" y="1392"/>
                    </a:moveTo>
                    <a:cubicBezTo>
                      <a:pt x="341" y="1927"/>
                      <a:pt x="859" y="2234"/>
                      <a:pt x="1328" y="2088"/>
                    </a:cubicBezTo>
                    <a:cubicBezTo>
                      <a:pt x="1798" y="1943"/>
                      <a:pt x="2041" y="1376"/>
                      <a:pt x="1863" y="842"/>
                    </a:cubicBezTo>
                    <a:cubicBezTo>
                      <a:pt x="1684" y="308"/>
                      <a:pt x="1166" y="0"/>
                      <a:pt x="713" y="146"/>
                    </a:cubicBezTo>
                    <a:cubicBezTo>
                      <a:pt x="244" y="291"/>
                      <a:pt x="1" y="858"/>
                      <a:pt x="179" y="1392"/>
                    </a:cubicBezTo>
                    <a:close/>
                  </a:path>
                </a:pathLst>
              </a:custGeom>
              <a:solidFill>
                <a:srgbClr val="FFFFFF"/>
              </a:solid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4" name="Google Shape;8654;p336"/>
              <p:cNvSpPr/>
              <p:nvPr/>
            </p:nvSpPr>
            <p:spPr>
              <a:xfrm>
                <a:off x="5154621" y="2223065"/>
                <a:ext cx="45116" cy="284113"/>
              </a:xfrm>
              <a:custGeom>
                <a:rect b="b" l="l" r="r" t="t"/>
                <a:pathLst>
                  <a:path extrusionOk="0" fill="none" h="8873" w="1409">
                    <a:moveTo>
                      <a:pt x="615" y="1"/>
                    </a:moveTo>
                    <a:cubicBezTo>
                      <a:pt x="615" y="1"/>
                      <a:pt x="0" y="2380"/>
                      <a:pt x="1409" y="8872"/>
                    </a:cubicBezTo>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5" name="Google Shape;8655;p336"/>
              <p:cNvSpPr/>
              <p:nvPr/>
            </p:nvSpPr>
            <p:spPr>
              <a:xfrm>
                <a:off x="5181579" y="2489483"/>
                <a:ext cx="35254" cy="35286"/>
              </a:xfrm>
              <a:custGeom>
                <a:rect b="b" l="l" r="r" t="t"/>
                <a:pathLst>
                  <a:path extrusionOk="0" fill="none" h="1102" w="1101">
                    <a:moveTo>
                      <a:pt x="1004" y="762"/>
                    </a:moveTo>
                    <a:cubicBezTo>
                      <a:pt x="874" y="1005"/>
                      <a:pt x="583" y="1102"/>
                      <a:pt x="340" y="988"/>
                    </a:cubicBezTo>
                    <a:cubicBezTo>
                      <a:pt x="97" y="875"/>
                      <a:pt x="0" y="567"/>
                      <a:pt x="130" y="325"/>
                    </a:cubicBezTo>
                    <a:cubicBezTo>
                      <a:pt x="227" y="114"/>
                      <a:pt x="486" y="1"/>
                      <a:pt x="712" y="82"/>
                    </a:cubicBezTo>
                    <a:cubicBezTo>
                      <a:pt x="971" y="195"/>
                      <a:pt x="1101" y="503"/>
                      <a:pt x="1004" y="762"/>
                    </a:cubicBezTo>
                    <a:close/>
                  </a:path>
                </a:pathLst>
              </a:custGeom>
              <a:solidFill>
                <a:srgbClr val="FFFFFF"/>
              </a:solid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6" name="Google Shape;8656;p336"/>
              <p:cNvSpPr/>
              <p:nvPr/>
            </p:nvSpPr>
            <p:spPr>
              <a:xfrm>
                <a:off x="5527816" y="2329844"/>
                <a:ext cx="138935" cy="285138"/>
              </a:xfrm>
              <a:custGeom>
                <a:rect b="b" l="l" r="r" t="t"/>
                <a:pathLst>
                  <a:path extrusionOk="0" h="8905" w="4339">
                    <a:moveTo>
                      <a:pt x="356" y="1"/>
                    </a:moveTo>
                    <a:lnTo>
                      <a:pt x="65" y="4679"/>
                    </a:lnTo>
                    <a:lnTo>
                      <a:pt x="0" y="8905"/>
                    </a:lnTo>
                    <a:lnTo>
                      <a:pt x="4339" y="8257"/>
                    </a:lnTo>
                    <a:cubicBezTo>
                      <a:pt x="4339" y="8257"/>
                      <a:pt x="1360" y="1118"/>
                      <a:pt x="1295" y="875"/>
                    </a:cubicBezTo>
                    <a:cubicBezTo>
                      <a:pt x="1231" y="648"/>
                      <a:pt x="356" y="1"/>
                      <a:pt x="356" y="1"/>
                    </a:cubicBezTo>
                    <a:close/>
                  </a:path>
                </a:pathLst>
              </a:custGeom>
              <a:solidFill>
                <a:srgbClr val="9F7CD4"/>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7" name="Google Shape;8657;p336"/>
              <p:cNvSpPr/>
              <p:nvPr/>
            </p:nvSpPr>
            <p:spPr>
              <a:xfrm>
                <a:off x="4910488" y="2333462"/>
                <a:ext cx="199068" cy="300188"/>
              </a:xfrm>
              <a:custGeom>
                <a:rect b="b" l="l" r="r" t="t"/>
                <a:pathLst>
                  <a:path extrusionOk="0" h="9375" w="6217">
                    <a:moveTo>
                      <a:pt x="3173" y="1"/>
                    </a:moveTo>
                    <a:cubicBezTo>
                      <a:pt x="3173" y="1"/>
                      <a:pt x="2170" y="114"/>
                      <a:pt x="1943" y="875"/>
                    </a:cubicBezTo>
                    <a:cubicBezTo>
                      <a:pt x="1700" y="1636"/>
                      <a:pt x="0" y="9374"/>
                      <a:pt x="0" y="9374"/>
                    </a:cubicBezTo>
                    <a:lnTo>
                      <a:pt x="6217" y="8792"/>
                    </a:lnTo>
                    <a:lnTo>
                      <a:pt x="5634" y="2980"/>
                    </a:lnTo>
                    <a:lnTo>
                      <a:pt x="3173" y="1"/>
                    </a:lnTo>
                    <a:close/>
                  </a:path>
                </a:pathLst>
              </a:custGeom>
              <a:solidFill>
                <a:srgbClr val="9F7CD4"/>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8" name="Google Shape;8658;p336"/>
              <p:cNvSpPr/>
              <p:nvPr/>
            </p:nvSpPr>
            <p:spPr>
              <a:xfrm>
                <a:off x="4910488" y="2333462"/>
                <a:ext cx="199068" cy="300188"/>
              </a:xfrm>
              <a:custGeom>
                <a:rect b="b" l="l" r="r" t="t"/>
                <a:pathLst>
                  <a:path extrusionOk="0" fill="none" h="9375" w="6217">
                    <a:moveTo>
                      <a:pt x="3173" y="1"/>
                    </a:moveTo>
                    <a:cubicBezTo>
                      <a:pt x="3173" y="1"/>
                      <a:pt x="2170" y="114"/>
                      <a:pt x="1943" y="875"/>
                    </a:cubicBezTo>
                    <a:cubicBezTo>
                      <a:pt x="1700" y="1636"/>
                      <a:pt x="0" y="9374"/>
                      <a:pt x="0" y="9374"/>
                    </a:cubicBezTo>
                    <a:lnTo>
                      <a:pt x="6217" y="8792"/>
                    </a:lnTo>
                    <a:lnTo>
                      <a:pt x="5634" y="2980"/>
                    </a:lnTo>
                  </a:path>
                </a:pathLst>
              </a:custGeom>
              <a:noFill/>
              <a:ln cap="rnd" cmpd="sng" w="5250">
                <a:solidFill>
                  <a:srgbClr val="2632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9" name="Google Shape;8659;p336"/>
              <p:cNvSpPr/>
              <p:nvPr/>
            </p:nvSpPr>
            <p:spPr>
              <a:xfrm>
                <a:off x="5396160" y="2211155"/>
                <a:ext cx="59109" cy="186132"/>
              </a:xfrm>
              <a:custGeom>
                <a:rect b="b" l="l" r="r" t="t"/>
                <a:pathLst>
                  <a:path extrusionOk="0" fill="none" h="5813" w="1846">
                    <a:moveTo>
                      <a:pt x="0" y="0"/>
                    </a:moveTo>
                    <a:cubicBezTo>
                      <a:pt x="0" y="0"/>
                      <a:pt x="1538" y="875"/>
                      <a:pt x="1684" y="3060"/>
                    </a:cubicBezTo>
                    <a:cubicBezTo>
                      <a:pt x="1846" y="5246"/>
                      <a:pt x="1684" y="5812"/>
                      <a:pt x="1684" y="5812"/>
                    </a:cubicBezTo>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0" name="Google Shape;8660;p336"/>
              <p:cNvSpPr/>
              <p:nvPr/>
            </p:nvSpPr>
            <p:spPr>
              <a:xfrm>
                <a:off x="5386299" y="2486890"/>
                <a:ext cx="86102" cy="163334"/>
              </a:xfrm>
              <a:custGeom>
                <a:rect b="b" l="l" r="r" t="t"/>
                <a:pathLst>
                  <a:path extrusionOk="0" fill="none" h="5101" w="2689">
                    <a:moveTo>
                      <a:pt x="2688" y="1"/>
                    </a:moveTo>
                    <a:cubicBezTo>
                      <a:pt x="2688" y="1"/>
                      <a:pt x="2559" y="2575"/>
                      <a:pt x="2283" y="3320"/>
                    </a:cubicBezTo>
                    <a:cubicBezTo>
                      <a:pt x="1992" y="4064"/>
                      <a:pt x="875" y="4955"/>
                      <a:pt x="1" y="5100"/>
                    </a:cubicBezTo>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1" name="Google Shape;8661;p336"/>
              <p:cNvSpPr/>
              <p:nvPr/>
            </p:nvSpPr>
            <p:spPr>
              <a:xfrm>
                <a:off x="5403940" y="2477573"/>
                <a:ext cx="43579" cy="191832"/>
              </a:xfrm>
              <a:custGeom>
                <a:rect b="b" l="l" r="r" t="t"/>
                <a:pathLst>
                  <a:path extrusionOk="0" fill="none" h="5991" w="1361">
                    <a:moveTo>
                      <a:pt x="146" y="0"/>
                    </a:moveTo>
                    <a:cubicBezTo>
                      <a:pt x="146" y="0"/>
                      <a:pt x="33" y="2979"/>
                      <a:pt x="16" y="3546"/>
                    </a:cubicBezTo>
                    <a:cubicBezTo>
                      <a:pt x="0" y="4096"/>
                      <a:pt x="567" y="5068"/>
                      <a:pt x="1360" y="5990"/>
                    </a:cubicBezTo>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2" name="Google Shape;8662;p336"/>
              <p:cNvSpPr/>
              <p:nvPr/>
            </p:nvSpPr>
            <p:spPr>
              <a:xfrm>
                <a:off x="5437110" y="2659945"/>
                <a:ext cx="22830" cy="21421"/>
              </a:xfrm>
              <a:custGeom>
                <a:rect b="b" l="l" r="r" t="t"/>
                <a:pathLst>
                  <a:path extrusionOk="0" h="669" w="713">
                    <a:moveTo>
                      <a:pt x="304" y="1"/>
                    </a:moveTo>
                    <a:cubicBezTo>
                      <a:pt x="249" y="1"/>
                      <a:pt x="193" y="18"/>
                      <a:pt x="146" y="52"/>
                    </a:cubicBezTo>
                    <a:lnTo>
                      <a:pt x="114" y="68"/>
                    </a:lnTo>
                    <a:cubicBezTo>
                      <a:pt x="16" y="165"/>
                      <a:pt x="0" y="327"/>
                      <a:pt x="81" y="440"/>
                    </a:cubicBezTo>
                    <a:lnTo>
                      <a:pt x="195" y="570"/>
                    </a:lnTo>
                    <a:cubicBezTo>
                      <a:pt x="251" y="636"/>
                      <a:pt x="330" y="669"/>
                      <a:pt x="405" y="669"/>
                    </a:cubicBezTo>
                    <a:cubicBezTo>
                      <a:pt x="459" y="669"/>
                      <a:pt x="510" y="652"/>
                      <a:pt x="551" y="618"/>
                    </a:cubicBezTo>
                    <a:lnTo>
                      <a:pt x="583" y="602"/>
                    </a:lnTo>
                    <a:cubicBezTo>
                      <a:pt x="696" y="505"/>
                      <a:pt x="713" y="343"/>
                      <a:pt x="615" y="230"/>
                    </a:cubicBezTo>
                    <a:lnTo>
                      <a:pt x="502" y="100"/>
                    </a:lnTo>
                    <a:cubicBezTo>
                      <a:pt x="455" y="34"/>
                      <a:pt x="380" y="1"/>
                      <a:pt x="304"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3" name="Google Shape;8663;p336"/>
              <p:cNvSpPr/>
              <p:nvPr/>
            </p:nvSpPr>
            <p:spPr>
              <a:xfrm>
                <a:off x="5375413" y="2642207"/>
                <a:ext cx="23375" cy="18572"/>
              </a:xfrm>
              <a:custGeom>
                <a:rect b="b" l="l" r="r" t="t"/>
                <a:pathLst>
                  <a:path extrusionOk="0" h="580" w="730">
                    <a:moveTo>
                      <a:pt x="461" y="0"/>
                    </a:moveTo>
                    <a:cubicBezTo>
                      <a:pt x="443" y="0"/>
                      <a:pt x="424" y="2"/>
                      <a:pt x="406" y="7"/>
                    </a:cubicBezTo>
                    <a:lnTo>
                      <a:pt x="227" y="39"/>
                    </a:lnTo>
                    <a:cubicBezTo>
                      <a:pt x="82" y="71"/>
                      <a:pt x="1" y="201"/>
                      <a:pt x="17" y="347"/>
                    </a:cubicBezTo>
                    <a:lnTo>
                      <a:pt x="33" y="363"/>
                    </a:lnTo>
                    <a:cubicBezTo>
                      <a:pt x="47" y="489"/>
                      <a:pt x="159" y="579"/>
                      <a:pt x="273" y="579"/>
                    </a:cubicBezTo>
                    <a:cubicBezTo>
                      <a:pt x="291" y="579"/>
                      <a:pt x="308" y="577"/>
                      <a:pt x="325" y="573"/>
                    </a:cubicBezTo>
                    <a:lnTo>
                      <a:pt x="503" y="541"/>
                    </a:lnTo>
                    <a:cubicBezTo>
                      <a:pt x="648" y="508"/>
                      <a:pt x="729" y="379"/>
                      <a:pt x="713" y="233"/>
                    </a:cubicBezTo>
                    <a:lnTo>
                      <a:pt x="697" y="217"/>
                    </a:lnTo>
                    <a:cubicBezTo>
                      <a:pt x="683" y="90"/>
                      <a:pt x="583" y="0"/>
                      <a:pt x="461"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4" name="Google Shape;8664;p336"/>
              <p:cNvSpPr/>
              <p:nvPr/>
            </p:nvSpPr>
            <p:spPr>
              <a:xfrm>
                <a:off x="5407558" y="2393591"/>
                <a:ext cx="65865" cy="99582"/>
              </a:xfrm>
              <a:custGeom>
                <a:rect b="b" l="l" r="r" t="t"/>
                <a:pathLst>
                  <a:path extrusionOk="0" fill="none" h="3110" w="2057">
                    <a:moveTo>
                      <a:pt x="2056" y="3109"/>
                    </a:moveTo>
                    <a:lnTo>
                      <a:pt x="2008" y="940"/>
                    </a:lnTo>
                    <a:cubicBezTo>
                      <a:pt x="1992" y="470"/>
                      <a:pt x="1619" y="82"/>
                      <a:pt x="1150" y="49"/>
                    </a:cubicBezTo>
                    <a:lnTo>
                      <a:pt x="1150" y="49"/>
                    </a:lnTo>
                    <a:cubicBezTo>
                      <a:pt x="664" y="1"/>
                      <a:pt x="227" y="389"/>
                      <a:pt x="179" y="875"/>
                    </a:cubicBezTo>
                    <a:lnTo>
                      <a:pt x="0" y="3077"/>
                    </a:lnTo>
                  </a:path>
                </a:pathLst>
              </a:custGeom>
              <a:no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5" name="Google Shape;8665;p336"/>
              <p:cNvSpPr/>
              <p:nvPr/>
            </p:nvSpPr>
            <p:spPr>
              <a:xfrm>
                <a:off x="5044961" y="2479078"/>
                <a:ext cx="592306" cy="307232"/>
              </a:xfrm>
              <a:custGeom>
                <a:rect b="b" l="l" r="r" t="t"/>
                <a:pathLst>
                  <a:path extrusionOk="0" h="9595" w="18498">
                    <a:moveTo>
                      <a:pt x="1772" y="1"/>
                    </a:moveTo>
                    <a:cubicBezTo>
                      <a:pt x="1349" y="1"/>
                      <a:pt x="1" y="569"/>
                      <a:pt x="58" y="812"/>
                    </a:cubicBezTo>
                    <a:cubicBezTo>
                      <a:pt x="123" y="1087"/>
                      <a:pt x="333" y="3774"/>
                      <a:pt x="463" y="3936"/>
                    </a:cubicBezTo>
                    <a:cubicBezTo>
                      <a:pt x="608" y="4114"/>
                      <a:pt x="2114" y="4114"/>
                      <a:pt x="2114" y="4114"/>
                    </a:cubicBezTo>
                    <a:cubicBezTo>
                      <a:pt x="2114" y="4114"/>
                      <a:pt x="9318" y="7595"/>
                      <a:pt x="9626" y="7724"/>
                    </a:cubicBezTo>
                    <a:cubicBezTo>
                      <a:pt x="13786" y="9473"/>
                      <a:pt x="15794" y="9456"/>
                      <a:pt x="16506" y="9570"/>
                    </a:cubicBezTo>
                    <a:cubicBezTo>
                      <a:pt x="16610" y="9586"/>
                      <a:pt x="16708" y="9594"/>
                      <a:pt x="16802" y="9594"/>
                    </a:cubicBezTo>
                    <a:cubicBezTo>
                      <a:pt x="17350" y="9594"/>
                      <a:pt x="17733" y="9323"/>
                      <a:pt x="18092" y="8922"/>
                    </a:cubicBezTo>
                    <a:cubicBezTo>
                      <a:pt x="18497" y="8453"/>
                      <a:pt x="18432" y="5409"/>
                      <a:pt x="18432" y="5409"/>
                    </a:cubicBezTo>
                    <a:lnTo>
                      <a:pt x="17024" y="5118"/>
                    </a:lnTo>
                    <a:lnTo>
                      <a:pt x="12103" y="4308"/>
                    </a:lnTo>
                    <a:lnTo>
                      <a:pt x="5206" y="2981"/>
                    </a:lnTo>
                    <a:lnTo>
                      <a:pt x="3571" y="2269"/>
                    </a:lnTo>
                    <a:cubicBezTo>
                      <a:pt x="3571" y="2269"/>
                      <a:pt x="2017" y="245"/>
                      <a:pt x="1887" y="34"/>
                    </a:cubicBezTo>
                    <a:cubicBezTo>
                      <a:pt x="1870" y="11"/>
                      <a:pt x="1830" y="1"/>
                      <a:pt x="1772" y="1"/>
                    </a:cubicBezTo>
                    <a:close/>
                  </a:path>
                </a:pathLst>
              </a:custGeom>
              <a:solidFill>
                <a:srgbClr val="999999"/>
              </a:solid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6" name="Google Shape;8666;p336"/>
              <p:cNvSpPr/>
              <p:nvPr/>
            </p:nvSpPr>
            <p:spPr>
              <a:xfrm>
                <a:off x="4951951" y="2577532"/>
                <a:ext cx="530828" cy="195066"/>
              </a:xfrm>
              <a:custGeom>
                <a:rect b="b" l="l" r="r" t="t"/>
                <a:pathLst>
                  <a:path extrusionOk="0" h="6092" w="16578">
                    <a:moveTo>
                      <a:pt x="15219" y="0"/>
                    </a:moveTo>
                    <a:cubicBezTo>
                      <a:pt x="13990" y="0"/>
                      <a:pt x="4922" y="1169"/>
                      <a:pt x="4922" y="1169"/>
                    </a:cubicBezTo>
                    <a:lnTo>
                      <a:pt x="0" y="1638"/>
                    </a:lnTo>
                    <a:cubicBezTo>
                      <a:pt x="0" y="1638"/>
                      <a:pt x="939" y="5685"/>
                      <a:pt x="1166" y="5977"/>
                    </a:cubicBezTo>
                    <a:cubicBezTo>
                      <a:pt x="1231" y="6055"/>
                      <a:pt x="1417" y="6091"/>
                      <a:pt x="1692" y="6091"/>
                    </a:cubicBezTo>
                    <a:cubicBezTo>
                      <a:pt x="2442" y="6091"/>
                      <a:pt x="3856" y="5821"/>
                      <a:pt x="5278" y="5394"/>
                    </a:cubicBezTo>
                    <a:cubicBezTo>
                      <a:pt x="7204" y="4795"/>
                      <a:pt x="15412" y="1282"/>
                      <a:pt x="15412" y="1282"/>
                    </a:cubicBezTo>
                    <a:lnTo>
                      <a:pt x="16578" y="1525"/>
                    </a:lnTo>
                    <a:cubicBezTo>
                      <a:pt x="16578" y="1525"/>
                      <a:pt x="16108" y="52"/>
                      <a:pt x="15299" y="3"/>
                    </a:cubicBezTo>
                    <a:cubicBezTo>
                      <a:pt x="15278" y="1"/>
                      <a:pt x="15251" y="0"/>
                      <a:pt x="15219" y="0"/>
                    </a:cubicBezTo>
                    <a:close/>
                  </a:path>
                </a:pathLst>
              </a:custGeom>
              <a:solidFill>
                <a:srgbClr val="999999"/>
              </a:solid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7" name="Google Shape;8667;p336"/>
              <p:cNvSpPr/>
              <p:nvPr/>
            </p:nvSpPr>
            <p:spPr>
              <a:xfrm>
                <a:off x="5214237" y="2113693"/>
                <a:ext cx="180401" cy="327469"/>
              </a:xfrm>
              <a:custGeom>
                <a:rect b="b" l="l" r="r" t="t"/>
                <a:pathLst>
                  <a:path extrusionOk="0" h="10227" w="5634">
                    <a:moveTo>
                      <a:pt x="0" y="1"/>
                    </a:moveTo>
                    <a:lnTo>
                      <a:pt x="0" y="244"/>
                    </a:lnTo>
                    <a:cubicBezTo>
                      <a:pt x="16" y="1005"/>
                      <a:pt x="97" y="3465"/>
                      <a:pt x="291" y="4048"/>
                    </a:cubicBezTo>
                    <a:cubicBezTo>
                      <a:pt x="525" y="4733"/>
                      <a:pt x="3455" y="10226"/>
                      <a:pt x="3894" y="10226"/>
                    </a:cubicBezTo>
                    <a:cubicBezTo>
                      <a:pt x="3911" y="10226"/>
                      <a:pt x="3925" y="10218"/>
                      <a:pt x="3934" y="10200"/>
                    </a:cubicBezTo>
                    <a:cubicBezTo>
                      <a:pt x="4177" y="9730"/>
                      <a:pt x="5634" y="3352"/>
                      <a:pt x="5634" y="3352"/>
                    </a:cubicBezTo>
                    <a:lnTo>
                      <a:pt x="5634" y="826"/>
                    </a:lnTo>
                    <a:cubicBezTo>
                      <a:pt x="5634" y="826"/>
                      <a:pt x="4873" y="1474"/>
                      <a:pt x="3464" y="1474"/>
                    </a:cubicBezTo>
                    <a:cubicBezTo>
                      <a:pt x="2056" y="1474"/>
                      <a:pt x="0" y="1"/>
                      <a:pt x="0" y="1"/>
                    </a:cubicBezTo>
                    <a:close/>
                  </a:path>
                </a:pathLst>
              </a:custGeom>
              <a:solidFill>
                <a:srgbClr val="999999"/>
              </a:solid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8" name="Google Shape;8668;p336"/>
              <p:cNvSpPr/>
              <p:nvPr/>
            </p:nvSpPr>
            <p:spPr>
              <a:xfrm>
                <a:off x="5439704" y="2000511"/>
                <a:ext cx="30099" cy="88856"/>
              </a:xfrm>
              <a:custGeom>
                <a:rect b="b" l="l" r="r" t="t"/>
                <a:pathLst>
                  <a:path extrusionOk="0" h="2775" w="940">
                    <a:moveTo>
                      <a:pt x="487" y="0"/>
                    </a:moveTo>
                    <a:cubicBezTo>
                      <a:pt x="246" y="0"/>
                      <a:pt x="0" y="136"/>
                      <a:pt x="0" y="136"/>
                    </a:cubicBezTo>
                    <a:lnTo>
                      <a:pt x="65" y="2775"/>
                    </a:lnTo>
                    <a:cubicBezTo>
                      <a:pt x="65" y="2775"/>
                      <a:pt x="939" y="1609"/>
                      <a:pt x="939" y="606"/>
                    </a:cubicBezTo>
                    <a:cubicBezTo>
                      <a:pt x="939" y="124"/>
                      <a:pt x="716" y="0"/>
                      <a:pt x="487" y="0"/>
                    </a:cubicBezTo>
                    <a:close/>
                  </a:path>
                </a:pathLst>
              </a:custGeom>
              <a:solidFill>
                <a:srgbClr val="999999"/>
              </a:solid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9" name="Google Shape;8669;p336"/>
              <p:cNvSpPr/>
              <p:nvPr/>
            </p:nvSpPr>
            <p:spPr>
              <a:xfrm>
                <a:off x="5130256" y="1818555"/>
                <a:ext cx="316742" cy="389459"/>
              </a:xfrm>
              <a:custGeom>
                <a:rect b="b" l="l" r="r" t="t"/>
                <a:pathLst>
                  <a:path extrusionOk="0" h="12163" w="9892">
                    <a:moveTo>
                      <a:pt x="5385" y="0"/>
                    </a:moveTo>
                    <a:cubicBezTo>
                      <a:pt x="3424" y="0"/>
                      <a:pt x="1665" y="1569"/>
                      <a:pt x="1393" y="2840"/>
                    </a:cubicBezTo>
                    <a:cubicBezTo>
                      <a:pt x="1101" y="4184"/>
                      <a:pt x="1279" y="5884"/>
                      <a:pt x="1279" y="5884"/>
                    </a:cubicBezTo>
                    <a:cubicBezTo>
                      <a:pt x="1279" y="5884"/>
                      <a:pt x="1098" y="5834"/>
                      <a:pt x="873" y="5834"/>
                    </a:cubicBezTo>
                    <a:cubicBezTo>
                      <a:pt x="498" y="5834"/>
                      <a:pt x="0" y="5972"/>
                      <a:pt x="0" y="6710"/>
                    </a:cubicBezTo>
                    <a:cubicBezTo>
                      <a:pt x="0" y="7875"/>
                      <a:pt x="1166" y="8636"/>
                      <a:pt x="1166" y="8636"/>
                    </a:cubicBezTo>
                    <a:lnTo>
                      <a:pt x="1975" y="8636"/>
                    </a:lnTo>
                    <a:cubicBezTo>
                      <a:pt x="1975" y="8636"/>
                      <a:pt x="2445" y="9818"/>
                      <a:pt x="2866" y="10271"/>
                    </a:cubicBezTo>
                    <a:cubicBezTo>
                      <a:pt x="3271" y="10741"/>
                      <a:pt x="5197" y="11922"/>
                      <a:pt x="5667" y="12036"/>
                    </a:cubicBezTo>
                    <a:cubicBezTo>
                      <a:pt x="5919" y="12097"/>
                      <a:pt x="6222" y="12162"/>
                      <a:pt x="6532" y="12162"/>
                    </a:cubicBezTo>
                    <a:cubicBezTo>
                      <a:pt x="6799" y="12162"/>
                      <a:pt x="7070" y="12113"/>
                      <a:pt x="7318" y="11971"/>
                    </a:cubicBezTo>
                    <a:cubicBezTo>
                      <a:pt x="7982" y="11566"/>
                      <a:pt x="8581" y="11064"/>
                      <a:pt x="9131" y="10514"/>
                    </a:cubicBezTo>
                    <a:cubicBezTo>
                      <a:pt x="9374" y="10223"/>
                      <a:pt x="9779" y="8231"/>
                      <a:pt x="9779" y="8231"/>
                    </a:cubicBezTo>
                    <a:cubicBezTo>
                      <a:pt x="9779" y="8231"/>
                      <a:pt x="9892" y="4654"/>
                      <a:pt x="9665" y="3423"/>
                    </a:cubicBezTo>
                    <a:cubicBezTo>
                      <a:pt x="9422" y="2193"/>
                      <a:pt x="7901" y="250"/>
                      <a:pt x="5796" y="24"/>
                    </a:cubicBezTo>
                    <a:cubicBezTo>
                      <a:pt x="5658" y="8"/>
                      <a:pt x="5521" y="0"/>
                      <a:pt x="5385" y="0"/>
                    </a:cubicBezTo>
                    <a:close/>
                  </a:path>
                </a:pathLst>
              </a:custGeom>
              <a:solidFill>
                <a:srgbClr val="999999"/>
              </a:solid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0" name="Google Shape;8670;p336"/>
              <p:cNvSpPr/>
              <p:nvPr/>
            </p:nvSpPr>
            <p:spPr>
              <a:xfrm>
                <a:off x="5424143" y="1896518"/>
                <a:ext cx="20781" cy="117161"/>
              </a:xfrm>
              <a:custGeom>
                <a:rect b="b" l="l" r="r" t="t"/>
                <a:pathLst>
                  <a:path extrusionOk="0" h="3659" w="649">
                    <a:moveTo>
                      <a:pt x="98" y="1"/>
                    </a:moveTo>
                    <a:cubicBezTo>
                      <a:pt x="33" y="324"/>
                      <a:pt x="1" y="648"/>
                      <a:pt x="33" y="988"/>
                    </a:cubicBezTo>
                    <a:cubicBezTo>
                      <a:pt x="114" y="1409"/>
                      <a:pt x="421" y="2008"/>
                      <a:pt x="421" y="2316"/>
                    </a:cubicBezTo>
                    <a:cubicBezTo>
                      <a:pt x="421" y="2589"/>
                      <a:pt x="379" y="3658"/>
                      <a:pt x="547" y="3658"/>
                    </a:cubicBezTo>
                    <a:cubicBezTo>
                      <a:pt x="558" y="3658"/>
                      <a:pt x="570" y="3653"/>
                      <a:pt x="583" y="3643"/>
                    </a:cubicBezTo>
                    <a:cubicBezTo>
                      <a:pt x="600" y="3611"/>
                      <a:pt x="616" y="3595"/>
                      <a:pt x="632" y="3562"/>
                    </a:cubicBezTo>
                    <a:cubicBezTo>
                      <a:pt x="648" y="2704"/>
                      <a:pt x="600" y="1830"/>
                      <a:pt x="486" y="988"/>
                    </a:cubicBezTo>
                    <a:cubicBezTo>
                      <a:pt x="405" y="632"/>
                      <a:pt x="276" y="308"/>
                      <a:pt x="98" y="1"/>
                    </a:cubicBezTo>
                    <a:close/>
                  </a:path>
                </a:pathLst>
              </a:custGeom>
              <a:solidFill>
                <a:srgbClr val="000000"/>
              </a:solid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1" name="Google Shape;8671;p336"/>
              <p:cNvSpPr/>
              <p:nvPr/>
            </p:nvSpPr>
            <p:spPr>
              <a:xfrm>
                <a:off x="5166019" y="1819067"/>
                <a:ext cx="215142" cy="192728"/>
              </a:xfrm>
              <a:custGeom>
                <a:rect b="b" l="l" r="r" t="t"/>
                <a:pathLst>
                  <a:path extrusionOk="0" h="6019" w="6719">
                    <a:moveTo>
                      <a:pt x="4271" y="0"/>
                    </a:moveTo>
                    <a:cubicBezTo>
                      <a:pt x="2323" y="0"/>
                      <a:pt x="564" y="1568"/>
                      <a:pt x="292" y="2824"/>
                    </a:cubicBezTo>
                    <a:cubicBezTo>
                      <a:pt x="0" y="4184"/>
                      <a:pt x="162" y="5884"/>
                      <a:pt x="162" y="5884"/>
                    </a:cubicBezTo>
                    <a:cubicBezTo>
                      <a:pt x="162" y="5884"/>
                      <a:pt x="358" y="6019"/>
                      <a:pt x="544" y="6019"/>
                    </a:cubicBezTo>
                    <a:cubicBezTo>
                      <a:pt x="647" y="6019"/>
                      <a:pt x="747" y="5978"/>
                      <a:pt x="810" y="5852"/>
                    </a:cubicBezTo>
                    <a:cubicBezTo>
                      <a:pt x="972" y="5512"/>
                      <a:pt x="810" y="4961"/>
                      <a:pt x="972" y="4362"/>
                    </a:cubicBezTo>
                    <a:cubicBezTo>
                      <a:pt x="1150" y="3763"/>
                      <a:pt x="1409" y="3456"/>
                      <a:pt x="1441" y="2986"/>
                    </a:cubicBezTo>
                    <a:cubicBezTo>
                      <a:pt x="1490" y="2517"/>
                      <a:pt x="1198" y="1837"/>
                      <a:pt x="1360" y="1448"/>
                    </a:cubicBezTo>
                    <a:cubicBezTo>
                      <a:pt x="1513" y="1116"/>
                      <a:pt x="2315" y="536"/>
                      <a:pt x="2970" y="536"/>
                    </a:cubicBezTo>
                    <a:cubicBezTo>
                      <a:pt x="3081" y="536"/>
                      <a:pt x="3188" y="553"/>
                      <a:pt x="3287" y="590"/>
                    </a:cubicBezTo>
                    <a:cubicBezTo>
                      <a:pt x="3990" y="850"/>
                      <a:pt x="4722" y="980"/>
                      <a:pt x="5470" y="980"/>
                    </a:cubicBezTo>
                    <a:cubicBezTo>
                      <a:pt x="5514" y="980"/>
                      <a:pt x="5558" y="980"/>
                      <a:pt x="5602" y="979"/>
                    </a:cubicBezTo>
                    <a:cubicBezTo>
                      <a:pt x="5974" y="946"/>
                      <a:pt x="6363" y="914"/>
                      <a:pt x="6719" y="833"/>
                    </a:cubicBezTo>
                    <a:cubicBezTo>
                      <a:pt x="6120" y="396"/>
                      <a:pt x="5424" y="105"/>
                      <a:pt x="4679" y="24"/>
                    </a:cubicBezTo>
                    <a:cubicBezTo>
                      <a:pt x="4542" y="8"/>
                      <a:pt x="4406" y="0"/>
                      <a:pt x="4271" y="0"/>
                    </a:cubicBezTo>
                    <a:close/>
                  </a:path>
                </a:pathLst>
              </a:custGeom>
              <a:solidFill>
                <a:srgbClr val="000000"/>
              </a:solidFill>
              <a:ln cap="rnd"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75" name="Shape 8675"/>
        <p:cNvGrpSpPr/>
        <p:nvPr/>
      </p:nvGrpSpPr>
      <p:grpSpPr>
        <a:xfrm>
          <a:off x="0" y="0"/>
          <a:ext cx="0" cy="0"/>
          <a:chOff x="0" y="0"/>
          <a:chExt cx="0" cy="0"/>
        </a:xfrm>
      </p:grpSpPr>
      <p:sp>
        <p:nvSpPr>
          <p:cNvPr id="8676" name="Google Shape;8676;p337"/>
          <p:cNvSpPr/>
          <p:nvPr/>
        </p:nvSpPr>
        <p:spPr>
          <a:xfrm>
            <a:off x="6818750" y="878888"/>
            <a:ext cx="4357094" cy="3546745"/>
          </a:xfrm>
          <a:custGeom>
            <a:rect b="b" l="l" r="r" t="t"/>
            <a:pathLst>
              <a:path extrusionOk="0" h="48924" w="60102">
                <a:moveTo>
                  <a:pt x="31550" y="1"/>
                </a:moveTo>
                <a:cubicBezTo>
                  <a:pt x="28688" y="1"/>
                  <a:pt x="25391" y="541"/>
                  <a:pt x="22089" y="2238"/>
                </a:cubicBezTo>
                <a:cubicBezTo>
                  <a:pt x="12977" y="6900"/>
                  <a:pt x="8196" y="17230"/>
                  <a:pt x="4091" y="25485"/>
                </a:cubicBezTo>
                <a:cubicBezTo>
                  <a:pt x="1" y="33725"/>
                  <a:pt x="2016" y="42612"/>
                  <a:pt x="8767" y="47123"/>
                </a:cubicBezTo>
                <a:cubicBezTo>
                  <a:pt x="10764" y="48461"/>
                  <a:pt x="12590" y="48924"/>
                  <a:pt x="14421" y="48924"/>
                </a:cubicBezTo>
                <a:cubicBezTo>
                  <a:pt x="18514" y="48924"/>
                  <a:pt x="22630" y="46611"/>
                  <a:pt x="28730" y="46611"/>
                </a:cubicBezTo>
                <a:cubicBezTo>
                  <a:pt x="29125" y="46611"/>
                  <a:pt x="29527" y="46621"/>
                  <a:pt x="29939" y="46641"/>
                </a:cubicBezTo>
                <a:cubicBezTo>
                  <a:pt x="34134" y="46851"/>
                  <a:pt x="36984" y="47278"/>
                  <a:pt x="39535" y="47278"/>
                </a:cubicBezTo>
                <a:cubicBezTo>
                  <a:pt x="42835" y="47278"/>
                  <a:pt x="45637" y="46563"/>
                  <a:pt x="50208" y="43739"/>
                </a:cubicBezTo>
                <a:cubicBezTo>
                  <a:pt x="58328" y="38732"/>
                  <a:pt x="60102" y="25500"/>
                  <a:pt x="54042" y="15140"/>
                </a:cubicBezTo>
                <a:cubicBezTo>
                  <a:pt x="47997" y="4779"/>
                  <a:pt x="40254" y="1667"/>
                  <a:pt x="40254" y="1667"/>
                </a:cubicBezTo>
                <a:cubicBezTo>
                  <a:pt x="40254" y="1667"/>
                  <a:pt x="36573" y="1"/>
                  <a:pt x="31550"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7" name="Google Shape;8677;p337"/>
          <p:cNvSpPr/>
          <p:nvPr/>
        </p:nvSpPr>
        <p:spPr>
          <a:xfrm>
            <a:off x="4702651" y="4110260"/>
            <a:ext cx="77951" cy="77951"/>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8678" name="Google Shape;8678;p337"/>
          <p:cNvGrpSpPr/>
          <p:nvPr/>
        </p:nvGrpSpPr>
        <p:grpSpPr>
          <a:xfrm>
            <a:off x="5946395" y="3659923"/>
            <a:ext cx="105457" cy="105457"/>
            <a:chOff x="7812545" y="194375"/>
            <a:chExt cx="105457" cy="105457"/>
          </a:xfrm>
        </p:grpSpPr>
        <p:sp>
          <p:nvSpPr>
            <p:cNvPr id="8679" name="Google Shape;8679;p337"/>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0" name="Google Shape;8680;p337"/>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1" name="Google Shape;8681;p337"/>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2" name="Google Shape;8682;p337"/>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683" name="Google Shape;8683;p337"/>
          <p:cNvSpPr/>
          <p:nvPr/>
        </p:nvSpPr>
        <p:spPr>
          <a:xfrm>
            <a:off x="7128300" y="3765387"/>
            <a:ext cx="171626" cy="171626"/>
          </a:xfrm>
          <a:custGeom>
            <a:rect b="b" l="l" r="r" t="t"/>
            <a:pathLst>
              <a:path extrusionOk="0" fill="none" h="1505" w="1505">
                <a:moveTo>
                  <a:pt x="1504" y="753"/>
                </a:moveTo>
                <a:cubicBezTo>
                  <a:pt x="1504" y="1174"/>
                  <a:pt x="1173" y="1505"/>
                  <a:pt x="752" y="1505"/>
                </a:cubicBezTo>
                <a:cubicBezTo>
                  <a:pt x="346" y="1505"/>
                  <a:pt x="1" y="1174"/>
                  <a:pt x="1" y="753"/>
                </a:cubicBezTo>
                <a:cubicBezTo>
                  <a:pt x="1" y="347"/>
                  <a:pt x="346" y="1"/>
                  <a:pt x="752" y="1"/>
                </a:cubicBezTo>
                <a:cubicBezTo>
                  <a:pt x="1173" y="1"/>
                  <a:pt x="1504" y="347"/>
                  <a:pt x="1504" y="753"/>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CA"/>
              <a:t> </a:t>
            </a:r>
            <a:endParaRPr/>
          </a:p>
        </p:txBody>
      </p:sp>
      <p:grpSp>
        <p:nvGrpSpPr>
          <p:cNvPr id="8684" name="Google Shape;8684;p337"/>
          <p:cNvGrpSpPr/>
          <p:nvPr/>
        </p:nvGrpSpPr>
        <p:grpSpPr>
          <a:xfrm>
            <a:off x="6484095" y="4384648"/>
            <a:ext cx="105457" cy="105457"/>
            <a:chOff x="7812545" y="194375"/>
            <a:chExt cx="105457" cy="105457"/>
          </a:xfrm>
        </p:grpSpPr>
        <p:sp>
          <p:nvSpPr>
            <p:cNvPr id="8685" name="Google Shape;8685;p337"/>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6" name="Google Shape;8686;p337"/>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7" name="Google Shape;8687;p337"/>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8" name="Google Shape;8688;p337"/>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689" name="Google Shape;8689;p337"/>
          <p:cNvSpPr txBox="1"/>
          <p:nvPr/>
        </p:nvSpPr>
        <p:spPr>
          <a:xfrm>
            <a:off x="670200" y="284450"/>
            <a:ext cx="64581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CA" sz="4000">
                <a:solidFill>
                  <a:schemeClr val="dk1"/>
                </a:solidFill>
                <a:latin typeface="Barlow"/>
                <a:ea typeface="Barlow"/>
                <a:cs typeface="Barlow"/>
                <a:sym typeface="Barlow"/>
              </a:rPr>
              <a:t>Analytic Plan</a:t>
            </a:r>
            <a:endParaRPr b="1" sz="4000">
              <a:solidFill>
                <a:schemeClr val="dk1"/>
              </a:solidFill>
              <a:latin typeface="Barlow"/>
              <a:ea typeface="Barlow"/>
              <a:cs typeface="Barlow"/>
              <a:sym typeface="Barlow"/>
            </a:endParaRPr>
          </a:p>
        </p:txBody>
      </p:sp>
      <p:sp>
        <p:nvSpPr>
          <p:cNvPr id="8690" name="Google Shape;8690;p337"/>
          <p:cNvSpPr txBox="1"/>
          <p:nvPr>
            <p:ph idx="4294967295" type="subTitle"/>
          </p:nvPr>
        </p:nvSpPr>
        <p:spPr>
          <a:xfrm>
            <a:off x="567550" y="1084850"/>
            <a:ext cx="7272600" cy="4491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AutoNum type="arabicPeriod"/>
            </a:pPr>
            <a:r>
              <a:rPr b="1" lang="en-CA" sz="1800"/>
              <a:t>Preprocess the data</a:t>
            </a:r>
            <a:endParaRPr b="1" sz="1800"/>
          </a:p>
          <a:p>
            <a:pPr indent="-342900" lvl="1" marL="914400" rtl="0" algn="l">
              <a:spcBef>
                <a:spcPts val="0"/>
              </a:spcBef>
              <a:spcAft>
                <a:spcPts val="0"/>
              </a:spcAft>
              <a:buSzPts val="1800"/>
              <a:buAutoNum type="alphaLcPeriod"/>
            </a:pPr>
            <a:r>
              <a:rPr lang="en-CA" sz="1800"/>
              <a:t>Scale variables that are continuous and/or put through LLE </a:t>
            </a:r>
            <a:endParaRPr sz="1800"/>
          </a:p>
          <a:p>
            <a:pPr indent="-342900" lvl="1" marL="914400" rtl="0" algn="l">
              <a:spcBef>
                <a:spcPts val="0"/>
              </a:spcBef>
              <a:spcAft>
                <a:spcPts val="0"/>
              </a:spcAft>
              <a:buSzPts val="1800"/>
              <a:buAutoNum type="alphaLcPeriod"/>
            </a:pPr>
            <a:r>
              <a:rPr lang="en-CA" sz="1800"/>
              <a:t>Remove irrelevant and symptom-focused variables </a:t>
            </a:r>
            <a:endParaRPr sz="1800"/>
          </a:p>
          <a:p>
            <a:pPr indent="-342900" lvl="1" marL="914400" rtl="0" algn="l">
              <a:spcBef>
                <a:spcPts val="0"/>
              </a:spcBef>
              <a:spcAft>
                <a:spcPts val="0"/>
              </a:spcAft>
              <a:buSzPts val="1800"/>
              <a:buAutoNum type="alphaLcPeriod"/>
            </a:pPr>
            <a:r>
              <a:rPr lang="en-CA" sz="1800"/>
              <a:t>Split test (30%) and training (70%) data</a:t>
            </a:r>
            <a:endParaRPr sz="1800"/>
          </a:p>
          <a:p>
            <a:pPr indent="-342900" lvl="0" marL="457200" rtl="0" algn="l">
              <a:spcBef>
                <a:spcPts val="0"/>
              </a:spcBef>
              <a:spcAft>
                <a:spcPts val="0"/>
              </a:spcAft>
              <a:buSzPts val="1800"/>
              <a:buAutoNum type="arabicPeriod"/>
            </a:pPr>
            <a:r>
              <a:rPr b="1" lang="en-CA" sz="1800"/>
              <a:t>Run our analyses (4 conditions)</a:t>
            </a:r>
            <a:endParaRPr b="1" sz="1800"/>
          </a:p>
          <a:p>
            <a:pPr indent="-342900" lvl="1" marL="914400" rtl="0" algn="l">
              <a:spcBef>
                <a:spcPts val="0"/>
              </a:spcBef>
              <a:spcAft>
                <a:spcPts val="0"/>
              </a:spcAft>
              <a:buSzPts val="1800"/>
              <a:buAutoNum type="alphaLcPeriod"/>
            </a:pPr>
            <a:r>
              <a:rPr lang="en-CA" sz="1800"/>
              <a:t>No LLE + DT</a:t>
            </a:r>
            <a:endParaRPr sz="1800"/>
          </a:p>
          <a:p>
            <a:pPr indent="-342900" lvl="1" marL="914400" rtl="0" algn="l">
              <a:spcBef>
                <a:spcPts val="0"/>
              </a:spcBef>
              <a:spcAft>
                <a:spcPts val="0"/>
              </a:spcAft>
              <a:buSzPts val="1800"/>
              <a:buAutoNum type="alphaLcPeriod"/>
            </a:pPr>
            <a:r>
              <a:rPr lang="en-CA" sz="1800"/>
              <a:t>LLE + DT</a:t>
            </a:r>
            <a:endParaRPr sz="1800"/>
          </a:p>
          <a:p>
            <a:pPr indent="-342900" lvl="1" marL="914400" rtl="0" algn="l">
              <a:spcBef>
                <a:spcPts val="0"/>
              </a:spcBef>
              <a:spcAft>
                <a:spcPts val="0"/>
              </a:spcAft>
              <a:buSzPts val="1800"/>
              <a:buAutoNum type="alphaLcPeriod"/>
            </a:pPr>
            <a:r>
              <a:rPr lang="en-CA" sz="1800"/>
              <a:t>No LLE + SVM (Linear vs RBF)</a:t>
            </a:r>
            <a:endParaRPr sz="1800"/>
          </a:p>
          <a:p>
            <a:pPr indent="-342900" lvl="1" marL="914400" rtl="0" algn="l">
              <a:spcBef>
                <a:spcPts val="0"/>
              </a:spcBef>
              <a:spcAft>
                <a:spcPts val="0"/>
              </a:spcAft>
              <a:buSzPts val="1800"/>
              <a:buAutoNum type="alphaLcPeriod"/>
            </a:pPr>
            <a:r>
              <a:rPr lang="en-CA" sz="1800"/>
              <a:t>LLE + SVM (Linear vs RBF)</a:t>
            </a:r>
            <a:endParaRPr sz="1800"/>
          </a:p>
          <a:p>
            <a:pPr indent="-342900" lvl="0" marL="457200" rtl="0" algn="l">
              <a:spcBef>
                <a:spcPts val="0"/>
              </a:spcBef>
              <a:spcAft>
                <a:spcPts val="0"/>
              </a:spcAft>
              <a:buSzPts val="1800"/>
              <a:buAutoNum type="arabicPeriod"/>
            </a:pPr>
            <a:r>
              <a:rPr b="1" lang="en-CA" sz="1800"/>
              <a:t>Visualize findings + Evaluate Model Performance</a:t>
            </a:r>
            <a:endParaRPr b="1" sz="1800"/>
          </a:p>
          <a:p>
            <a:pPr indent="-342900" lvl="1" marL="914400" rtl="0" algn="l">
              <a:spcBef>
                <a:spcPts val="0"/>
              </a:spcBef>
              <a:spcAft>
                <a:spcPts val="0"/>
              </a:spcAft>
              <a:buSzPts val="1800"/>
              <a:buAutoNum type="alphaLcPeriod"/>
            </a:pPr>
            <a:r>
              <a:rPr lang="en-CA" sz="1800"/>
              <a:t>Confusion Matrix, ROC AUC curve, Decision Tree</a:t>
            </a:r>
            <a:endParaRPr sz="1800"/>
          </a:p>
          <a:p>
            <a:pPr indent="-342900" lvl="1" marL="914400" rtl="0" algn="l">
              <a:spcBef>
                <a:spcPts val="0"/>
              </a:spcBef>
              <a:spcAft>
                <a:spcPts val="0"/>
              </a:spcAft>
              <a:buSzPts val="1800"/>
              <a:buAutoNum type="alphaLcPeriod"/>
            </a:pPr>
            <a:r>
              <a:rPr lang="en-CA" sz="1800"/>
              <a:t>Sensitivity, specificity, accuracy, ROC AUC</a:t>
            </a:r>
            <a:endParaRPr sz="1800"/>
          </a:p>
        </p:txBody>
      </p:sp>
      <p:grpSp>
        <p:nvGrpSpPr>
          <p:cNvPr id="8691" name="Google Shape;8691;p337"/>
          <p:cNvGrpSpPr/>
          <p:nvPr/>
        </p:nvGrpSpPr>
        <p:grpSpPr>
          <a:xfrm>
            <a:off x="7763753" y="2025827"/>
            <a:ext cx="1117196" cy="1252882"/>
            <a:chOff x="7454828" y="539402"/>
            <a:chExt cx="1117196" cy="1252882"/>
          </a:xfrm>
        </p:grpSpPr>
        <p:grpSp>
          <p:nvGrpSpPr>
            <p:cNvPr id="8692" name="Google Shape;8692;p337"/>
            <p:cNvGrpSpPr/>
            <p:nvPr/>
          </p:nvGrpSpPr>
          <p:grpSpPr>
            <a:xfrm>
              <a:off x="7454828" y="539402"/>
              <a:ext cx="1117196" cy="1252882"/>
              <a:chOff x="6840063" y="3361532"/>
              <a:chExt cx="1046750" cy="1174100"/>
            </a:xfrm>
          </p:grpSpPr>
          <p:sp>
            <p:nvSpPr>
              <p:cNvPr id="8693" name="Google Shape;8693;p337"/>
              <p:cNvSpPr/>
              <p:nvPr/>
            </p:nvSpPr>
            <p:spPr>
              <a:xfrm>
                <a:off x="7027925" y="3610675"/>
                <a:ext cx="647951" cy="655118"/>
              </a:xfrm>
              <a:custGeom>
                <a:rect b="b" l="l" r="r" t="t"/>
                <a:pathLst>
                  <a:path extrusionOk="0" fill="none" h="73218" w="72417">
                    <a:moveTo>
                      <a:pt x="67523" y="45728"/>
                    </a:moveTo>
                    <a:cubicBezTo>
                      <a:pt x="72416" y="27935"/>
                      <a:pt x="61919" y="9609"/>
                      <a:pt x="44126" y="4805"/>
                    </a:cubicBezTo>
                    <a:cubicBezTo>
                      <a:pt x="26333" y="1"/>
                      <a:pt x="8007" y="10498"/>
                      <a:pt x="3203" y="28291"/>
                    </a:cubicBezTo>
                    <a:cubicBezTo>
                      <a:pt x="0" y="39945"/>
                      <a:pt x="3381" y="52400"/>
                      <a:pt x="12010" y="60851"/>
                    </a:cubicBezTo>
                    <a:lnTo>
                      <a:pt x="11921" y="65299"/>
                    </a:lnTo>
                    <a:lnTo>
                      <a:pt x="41279" y="73217"/>
                    </a:lnTo>
                    <a:lnTo>
                      <a:pt x="43503" y="69392"/>
                    </a:lnTo>
                    <a:cubicBezTo>
                      <a:pt x="55246" y="66456"/>
                      <a:pt x="64410" y="57382"/>
                      <a:pt x="67523" y="45728"/>
                    </a:cubicBezTo>
                    <a:close/>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4" name="Google Shape;8694;p337"/>
              <p:cNvSpPr/>
              <p:nvPr/>
            </p:nvSpPr>
            <p:spPr>
              <a:xfrm>
                <a:off x="7109911" y="4449655"/>
                <a:ext cx="173537" cy="85977"/>
              </a:xfrm>
              <a:custGeom>
                <a:rect b="b" l="l" r="r" t="t"/>
                <a:pathLst>
                  <a:path extrusionOk="0" fill="none" h="9609" w="19395">
                    <a:moveTo>
                      <a:pt x="19394" y="5071"/>
                    </a:moveTo>
                    <a:cubicBezTo>
                      <a:pt x="18594" y="8185"/>
                      <a:pt x="13701" y="9609"/>
                      <a:pt x="8541" y="8185"/>
                    </a:cubicBezTo>
                    <a:cubicBezTo>
                      <a:pt x="3470" y="6851"/>
                      <a:pt x="0" y="3114"/>
                      <a:pt x="801" y="1"/>
                    </a:cubicBez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5" name="Google Shape;8695;p337"/>
              <p:cNvSpPr/>
              <p:nvPr/>
            </p:nvSpPr>
            <p:spPr>
              <a:xfrm>
                <a:off x="7184730" y="3914747"/>
                <a:ext cx="282589" cy="181491"/>
              </a:xfrm>
              <a:custGeom>
                <a:rect b="b" l="l" r="r" t="t"/>
                <a:pathLst>
                  <a:path extrusionOk="0" fill="none" h="20284" w="31583">
                    <a:moveTo>
                      <a:pt x="1" y="6495"/>
                    </a:moveTo>
                    <a:lnTo>
                      <a:pt x="7474" y="8541"/>
                    </a:lnTo>
                    <a:lnTo>
                      <a:pt x="14769" y="0"/>
                    </a:lnTo>
                    <a:lnTo>
                      <a:pt x="15125" y="20284"/>
                    </a:lnTo>
                    <a:lnTo>
                      <a:pt x="25355" y="5071"/>
                    </a:lnTo>
                    <a:lnTo>
                      <a:pt x="26156" y="13167"/>
                    </a:lnTo>
                    <a:lnTo>
                      <a:pt x="31583" y="14679"/>
                    </a:ln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6" name="Google Shape;8696;p337"/>
              <p:cNvSpPr/>
              <p:nvPr/>
            </p:nvSpPr>
            <p:spPr>
              <a:xfrm>
                <a:off x="7476069" y="3361532"/>
                <a:ext cx="91551" cy="179898"/>
              </a:xfrm>
              <a:custGeom>
                <a:rect b="b" l="l" r="r" t="t"/>
                <a:pathLst>
                  <a:path extrusionOk="0" fill="none" h="20106" w="10232">
                    <a:moveTo>
                      <a:pt x="0" y="20106"/>
                    </a:moveTo>
                    <a:lnTo>
                      <a:pt x="10231" y="0"/>
                    </a:ln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7" name="Google Shape;8697;p337"/>
              <p:cNvSpPr/>
              <p:nvPr/>
            </p:nvSpPr>
            <p:spPr>
              <a:xfrm>
                <a:off x="7740343" y="3678336"/>
                <a:ext cx="146471" cy="50160"/>
              </a:xfrm>
              <a:custGeom>
                <a:rect b="b" l="l" r="r" t="t"/>
                <a:pathLst>
                  <a:path extrusionOk="0" fill="none" h="5606" w="16370">
                    <a:moveTo>
                      <a:pt x="0" y="5605"/>
                    </a:moveTo>
                    <a:lnTo>
                      <a:pt x="16370" y="0"/>
                    </a:ln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8" name="Google Shape;8698;p337"/>
              <p:cNvSpPr/>
              <p:nvPr/>
            </p:nvSpPr>
            <p:spPr>
              <a:xfrm>
                <a:off x="7734769" y="4068375"/>
                <a:ext cx="136127" cy="20705"/>
              </a:xfrm>
              <a:custGeom>
                <a:rect b="b" l="l" r="r" t="t"/>
                <a:pathLst>
                  <a:path extrusionOk="0" fill="none" h="2314" w="15214">
                    <a:moveTo>
                      <a:pt x="1" y="0"/>
                    </a:moveTo>
                    <a:lnTo>
                      <a:pt x="15213" y="2313"/>
                    </a:ln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9" name="Google Shape;8699;p337"/>
              <p:cNvSpPr/>
              <p:nvPr/>
            </p:nvSpPr>
            <p:spPr>
              <a:xfrm>
                <a:off x="7064538" y="3382227"/>
                <a:ext cx="73244" cy="214132"/>
              </a:xfrm>
              <a:custGeom>
                <a:rect b="b" l="l" r="r" t="t"/>
                <a:pathLst>
                  <a:path extrusionOk="0" fill="none" h="23932" w="8186">
                    <a:moveTo>
                      <a:pt x="8185" y="23931"/>
                    </a:moveTo>
                    <a:lnTo>
                      <a:pt x="0" y="0"/>
                    </a:ln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0" name="Google Shape;8700;p337"/>
              <p:cNvSpPr/>
              <p:nvPr/>
            </p:nvSpPr>
            <p:spPr>
              <a:xfrm>
                <a:off x="6840063" y="3933053"/>
                <a:ext cx="101903" cy="15927"/>
              </a:xfrm>
              <a:custGeom>
                <a:rect b="b" l="l" r="r" t="t"/>
                <a:pathLst>
                  <a:path extrusionOk="0" fill="none" h="1780" w="11389">
                    <a:moveTo>
                      <a:pt x="11388" y="1780"/>
                    </a:moveTo>
                    <a:lnTo>
                      <a:pt x="1" y="1"/>
                    </a:ln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701" name="Google Shape;8701;p337"/>
            <p:cNvSpPr/>
            <p:nvPr/>
          </p:nvSpPr>
          <p:spPr>
            <a:xfrm rot="902508">
              <a:off x="7715404" y="1462786"/>
              <a:ext cx="310954" cy="280827"/>
            </a:xfrm>
            <a:prstGeom prst="round2SameRect">
              <a:avLst>
                <a:gd fmla="val 0" name="adj1"/>
                <a:gd fmla="val 47292" name="adj2"/>
              </a:avLst>
            </a:prstGeom>
            <a:solidFill>
              <a:schemeClr val="accent1"/>
            </a:solid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05" name="Shape 8705"/>
        <p:cNvGrpSpPr/>
        <p:nvPr/>
      </p:nvGrpSpPr>
      <p:grpSpPr>
        <a:xfrm>
          <a:off x="0" y="0"/>
          <a:ext cx="0" cy="0"/>
          <a:chOff x="0" y="0"/>
          <a:chExt cx="0" cy="0"/>
        </a:xfrm>
      </p:grpSpPr>
      <p:sp>
        <p:nvSpPr>
          <p:cNvPr id="8706" name="Google Shape;8706;p338"/>
          <p:cNvSpPr/>
          <p:nvPr/>
        </p:nvSpPr>
        <p:spPr>
          <a:xfrm rot="4651396">
            <a:off x="2198098" y="3037348"/>
            <a:ext cx="762646" cy="1386305"/>
          </a:xfrm>
          <a:custGeom>
            <a:rect b="b" l="l" r="r" t="t"/>
            <a:pathLst>
              <a:path extrusionOk="0" h="18712" w="8968">
                <a:moveTo>
                  <a:pt x="3641" y="1"/>
                </a:moveTo>
                <a:cubicBezTo>
                  <a:pt x="3326" y="1"/>
                  <a:pt x="3012" y="119"/>
                  <a:pt x="2706" y="382"/>
                </a:cubicBezTo>
                <a:cubicBezTo>
                  <a:pt x="1550" y="1385"/>
                  <a:pt x="1399" y="5458"/>
                  <a:pt x="1125" y="6948"/>
                </a:cubicBezTo>
                <a:cubicBezTo>
                  <a:pt x="760" y="9075"/>
                  <a:pt x="456" y="11203"/>
                  <a:pt x="213" y="13361"/>
                </a:cubicBezTo>
                <a:cubicBezTo>
                  <a:pt x="91" y="14455"/>
                  <a:pt x="0" y="15641"/>
                  <a:pt x="365" y="16705"/>
                </a:cubicBezTo>
                <a:cubicBezTo>
                  <a:pt x="730" y="17738"/>
                  <a:pt x="1672" y="18711"/>
                  <a:pt x="2797" y="18711"/>
                </a:cubicBezTo>
                <a:cubicBezTo>
                  <a:pt x="2819" y="18712"/>
                  <a:pt x="2842" y="18712"/>
                  <a:pt x="2865" y="18712"/>
                </a:cubicBezTo>
                <a:cubicBezTo>
                  <a:pt x="3780" y="18712"/>
                  <a:pt x="4606" y="18117"/>
                  <a:pt x="5259" y="17465"/>
                </a:cubicBezTo>
                <a:cubicBezTo>
                  <a:pt x="7721" y="15003"/>
                  <a:pt x="8967" y="11416"/>
                  <a:pt x="8572" y="7981"/>
                </a:cubicBezTo>
                <a:cubicBezTo>
                  <a:pt x="8384" y="6481"/>
                  <a:pt x="5978" y="1"/>
                  <a:pt x="364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707" name="Google Shape;8707;p338"/>
          <p:cNvGrpSpPr/>
          <p:nvPr/>
        </p:nvGrpSpPr>
        <p:grpSpPr>
          <a:xfrm>
            <a:off x="734443" y="1996094"/>
            <a:ext cx="2882934" cy="2577700"/>
            <a:chOff x="1331375" y="833125"/>
            <a:chExt cx="4837950" cy="4325725"/>
          </a:xfrm>
        </p:grpSpPr>
        <p:sp>
          <p:nvSpPr>
            <p:cNvPr id="8708" name="Google Shape;8708;p338"/>
            <p:cNvSpPr/>
            <p:nvPr/>
          </p:nvSpPr>
          <p:spPr>
            <a:xfrm>
              <a:off x="4596675" y="955850"/>
              <a:ext cx="45925" cy="21950"/>
            </a:xfrm>
            <a:custGeom>
              <a:rect b="b" l="l" r="r" t="t"/>
              <a:pathLst>
                <a:path extrusionOk="0" h="878" w="1837">
                  <a:moveTo>
                    <a:pt x="1511" y="244"/>
                  </a:moveTo>
                  <a:cubicBezTo>
                    <a:pt x="1522" y="253"/>
                    <a:pt x="1542" y="265"/>
                    <a:pt x="1561" y="265"/>
                  </a:cubicBezTo>
                  <a:lnTo>
                    <a:pt x="1530" y="265"/>
                  </a:lnTo>
                  <a:cubicBezTo>
                    <a:pt x="1519" y="254"/>
                    <a:pt x="1512" y="247"/>
                    <a:pt x="1511" y="244"/>
                  </a:cubicBezTo>
                  <a:close/>
                  <a:moveTo>
                    <a:pt x="365" y="0"/>
                  </a:moveTo>
                  <a:cubicBezTo>
                    <a:pt x="302" y="0"/>
                    <a:pt x="238" y="15"/>
                    <a:pt x="184" y="51"/>
                  </a:cubicBezTo>
                  <a:cubicBezTo>
                    <a:pt x="123" y="82"/>
                    <a:pt x="31" y="173"/>
                    <a:pt x="1" y="296"/>
                  </a:cubicBezTo>
                  <a:cubicBezTo>
                    <a:pt x="1" y="388"/>
                    <a:pt x="1" y="479"/>
                    <a:pt x="62" y="571"/>
                  </a:cubicBezTo>
                  <a:cubicBezTo>
                    <a:pt x="92" y="663"/>
                    <a:pt x="184" y="755"/>
                    <a:pt x="276" y="755"/>
                  </a:cubicBezTo>
                  <a:cubicBezTo>
                    <a:pt x="459" y="785"/>
                    <a:pt x="643" y="816"/>
                    <a:pt x="827" y="846"/>
                  </a:cubicBezTo>
                  <a:cubicBezTo>
                    <a:pt x="918" y="846"/>
                    <a:pt x="1041" y="877"/>
                    <a:pt x="1163" y="877"/>
                  </a:cubicBezTo>
                  <a:lnTo>
                    <a:pt x="1500" y="877"/>
                  </a:lnTo>
                  <a:cubicBezTo>
                    <a:pt x="1653" y="877"/>
                    <a:pt x="1806" y="755"/>
                    <a:pt x="1806" y="602"/>
                  </a:cubicBezTo>
                  <a:cubicBezTo>
                    <a:pt x="1836" y="449"/>
                    <a:pt x="1745" y="326"/>
                    <a:pt x="1592" y="265"/>
                  </a:cubicBezTo>
                  <a:lnTo>
                    <a:pt x="1561" y="265"/>
                  </a:lnTo>
                  <a:cubicBezTo>
                    <a:pt x="1530" y="250"/>
                    <a:pt x="1515" y="242"/>
                    <a:pt x="1511" y="242"/>
                  </a:cubicBezTo>
                  <a:lnTo>
                    <a:pt x="1511" y="242"/>
                  </a:lnTo>
                  <a:cubicBezTo>
                    <a:pt x="1510" y="242"/>
                    <a:pt x="1510" y="243"/>
                    <a:pt x="1511" y="244"/>
                  </a:cubicBezTo>
                  <a:lnTo>
                    <a:pt x="1511" y="244"/>
                  </a:lnTo>
                  <a:cubicBezTo>
                    <a:pt x="1504" y="239"/>
                    <a:pt x="1500" y="235"/>
                    <a:pt x="1500" y="235"/>
                  </a:cubicBezTo>
                  <a:cubicBezTo>
                    <a:pt x="1439" y="204"/>
                    <a:pt x="1377" y="204"/>
                    <a:pt x="1316" y="173"/>
                  </a:cubicBezTo>
                  <a:cubicBezTo>
                    <a:pt x="1224" y="143"/>
                    <a:pt x="1133" y="143"/>
                    <a:pt x="1041" y="112"/>
                  </a:cubicBezTo>
                  <a:cubicBezTo>
                    <a:pt x="857" y="82"/>
                    <a:pt x="674" y="51"/>
                    <a:pt x="490" y="20"/>
                  </a:cubicBezTo>
                  <a:cubicBezTo>
                    <a:pt x="452" y="8"/>
                    <a:pt x="409" y="0"/>
                    <a:pt x="36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9" name="Google Shape;8709;p338"/>
            <p:cNvSpPr/>
            <p:nvPr/>
          </p:nvSpPr>
          <p:spPr>
            <a:xfrm>
              <a:off x="3397350" y="833125"/>
              <a:ext cx="638000" cy="128150"/>
            </a:xfrm>
            <a:custGeom>
              <a:rect b="b" l="l" r="r" t="t"/>
              <a:pathLst>
                <a:path extrusionOk="0" h="5126" w="25520">
                  <a:moveTo>
                    <a:pt x="16205" y="0"/>
                  </a:moveTo>
                  <a:cubicBezTo>
                    <a:pt x="16086" y="0"/>
                    <a:pt x="15967" y="1"/>
                    <a:pt x="15848" y="3"/>
                  </a:cubicBezTo>
                  <a:cubicBezTo>
                    <a:pt x="14196" y="34"/>
                    <a:pt x="12574" y="279"/>
                    <a:pt x="11014" y="738"/>
                  </a:cubicBezTo>
                  <a:cubicBezTo>
                    <a:pt x="9331" y="1227"/>
                    <a:pt x="7863" y="2023"/>
                    <a:pt x="6364" y="2849"/>
                  </a:cubicBezTo>
                  <a:cubicBezTo>
                    <a:pt x="5022" y="3609"/>
                    <a:pt x="3663" y="4223"/>
                    <a:pt x="2217" y="4223"/>
                  </a:cubicBezTo>
                  <a:cubicBezTo>
                    <a:pt x="1685" y="4223"/>
                    <a:pt x="1141" y="4140"/>
                    <a:pt x="581" y="3950"/>
                  </a:cubicBezTo>
                  <a:cubicBezTo>
                    <a:pt x="544" y="3939"/>
                    <a:pt x="508" y="3934"/>
                    <a:pt x="474" y="3934"/>
                  </a:cubicBezTo>
                  <a:cubicBezTo>
                    <a:pt x="148" y="3934"/>
                    <a:pt x="1" y="4429"/>
                    <a:pt x="306" y="4623"/>
                  </a:cubicBezTo>
                  <a:cubicBezTo>
                    <a:pt x="919" y="4981"/>
                    <a:pt x="1596" y="5125"/>
                    <a:pt x="2284" y="5125"/>
                  </a:cubicBezTo>
                  <a:cubicBezTo>
                    <a:pt x="3243" y="5125"/>
                    <a:pt x="4223" y="4845"/>
                    <a:pt x="5079" y="4470"/>
                  </a:cubicBezTo>
                  <a:cubicBezTo>
                    <a:pt x="6731" y="3767"/>
                    <a:pt x="8169" y="2696"/>
                    <a:pt x="9851" y="2053"/>
                  </a:cubicBezTo>
                  <a:cubicBezTo>
                    <a:pt x="11891" y="1237"/>
                    <a:pt x="14094" y="830"/>
                    <a:pt x="16297" y="830"/>
                  </a:cubicBezTo>
                  <a:cubicBezTo>
                    <a:pt x="17398" y="830"/>
                    <a:pt x="18500" y="932"/>
                    <a:pt x="19581" y="1136"/>
                  </a:cubicBezTo>
                  <a:cubicBezTo>
                    <a:pt x="21447" y="1503"/>
                    <a:pt x="23191" y="2176"/>
                    <a:pt x="24874" y="3032"/>
                  </a:cubicBezTo>
                  <a:cubicBezTo>
                    <a:pt x="24936" y="3066"/>
                    <a:pt x="24997" y="3081"/>
                    <a:pt x="25053" y="3081"/>
                  </a:cubicBezTo>
                  <a:cubicBezTo>
                    <a:pt x="25351" y="3081"/>
                    <a:pt x="25520" y="2657"/>
                    <a:pt x="25210" y="2451"/>
                  </a:cubicBezTo>
                  <a:cubicBezTo>
                    <a:pt x="22558" y="772"/>
                    <a:pt x="19311" y="0"/>
                    <a:pt x="1620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0" name="Google Shape;8710;p338"/>
            <p:cNvSpPr/>
            <p:nvPr/>
          </p:nvSpPr>
          <p:spPr>
            <a:xfrm>
              <a:off x="2371625" y="2651325"/>
              <a:ext cx="777975" cy="914275"/>
            </a:xfrm>
            <a:custGeom>
              <a:rect b="b" l="l" r="r" t="t"/>
              <a:pathLst>
                <a:path extrusionOk="0" h="36571" w="31119">
                  <a:moveTo>
                    <a:pt x="30711" y="0"/>
                  </a:moveTo>
                  <a:cubicBezTo>
                    <a:pt x="30642" y="0"/>
                    <a:pt x="30569" y="28"/>
                    <a:pt x="30504" y="93"/>
                  </a:cubicBezTo>
                  <a:cubicBezTo>
                    <a:pt x="28627" y="1904"/>
                    <a:pt x="26049" y="2073"/>
                    <a:pt x="23518" y="2073"/>
                  </a:cubicBezTo>
                  <a:cubicBezTo>
                    <a:pt x="22935" y="2073"/>
                    <a:pt x="22355" y="2064"/>
                    <a:pt x="21786" y="2064"/>
                  </a:cubicBezTo>
                  <a:cubicBezTo>
                    <a:pt x="21402" y="2064"/>
                    <a:pt x="21023" y="2068"/>
                    <a:pt x="20652" y="2082"/>
                  </a:cubicBezTo>
                  <a:cubicBezTo>
                    <a:pt x="18908" y="2174"/>
                    <a:pt x="17164" y="2449"/>
                    <a:pt x="15634" y="3367"/>
                  </a:cubicBezTo>
                  <a:cubicBezTo>
                    <a:pt x="14288" y="4193"/>
                    <a:pt x="13217" y="5386"/>
                    <a:pt x="12330" y="6671"/>
                  </a:cubicBezTo>
                  <a:cubicBezTo>
                    <a:pt x="11351" y="8079"/>
                    <a:pt x="10586" y="9639"/>
                    <a:pt x="9791" y="11138"/>
                  </a:cubicBezTo>
                  <a:cubicBezTo>
                    <a:pt x="8842" y="13005"/>
                    <a:pt x="7863" y="14871"/>
                    <a:pt x="6915" y="16737"/>
                  </a:cubicBezTo>
                  <a:cubicBezTo>
                    <a:pt x="5936" y="18634"/>
                    <a:pt x="4956" y="20531"/>
                    <a:pt x="3977" y="22428"/>
                  </a:cubicBezTo>
                  <a:cubicBezTo>
                    <a:pt x="3029" y="24233"/>
                    <a:pt x="2019" y="26038"/>
                    <a:pt x="1224" y="27905"/>
                  </a:cubicBezTo>
                  <a:cubicBezTo>
                    <a:pt x="490" y="29618"/>
                    <a:pt x="0" y="31546"/>
                    <a:pt x="581" y="33381"/>
                  </a:cubicBezTo>
                  <a:cubicBezTo>
                    <a:pt x="1071" y="34881"/>
                    <a:pt x="2203" y="36227"/>
                    <a:pt x="3794" y="36563"/>
                  </a:cubicBezTo>
                  <a:cubicBezTo>
                    <a:pt x="3824" y="36568"/>
                    <a:pt x="3853" y="36571"/>
                    <a:pt x="3881" y="36571"/>
                  </a:cubicBezTo>
                  <a:cubicBezTo>
                    <a:pt x="4366" y="36571"/>
                    <a:pt x="4530" y="35853"/>
                    <a:pt x="4039" y="35737"/>
                  </a:cubicBezTo>
                  <a:cubicBezTo>
                    <a:pt x="2631" y="35431"/>
                    <a:pt x="1713" y="34238"/>
                    <a:pt x="1346" y="32892"/>
                  </a:cubicBezTo>
                  <a:cubicBezTo>
                    <a:pt x="887" y="31209"/>
                    <a:pt x="1438" y="29404"/>
                    <a:pt x="2142" y="27874"/>
                  </a:cubicBezTo>
                  <a:cubicBezTo>
                    <a:pt x="2968" y="26100"/>
                    <a:pt x="3916" y="24417"/>
                    <a:pt x="4804" y="22673"/>
                  </a:cubicBezTo>
                  <a:cubicBezTo>
                    <a:pt x="5721" y="20898"/>
                    <a:pt x="6639" y="19124"/>
                    <a:pt x="7557" y="17349"/>
                  </a:cubicBezTo>
                  <a:cubicBezTo>
                    <a:pt x="8475" y="15544"/>
                    <a:pt x="9423" y="13708"/>
                    <a:pt x="10341" y="11903"/>
                  </a:cubicBezTo>
                  <a:cubicBezTo>
                    <a:pt x="11106" y="10435"/>
                    <a:pt x="11841" y="8935"/>
                    <a:pt x="12758" y="7528"/>
                  </a:cubicBezTo>
                  <a:cubicBezTo>
                    <a:pt x="13584" y="6243"/>
                    <a:pt x="14594" y="5050"/>
                    <a:pt x="15879" y="4224"/>
                  </a:cubicBezTo>
                  <a:cubicBezTo>
                    <a:pt x="17378" y="3245"/>
                    <a:pt x="19153" y="2969"/>
                    <a:pt x="20927" y="2908"/>
                  </a:cubicBezTo>
                  <a:cubicBezTo>
                    <a:pt x="24293" y="2786"/>
                    <a:pt x="28393" y="3275"/>
                    <a:pt x="30932" y="491"/>
                  </a:cubicBezTo>
                  <a:cubicBezTo>
                    <a:pt x="31119" y="281"/>
                    <a:pt x="30932" y="0"/>
                    <a:pt x="3071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1" name="Google Shape;8711;p338"/>
            <p:cNvSpPr/>
            <p:nvPr/>
          </p:nvSpPr>
          <p:spPr>
            <a:xfrm>
              <a:off x="2353250" y="3541100"/>
              <a:ext cx="448675" cy="508525"/>
            </a:xfrm>
            <a:custGeom>
              <a:rect b="b" l="l" r="r" t="t"/>
              <a:pathLst>
                <a:path extrusionOk="0" h="20341" w="17947">
                  <a:moveTo>
                    <a:pt x="3110" y="1"/>
                  </a:moveTo>
                  <a:cubicBezTo>
                    <a:pt x="2330" y="1"/>
                    <a:pt x="1605" y="391"/>
                    <a:pt x="1072" y="972"/>
                  </a:cubicBezTo>
                  <a:cubicBezTo>
                    <a:pt x="307" y="1829"/>
                    <a:pt x="1" y="2930"/>
                    <a:pt x="62" y="4063"/>
                  </a:cubicBezTo>
                  <a:cubicBezTo>
                    <a:pt x="154" y="5409"/>
                    <a:pt x="643" y="6694"/>
                    <a:pt x="1133" y="7948"/>
                  </a:cubicBezTo>
                  <a:cubicBezTo>
                    <a:pt x="1622" y="9203"/>
                    <a:pt x="2173" y="10457"/>
                    <a:pt x="2785" y="11681"/>
                  </a:cubicBezTo>
                  <a:cubicBezTo>
                    <a:pt x="4594" y="15327"/>
                    <a:pt x="7214" y="20341"/>
                    <a:pt x="11726" y="20341"/>
                  </a:cubicBezTo>
                  <a:cubicBezTo>
                    <a:pt x="12174" y="20341"/>
                    <a:pt x="12640" y="20291"/>
                    <a:pt x="13126" y="20186"/>
                  </a:cubicBezTo>
                  <a:cubicBezTo>
                    <a:pt x="15482" y="19697"/>
                    <a:pt x="17838" y="17494"/>
                    <a:pt x="17930" y="14955"/>
                  </a:cubicBezTo>
                  <a:cubicBezTo>
                    <a:pt x="17946" y="14721"/>
                    <a:pt x="17762" y="14596"/>
                    <a:pt x="17572" y="14596"/>
                  </a:cubicBezTo>
                  <a:cubicBezTo>
                    <a:pt x="17414" y="14596"/>
                    <a:pt x="17251" y="14682"/>
                    <a:pt x="17195" y="14863"/>
                  </a:cubicBezTo>
                  <a:cubicBezTo>
                    <a:pt x="16889" y="15842"/>
                    <a:pt x="16614" y="16729"/>
                    <a:pt x="15972" y="17525"/>
                  </a:cubicBezTo>
                  <a:cubicBezTo>
                    <a:pt x="15329" y="18290"/>
                    <a:pt x="14472" y="18901"/>
                    <a:pt x="13524" y="19238"/>
                  </a:cubicBezTo>
                  <a:cubicBezTo>
                    <a:pt x="12957" y="19419"/>
                    <a:pt x="12386" y="19505"/>
                    <a:pt x="11824" y="19505"/>
                  </a:cubicBezTo>
                  <a:cubicBezTo>
                    <a:pt x="10291" y="19505"/>
                    <a:pt x="8822" y="18866"/>
                    <a:pt x="7680" y="17769"/>
                  </a:cubicBezTo>
                  <a:cubicBezTo>
                    <a:pt x="6181" y="16301"/>
                    <a:pt x="5110" y="14343"/>
                    <a:pt x="4131" y="12507"/>
                  </a:cubicBezTo>
                  <a:cubicBezTo>
                    <a:pt x="3030" y="10426"/>
                    <a:pt x="2020" y="8254"/>
                    <a:pt x="1286" y="5990"/>
                  </a:cubicBezTo>
                  <a:cubicBezTo>
                    <a:pt x="919" y="4827"/>
                    <a:pt x="613" y="3420"/>
                    <a:pt x="1133" y="2257"/>
                  </a:cubicBezTo>
                  <a:cubicBezTo>
                    <a:pt x="1538" y="1301"/>
                    <a:pt x="2438" y="537"/>
                    <a:pt x="3494" y="537"/>
                  </a:cubicBezTo>
                  <a:cubicBezTo>
                    <a:pt x="3553" y="537"/>
                    <a:pt x="3612" y="539"/>
                    <a:pt x="3672" y="544"/>
                  </a:cubicBezTo>
                  <a:cubicBezTo>
                    <a:pt x="3917" y="544"/>
                    <a:pt x="3978" y="146"/>
                    <a:pt x="3733" y="85"/>
                  </a:cubicBezTo>
                  <a:cubicBezTo>
                    <a:pt x="3524" y="28"/>
                    <a:pt x="3315" y="1"/>
                    <a:pt x="311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2" name="Google Shape;8712;p338"/>
            <p:cNvSpPr/>
            <p:nvPr/>
          </p:nvSpPr>
          <p:spPr>
            <a:xfrm>
              <a:off x="2743050" y="4007075"/>
              <a:ext cx="184750" cy="74625"/>
            </a:xfrm>
            <a:custGeom>
              <a:rect b="b" l="l" r="r" t="t"/>
              <a:pathLst>
                <a:path extrusionOk="0" h="2985" w="7390">
                  <a:moveTo>
                    <a:pt x="348" y="0"/>
                  </a:moveTo>
                  <a:cubicBezTo>
                    <a:pt x="165" y="0"/>
                    <a:pt x="0" y="187"/>
                    <a:pt x="104" y="415"/>
                  </a:cubicBezTo>
                  <a:cubicBezTo>
                    <a:pt x="686" y="1609"/>
                    <a:pt x="1940" y="2435"/>
                    <a:pt x="3164" y="2771"/>
                  </a:cubicBezTo>
                  <a:cubicBezTo>
                    <a:pt x="3641" y="2911"/>
                    <a:pt x="4150" y="2984"/>
                    <a:pt x="4661" y="2984"/>
                  </a:cubicBezTo>
                  <a:cubicBezTo>
                    <a:pt x="5492" y="2984"/>
                    <a:pt x="6329" y="2790"/>
                    <a:pt x="7049" y="2374"/>
                  </a:cubicBezTo>
                  <a:cubicBezTo>
                    <a:pt x="7390" y="2164"/>
                    <a:pt x="7170" y="1686"/>
                    <a:pt x="6832" y="1686"/>
                  </a:cubicBezTo>
                  <a:cubicBezTo>
                    <a:pt x="6774" y="1686"/>
                    <a:pt x="6714" y="1700"/>
                    <a:pt x="6652" y="1731"/>
                  </a:cubicBezTo>
                  <a:cubicBezTo>
                    <a:pt x="5988" y="2063"/>
                    <a:pt x="5287" y="2233"/>
                    <a:pt x="4572" y="2233"/>
                  </a:cubicBezTo>
                  <a:cubicBezTo>
                    <a:pt x="4167" y="2233"/>
                    <a:pt x="3757" y="2178"/>
                    <a:pt x="3347" y="2068"/>
                  </a:cubicBezTo>
                  <a:cubicBezTo>
                    <a:pt x="2215" y="1762"/>
                    <a:pt x="1297" y="1089"/>
                    <a:pt x="594" y="140"/>
                  </a:cubicBezTo>
                  <a:cubicBezTo>
                    <a:pt x="525" y="42"/>
                    <a:pt x="434" y="0"/>
                    <a:pt x="34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3" name="Google Shape;8713;p338"/>
            <p:cNvSpPr/>
            <p:nvPr/>
          </p:nvSpPr>
          <p:spPr>
            <a:xfrm>
              <a:off x="2890975" y="3767975"/>
              <a:ext cx="891600" cy="382500"/>
            </a:xfrm>
            <a:custGeom>
              <a:rect b="b" l="l" r="r" t="t"/>
              <a:pathLst>
                <a:path extrusionOk="0" h="15300" w="35664">
                  <a:moveTo>
                    <a:pt x="35101" y="1"/>
                  </a:moveTo>
                  <a:cubicBezTo>
                    <a:pt x="34919" y="1"/>
                    <a:pt x="34738" y="94"/>
                    <a:pt x="34665" y="311"/>
                  </a:cubicBezTo>
                  <a:cubicBezTo>
                    <a:pt x="33900" y="2636"/>
                    <a:pt x="31912" y="4227"/>
                    <a:pt x="29801" y="5268"/>
                  </a:cubicBezTo>
                  <a:cubicBezTo>
                    <a:pt x="27292" y="6491"/>
                    <a:pt x="24507" y="6950"/>
                    <a:pt x="21846" y="7715"/>
                  </a:cubicBezTo>
                  <a:cubicBezTo>
                    <a:pt x="20499" y="8082"/>
                    <a:pt x="19153" y="8572"/>
                    <a:pt x="17899" y="9245"/>
                  </a:cubicBezTo>
                  <a:cubicBezTo>
                    <a:pt x="16614" y="9888"/>
                    <a:pt x="15421" y="10683"/>
                    <a:pt x="14197" y="11479"/>
                  </a:cubicBezTo>
                  <a:cubicBezTo>
                    <a:pt x="11879" y="12935"/>
                    <a:pt x="9330" y="14420"/>
                    <a:pt x="6522" y="14420"/>
                  </a:cubicBezTo>
                  <a:cubicBezTo>
                    <a:pt x="6439" y="14420"/>
                    <a:pt x="6356" y="14418"/>
                    <a:pt x="6273" y="14416"/>
                  </a:cubicBezTo>
                  <a:cubicBezTo>
                    <a:pt x="3549" y="14355"/>
                    <a:pt x="888" y="12335"/>
                    <a:pt x="888" y="9459"/>
                  </a:cubicBezTo>
                  <a:cubicBezTo>
                    <a:pt x="888" y="9306"/>
                    <a:pt x="746" y="9220"/>
                    <a:pt x="610" y="9220"/>
                  </a:cubicBezTo>
                  <a:cubicBezTo>
                    <a:pt x="501" y="9220"/>
                    <a:pt x="395" y="9276"/>
                    <a:pt x="368" y="9398"/>
                  </a:cubicBezTo>
                  <a:cubicBezTo>
                    <a:pt x="0" y="11876"/>
                    <a:pt x="1897" y="13987"/>
                    <a:pt x="4070" y="14844"/>
                  </a:cubicBezTo>
                  <a:cubicBezTo>
                    <a:pt x="4885" y="15163"/>
                    <a:pt x="5728" y="15300"/>
                    <a:pt x="6575" y="15300"/>
                  </a:cubicBezTo>
                  <a:cubicBezTo>
                    <a:pt x="8655" y="15300"/>
                    <a:pt x="10762" y="14476"/>
                    <a:pt x="12545" y="13498"/>
                  </a:cubicBezTo>
                  <a:cubicBezTo>
                    <a:pt x="15298" y="11999"/>
                    <a:pt x="17776" y="10010"/>
                    <a:pt x="20775" y="9000"/>
                  </a:cubicBezTo>
                  <a:cubicBezTo>
                    <a:pt x="23651" y="7991"/>
                    <a:pt x="26710" y="7593"/>
                    <a:pt x="29525" y="6400"/>
                  </a:cubicBezTo>
                  <a:cubicBezTo>
                    <a:pt x="32156" y="5268"/>
                    <a:pt x="34604" y="3371"/>
                    <a:pt x="35552" y="556"/>
                  </a:cubicBezTo>
                  <a:cubicBezTo>
                    <a:pt x="35664" y="222"/>
                    <a:pt x="35382" y="1"/>
                    <a:pt x="3510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4" name="Google Shape;8714;p338"/>
            <p:cNvSpPr/>
            <p:nvPr/>
          </p:nvSpPr>
          <p:spPr>
            <a:xfrm>
              <a:off x="3233350" y="3446700"/>
              <a:ext cx="1156375" cy="388425"/>
            </a:xfrm>
            <a:custGeom>
              <a:rect b="b" l="l" r="r" t="t"/>
              <a:pathLst>
                <a:path extrusionOk="0" h="15537" w="46255">
                  <a:moveTo>
                    <a:pt x="13833" y="0"/>
                  </a:moveTo>
                  <a:cubicBezTo>
                    <a:pt x="10772" y="0"/>
                    <a:pt x="7784" y="1576"/>
                    <a:pt x="5703" y="3739"/>
                  </a:cubicBezTo>
                  <a:cubicBezTo>
                    <a:pt x="2735" y="6859"/>
                    <a:pt x="1236" y="11112"/>
                    <a:pt x="73" y="15151"/>
                  </a:cubicBezTo>
                  <a:cubicBezTo>
                    <a:pt x="1" y="15387"/>
                    <a:pt x="186" y="15536"/>
                    <a:pt x="375" y="15536"/>
                  </a:cubicBezTo>
                  <a:cubicBezTo>
                    <a:pt x="505" y="15536"/>
                    <a:pt x="636" y="15466"/>
                    <a:pt x="685" y="15304"/>
                  </a:cubicBezTo>
                  <a:cubicBezTo>
                    <a:pt x="1970" y="11816"/>
                    <a:pt x="3164" y="8144"/>
                    <a:pt x="5550" y="5207"/>
                  </a:cubicBezTo>
                  <a:cubicBezTo>
                    <a:pt x="7540" y="2749"/>
                    <a:pt x="10593" y="851"/>
                    <a:pt x="13854" y="851"/>
                  </a:cubicBezTo>
                  <a:cubicBezTo>
                    <a:pt x="14002" y="851"/>
                    <a:pt x="14151" y="855"/>
                    <a:pt x="14300" y="863"/>
                  </a:cubicBezTo>
                  <a:cubicBezTo>
                    <a:pt x="16075" y="985"/>
                    <a:pt x="17544" y="1811"/>
                    <a:pt x="18981" y="2729"/>
                  </a:cubicBezTo>
                  <a:cubicBezTo>
                    <a:pt x="20389" y="3616"/>
                    <a:pt x="21796" y="4565"/>
                    <a:pt x="23479" y="4748"/>
                  </a:cubicBezTo>
                  <a:cubicBezTo>
                    <a:pt x="23697" y="4773"/>
                    <a:pt x="23914" y="4784"/>
                    <a:pt x="24129" y="4784"/>
                  </a:cubicBezTo>
                  <a:cubicBezTo>
                    <a:pt x="25820" y="4784"/>
                    <a:pt x="27436" y="4087"/>
                    <a:pt x="28956" y="3463"/>
                  </a:cubicBezTo>
                  <a:cubicBezTo>
                    <a:pt x="30669" y="2760"/>
                    <a:pt x="32382" y="2209"/>
                    <a:pt x="34249" y="2025"/>
                  </a:cubicBezTo>
                  <a:cubicBezTo>
                    <a:pt x="34757" y="1978"/>
                    <a:pt x="35266" y="1955"/>
                    <a:pt x="35775" y="1955"/>
                  </a:cubicBezTo>
                  <a:cubicBezTo>
                    <a:pt x="39222" y="1955"/>
                    <a:pt x="42648" y="3028"/>
                    <a:pt x="45447" y="5054"/>
                  </a:cubicBezTo>
                  <a:cubicBezTo>
                    <a:pt x="45526" y="5113"/>
                    <a:pt x="45605" y="5138"/>
                    <a:pt x="45679" y="5138"/>
                  </a:cubicBezTo>
                  <a:cubicBezTo>
                    <a:pt x="46028" y="5138"/>
                    <a:pt x="46254" y="4567"/>
                    <a:pt x="45875" y="4289"/>
                  </a:cubicBezTo>
                  <a:cubicBezTo>
                    <a:pt x="43007" y="2206"/>
                    <a:pt x="39453" y="1076"/>
                    <a:pt x="35891" y="1076"/>
                  </a:cubicBezTo>
                  <a:cubicBezTo>
                    <a:pt x="35843" y="1076"/>
                    <a:pt x="35795" y="1076"/>
                    <a:pt x="35748" y="1077"/>
                  </a:cubicBezTo>
                  <a:cubicBezTo>
                    <a:pt x="33912" y="1077"/>
                    <a:pt x="32076" y="1383"/>
                    <a:pt x="30363" y="1964"/>
                  </a:cubicBezTo>
                  <a:cubicBezTo>
                    <a:pt x="28466" y="2607"/>
                    <a:pt x="26661" y="3739"/>
                    <a:pt x="24642" y="3892"/>
                  </a:cubicBezTo>
                  <a:cubicBezTo>
                    <a:pt x="24503" y="3903"/>
                    <a:pt x="24366" y="3908"/>
                    <a:pt x="24231" y="3908"/>
                  </a:cubicBezTo>
                  <a:cubicBezTo>
                    <a:pt x="22490" y="3908"/>
                    <a:pt x="21044" y="3026"/>
                    <a:pt x="19624" y="2117"/>
                  </a:cubicBezTo>
                  <a:cubicBezTo>
                    <a:pt x="18155" y="1169"/>
                    <a:pt x="16687" y="281"/>
                    <a:pt x="14912" y="67"/>
                  </a:cubicBezTo>
                  <a:cubicBezTo>
                    <a:pt x="14552" y="22"/>
                    <a:pt x="14192" y="0"/>
                    <a:pt x="1383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5" name="Google Shape;8715;p338"/>
            <p:cNvSpPr/>
            <p:nvPr/>
          </p:nvSpPr>
          <p:spPr>
            <a:xfrm>
              <a:off x="2944450" y="2801425"/>
              <a:ext cx="657775" cy="397475"/>
            </a:xfrm>
            <a:custGeom>
              <a:rect b="b" l="l" r="r" t="t"/>
              <a:pathLst>
                <a:path extrusionOk="0" h="15899" w="26311">
                  <a:moveTo>
                    <a:pt x="24537" y="0"/>
                  </a:moveTo>
                  <a:cubicBezTo>
                    <a:pt x="22970" y="0"/>
                    <a:pt x="21458" y="1068"/>
                    <a:pt x="20441" y="2228"/>
                  </a:cubicBezTo>
                  <a:cubicBezTo>
                    <a:pt x="19707" y="3084"/>
                    <a:pt x="19095" y="4002"/>
                    <a:pt x="18360" y="4859"/>
                  </a:cubicBezTo>
                  <a:cubicBezTo>
                    <a:pt x="17687" y="5685"/>
                    <a:pt x="16953" y="6450"/>
                    <a:pt x="16158" y="7154"/>
                  </a:cubicBezTo>
                  <a:cubicBezTo>
                    <a:pt x="14597" y="8530"/>
                    <a:pt x="12853" y="9662"/>
                    <a:pt x="10956" y="10550"/>
                  </a:cubicBezTo>
                  <a:cubicBezTo>
                    <a:pt x="9059" y="11406"/>
                    <a:pt x="7101" y="11835"/>
                    <a:pt x="5113" y="12355"/>
                  </a:cubicBezTo>
                  <a:cubicBezTo>
                    <a:pt x="3185" y="12814"/>
                    <a:pt x="1105" y="13518"/>
                    <a:pt x="125" y="15384"/>
                  </a:cubicBezTo>
                  <a:cubicBezTo>
                    <a:pt x="0" y="15656"/>
                    <a:pt x="217" y="15899"/>
                    <a:pt x="446" y="15899"/>
                  </a:cubicBezTo>
                  <a:cubicBezTo>
                    <a:pt x="552" y="15899"/>
                    <a:pt x="660" y="15846"/>
                    <a:pt x="737" y="15720"/>
                  </a:cubicBezTo>
                  <a:cubicBezTo>
                    <a:pt x="1716" y="14191"/>
                    <a:pt x="3491" y="13579"/>
                    <a:pt x="5174" y="13150"/>
                  </a:cubicBezTo>
                  <a:cubicBezTo>
                    <a:pt x="7009" y="12722"/>
                    <a:pt x="8845" y="12355"/>
                    <a:pt x="10589" y="11621"/>
                  </a:cubicBezTo>
                  <a:cubicBezTo>
                    <a:pt x="14291" y="10091"/>
                    <a:pt x="17412" y="7582"/>
                    <a:pt x="19829" y="4400"/>
                  </a:cubicBezTo>
                  <a:cubicBezTo>
                    <a:pt x="21015" y="2819"/>
                    <a:pt x="22496" y="874"/>
                    <a:pt x="24566" y="874"/>
                  </a:cubicBezTo>
                  <a:cubicBezTo>
                    <a:pt x="24899" y="874"/>
                    <a:pt x="25247" y="924"/>
                    <a:pt x="25612" y="1034"/>
                  </a:cubicBezTo>
                  <a:cubicBezTo>
                    <a:pt x="25647" y="1045"/>
                    <a:pt x="25681" y="1049"/>
                    <a:pt x="25715" y="1049"/>
                  </a:cubicBezTo>
                  <a:cubicBezTo>
                    <a:pt x="26085" y="1049"/>
                    <a:pt x="26311" y="469"/>
                    <a:pt x="25918" y="300"/>
                  </a:cubicBezTo>
                  <a:cubicBezTo>
                    <a:pt x="25460" y="92"/>
                    <a:pt x="24996" y="0"/>
                    <a:pt x="2453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6" name="Google Shape;8716;p338"/>
            <p:cNvSpPr/>
            <p:nvPr/>
          </p:nvSpPr>
          <p:spPr>
            <a:xfrm>
              <a:off x="3569425" y="2819625"/>
              <a:ext cx="833750" cy="575650"/>
            </a:xfrm>
            <a:custGeom>
              <a:rect b="b" l="l" r="r" t="t"/>
              <a:pathLst>
                <a:path extrusionOk="0" h="23026" w="33350">
                  <a:moveTo>
                    <a:pt x="368" y="1"/>
                  </a:moveTo>
                  <a:cubicBezTo>
                    <a:pt x="92" y="1"/>
                    <a:pt x="1" y="459"/>
                    <a:pt x="276" y="521"/>
                  </a:cubicBezTo>
                  <a:cubicBezTo>
                    <a:pt x="3856" y="1071"/>
                    <a:pt x="7497" y="1347"/>
                    <a:pt x="10893" y="2693"/>
                  </a:cubicBezTo>
                  <a:cubicBezTo>
                    <a:pt x="12545" y="3366"/>
                    <a:pt x="14013" y="4315"/>
                    <a:pt x="15451" y="5355"/>
                  </a:cubicBezTo>
                  <a:cubicBezTo>
                    <a:pt x="16798" y="6303"/>
                    <a:pt x="18144" y="7282"/>
                    <a:pt x="19674" y="7925"/>
                  </a:cubicBezTo>
                  <a:cubicBezTo>
                    <a:pt x="21199" y="8603"/>
                    <a:pt x="22802" y="8785"/>
                    <a:pt x="24459" y="8785"/>
                  </a:cubicBezTo>
                  <a:cubicBezTo>
                    <a:pt x="24598" y="8785"/>
                    <a:pt x="24736" y="8784"/>
                    <a:pt x="24875" y="8781"/>
                  </a:cubicBezTo>
                  <a:cubicBezTo>
                    <a:pt x="25276" y="8774"/>
                    <a:pt x="25680" y="8765"/>
                    <a:pt x="26085" y="8765"/>
                  </a:cubicBezTo>
                  <a:cubicBezTo>
                    <a:pt x="27378" y="8765"/>
                    <a:pt x="28673" y="8857"/>
                    <a:pt x="29862" y="9393"/>
                  </a:cubicBezTo>
                  <a:cubicBezTo>
                    <a:pt x="31208" y="9975"/>
                    <a:pt x="32310" y="11107"/>
                    <a:pt x="32248" y="12637"/>
                  </a:cubicBezTo>
                  <a:cubicBezTo>
                    <a:pt x="32157" y="14289"/>
                    <a:pt x="30933" y="15666"/>
                    <a:pt x="29587" y="16492"/>
                  </a:cubicBezTo>
                  <a:cubicBezTo>
                    <a:pt x="26588" y="18358"/>
                    <a:pt x="22121" y="18786"/>
                    <a:pt x="20745" y="22519"/>
                  </a:cubicBezTo>
                  <a:cubicBezTo>
                    <a:pt x="20615" y="22834"/>
                    <a:pt x="20856" y="23026"/>
                    <a:pt x="21113" y="23026"/>
                  </a:cubicBezTo>
                  <a:cubicBezTo>
                    <a:pt x="21281" y="23026"/>
                    <a:pt x="21456" y="22945"/>
                    <a:pt x="21540" y="22764"/>
                  </a:cubicBezTo>
                  <a:cubicBezTo>
                    <a:pt x="22947" y="19337"/>
                    <a:pt x="27323" y="18970"/>
                    <a:pt x="30107" y="17195"/>
                  </a:cubicBezTo>
                  <a:cubicBezTo>
                    <a:pt x="31422" y="16339"/>
                    <a:pt x="32585" y="15084"/>
                    <a:pt x="32983" y="13493"/>
                  </a:cubicBezTo>
                  <a:cubicBezTo>
                    <a:pt x="33350" y="12025"/>
                    <a:pt x="32860" y="10525"/>
                    <a:pt x="31698" y="9516"/>
                  </a:cubicBezTo>
                  <a:cubicBezTo>
                    <a:pt x="30596" y="8567"/>
                    <a:pt x="29158" y="8108"/>
                    <a:pt x="27720" y="7955"/>
                  </a:cubicBezTo>
                  <a:cubicBezTo>
                    <a:pt x="27242" y="7912"/>
                    <a:pt x="26763" y="7899"/>
                    <a:pt x="26282" y="7899"/>
                  </a:cubicBezTo>
                  <a:cubicBezTo>
                    <a:pt x="25619" y="7899"/>
                    <a:pt x="24954" y="7923"/>
                    <a:pt x="24290" y="7923"/>
                  </a:cubicBezTo>
                  <a:cubicBezTo>
                    <a:pt x="23401" y="7923"/>
                    <a:pt x="22514" y="7880"/>
                    <a:pt x="21632" y="7680"/>
                  </a:cubicBezTo>
                  <a:cubicBezTo>
                    <a:pt x="18174" y="6915"/>
                    <a:pt x="15666" y="4070"/>
                    <a:pt x="12575" y="2540"/>
                  </a:cubicBezTo>
                  <a:cubicBezTo>
                    <a:pt x="8843" y="704"/>
                    <a:pt x="4468" y="153"/>
                    <a:pt x="36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7" name="Google Shape;8717;p338"/>
            <p:cNvSpPr/>
            <p:nvPr/>
          </p:nvSpPr>
          <p:spPr>
            <a:xfrm>
              <a:off x="4361850" y="3175000"/>
              <a:ext cx="687675" cy="402950"/>
            </a:xfrm>
            <a:custGeom>
              <a:rect b="b" l="l" r="r" t="t"/>
              <a:pathLst>
                <a:path extrusionOk="0" h="16118" w="27507">
                  <a:moveTo>
                    <a:pt x="26907" y="0"/>
                  </a:moveTo>
                  <a:cubicBezTo>
                    <a:pt x="26712" y="0"/>
                    <a:pt x="26501" y="149"/>
                    <a:pt x="26466" y="380"/>
                  </a:cubicBezTo>
                  <a:cubicBezTo>
                    <a:pt x="26374" y="1389"/>
                    <a:pt x="26435" y="2368"/>
                    <a:pt x="26191" y="3409"/>
                  </a:cubicBezTo>
                  <a:cubicBezTo>
                    <a:pt x="25976" y="4327"/>
                    <a:pt x="25640" y="5244"/>
                    <a:pt x="25211" y="6101"/>
                  </a:cubicBezTo>
                  <a:cubicBezTo>
                    <a:pt x="24294" y="7876"/>
                    <a:pt x="22978" y="9436"/>
                    <a:pt x="21448" y="10721"/>
                  </a:cubicBezTo>
                  <a:cubicBezTo>
                    <a:pt x="17869" y="13719"/>
                    <a:pt x="13218" y="14851"/>
                    <a:pt x="8659" y="15188"/>
                  </a:cubicBezTo>
                  <a:cubicBezTo>
                    <a:pt x="7282" y="15310"/>
                    <a:pt x="5906" y="15310"/>
                    <a:pt x="4529" y="15310"/>
                  </a:cubicBezTo>
                  <a:cubicBezTo>
                    <a:pt x="3703" y="15310"/>
                    <a:pt x="2866" y="15277"/>
                    <a:pt x="2031" y="15277"/>
                  </a:cubicBezTo>
                  <a:cubicBezTo>
                    <a:pt x="1474" y="15277"/>
                    <a:pt x="919" y="15292"/>
                    <a:pt x="368" y="15341"/>
                  </a:cubicBezTo>
                  <a:cubicBezTo>
                    <a:pt x="93" y="15341"/>
                    <a:pt x="1" y="15800"/>
                    <a:pt x="307" y="15831"/>
                  </a:cubicBezTo>
                  <a:cubicBezTo>
                    <a:pt x="1592" y="16045"/>
                    <a:pt x="2877" y="16075"/>
                    <a:pt x="4162" y="16106"/>
                  </a:cubicBezTo>
                  <a:cubicBezTo>
                    <a:pt x="4522" y="16114"/>
                    <a:pt x="4881" y="16118"/>
                    <a:pt x="5238" y="16118"/>
                  </a:cubicBezTo>
                  <a:cubicBezTo>
                    <a:pt x="6213" y="16118"/>
                    <a:pt x="7176" y="16089"/>
                    <a:pt x="8139" y="16045"/>
                  </a:cubicBezTo>
                  <a:cubicBezTo>
                    <a:pt x="10679" y="15892"/>
                    <a:pt x="13249" y="15555"/>
                    <a:pt x="15666" y="14790"/>
                  </a:cubicBezTo>
                  <a:cubicBezTo>
                    <a:pt x="19827" y="13475"/>
                    <a:pt x="23621" y="10782"/>
                    <a:pt x="25762" y="6927"/>
                  </a:cubicBezTo>
                  <a:cubicBezTo>
                    <a:pt x="26313" y="5917"/>
                    <a:pt x="26741" y="4877"/>
                    <a:pt x="27017" y="3776"/>
                  </a:cubicBezTo>
                  <a:cubicBezTo>
                    <a:pt x="27292" y="2674"/>
                    <a:pt x="27506" y="1359"/>
                    <a:pt x="27231" y="257"/>
                  </a:cubicBezTo>
                  <a:cubicBezTo>
                    <a:pt x="27179" y="78"/>
                    <a:pt x="27047" y="0"/>
                    <a:pt x="2690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8" name="Google Shape;8718;p338"/>
            <p:cNvSpPr/>
            <p:nvPr/>
          </p:nvSpPr>
          <p:spPr>
            <a:xfrm>
              <a:off x="4369875" y="2893600"/>
              <a:ext cx="625425" cy="274875"/>
            </a:xfrm>
            <a:custGeom>
              <a:rect b="b" l="l" r="r" t="t"/>
              <a:pathLst>
                <a:path extrusionOk="0" h="10995" w="25017">
                  <a:moveTo>
                    <a:pt x="24546" y="1"/>
                  </a:moveTo>
                  <a:cubicBezTo>
                    <a:pt x="24362" y="1"/>
                    <a:pt x="24183" y="98"/>
                    <a:pt x="24156" y="315"/>
                  </a:cubicBezTo>
                  <a:cubicBezTo>
                    <a:pt x="23667" y="3681"/>
                    <a:pt x="20882" y="6006"/>
                    <a:pt x="17792" y="7077"/>
                  </a:cubicBezTo>
                  <a:cubicBezTo>
                    <a:pt x="14060" y="8331"/>
                    <a:pt x="10113" y="8087"/>
                    <a:pt x="6258" y="8607"/>
                  </a:cubicBezTo>
                  <a:cubicBezTo>
                    <a:pt x="4147" y="8913"/>
                    <a:pt x="2127" y="9433"/>
                    <a:pt x="261" y="10504"/>
                  </a:cubicBezTo>
                  <a:cubicBezTo>
                    <a:pt x="0" y="10660"/>
                    <a:pt x="162" y="10995"/>
                    <a:pt x="405" y="10995"/>
                  </a:cubicBezTo>
                  <a:cubicBezTo>
                    <a:pt x="447" y="10995"/>
                    <a:pt x="491" y="10985"/>
                    <a:pt x="536" y="10963"/>
                  </a:cubicBezTo>
                  <a:cubicBezTo>
                    <a:pt x="7420" y="7505"/>
                    <a:pt x="16660" y="10993"/>
                    <a:pt x="22535" y="5180"/>
                  </a:cubicBezTo>
                  <a:cubicBezTo>
                    <a:pt x="23850" y="3895"/>
                    <a:pt x="24799" y="2243"/>
                    <a:pt x="24982" y="407"/>
                  </a:cubicBezTo>
                  <a:cubicBezTo>
                    <a:pt x="25016" y="152"/>
                    <a:pt x="24776" y="1"/>
                    <a:pt x="2454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9" name="Google Shape;8719;p338"/>
            <p:cNvSpPr/>
            <p:nvPr/>
          </p:nvSpPr>
          <p:spPr>
            <a:xfrm>
              <a:off x="3823900" y="2429225"/>
              <a:ext cx="293975" cy="436900"/>
            </a:xfrm>
            <a:custGeom>
              <a:rect b="b" l="l" r="r" t="t"/>
              <a:pathLst>
                <a:path extrusionOk="0" h="17476" w="11759">
                  <a:moveTo>
                    <a:pt x="10927" y="0"/>
                  </a:moveTo>
                  <a:cubicBezTo>
                    <a:pt x="10710" y="0"/>
                    <a:pt x="10505" y="189"/>
                    <a:pt x="10566" y="472"/>
                  </a:cubicBezTo>
                  <a:cubicBezTo>
                    <a:pt x="10627" y="900"/>
                    <a:pt x="10810" y="1298"/>
                    <a:pt x="10841" y="1757"/>
                  </a:cubicBezTo>
                  <a:cubicBezTo>
                    <a:pt x="10871" y="2124"/>
                    <a:pt x="10841" y="2522"/>
                    <a:pt x="10780" y="2919"/>
                  </a:cubicBezTo>
                  <a:cubicBezTo>
                    <a:pt x="10627" y="3684"/>
                    <a:pt x="10290" y="4418"/>
                    <a:pt x="9892" y="5092"/>
                  </a:cubicBezTo>
                  <a:cubicBezTo>
                    <a:pt x="9036" y="6530"/>
                    <a:pt x="7934" y="7876"/>
                    <a:pt x="6894" y="9191"/>
                  </a:cubicBezTo>
                  <a:cubicBezTo>
                    <a:pt x="5823" y="10538"/>
                    <a:pt x="4722" y="11853"/>
                    <a:pt x="3590" y="13169"/>
                  </a:cubicBezTo>
                  <a:cubicBezTo>
                    <a:pt x="2458" y="14454"/>
                    <a:pt x="1203" y="15678"/>
                    <a:pt x="163" y="17024"/>
                  </a:cubicBezTo>
                  <a:cubicBezTo>
                    <a:pt x="1" y="17232"/>
                    <a:pt x="137" y="17476"/>
                    <a:pt x="332" y="17476"/>
                  </a:cubicBezTo>
                  <a:cubicBezTo>
                    <a:pt x="394" y="17476"/>
                    <a:pt x="463" y="17451"/>
                    <a:pt x="530" y="17391"/>
                  </a:cubicBezTo>
                  <a:cubicBezTo>
                    <a:pt x="1968" y="16259"/>
                    <a:pt x="3192" y="14821"/>
                    <a:pt x="4385" y="13444"/>
                  </a:cubicBezTo>
                  <a:cubicBezTo>
                    <a:pt x="5640" y="12067"/>
                    <a:pt x="6833" y="10629"/>
                    <a:pt x="7995" y="9161"/>
                  </a:cubicBezTo>
                  <a:cubicBezTo>
                    <a:pt x="9066" y="7815"/>
                    <a:pt x="10229" y="6438"/>
                    <a:pt x="10994" y="4847"/>
                  </a:cubicBezTo>
                  <a:cubicBezTo>
                    <a:pt x="11361" y="4113"/>
                    <a:pt x="11606" y="3348"/>
                    <a:pt x="11667" y="2552"/>
                  </a:cubicBezTo>
                  <a:cubicBezTo>
                    <a:pt x="11759" y="1818"/>
                    <a:pt x="11728" y="808"/>
                    <a:pt x="11239" y="166"/>
                  </a:cubicBezTo>
                  <a:cubicBezTo>
                    <a:pt x="11155" y="51"/>
                    <a:pt x="11040" y="0"/>
                    <a:pt x="1092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0" name="Google Shape;8720;p338"/>
            <p:cNvSpPr/>
            <p:nvPr/>
          </p:nvSpPr>
          <p:spPr>
            <a:xfrm>
              <a:off x="4951275" y="3363775"/>
              <a:ext cx="486625" cy="83175"/>
            </a:xfrm>
            <a:custGeom>
              <a:rect b="b" l="l" r="r" t="t"/>
              <a:pathLst>
                <a:path extrusionOk="0" h="3327" w="19465">
                  <a:moveTo>
                    <a:pt x="18785" y="0"/>
                  </a:moveTo>
                  <a:cubicBezTo>
                    <a:pt x="18720" y="0"/>
                    <a:pt x="18653" y="15"/>
                    <a:pt x="18584" y="49"/>
                  </a:cubicBezTo>
                  <a:cubicBezTo>
                    <a:pt x="15770" y="1457"/>
                    <a:pt x="12741" y="2313"/>
                    <a:pt x="9589" y="2497"/>
                  </a:cubicBezTo>
                  <a:cubicBezTo>
                    <a:pt x="9221" y="2511"/>
                    <a:pt x="8853" y="2519"/>
                    <a:pt x="8484" y="2519"/>
                  </a:cubicBezTo>
                  <a:cubicBezTo>
                    <a:pt x="7292" y="2519"/>
                    <a:pt x="6100" y="2439"/>
                    <a:pt x="4908" y="2252"/>
                  </a:cubicBezTo>
                  <a:cubicBezTo>
                    <a:pt x="3378" y="2007"/>
                    <a:pt x="1910" y="1487"/>
                    <a:pt x="411" y="1120"/>
                  </a:cubicBezTo>
                  <a:cubicBezTo>
                    <a:pt x="392" y="1115"/>
                    <a:pt x="374" y="1113"/>
                    <a:pt x="356" y="1113"/>
                  </a:cubicBezTo>
                  <a:cubicBezTo>
                    <a:pt x="140" y="1113"/>
                    <a:pt x="1" y="1435"/>
                    <a:pt x="227" y="1548"/>
                  </a:cubicBezTo>
                  <a:cubicBezTo>
                    <a:pt x="1604" y="2344"/>
                    <a:pt x="3317" y="2742"/>
                    <a:pt x="4847" y="3017"/>
                  </a:cubicBezTo>
                  <a:cubicBezTo>
                    <a:pt x="6040" y="3224"/>
                    <a:pt x="7251" y="3327"/>
                    <a:pt x="8465" y="3327"/>
                  </a:cubicBezTo>
                  <a:cubicBezTo>
                    <a:pt x="8870" y="3327"/>
                    <a:pt x="9276" y="3315"/>
                    <a:pt x="9681" y="3292"/>
                  </a:cubicBezTo>
                  <a:cubicBezTo>
                    <a:pt x="12894" y="3139"/>
                    <a:pt x="16167" y="2344"/>
                    <a:pt x="19043" y="814"/>
                  </a:cubicBezTo>
                  <a:cubicBezTo>
                    <a:pt x="19465" y="577"/>
                    <a:pt x="19183" y="0"/>
                    <a:pt x="1878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1" name="Google Shape;8721;p338"/>
            <p:cNvSpPr/>
            <p:nvPr/>
          </p:nvSpPr>
          <p:spPr>
            <a:xfrm>
              <a:off x="5358200" y="3260400"/>
              <a:ext cx="600775" cy="200125"/>
            </a:xfrm>
            <a:custGeom>
              <a:rect b="b" l="l" r="r" t="t"/>
              <a:pathLst>
                <a:path extrusionOk="0" h="8005" w="24031">
                  <a:moveTo>
                    <a:pt x="22198" y="0"/>
                  </a:moveTo>
                  <a:cubicBezTo>
                    <a:pt x="21879" y="0"/>
                    <a:pt x="21609" y="432"/>
                    <a:pt x="21889" y="758"/>
                  </a:cubicBezTo>
                  <a:cubicBezTo>
                    <a:pt x="23051" y="2104"/>
                    <a:pt x="22439" y="4123"/>
                    <a:pt x="21185" y="5194"/>
                  </a:cubicBezTo>
                  <a:cubicBezTo>
                    <a:pt x="19808" y="6418"/>
                    <a:pt x="17789" y="6815"/>
                    <a:pt x="16014" y="7030"/>
                  </a:cubicBezTo>
                  <a:cubicBezTo>
                    <a:pt x="15356" y="7103"/>
                    <a:pt x="14696" y="7139"/>
                    <a:pt x="14037" y="7139"/>
                  </a:cubicBezTo>
                  <a:cubicBezTo>
                    <a:pt x="11110" y="7139"/>
                    <a:pt x="8203" y="6431"/>
                    <a:pt x="5581" y="5133"/>
                  </a:cubicBezTo>
                  <a:cubicBezTo>
                    <a:pt x="3745" y="4215"/>
                    <a:pt x="2063" y="3022"/>
                    <a:pt x="563" y="1614"/>
                  </a:cubicBezTo>
                  <a:cubicBezTo>
                    <a:pt x="500" y="1558"/>
                    <a:pt x="433" y="1534"/>
                    <a:pt x="371" y="1534"/>
                  </a:cubicBezTo>
                  <a:cubicBezTo>
                    <a:pt x="162" y="1534"/>
                    <a:pt x="1" y="1800"/>
                    <a:pt x="166" y="2012"/>
                  </a:cubicBezTo>
                  <a:cubicBezTo>
                    <a:pt x="2797" y="5072"/>
                    <a:pt x="6621" y="6999"/>
                    <a:pt x="10568" y="7703"/>
                  </a:cubicBezTo>
                  <a:cubicBezTo>
                    <a:pt x="11727" y="7902"/>
                    <a:pt x="12907" y="8005"/>
                    <a:pt x="14083" y="8005"/>
                  </a:cubicBezTo>
                  <a:cubicBezTo>
                    <a:pt x="14894" y="8005"/>
                    <a:pt x="15704" y="7956"/>
                    <a:pt x="16504" y="7856"/>
                  </a:cubicBezTo>
                  <a:cubicBezTo>
                    <a:pt x="18462" y="7580"/>
                    <a:pt x="20604" y="7060"/>
                    <a:pt x="22042" y="5622"/>
                  </a:cubicBezTo>
                  <a:cubicBezTo>
                    <a:pt x="23480" y="4245"/>
                    <a:pt x="24030" y="1675"/>
                    <a:pt x="22501" y="146"/>
                  </a:cubicBezTo>
                  <a:cubicBezTo>
                    <a:pt x="22405" y="43"/>
                    <a:pt x="22299" y="0"/>
                    <a:pt x="221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2" name="Google Shape;8722;p338"/>
            <p:cNvSpPr/>
            <p:nvPr/>
          </p:nvSpPr>
          <p:spPr>
            <a:xfrm>
              <a:off x="5699650" y="2871300"/>
              <a:ext cx="242825" cy="408225"/>
            </a:xfrm>
            <a:custGeom>
              <a:rect b="b" l="l" r="r" t="t"/>
              <a:pathLst>
                <a:path extrusionOk="0" h="16329" w="9713">
                  <a:moveTo>
                    <a:pt x="1186" y="0"/>
                  </a:moveTo>
                  <a:cubicBezTo>
                    <a:pt x="1008" y="0"/>
                    <a:pt x="836" y="90"/>
                    <a:pt x="796" y="289"/>
                  </a:cubicBezTo>
                  <a:cubicBezTo>
                    <a:pt x="0" y="5307"/>
                    <a:pt x="2050" y="10631"/>
                    <a:pt x="5752" y="14057"/>
                  </a:cubicBezTo>
                  <a:cubicBezTo>
                    <a:pt x="6701" y="14945"/>
                    <a:pt x="7955" y="15985"/>
                    <a:pt x="9271" y="16322"/>
                  </a:cubicBezTo>
                  <a:cubicBezTo>
                    <a:pt x="9291" y="16327"/>
                    <a:pt x="9311" y="16329"/>
                    <a:pt x="9330" y="16329"/>
                  </a:cubicBezTo>
                  <a:cubicBezTo>
                    <a:pt x="9548" y="16329"/>
                    <a:pt x="9712" y="16031"/>
                    <a:pt x="9516" y="15863"/>
                  </a:cubicBezTo>
                  <a:cubicBezTo>
                    <a:pt x="8598" y="15128"/>
                    <a:pt x="7558" y="14578"/>
                    <a:pt x="6670" y="13782"/>
                  </a:cubicBezTo>
                  <a:cubicBezTo>
                    <a:pt x="5783" y="12987"/>
                    <a:pt x="4957" y="12099"/>
                    <a:pt x="4284" y="11120"/>
                  </a:cubicBezTo>
                  <a:cubicBezTo>
                    <a:pt x="2907" y="9132"/>
                    <a:pt x="1959" y="6867"/>
                    <a:pt x="1622" y="4450"/>
                  </a:cubicBezTo>
                  <a:cubicBezTo>
                    <a:pt x="1438" y="3104"/>
                    <a:pt x="1469" y="1758"/>
                    <a:pt x="1622" y="412"/>
                  </a:cubicBezTo>
                  <a:cubicBezTo>
                    <a:pt x="1657" y="152"/>
                    <a:pt x="1417" y="0"/>
                    <a:pt x="118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3" name="Google Shape;8723;p338"/>
            <p:cNvSpPr/>
            <p:nvPr/>
          </p:nvSpPr>
          <p:spPr>
            <a:xfrm>
              <a:off x="5917650" y="3260975"/>
              <a:ext cx="20675" cy="53700"/>
            </a:xfrm>
            <a:custGeom>
              <a:rect b="b" l="l" r="r" t="t"/>
              <a:pathLst>
                <a:path extrusionOk="0" h="2148" w="827">
                  <a:moveTo>
                    <a:pt x="275" y="0"/>
                  </a:moveTo>
                  <a:cubicBezTo>
                    <a:pt x="123" y="31"/>
                    <a:pt x="0" y="153"/>
                    <a:pt x="0" y="306"/>
                  </a:cubicBezTo>
                  <a:cubicBezTo>
                    <a:pt x="31" y="857"/>
                    <a:pt x="61" y="1408"/>
                    <a:pt x="214" y="1928"/>
                  </a:cubicBezTo>
                  <a:cubicBezTo>
                    <a:pt x="241" y="2061"/>
                    <a:pt x="360" y="2148"/>
                    <a:pt x="492" y="2148"/>
                  </a:cubicBezTo>
                  <a:cubicBezTo>
                    <a:pt x="511" y="2148"/>
                    <a:pt x="531" y="2146"/>
                    <a:pt x="551" y="2142"/>
                  </a:cubicBezTo>
                  <a:cubicBezTo>
                    <a:pt x="704" y="2111"/>
                    <a:pt x="796" y="1989"/>
                    <a:pt x="796" y="1836"/>
                  </a:cubicBezTo>
                  <a:cubicBezTo>
                    <a:pt x="826" y="1316"/>
                    <a:pt x="734" y="765"/>
                    <a:pt x="612" y="245"/>
                  </a:cubicBezTo>
                  <a:cubicBezTo>
                    <a:pt x="581" y="92"/>
                    <a:pt x="428" y="0"/>
                    <a:pt x="27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4" name="Google Shape;8724;p338"/>
            <p:cNvSpPr/>
            <p:nvPr/>
          </p:nvSpPr>
          <p:spPr>
            <a:xfrm>
              <a:off x="5913850" y="2650525"/>
              <a:ext cx="255475" cy="750400"/>
            </a:xfrm>
            <a:custGeom>
              <a:rect b="b" l="l" r="r" t="t"/>
              <a:pathLst>
                <a:path extrusionOk="0" h="30016" w="10219">
                  <a:moveTo>
                    <a:pt x="4791" y="0"/>
                  </a:moveTo>
                  <a:cubicBezTo>
                    <a:pt x="4362" y="0"/>
                    <a:pt x="4219" y="729"/>
                    <a:pt x="4711" y="921"/>
                  </a:cubicBezTo>
                  <a:cubicBezTo>
                    <a:pt x="6700" y="1747"/>
                    <a:pt x="7648" y="3980"/>
                    <a:pt x="7923" y="5969"/>
                  </a:cubicBezTo>
                  <a:cubicBezTo>
                    <a:pt x="8076" y="7376"/>
                    <a:pt x="8015" y="8753"/>
                    <a:pt x="7954" y="10161"/>
                  </a:cubicBezTo>
                  <a:cubicBezTo>
                    <a:pt x="7893" y="11537"/>
                    <a:pt x="7923" y="12914"/>
                    <a:pt x="8107" y="14322"/>
                  </a:cubicBezTo>
                  <a:cubicBezTo>
                    <a:pt x="8413" y="16922"/>
                    <a:pt x="9086" y="19523"/>
                    <a:pt x="8994" y="22154"/>
                  </a:cubicBezTo>
                  <a:cubicBezTo>
                    <a:pt x="8933" y="24265"/>
                    <a:pt x="8321" y="26621"/>
                    <a:pt x="6608" y="28029"/>
                  </a:cubicBezTo>
                  <a:cubicBezTo>
                    <a:pt x="5721" y="28765"/>
                    <a:pt x="4513" y="29209"/>
                    <a:pt x="3335" y="29209"/>
                  </a:cubicBezTo>
                  <a:cubicBezTo>
                    <a:pt x="2360" y="29209"/>
                    <a:pt x="1407" y="28905"/>
                    <a:pt x="672" y="28212"/>
                  </a:cubicBezTo>
                  <a:cubicBezTo>
                    <a:pt x="603" y="28150"/>
                    <a:pt x="528" y="28124"/>
                    <a:pt x="456" y="28124"/>
                  </a:cubicBezTo>
                  <a:cubicBezTo>
                    <a:pt x="209" y="28124"/>
                    <a:pt x="0" y="28434"/>
                    <a:pt x="213" y="28671"/>
                  </a:cubicBezTo>
                  <a:cubicBezTo>
                    <a:pt x="1061" y="29609"/>
                    <a:pt x="2238" y="30015"/>
                    <a:pt x="3444" y="30015"/>
                  </a:cubicBezTo>
                  <a:cubicBezTo>
                    <a:pt x="4284" y="30015"/>
                    <a:pt x="5138" y="29818"/>
                    <a:pt x="5904" y="29467"/>
                  </a:cubicBezTo>
                  <a:cubicBezTo>
                    <a:pt x="8076" y="28487"/>
                    <a:pt x="9270" y="26254"/>
                    <a:pt x="9698" y="23990"/>
                  </a:cubicBezTo>
                  <a:cubicBezTo>
                    <a:pt x="10218" y="21206"/>
                    <a:pt x="9637" y="18421"/>
                    <a:pt x="9208" y="15637"/>
                  </a:cubicBezTo>
                  <a:cubicBezTo>
                    <a:pt x="8964" y="14107"/>
                    <a:pt x="8811" y="12547"/>
                    <a:pt x="8841" y="10987"/>
                  </a:cubicBezTo>
                  <a:cubicBezTo>
                    <a:pt x="8902" y="9457"/>
                    <a:pt x="9025" y="7897"/>
                    <a:pt x="8872" y="6336"/>
                  </a:cubicBezTo>
                  <a:cubicBezTo>
                    <a:pt x="8658" y="3766"/>
                    <a:pt x="7495" y="1074"/>
                    <a:pt x="4956" y="33"/>
                  </a:cubicBezTo>
                  <a:cubicBezTo>
                    <a:pt x="4897" y="11"/>
                    <a:pt x="4842" y="0"/>
                    <a:pt x="479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5" name="Google Shape;8725;p338"/>
            <p:cNvSpPr/>
            <p:nvPr/>
          </p:nvSpPr>
          <p:spPr>
            <a:xfrm>
              <a:off x="5871225" y="2257875"/>
              <a:ext cx="204000" cy="430575"/>
            </a:xfrm>
            <a:custGeom>
              <a:rect b="b" l="l" r="r" t="t"/>
              <a:pathLst>
                <a:path extrusionOk="0" h="17223" w="8160">
                  <a:moveTo>
                    <a:pt x="609" y="0"/>
                  </a:moveTo>
                  <a:cubicBezTo>
                    <a:pt x="147" y="0"/>
                    <a:pt x="1" y="669"/>
                    <a:pt x="511" y="839"/>
                  </a:cubicBezTo>
                  <a:cubicBezTo>
                    <a:pt x="1857" y="1298"/>
                    <a:pt x="3050" y="1941"/>
                    <a:pt x="4060" y="2981"/>
                  </a:cubicBezTo>
                  <a:cubicBezTo>
                    <a:pt x="5039" y="3991"/>
                    <a:pt x="5835" y="5245"/>
                    <a:pt x="6324" y="6561"/>
                  </a:cubicBezTo>
                  <a:cubicBezTo>
                    <a:pt x="6967" y="8152"/>
                    <a:pt x="7211" y="9896"/>
                    <a:pt x="7273" y="11609"/>
                  </a:cubicBezTo>
                  <a:cubicBezTo>
                    <a:pt x="7303" y="12496"/>
                    <a:pt x="7303" y="13384"/>
                    <a:pt x="7242" y="14271"/>
                  </a:cubicBezTo>
                  <a:cubicBezTo>
                    <a:pt x="7211" y="15158"/>
                    <a:pt x="7089" y="16045"/>
                    <a:pt x="7089" y="16933"/>
                  </a:cubicBezTo>
                  <a:cubicBezTo>
                    <a:pt x="7089" y="17121"/>
                    <a:pt x="7242" y="17223"/>
                    <a:pt x="7388" y="17223"/>
                  </a:cubicBezTo>
                  <a:cubicBezTo>
                    <a:pt x="7502" y="17223"/>
                    <a:pt x="7613" y="17159"/>
                    <a:pt x="7640" y="17024"/>
                  </a:cubicBezTo>
                  <a:cubicBezTo>
                    <a:pt x="8037" y="15586"/>
                    <a:pt x="8099" y="14026"/>
                    <a:pt x="8129" y="12588"/>
                  </a:cubicBezTo>
                  <a:cubicBezTo>
                    <a:pt x="8160" y="11089"/>
                    <a:pt x="8068" y="9590"/>
                    <a:pt x="7731" y="8152"/>
                  </a:cubicBezTo>
                  <a:cubicBezTo>
                    <a:pt x="7211" y="5765"/>
                    <a:pt x="6018" y="3471"/>
                    <a:pt x="4182" y="1849"/>
                  </a:cubicBezTo>
                  <a:cubicBezTo>
                    <a:pt x="3203" y="992"/>
                    <a:pt x="2010" y="258"/>
                    <a:pt x="725" y="13"/>
                  </a:cubicBezTo>
                  <a:cubicBezTo>
                    <a:pt x="685" y="4"/>
                    <a:pt x="646" y="0"/>
                    <a:pt x="60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6" name="Google Shape;8726;p338"/>
            <p:cNvSpPr/>
            <p:nvPr/>
          </p:nvSpPr>
          <p:spPr>
            <a:xfrm>
              <a:off x="5741275" y="1960625"/>
              <a:ext cx="197050" cy="324800"/>
            </a:xfrm>
            <a:custGeom>
              <a:rect b="b" l="l" r="r" t="t"/>
              <a:pathLst>
                <a:path extrusionOk="0" h="12992" w="7882">
                  <a:moveTo>
                    <a:pt x="479" y="1"/>
                  </a:moveTo>
                  <a:cubicBezTo>
                    <a:pt x="129" y="1"/>
                    <a:pt x="0" y="550"/>
                    <a:pt x="324" y="766"/>
                  </a:cubicBezTo>
                  <a:cubicBezTo>
                    <a:pt x="814" y="1103"/>
                    <a:pt x="1364" y="1378"/>
                    <a:pt x="1823" y="1745"/>
                  </a:cubicBezTo>
                  <a:cubicBezTo>
                    <a:pt x="2313" y="2082"/>
                    <a:pt x="2772" y="2510"/>
                    <a:pt x="3200" y="2939"/>
                  </a:cubicBezTo>
                  <a:cubicBezTo>
                    <a:pt x="4026" y="3795"/>
                    <a:pt x="4730" y="4744"/>
                    <a:pt x="5281" y="5784"/>
                  </a:cubicBezTo>
                  <a:cubicBezTo>
                    <a:pt x="5862" y="6824"/>
                    <a:pt x="6260" y="7956"/>
                    <a:pt x="6504" y="9119"/>
                  </a:cubicBezTo>
                  <a:cubicBezTo>
                    <a:pt x="6749" y="10312"/>
                    <a:pt x="6749" y="11506"/>
                    <a:pt x="6749" y="12729"/>
                  </a:cubicBezTo>
                  <a:cubicBezTo>
                    <a:pt x="6749" y="12897"/>
                    <a:pt x="6888" y="12992"/>
                    <a:pt x="7028" y="12992"/>
                  </a:cubicBezTo>
                  <a:cubicBezTo>
                    <a:pt x="7143" y="12992"/>
                    <a:pt x="7259" y="12928"/>
                    <a:pt x="7300" y="12791"/>
                  </a:cubicBezTo>
                  <a:cubicBezTo>
                    <a:pt x="7881" y="10343"/>
                    <a:pt x="7147" y="7559"/>
                    <a:pt x="6015" y="5356"/>
                  </a:cubicBezTo>
                  <a:cubicBezTo>
                    <a:pt x="5434" y="4224"/>
                    <a:pt x="4669" y="3183"/>
                    <a:pt x="3781" y="2266"/>
                  </a:cubicBezTo>
                  <a:cubicBezTo>
                    <a:pt x="2894" y="1378"/>
                    <a:pt x="1823" y="460"/>
                    <a:pt x="630" y="32"/>
                  </a:cubicBezTo>
                  <a:cubicBezTo>
                    <a:pt x="576" y="11"/>
                    <a:pt x="526" y="1"/>
                    <a:pt x="47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7" name="Google Shape;8727;p338"/>
            <p:cNvSpPr/>
            <p:nvPr/>
          </p:nvSpPr>
          <p:spPr>
            <a:xfrm>
              <a:off x="5214700" y="2206375"/>
              <a:ext cx="654025" cy="555900"/>
            </a:xfrm>
            <a:custGeom>
              <a:rect b="b" l="l" r="r" t="t"/>
              <a:pathLst>
                <a:path extrusionOk="0" h="22236" w="26161">
                  <a:moveTo>
                    <a:pt x="605" y="0"/>
                  </a:moveTo>
                  <a:cubicBezTo>
                    <a:pt x="391" y="0"/>
                    <a:pt x="169" y="130"/>
                    <a:pt x="154" y="391"/>
                  </a:cubicBezTo>
                  <a:cubicBezTo>
                    <a:pt x="1" y="2624"/>
                    <a:pt x="1561" y="4460"/>
                    <a:pt x="3366" y="5531"/>
                  </a:cubicBezTo>
                  <a:cubicBezTo>
                    <a:pt x="5447" y="6816"/>
                    <a:pt x="7986" y="7091"/>
                    <a:pt x="10220" y="8009"/>
                  </a:cubicBezTo>
                  <a:cubicBezTo>
                    <a:pt x="14778" y="9845"/>
                    <a:pt x="16584" y="14740"/>
                    <a:pt x="19551" y="18258"/>
                  </a:cubicBezTo>
                  <a:cubicBezTo>
                    <a:pt x="20347" y="19237"/>
                    <a:pt x="21265" y="20125"/>
                    <a:pt x="22305" y="20859"/>
                  </a:cubicBezTo>
                  <a:cubicBezTo>
                    <a:pt x="23315" y="21563"/>
                    <a:pt x="24538" y="22205"/>
                    <a:pt x="25793" y="22236"/>
                  </a:cubicBezTo>
                  <a:cubicBezTo>
                    <a:pt x="26129" y="22236"/>
                    <a:pt x="26160" y="21777"/>
                    <a:pt x="25885" y="21655"/>
                  </a:cubicBezTo>
                  <a:cubicBezTo>
                    <a:pt x="24814" y="21257"/>
                    <a:pt x="23774" y="20920"/>
                    <a:pt x="22825" y="20278"/>
                  </a:cubicBezTo>
                  <a:cubicBezTo>
                    <a:pt x="21938" y="19635"/>
                    <a:pt x="21142" y="18870"/>
                    <a:pt x="20408" y="18044"/>
                  </a:cubicBezTo>
                  <a:cubicBezTo>
                    <a:pt x="18939" y="16361"/>
                    <a:pt x="17838" y="14434"/>
                    <a:pt x="16584" y="12629"/>
                  </a:cubicBezTo>
                  <a:cubicBezTo>
                    <a:pt x="15329" y="10854"/>
                    <a:pt x="13922" y="9110"/>
                    <a:pt x="12055" y="7978"/>
                  </a:cubicBezTo>
                  <a:cubicBezTo>
                    <a:pt x="9975" y="6724"/>
                    <a:pt x="7527" y="6387"/>
                    <a:pt x="5294" y="5531"/>
                  </a:cubicBezTo>
                  <a:cubicBezTo>
                    <a:pt x="3152" y="4704"/>
                    <a:pt x="827" y="2930"/>
                    <a:pt x="1010" y="391"/>
                  </a:cubicBezTo>
                  <a:cubicBezTo>
                    <a:pt x="1026" y="130"/>
                    <a:pt x="819" y="0"/>
                    <a:pt x="60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8" name="Google Shape;8728;p338"/>
            <p:cNvSpPr/>
            <p:nvPr/>
          </p:nvSpPr>
          <p:spPr>
            <a:xfrm>
              <a:off x="5099450" y="2244725"/>
              <a:ext cx="149700" cy="264425"/>
            </a:xfrm>
            <a:custGeom>
              <a:rect b="b" l="l" r="r" t="t"/>
              <a:pathLst>
                <a:path extrusionOk="0" h="10577" w="5988">
                  <a:moveTo>
                    <a:pt x="5282" y="0"/>
                  </a:moveTo>
                  <a:cubicBezTo>
                    <a:pt x="5049" y="0"/>
                    <a:pt x="4813" y="184"/>
                    <a:pt x="4886" y="478"/>
                  </a:cubicBezTo>
                  <a:cubicBezTo>
                    <a:pt x="5039" y="968"/>
                    <a:pt x="5100" y="1427"/>
                    <a:pt x="5192" y="1916"/>
                  </a:cubicBezTo>
                  <a:cubicBezTo>
                    <a:pt x="5223" y="2191"/>
                    <a:pt x="5376" y="2559"/>
                    <a:pt x="5284" y="2834"/>
                  </a:cubicBezTo>
                  <a:cubicBezTo>
                    <a:pt x="5223" y="3048"/>
                    <a:pt x="5162" y="3140"/>
                    <a:pt x="5131" y="3385"/>
                  </a:cubicBezTo>
                  <a:cubicBezTo>
                    <a:pt x="5039" y="4425"/>
                    <a:pt x="4764" y="5435"/>
                    <a:pt x="4274" y="6352"/>
                  </a:cubicBezTo>
                  <a:cubicBezTo>
                    <a:pt x="3846" y="7148"/>
                    <a:pt x="3265" y="7852"/>
                    <a:pt x="2591" y="8464"/>
                  </a:cubicBezTo>
                  <a:cubicBezTo>
                    <a:pt x="2255" y="8800"/>
                    <a:pt x="1857" y="9075"/>
                    <a:pt x="1459" y="9351"/>
                  </a:cubicBezTo>
                  <a:cubicBezTo>
                    <a:pt x="1062" y="9596"/>
                    <a:pt x="603" y="9779"/>
                    <a:pt x="236" y="10055"/>
                  </a:cubicBezTo>
                  <a:cubicBezTo>
                    <a:pt x="1" y="10231"/>
                    <a:pt x="132" y="10576"/>
                    <a:pt x="414" y="10576"/>
                  </a:cubicBezTo>
                  <a:cubicBezTo>
                    <a:pt x="426" y="10576"/>
                    <a:pt x="438" y="10576"/>
                    <a:pt x="450" y="10575"/>
                  </a:cubicBezTo>
                  <a:cubicBezTo>
                    <a:pt x="1429" y="10452"/>
                    <a:pt x="2408" y="9687"/>
                    <a:pt x="3112" y="9075"/>
                  </a:cubicBezTo>
                  <a:cubicBezTo>
                    <a:pt x="3877" y="8372"/>
                    <a:pt x="4550" y="7546"/>
                    <a:pt x="5039" y="6628"/>
                  </a:cubicBezTo>
                  <a:cubicBezTo>
                    <a:pt x="5529" y="5649"/>
                    <a:pt x="5835" y="4547"/>
                    <a:pt x="5957" y="3476"/>
                  </a:cubicBezTo>
                  <a:cubicBezTo>
                    <a:pt x="5957" y="3323"/>
                    <a:pt x="5988" y="3170"/>
                    <a:pt x="5957" y="3018"/>
                  </a:cubicBezTo>
                  <a:cubicBezTo>
                    <a:pt x="5926" y="2926"/>
                    <a:pt x="5865" y="2865"/>
                    <a:pt x="5865" y="2773"/>
                  </a:cubicBezTo>
                  <a:cubicBezTo>
                    <a:pt x="5804" y="2528"/>
                    <a:pt x="5896" y="2253"/>
                    <a:pt x="5926" y="1977"/>
                  </a:cubicBezTo>
                  <a:cubicBezTo>
                    <a:pt x="5926" y="1427"/>
                    <a:pt x="5804" y="815"/>
                    <a:pt x="5651" y="264"/>
                  </a:cubicBezTo>
                  <a:cubicBezTo>
                    <a:pt x="5590" y="81"/>
                    <a:pt x="5437" y="0"/>
                    <a:pt x="528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9" name="Google Shape;8729;p338"/>
            <p:cNvSpPr/>
            <p:nvPr/>
          </p:nvSpPr>
          <p:spPr>
            <a:xfrm>
              <a:off x="5528675" y="1610600"/>
              <a:ext cx="242125" cy="483925"/>
            </a:xfrm>
            <a:custGeom>
              <a:rect b="b" l="l" r="r" t="t"/>
              <a:pathLst>
                <a:path extrusionOk="0" h="19357" w="9685">
                  <a:moveTo>
                    <a:pt x="532" y="1"/>
                  </a:moveTo>
                  <a:cubicBezTo>
                    <a:pt x="220" y="1"/>
                    <a:pt x="0" y="411"/>
                    <a:pt x="231" y="693"/>
                  </a:cubicBezTo>
                  <a:cubicBezTo>
                    <a:pt x="659" y="1214"/>
                    <a:pt x="1240" y="1611"/>
                    <a:pt x="1730" y="2101"/>
                  </a:cubicBezTo>
                  <a:cubicBezTo>
                    <a:pt x="2189" y="2560"/>
                    <a:pt x="2648" y="3080"/>
                    <a:pt x="3107" y="3600"/>
                  </a:cubicBezTo>
                  <a:cubicBezTo>
                    <a:pt x="3994" y="4640"/>
                    <a:pt x="4789" y="5772"/>
                    <a:pt x="5463" y="6935"/>
                  </a:cubicBezTo>
                  <a:cubicBezTo>
                    <a:pt x="6839" y="9291"/>
                    <a:pt x="7788" y="11830"/>
                    <a:pt x="8369" y="14492"/>
                  </a:cubicBezTo>
                  <a:cubicBezTo>
                    <a:pt x="8706" y="15991"/>
                    <a:pt x="8889" y="17552"/>
                    <a:pt x="8950" y="19081"/>
                  </a:cubicBezTo>
                  <a:cubicBezTo>
                    <a:pt x="8950" y="19265"/>
                    <a:pt x="9088" y="19357"/>
                    <a:pt x="9226" y="19357"/>
                  </a:cubicBezTo>
                  <a:cubicBezTo>
                    <a:pt x="9364" y="19357"/>
                    <a:pt x="9501" y="19265"/>
                    <a:pt x="9501" y="19081"/>
                  </a:cubicBezTo>
                  <a:cubicBezTo>
                    <a:pt x="9685" y="13421"/>
                    <a:pt x="7665" y="7853"/>
                    <a:pt x="4116" y="3447"/>
                  </a:cubicBezTo>
                  <a:cubicBezTo>
                    <a:pt x="3627" y="2835"/>
                    <a:pt x="3107" y="2254"/>
                    <a:pt x="2556" y="1703"/>
                  </a:cubicBezTo>
                  <a:cubicBezTo>
                    <a:pt x="2005" y="1122"/>
                    <a:pt x="1424" y="479"/>
                    <a:pt x="720" y="51"/>
                  </a:cubicBezTo>
                  <a:cubicBezTo>
                    <a:pt x="656" y="16"/>
                    <a:pt x="592" y="1"/>
                    <a:pt x="5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0" name="Google Shape;8730;p338"/>
            <p:cNvSpPr/>
            <p:nvPr/>
          </p:nvSpPr>
          <p:spPr>
            <a:xfrm>
              <a:off x="5092975" y="1172350"/>
              <a:ext cx="446525" cy="458575"/>
            </a:xfrm>
            <a:custGeom>
              <a:rect b="b" l="l" r="r" t="t"/>
              <a:pathLst>
                <a:path extrusionOk="0" h="18343" w="17861">
                  <a:moveTo>
                    <a:pt x="1799" y="0"/>
                  </a:moveTo>
                  <a:cubicBezTo>
                    <a:pt x="1355" y="0"/>
                    <a:pt x="906" y="72"/>
                    <a:pt x="464" y="233"/>
                  </a:cubicBezTo>
                  <a:cubicBezTo>
                    <a:pt x="1" y="424"/>
                    <a:pt x="144" y="1124"/>
                    <a:pt x="548" y="1124"/>
                  </a:cubicBezTo>
                  <a:cubicBezTo>
                    <a:pt x="598" y="1124"/>
                    <a:pt x="652" y="1113"/>
                    <a:pt x="709" y="1090"/>
                  </a:cubicBezTo>
                  <a:cubicBezTo>
                    <a:pt x="1123" y="933"/>
                    <a:pt x="1524" y="862"/>
                    <a:pt x="1912" y="862"/>
                  </a:cubicBezTo>
                  <a:cubicBezTo>
                    <a:pt x="4482" y="862"/>
                    <a:pt x="6498" y="3956"/>
                    <a:pt x="7960" y="5710"/>
                  </a:cubicBezTo>
                  <a:cubicBezTo>
                    <a:pt x="10163" y="8402"/>
                    <a:pt x="12396" y="11064"/>
                    <a:pt x="14599" y="13726"/>
                  </a:cubicBezTo>
                  <a:cubicBezTo>
                    <a:pt x="15670" y="15011"/>
                    <a:pt x="16924" y="16449"/>
                    <a:pt x="17292" y="18132"/>
                  </a:cubicBezTo>
                  <a:cubicBezTo>
                    <a:pt x="17328" y="18278"/>
                    <a:pt x="17429" y="18342"/>
                    <a:pt x="17534" y="18342"/>
                  </a:cubicBezTo>
                  <a:cubicBezTo>
                    <a:pt x="17692" y="18342"/>
                    <a:pt x="17861" y="18199"/>
                    <a:pt x="17842" y="17979"/>
                  </a:cubicBezTo>
                  <a:cubicBezTo>
                    <a:pt x="17628" y="16388"/>
                    <a:pt x="16771" y="15103"/>
                    <a:pt x="15792" y="13848"/>
                  </a:cubicBezTo>
                  <a:cubicBezTo>
                    <a:pt x="14630" y="12410"/>
                    <a:pt x="13437" y="10972"/>
                    <a:pt x="12243" y="9565"/>
                  </a:cubicBezTo>
                  <a:cubicBezTo>
                    <a:pt x="11050" y="8096"/>
                    <a:pt x="9857" y="6628"/>
                    <a:pt x="8633" y="5159"/>
                  </a:cubicBezTo>
                  <a:cubicBezTo>
                    <a:pt x="7562" y="3874"/>
                    <a:pt x="6553" y="2405"/>
                    <a:pt x="5237" y="1335"/>
                  </a:cubicBezTo>
                  <a:cubicBezTo>
                    <a:pt x="4267" y="568"/>
                    <a:pt x="3048" y="0"/>
                    <a:pt x="179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1" name="Google Shape;8731;p338"/>
            <p:cNvSpPr/>
            <p:nvPr/>
          </p:nvSpPr>
          <p:spPr>
            <a:xfrm>
              <a:off x="4882975" y="1034350"/>
              <a:ext cx="210850" cy="156925"/>
            </a:xfrm>
            <a:custGeom>
              <a:rect b="b" l="l" r="r" t="t"/>
              <a:pathLst>
                <a:path extrusionOk="0" h="6277" w="8434">
                  <a:moveTo>
                    <a:pt x="575" y="0"/>
                  </a:moveTo>
                  <a:cubicBezTo>
                    <a:pt x="109" y="0"/>
                    <a:pt x="1" y="737"/>
                    <a:pt x="481" y="827"/>
                  </a:cubicBezTo>
                  <a:cubicBezTo>
                    <a:pt x="2072" y="1103"/>
                    <a:pt x="3479" y="1623"/>
                    <a:pt x="4795" y="2571"/>
                  </a:cubicBezTo>
                  <a:cubicBezTo>
                    <a:pt x="6080" y="3520"/>
                    <a:pt x="7028" y="4774"/>
                    <a:pt x="7824" y="6120"/>
                  </a:cubicBezTo>
                  <a:cubicBezTo>
                    <a:pt x="7889" y="6229"/>
                    <a:pt x="7989" y="6276"/>
                    <a:pt x="8087" y="6276"/>
                  </a:cubicBezTo>
                  <a:cubicBezTo>
                    <a:pt x="8264" y="6276"/>
                    <a:pt x="8434" y="6123"/>
                    <a:pt x="8375" y="5906"/>
                  </a:cubicBezTo>
                  <a:cubicBezTo>
                    <a:pt x="7273" y="2755"/>
                    <a:pt x="3877" y="307"/>
                    <a:pt x="603" y="1"/>
                  </a:cubicBezTo>
                  <a:cubicBezTo>
                    <a:pt x="594" y="1"/>
                    <a:pt x="584" y="0"/>
                    <a:pt x="57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2" name="Google Shape;8732;p338"/>
            <p:cNvSpPr/>
            <p:nvPr/>
          </p:nvSpPr>
          <p:spPr>
            <a:xfrm>
              <a:off x="4604250" y="954275"/>
              <a:ext cx="331325" cy="139850"/>
            </a:xfrm>
            <a:custGeom>
              <a:rect b="b" l="l" r="r" t="t"/>
              <a:pathLst>
                <a:path extrusionOk="0" h="5594" w="13253">
                  <a:moveTo>
                    <a:pt x="2829" y="0"/>
                  </a:moveTo>
                  <a:cubicBezTo>
                    <a:pt x="2060" y="0"/>
                    <a:pt x="1289" y="68"/>
                    <a:pt x="524" y="206"/>
                  </a:cubicBezTo>
                  <a:cubicBezTo>
                    <a:pt x="1" y="293"/>
                    <a:pt x="195" y="1069"/>
                    <a:pt x="687" y="1069"/>
                  </a:cubicBezTo>
                  <a:cubicBezTo>
                    <a:pt x="713" y="1069"/>
                    <a:pt x="740" y="1067"/>
                    <a:pt x="768" y="1062"/>
                  </a:cubicBezTo>
                  <a:cubicBezTo>
                    <a:pt x="1443" y="941"/>
                    <a:pt x="2123" y="882"/>
                    <a:pt x="2802" y="882"/>
                  </a:cubicBezTo>
                  <a:cubicBezTo>
                    <a:pt x="4340" y="882"/>
                    <a:pt x="5872" y="1184"/>
                    <a:pt x="7316" y="1736"/>
                  </a:cubicBezTo>
                  <a:cubicBezTo>
                    <a:pt x="8356" y="2103"/>
                    <a:pt x="9335" y="2653"/>
                    <a:pt x="10222" y="3296"/>
                  </a:cubicBezTo>
                  <a:cubicBezTo>
                    <a:pt x="11171" y="3938"/>
                    <a:pt x="11905" y="4795"/>
                    <a:pt x="12762" y="5529"/>
                  </a:cubicBezTo>
                  <a:cubicBezTo>
                    <a:pt x="12814" y="5574"/>
                    <a:pt x="12872" y="5594"/>
                    <a:pt x="12928" y="5594"/>
                  </a:cubicBezTo>
                  <a:cubicBezTo>
                    <a:pt x="13100" y="5594"/>
                    <a:pt x="13252" y="5408"/>
                    <a:pt x="13160" y="5223"/>
                  </a:cubicBezTo>
                  <a:cubicBezTo>
                    <a:pt x="12639" y="4183"/>
                    <a:pt x="11660" y="3327"/>
                    <a:pt x="10773" y="2653"/>
                  </a:cubicBezTo>
                  <a:cubicBezTo>
                    <a:pt x="9794" y="1919"/>
                    <a:pt x="8754" y="1338"/>
                    <a:pt x="7622" y="909"/>
                  </a:cubicBezTo>
                  <a:cubicBezTo>
                    <a:pt x="6083" y="307"/>
                    <a:pt x="4460" y="0"/>
                    <a:pt x="282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3" name="Google Shape;8733;p338"/>
            <p:cNvSpPr/>
            <p:nvPr/>
          </p:nvSpPr>
          <p:spPr>
            <a:xfrm>
              <a:off x="4476600" y="1896425"/>
              <a:ext cx="187625" cy="791675"/>
            </a:xfrm>
            <a:custGeom>
              <a:rect b="b" l="l" r="r" t="t"/>
              <a:pathLst>
                <a:path extrusionOk="0" h="31667" w="7505">
                  <a:moveTo>
                    <a:pt x="7035" y="1"/>
                  </a:moveTo>
                  <a:cubicBezTo>
                    <a:pt x="6911" y="1"/>
                    <a:pt x="6784" y="48"/>
                    <a:pt x="6700" y="152"/>
                  </a:cubicBezTo>
                  <a:cubicBezTo>
                    <a:pt x="6089" y="1009"/>
                    <a:pt x="5691" y="2111"/>
                    <a:pt x="5232" y="3059"/>
                  </a:cubicBezTo>
                  <a:cubicBezTo>
                    <a:pt x="4834" y="3977"/>
                    <a:pt x="4436" y="4895"/>
                    <a:pt x="4069" y="5843"/>
                  </a:cubicBezTo>
                  <a:cubicBezTo>
                    <a:pt x="3304" y="7801"/>
                    <a:pt x="2631" y="9790"/>
                    <a:pt x="2081" y="11840"/>
                  </a:cubicBezTo>
                  <a:cubicBezTo>
                    <a:pt x="1010" y="15879"/>
                    <a:pt x="337" y="20040"/>
                    <a:pt x="122" y="24231"/>
                  </a:cubicBezTo>
                  <a:cubicBezTo>
                    <a:pt x="0" y="26618"/>
                    <a:pt x="61" y="29035"/>
                    <a:pt x="337" y="31391"/>
                  </a:cubicBezTo>
                  <a:cubicBezTo>
                    <a:pt x="352" y="31574"/>
                    <a:pt x="490" y="31666"/>
                    <a:pt x="623" y="31666"/>
                  </a:cubicBezTo>
                  <a:cubicBezTo>
                    <a:pt x="757" y="31666"/>
                    <a:pt x="887" y="31574"/>
                    <a:pt x="887" y="31391"/>
                  </a:cubicBezTo>
                  <a:cubicBezTo>
                    <a:pt x="765" y="27230"/>
                    <a:pt x="857" y="23038"/>
                    <a:pt x="1499" y="18908"/>
                  </a:cubicBezTo>
                  <a:cubicBezTo>
                    <a:pt x="2111" y="14808"/>
                    <a:pt x="3151" y="10769"/>
                    <a:pt x="4620" y="6853"/>
                  </a:cubicBezTo>
                  <a:cubicBezTo>
                    <a:pt x="5018" y="5782"/>
                    <a:pt x="5446" y="4711"/>
                    <a:pt x="5936" y="3671"/>
                  </a:cubicBezTo>
                  <a:cubicBezTo>
                    <a:pt x="6395" y="2600"/>
                    <a:pt x="7037" y="1560"/>
                    <a:pt x="7404" y="458"/>
                  </a:cubicBezTo>
                  <a:cubicBezTo>
                    <a:pt x="7505" y="176"/>
                    <a:pt x="7274" y="1"/>
                    <a:pt x="70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4" name="Google Shape;8734;p338"/>
            <p:cNvSpPr/>
            <p:nvPr/>
          </p:nvSpPr>
          <p:spPr>
            <a:xfrm>
              <a:off x="4658400" y="1901125"/>
              <a:ext cx="383550" cy="339000"/>
            </a:xfrm>
            <a:custGeom>
              <a:rect b="b" l="l" r="r" t="t"/>
              <a:pathLst>
                <a:path extrusionOk="0" h="13560" w="15342">
                  <a:moveTo>
                    <a:pt x="578" y="1"/>
                  </a:moveTo>
                  <a:cubicBezTo>
                    <a:pt x="242" y="1"/>
                    <a:pt x="0" y="545"/>
                    <a:pt x="377" y="821"/>
                  </a:cubicBezTo>
                  <a:cubicBezTo>
                    <a:pt x="1876" y="1923"/>
                    <a:pt x="3314" y="3116"/>
                    <a:pt x="4599" y="4462"/>
                  </a:cubicBezTo>
                  <a:cubicBezTo>
                    <a:pt x="5762" y="5625"/>
                    <a:pt x="6802" y="6879"/>
                    <a:pt x="7842" y="8134"/>
                  </a:cubicBezTo>
                  <a:cubicBezTo>
                    <a:pt x="9739" y="10367"/>
                    <a:pt x="11911" y="12845"/>
                    <a:pt x="14879" y="13549"/>
                  </a:cubicBezTo>
                  <a:cubicBezTo>
                    <a:pt x="14909" y="13556"/>
                    <a:pt x="14937" y="13560"/>
                    <a:pt x="14963" y="13560"/>
                  </a:cubicBezTo>
                  <a:cubicBezTo>
                    <a:pt x="15263" y="13560"/>
                    <a:pt x="15342" y="13111"/>
                    <a:pt x="15032" y="12998"/>
                  </a:cubicBezTo>
                  <a:cubicBezTo>
                    <a:pt x="12156" y="11805"/>
                    <a:pt x="10137" y="9541"/>
                    <a:pt x="8179" y="7216"/>
                  </a:cubicBezTo>
                  <a:cubicBezTo>
                    <a:pt x="7139" y="5961"/>
                    <a:pt x="6129" y="4737"/>
                    <a:pt x="4966" y="3605"/>
                  </a:cubicBezTo>
                  <a:cubicBezTo>
                    <a:pt x="3681" y="2320"/>
                    <a:pt x="2304" y="1127"/>
                    <a:pt x="805" y="87"/>
                  </a:cubicBezTo>
                  <a:cubicBezTo>
                    <a:pt x="729" y="27"/>
                    <a:pt x="651" y="1"/>
                    <a:pt x="57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5" name="Google Shape;8735;p338"/>
            <p:cNvSpPr/>
            <p:nvPr/>
          </p:nvSpPr>
          <p:spPr>
            <a:xfrm>
              <a:off x="4644100" y="1322525"/>
              <a:ext cx="109425" cy="588700"/>
            </a:xfrm>
            <a:custGeom>
              <a:rect b="b" l="l" r="r" t="t"/>
              <a:pathLst>
                <a:path extrusionOk="0" h="23548" w="4377">
                  <a:moveTo>
                    <a:pt x="3768" y="0"/>
                  </a:moveTo>
                  <a:cubicBezTo>
                    <a:pt x="3738" y="0"/>
                    <a:pt x="3705" y="3"/>
                    <a:pt x="3672" y="9"/>
                  </a:cubicBezTo>
                  <a:cubicBezTo>
                    <a:pt x="2387" y="253"/>
                    <a:pt x="1316" y="1355"/>
                    <a:pt x="765" y="2487"/>
                  </a:cubicBezTo>
                  <a:cubicBezTo>
                    <a:pt x="31" y="3925"/>
                    <a:pt x="0" y="5547"/>
                    <a:pt x="245" y="7107"/>
                  </a:cubicBezTo>
                  <a:cubicBezTo>
                    <a:pt x="521" y="8851"/>
                    <a:pt x="1224" y="10503"/>
                    <a:pt x="1683" y="12216"/>
                  </a:cubicBezTo>
                  <a:cubicBezTo>
                    <a:pt x="2203" y="13991"/>
                    <a:pt x="2326" y="15766"/>
                    <a:pt x="1959" y="17571"/>
                  </a:cubicBezTo>
                  <a:cubicBezTo>
                    <a:pt x="1775" y="18519"/>
                    <a:pt x="1469" y="19437"/>
                    <a:pt x="1133" y="20355"/>
                  </a:cubicBezTo>
                  <a:cubicBezTo>
                    <a:pt x="980" y="20814"/>
                    <a:pt x="796" y="21303"/>
                    <a:pt x="612" y="21762"/>
                  </a:cubicBezTo>
                  <a:cubicBezTo>
                    <a:pt x="521" y="21976"/>
                    <a:pt x="429" y="22191"/>
                    <a:pt x="368" y="22405"/>
                  </a:cubicBezTo>
                  <a:cubicBezTo>
                    <a:pt x="245" y="22680"/>
                    <a:pt x="245" y="22986"/>
                    <a:pt x="153" y="23261"/>
                  </a:cubicBezTo>
                  <a:cubicBezTo>
                    <a:pt x="113" y="23425"/>
                    <a:pt x="249" y="23547"/>
                    <a:pt x="389" y="23547"/>
                  </a:cubicBezTo>
                  <a:cubicBezTo>
                    <a:pt x="459" y="23547"/>
                    <a:pt x="531" y="23516"/>
                    <a:pt x="582" y="23445"/>
                  </a:cubicBezTo>
                  <a:cubicBezTo>
                    <a:pt x="796" y="23078"/>
                    <a:pt x="1041" y="22772"/>
                    <a:pt x="1194" y="22374"/>
                  </a:cubicBezTo>
                  <a:cubicBezTo>
                    <a:pt x="1377" y="22007"/>
                    <a:pt x="1561" y="21609"/>
                    <a:pt x="1714" y="21242"/>
                  </a:cubicBezTo>
                  <a:cubicBezTo>
                    <a:pt x="2050" y="20447"/>
                    <a:pt x="2326" y="19651"/>
                    <a:pt x="2571" y="18825"/>
                  </a:cubicBezTo>
                  <a:cubicBezTo>
                    <a:pt x="2999" y="17265"/>
                    <a:pt x="3182" y="15613"/>
                    <a:pt x="2968" y="14022"/>
                  </a:cubicBezTo>
                  <a:cubicBezTo>
                    <a:pt x="2540" y="10748"/>
                    <a:pt x="368" y="7505"/>
                    <a:pt x="1102" y="4139"/>
                  </a:cubicBezTo>
                  <a:cubicBezTo>
                    <a:pt x="1438" y="2579"/>
                    <a:pt x="2418" y="1355"/>
                    <a:pt x="3917" y="804"/>
                  </a:cubicBezTo>
                  <a:cubicBezTo>
                    <a:pt x="4377" y="632"/>
                    <a:pt x="4243" y="0"/>
                    <a:pt x="376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6" name="Google Shape;8736;p338"/>
            <p:cNvSpPr/>
            <p:nvPr/>
          </p:nvSpPr>
          <p:spPr>
            <a:xfrm>
              <a:off x="4013825" y="861950"/>
              <a:ext cx="592050" cy="242675"/>
            </a:xfrm>
            <a:custGeom>
              <a:rect b="b" l="l" r="r" t="t"/>
              <a:pathLst>
                <a:path extrusionOk="0" h="9707" w="23682">
                  <a:moveTo>
                    <a:pt x="18025" y="0"/>
                  </a:moveTo>
                  <a:cubicBezTo>
                    <a:pt x="16884" y="0"/>
                    <a:pt x="15718" y="156"/>
                    <a:pt x="14625" y="227"/>
                  </a:cubicBezTo>
                  <a:cubicBezTo>
                    <a:pt x="12392" y="380"/>
                    <a:pt x="10158" y="564"/>
                    <a:pt x="7894" y="717"/>
                  </a:cubicBezTo>
                  <a:cubicBezTo>
                    <a:pt x="6640" y="809"/>
                    <a:pt x="5386" y="900"/>
                    <a:pt x="4131" y="992"/>
                  </a:cubicBezTo>
                  <a:cubicBezTo>
                    <a:pt x="2907" y="1084"/>
                    <a:pt x="1622" y="1084"/>
                    <a:pt x="429" y="1329"/>
                  </a:cubicBezTo>
                  <a:cubicBezTo>
                    <a:pt x="1" y="1390"/>
                    <a:pt x="123" y="2032"/>
                    <a:pt x="521" y="2063"/>
                  </a:cubicBezTo>
                  <a:cubicBezTo>
                    <a:pt x="630" y="2066"/>
                    <a:pt x="739" y="2068"/>
                    <a:pt x="849" y="2068"/>
                  </a:cubicBezTo>
                  <a:cubicBezTo>
                    <a:pt x="1749" y="2068"/>
                    <a:pt x="2649" y="1965"/>
                    <a:pt x="3550" y="1910"/>
                  </a:cubicBezTo>
                  <a:cubicBezTo>
                    <a:pt x="4590" y="1818"/>
                    <a:pt x="5630" y="1757"/>
                    <a:pt x="6671" y="1665"/>
                  </a:cubicBezTo>
                  <a:lnTo>
                    <a:pt x="12820" y="1237"/>
                  </a:lnTo>
                  <a:cubicBezTo>
                    <a:pt x="14504" y="1127"/>
                    <a:pt x="16213" y="892"/>
                    <a:pt x="17901" y="892"/>
                  </a:cubicBezTo>
                  <a:cubicBezTo>
                    <a:pt x="18084" y="892"/>
                    <a:pt x="18267" y="894"/>
                    <a:pt x="18450" y="900"/>
                  </a:cubicBezTo>
                  <a:cubicBezTo>
                    <a:pt x="20194" y="962"/>
                    <a:pt x="21724" y="1665"/>
                    <a:pt x="22336" y="3379"/>
                  </a:cubicBezTo>
                  <a:cubicBezTo>
                    <a:pt x="23070" y="5398"/>
                    <a:pt x="22305" y="7448"/>
                    <a:pt x="21877" y="9437"/>
                  </a:cubicBezTo>
                  <a:cubicBezTo>
                    <a:pt x="21836" y="9578"/>
                    <a:pt x="21969" y="9706"/>
                    <a:pt x="22100" y="9706"/>
                  </a:cubicBezTo>
                  <a:cubicBezTo>
                    <a:pt x="22167" y="9706"/>
                    <a:pt x="22233" y="9673"/>
                    <a:pt x="22274" y="9590"/>
                  </a:cubicBezTo>
                  <a:cubicBezTo>
                    <a:pt x="23131" y="7876"/>
                    <a:pt x="23682" y="5918"/>
                    <a:pt x="23376" y="3991"/>
                  </a:cubicBezTo>
                  <a:cubicBezTo>
                    <a:pt x="23070" y="2308"/>
                    <a:pt x="22030" y="870"/>
                    <a:pt x="20377" y="319"/>
                  </a:cubicBezTo>
                  <a:cubicBezTo>
                    <a:pt x="19629" y="78"/>
                    <a:pt x="18833" y="0"/>
                    <a:pt x="1802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7" name="Google Shape;8737;p338"/>
            <p:cNvSpPr/>
            <p:nvPr/>
          </p:nvSpPr>
          <p:spPr>
            <a:xfrm>
              <a:off x="3215275" y="1597450"/>
              <a:ext cx="239475" cy="860000"/>
            </a:xfrm>
            <a:custGeom>
              <a:rect b="b" l="l" r="r" t="t"/>
              <a:pathLst>
                <a:path extrusionOk="0" h="34400" w="9579">
                  <a:moveTo>
                    <a:pt x="7733" y="0"/>
                  </a:moveTo>
                  <a:cubicBezTo>
                    <a:pt x="5830" y="0"/>
                    <a:pt x="3956" y="748"/>
                    <a:pt x="2510" y="2045"/>
                  </a:cubicBezTo>
                  <a:cubicBezTo>
                    <a:pt x="1623" y="2841"/>
                    <a:pt x="949" y="3820"/>
                    <a:pt x="552" y="4921"/>
                  </a:cubicBezTo>
                  <a:cubicBezTo>
                    <a:pt x="32" y="6329"/>
                    <a:pt x="1" y="7859"/>
                    <a:pt x="93" y="9358"/>
                  </a:cubicBezTo>
                  <a:cubicBezTo>
                    <a:pt x="185" y="10949"/>
                    <a:pt x="429" y="12540"/>
                    <a:pt x="460" y="14161"/>
                  </a:cubicBezTo>
                  <a:cubicBezTo>
                    <a:pt x="490" y="15844"/>
                    <a:pt x="399" y="17527"/>
                    <a:pt x="337" y="19179"/>
                  </a:cubicBezTo>
                  <a:cubicBezTo>
                    <a:pt x="215" y="22116"/>
                    <a:pt x="154" y="25053"/>
                    <a:pt x="1011" y="27868"/>
                  </a:cubicBezTo>
                  <a:cubicBezTo>
                    <a:pt x="1806" y="30530"/>
                    <a:pt x="3336" y="33039"/>
                    <a:pt x="5845" y="34355"/>
                  </a:cubicBezTo>
                  <a:cubicBezTo>
                    <a:pt x="5907" y="34386"/>
                    <a:pt x="5967" y="34399"/>
                    <a:pt x="6025" y="34399"/>
                  </a:cubicBezTo>
                  <a:cubicBezTo>
                    <a:pt x="6363" y="34399"/>
                    <a:pt x="6583" y="33921"/>
                    <a:pt x="6242" y="33712"/>
                  </a:cubicBezTo>
                  <a:cubicBezTo>
                    <a:pt x="1714" y="31020"/>
                    <a:pt x="1011" y="25359"/>
                    <a:pt x="1133" y="20586"/>
                  </a:cubicBezTo>
                  <a:cubicBezTo>
                    <a:pt x="1225" y="17496"/>
                    <a:pt x="1470" y="14467"/>
                    <a:pt x="1164" y="11377"/>
                  </a:cubicBezTo>
                  <a:cubicBezTo>
                    <a:pt x="888" y="8746"/>
                    <a:pt x="552" y="5901"/>
                    <a:pt x="2234" y="3667"/>
                  </a:cubicBezTo>
                  <a:cubicBezTo>
                    <a:pt x="3487" y="1970"/>
                    <a:pt x="5587" y="875"/>
                    <a:pt x="7715" y="875"/>
                  </a:cubicBezTo>
                  <a:cubicBezTo>
                    <a:pt x="8082" y="875"/>
                    <a:pt x="8449" y="907"/>
                    <a:pt x="8812" y="975"/>
                  </a:cubicBezTo>
                  <a:cubicBezTo>
                    <a:pt x="8840" y="979"/>
                    <a:pt x="8868" y="982"/>
                    <a:pt x="8894" y="982"/>
                  </a:cubicBezTo>
                  <a:cubicBezTo>
                    <a:pt x="9386" y="982"/>
                    <a:pt x="9578" y="205"/>
                    <a:pt x="9027" y="118"/>
                  </a:cubicBezTo>
                  <a:cubicBezTo>
                    <a:pt x="8597" y="39"/>
                    <a:pt x="8164" y="0"/>
                    <a:pt x="773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8" name="Google Shape;8738;p338"/>
            <p:cNvSpPr/>
            <p:nvPr/>
          </p:nvSpPr>
          <p:spPr>
            <a:xfrm>
              <a:off x="3404975" y="900200"/>
              <a:ext cx="624550" cy="709250"/>
            </a:xfrm>
            <a:custGeom>
              <a:rect b="b" l="l" r="r" t="t"/>
              <a:pathLst>
                <a:path extrusionOk="0" h="28370" w="24982">
                  <a:moveTo>
                    <a:pt x="24394" y="1"/>
                  </a:moveTo>
                  <a:cubicBezTo>
                    <a:pt x="24323" y="1"/>
                    <a:pt x="24248" y="23"/>
                    <a:pt x="24171" y="74"/>
                  </a:cubicBezTo>
                  <a:cubicBezTo>
                    <a:pt x="19918" y="2858"/>
                    <a:pt x="15941" y="6071"/>
                    <a:pt x="12208" y="9528"/>
                  </a:cubicBezTo>
                  <a:cubicBezTo>
                    <a:pt x="10373" y="11272"/>
                    <a:pt x="8598" y="13077"/>
                    <a:pt x="6915" y="14944"/>
                  </a:cubicBezTo>
                  <a:cubicBezTo>
                    <a:pt x="5232" y="16810"/>
                    <a:pt x="3427" y="18707"/>
                    <a:pt x="2112" y="20849"/>
                  </a:cubicBezTo>
                  <a:cubicBezTo>
                    <a:pt x="766" y="23021"/>
                    <a:pt x="1" y="25897"/>
                    <a:pt x="1469" y="28192"/>
                  </a:cubicBezTo>
                  <a:cubicBezTo>
                    <a:pt x="1556" y="28318"/>
                    <a:pt x="1674" y="28370"/>
                    <a:pt x="1788" y="28370"/>
                  </a:cubicBezTo>
                  <a:cubicBezTo>
                    <a:pt x="2033" y="28370"/>
                    <a:pt x="2258" y="28127"/>
                    <a:pt x="2112" y="27855"/>
                  </a:cubicBezTo>
                  <a:cubicBezTo>
                    <a:pt x="949" y="25713"/>
                    <a:pt x="1622" y="23204"/>
                    <a:pt x="2846" y="21277"/>
                  </a:cubicBezTo>
                  <a:cubicBezTo>
                    <a:pt x="4100" y="19258"/>
                    <a:pt x="5814" y="17452"/>
                    <a:pt x="7405" y="15678"/>
                  </a:cubicBezTo>
                  <a:cubicBezTo>
                    <a:pt x="10648" y="12098"/>
                    <a:pt x="14166" y="8763"/>
                    <a:pt x="17930" y="5734"/>
                  </a:cubicBezTo>
                  <a:cubicBezTo>
                    <a:pt x="20071" y="3990"/>
                    <a:pt x="22335" y="2369"/>
                    <a:pt x="24599" y="808"/>
                  </a:cubicBezTo>
                  <a:cubicBezTo>
                    <a:pt x="24982" y="553"/>
                    <a:pt x="24748" y="1"/>
                    <a:pt x="243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9" name="Google Shape;8739;p338"/>
            <p:cNvSpPr/>
            <p:nvPr/>
          </p:nvSpPr>
          <p:spPr>
            <a:xfrm>
              <a:off x="3440875" y="1590900"/>
              <a:ext cx="427650" cy="526950"/>
            </a:xfrm>
            <a:custGeom>
              <a:rect b="b" l="l" r="r" t="t"/>
              <a:pathLst>
                <a:path extrusionOk="0" h="21078" w="17106">
                  <a:moveTo>
                    <a:pt x="420" y="0"/>
                  </a:moveTo>
                  <a:cubicBezTo>
                    <a:pt x="201" y="0"/>
                    <a:pt x="0" y="222"/>
                    <a:pt x="125" y="472"/>
                  </a:cubicBezTo>
                  <a:cubicBezTo>
                    <a:pt x="829" y="2032"/>
                    <a:pt x="2114" y="3317"/>
                    <a:pt x="3368" y="4419"/>
                  </a:cubicBezTo>
                  <a:cubicBezTo>
                    <a:pt x="4684" y="5551"/>
                    <a:pt x="6122" y="6530"/>
                    <a:pt x="7560" y="7509"/>
                  </a:cubicBezTo>
                  <a:cubicBezTo>
                    <a:pt x="10405" y="9436"/>
                    <a:pt x="13495" y="11609"/>
                    <a:pt x="14811" y="14944"/>
                  </a:cubicBezTo>
                  <a:cubicBezTo>
                    <a:pt x="15484" y="16687"/>
                    <a:pt x="15668" y="18646"/>
                    <a:pt x="14933" y="20390"/>
                  </a:cubicBezTo>
                  <a:cubicBezTo>
                    <a:pt x="14765" y="20748"/>
                    <a:pt x="15075" y="21077"/>
                    <a:pt x="15365" y="21077"/>
                  </a:cubicBezTo>
                  <a:cubicBezTo>
                    <a:pt x="15496" y="21077"/>
                    <a:pt x="15622" y="21010"/>
                    <a:pt x="15698" y="20848"/>
                  </a:cubicBezTo>
                  <a:cubicBezTo>
                    <a:pt x="17106" y="17605"/>
                    <a:pt x="15851" y="13964"/>
                    <a:pt x="13648" y="11394"/>
                  </a:cubicBezTo>
                  <a:cubicBezTo>
                    <a:pt x="11262" y="8580"/>
                    <a:pt x="7927" y="6805"/>
                    <a:pt x="5020" y="4633"/>
                  </a:cubicBezTo>
                  <a:cubicBezTo>
                    <a:pt x="4194" y="4021"/>
                    <a:pt x="3429" y="3348"/>
                    <a:pt x="2726" y="2613"/>
                  </a:cubicBezTo>
                  <a:cubicBezTo>
                    <a:pt x="1961" y="1849"/>
                    <a:pt x="1318" y="1022"/>
                    <a:pt x="706" y="166"/>
                  </a:cubicBezTo>
                  <a:cubicBezTo>
                    <a:pt x="628" y="49"/>
                    <a:pt x="522" y="0"/>
                    <a:pt x="4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0" name="Google Shape;8740;p338"/>
            <p:cNvSpPr/>
            <p:nvPr/>
          </p:nvSpPr>
          <p:spPr>
            <a:xfrm>
              <a:off x="2771625" y="941475"/>
              <a:ext cx="643850" cy="905000"/>
            </a:xfrm>
            <a:custGeom>
              <a:rect b="b" l="l" r="r" t="t"/>
              <a:pathLst>
                <a:path extrusionOk="0" h="36200" w="25754">
                  <a:moveTo>
                    <a:pt x="25173" y="0"/>
                  </a:moveTo>
                  <a:cubicBezTo>
                    <a:pt x="25137" y="0"/>
                    <a:pt x="25099" y="5"/>
                    <a:pt x="25059" y="14"/>
                  </a:cubicBezTo>
                  <a:cubicBezTo>
                    <a:pt x="22397" y="657"/>
                    <a:pt x="20317" y="2829"/>
                    <a:pt x="18848" y="5032"/>
                  </a:cubicBezTo>
                  <a:cubicBezTo>
                    <a:pt x="17135" y="7541"/>
                    <a:pt x="16034" y="10447"/>
                    <a:pt x="14381" y="13017"/>
                  </a:cubicBezTo>
                  <a:cubicBezTo>
                    <a:pt x="13525" y="14302"/>
                    <a:pt x="12546" y="15434"/>
                    <a:pt x="11383" y="16505"/>
                  </a:cubicBezTo>
                  <a:cubicBezTo>
                    <a:pt x="10312" y="17515"/>
                    <a:pt x="9150" y="18463"/>
                    <a:pt x="8171" y="19595"/>
                  </a:cubicBezTo>
                  <a:cubicBezTo>
                    <a:pt x="6090" y="21982"/>
                    <a:pt x="5478" y="24980"/>
                    <a:pt x="4774" y="27948"/>
                  </a:cubicBezTo>
                  <a:cubicBezTo>
                    <a:pt x="4040" y="30977"/>
                    <a:pt x="2969" y="33975"/>
                    <a:pt x="216" y="35719"/>
                  </a:cubicBezTo>
                  <a:cubicBezTo>
                    <a:pt x="1" y="35854"/>
                    <a:pt x="92" y="36200"/>
                    <a:pt x="304" y="36200"/>
                  </a:cubicBezTo>
                  <a:cubicBezTo>
                    <a:pt x="334" y="36200"/>
                    <a:pt x="366" y="36193"/>
                    <a:pt x="399" y="36178"/>
                  </a:cubicBezTo>
                  <a:cubicBezTo>
                    <a:pt x="2847" y="35230"/>
                    <a:pt x="4193" y="32660"/>
                    <a:pt x="4958" y="30273"/>
                  </a:cubicBezTo>
                  <a:cubicBezTo>
                    <a:pt x="5937" y="27397"/>
                    <a:pt x="6151" y="24215"/>
                    <a:pt x="7742" y="21584"/>
                  </a:cubicBezTo>
                  <a:cubicBezTo>
                    <a:pt x="9333" y="18983"/>
                    <a:pt x="12087" y="17392"/>
                    <a:pt x="13984" y="15037"/>
                  </a:cubicBezTo>
                  <a:cubicBezTo>
                    <a:pt x="15911" y="12619"/>
                    <a:pt x="17074" y="9743"/>
                    <a:pt x="18573" y="7082"/>
                  </a:cubicBezTo>
                  <a:cubicBezTo>
                    <a:pt x="20133" y="4328"/>
                    <a:pt x="22214" y="1850"/>
                    <a:pt x="25273" y="810"/>
                  </a:cubicBezTo>
                  <a:cubicBezTo>
                    <a:pt x="25754" y="640"/>
                    <a:pt x="25608" y="0"/>
                    <a:pt x="2517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1" name="Google Shape;8741;p338"/>
            <p:cNvSpPr/>
            <p:nvPr/>
          </p:nvSpPr>
          <p:spPr>
            <a:xfrm>
              <a:off x="2846975" y="934650"/>
              <a:ext cx="572025" cy="227400"/>
            </a:xfrm>
            <a:custGeom>
              <a:rect b="b" l="l" r="r" t="t"/>
              <a:pathLst>
                <a:path extrusionOk="0" h="9096" w="22881">
                  <a:moveTo>
                    <a:pt x="16386" y="1"/>
                  </a:moveTo>
                  <a:cubicBezTo>
                    <a:pt x="15042" y="1"/>
                    <a:pt x="13707" y="157"/>
                    <a:pt x="12408" y="440"/>
                  </a:cubicBezTo>
                  <a:cubicBezTo>
                    <a:pt x="9287" y="1083"/>
                    <a:pt x="6380" y="2551"/>
                    <a:pt x="3902" y="4540"/>
                  </a:cubicBezTo>
                  <a:cubicBezTo>
                    <a:pt x="2525" y="5641"/>
                    <a:pt x="1271" y="6926"/>
                    <a:pt x="231" y="8364"/>
                  </a:cubicBezTo>
                  <a:cubicBezTo>
                    <a:pt x="0" y="8687"/>
                    <a:pt x="359" y="9096"/>
                    <a:pt x="695" y="9096"/>
                  </a:cubicBezTo>
                  <a:cubicBezTo>
                    <a:pt x="805" y="9096"/>
                    <a:pt x="912" y="9052"/>
                    <a:pt x="996" y="8946"/>
                  </a:cubicBezTo>
                  <a:cubicBezTo>
                    <a:pt x="2831" y="6651"/>
                    <a:pt x="4942" y="4693"/>
                    <a:pt x="7543" y="3255"/>
                  </a:cubicBezTo>
                  <a:cubicBezTo>
                    <a:pt x="10307" y="1752"/>
                    <a:pt x="13396" y="929"/>
                    <a:pt x="16549" y="929"/>
                  </a:cubicBezTo>
                  <a:cubicBezTo>
                    <a:pt x="16607" y="929"/>
                    <a:pt x="16664" y="929"/>
                    <a:pt x="16722" y="930"/>
                  </a:cubicBezTo>
                  <a:cubicBezTo>
                    <a:pt x="17640" y="930"/>
                    <a:pt x="18588" y="1021"/>
                    <a:pt x="19506" y="1174"/>
                  </a:cubicBezTo>
                  <a:cubicBezTo>
                    <a:pt x="20454" y="1297"/>
                    <a:pt x="21372" y="1572"/>
                    <a:pt x="22290" y="1756"/>
                  </a:cubicBezTo>
                  <a:cubicBezTo>
                    <a:pt x="22310" y="1759"/>
                    <a:pt x="22329" y="1761"/>
                    <a:pt x="22348" y="1761"/>
                  </a:cubicBezTo>
                  <a:cubicBezTo>
                    <a:pt x="22657" y="1761"/>
                    <a:pt x="22881" y="1318"/>
                    <a:pt x="22535" y="1174"/>
                  </a:cubicBezTo>
                  <a:cubicBezTo>
                    <a:pt x="21066" y="409"/>
                    <a:pt x="19230" y="134"/>
                    <a:pt x="17578" y="42"/>
                  </a:cubicBezTo>
                  <a:cubicBezTo>
                    <a:pt x="17181" y="14"/>
                    <a:pt x="16783" y="1"/>
                    <a:pt x="1638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2" name="Google Shape;8742;p338"/>
            <p:cNvSpPr/>
            <p:nvPr/>
          </p:nvSpPr>
          <p:spPr>
            <a:xfrm>
              <a:off x="2582900" y="995025"/>
              <a:ext cx="431250" cy="262050"/>
            </a:xfrm>
            <a:custGeom>
              <a:rect b="b" l="l" r="r" t="t"/>
              <a:pathLst>
                <a:path extrusionOk="0" h="10482" w="17250">
                  <a:moveTo>
                    <a:pt x="15058" y="1"/>
                  </a:moveTo>
                  <a:cubicBezTo>
                    <a:pt x="14302" y="1"/>
                    <a:pt x="13544" y="81"/>
                    <a:pt x="12813" y="197"/>
                  </a:cubicBezTo>
                  <a:cubicBezTo>
                    <a:pt x="11406" y="381"/>
                    <a:pt x="10029" y="779"/>
                    <a:pt x="8713" y="1329"/>
                  </a:cubicBezTo>
                  <a:cubicBezTo>
                    <a:pt x="6296" y="2370"/>
                    <a:pt x="4124" y="4022"/>
                    <a:pt x="2472" y="6041"/>
                  </a:cubicBezTo>
                  <a:cubicBezTo>
                    <a:pt x="1554" y="7173"/>
                    <a:pt x="758" y="8428"/>
                    <a:pt x="146" y="9774"/>
                  </a:cubicBezTo>
                  <a:cubicBezTo>
                    <a:pt x="1" y="10149"/>
                    <a:pt x="309" y="10481"/>
                    <a:pt x="598" y="10481"/>
                  </a:cubicBezTo>
                  <a:cubicBezTo>
                    <a:pt x="733" y="10481"/>
                    <a:pt x="864" y="10408"/>
                    <a:pt x="942" y="10233"/>
                  </a:cubicBezTo>
                  <a:cubicBezTo>
                    <a:pt x="2257" y="7387"/>
                    <a:pt x="4338" y="4909"/>
                    <a:pt x="7000" y="3226"/>
                  </a:cubicBezTo>
                  <a:cubicBezTo>
                    <a:pt x="8468" y="2308"/>
                    <a:pt x="10059" y="1635"/>
                    <a:pt x="11711" y="1238"/>
                  </a:cubicBezTo>
                  <a:cubicBezTo>
                    <a:pt x="13425" y="809"/>
                    <a:pt x="15138" y="779"/>
                    <a:pt x="16882" y="717"/>
                  </a:cubicBezTo>
                  <a:cubicBezTo>
                    <a:pt x="17158" y="717"/>
                    <a:pt x="17249" y="259"/>
                    <a:pt x="16943" y="197"/>
                  </a:cubicBezTo>
                  <a:cubicBezTo>
                    <a:pt x="16328" y="58"/>
                    <a:pt x="15694" y="1"/>
                    <a:pt x="1505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3" name="Google Shape;8743;p338"/>
            <p:cNvSpPr/>
            <p:nvPr/>
          </p:nvSpPr>
          <p:spPr>
            <a:xfrm>
              <a:off x="2101600" y="1150775"/>
              <a:ext cx="559175" cy="481725"/>
            </a:xfrm>
            <a:custGeom>
              <a:rect b="b" l="l" r="r" t="t"/>
              <a:pathLst>
                <a:path extrusionOk="0" h="19269" w="22367">
                  <a:moveTo>
                    <a:pt x="21249" y="0"/>
                  </a:moveTo>
                  <a:cubicBezTo>
                    <a:pt x="17545" y="0"/>
                    <a:pt x="13891" y="1943"/>
                    <a:pt x="11046" y="4156"/>
                  </a:cubicBezTo>
                  <a:cubicBezTo>
                    <a:pt x="9332" y="5471"/>
                    <a:pt x="7803" y="7001"/>
                    <a:pt x="6365" y="8561"/>
                  </a:cubicBezTo>
                  <a:cubicBezTo>
                    <a:pt x="4957" y="10091"/>
                    <a:pt x="3519" y="11652"/>
                    <a:pt x="2265" y="13304"/>
                  </a:cubicBezTo>
                  <a:cubicBezTo>
                    <a:pt x="1102" y="14834"/>
                    <a:pt x="1" y="17404"/>
                    <a:pt x="1378" y="19148"/>
                  </a:cubicBezTo>
                  <a:cubicBezTo>
                    <a:pt x="1437" y="19233"/>
                    <a:pt x="1518" y="19268"/>
                    <a:pt x="1602" y="19268"/>
                  </a:cubicBezTo>
                  <a:cubicBezTo>
                    <a:pt x="1820" y="19268"/>
                    <a:pt x="2056" y="19032"/>
                    <a:pt x="1989" y="18811"/>
                  </a:cubicBezTo>
                  <a:cubicBezTo>
                    <a:pt x="1714" y="17924"/>
                    <a:pt x="1561" y="17128"/>
                    <a:pt x="1775" y="16210"/>
                  </a:cubicBezTo>
                  <a:cubicBezTo>
                    <a:pt x="1989" y="15293"/>
                    <a:pt x="2479" y="14497"/>
                    <a:pt x="3030" y="13732"/>
                  </a:cubicBezTo>
                  <a:cubicBezTo>
                    <a:pt x="4192" y="12202"/>
                    <a:pt x="5539" y="10734"/>
                    <a:pt x="6854" y="9326"/>
                  </a:cubicBezTo>
                  <a:cubicBezTo>
                    <a:pt x="9455" y="6481"/>
                    <a:pt x="12331" y="3819"/>
                    <a:pt x="15880" y="2167"/>
                  </a:cubicBezTo>
                  <a:cubicBezTo>
                    <a:pt x="17807" y="1280"/>
                    <a:pt x="19857" y="821"/>
                    <a:pt x="21968" y="607"/>
                  </a:cubicBezTo>
                  <a:cubicBezTo>
                    <a:pt x="22336" y="576"/>
                    <a:pt x="22366" y="56"/>
                    <a:pt x="21968" y="25"/>
                  </a:cubicBezTo>
                  <a:cubicBezTo>
                    <a:pt x="21728" y="9"/>
                    <a:pt x="21488" y="0"/>
                    <a:pt x="2124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4" name="Google Shape;8744;p338"/>
            <p:cNvSpPr/>
            <p:nvPr/>
          </p:nvSpPr>
          <p:spPr>
            <a:xfrm>
              <a:off x="1699275" y="1367825"/>
              <a:ext cx="530625" cy="677000"/>
            </a:xfrm>
            <a:custGeom>
              <a:rect b="b" l="l" r="r" t="t"/>
              <a:pathLst>
                <a:path extrusionOk="0" h="27080" w="21225">
                  <a:moveTo>
                    <a:pt x="20894" y="0"/>
                  </a:moveTo>
                  <a:cubicBezTo>
                    <a:pt x="20885" y="0"/>
                    <a:pt x="20876" y="1"/>
                    <a:pt x="20867" y="2"/>
                  </a:cubicBezTo>
                  <a:cubicBezTo>
                    <a:pt x="16430" y="461"/>
                    <a:pt x="13157" y="3918"/>
                    <a:pt x="10005" y="6702"/>
                  </a:cubicBezTo>
                  <a:cubicBezTo>
                    <a:pt x="9149" y="7437"/>
                    <a:pt x="8292" y="8171"/>
                    <a:pt x="7374" y="8844"/>
                  </a:cubicBezTo>
                  <a:cubicBezTo>
                    <a:pt x="6395" y="9548"/>
                    <a:pt x="5385" y="10190"/>
                    <a:pt x="4498" y="11016"/>
                  </a:cubicBezTo>
                  <a:cubicBezTo>
                    <a:pt x="2601" y="12730"/>
                    <a:pt x="1775" y="15116"/>
                    <a:pt x="1163" y="17533"/>
                  </a:cubicBezTo>
                  <a:cubicBezTo>
                    <a:pt x="796" y="19063"/>
                    <a:pt x="521" y="20593"/>
                    <a:pt x="337" y="22153"/>
                  </a:cubicBezTo>
                  <a:cubicBezTo>
                    <a:pt x="245" y="22949"/>
                    <a:pt x="153" y="23714"/>
                    <a:pt x="123" y="24509"/>
                  </a:cubicBezTo>
                  <a:cubicBezTo>
                    <a:pt x="62" y="25274"/>
                    <a:pt x="0" y="26039"/>
                    <a:pt x="123" y="26804"/>
                  </a:cubicBezTo>
                  <a:cubicBezTo>
                    <a:pt x="153" y="26987"/>
                    <a:pt x="329" y="27079"/>
                    <a:pt x="505" y="27079"/>
                  </a:cubicBezTo>
                  <a:cubicBezTo>
                    <a:pt x="681" y="27079"/>
                    <a:pt x="857" y="26987"/>
                    <a:pt x="888" y="26804"/>
                  </a:cubicBezTo>
                  <a:cubicBezTo>
                    <a:pt x="1071" y="25519"/>
                    <a:pt x="1010" y="24172"/>
                    <a:pt x="1133" y="22887"/>
                  </a:cubicBezTo>
                  <a:cubicBezTo>
                    <a:pt x="1286" y="21511"/>
                    <a:pt x="1500" y="20164"/>
                    <a:pt x="1775" y="18849"/>
                  </a:cubicBezTo>
                  <a:cubicBezTo>
                    <a:pt x="2295" y="16462"/>
                    <a:pt x="2938" y="13892"/>
                    <a:pt x="4682" y="12087"/>
                  </a:cubicBezTo>
                  <a:cubicBezTo>
                    <a:pt x="5508" y="11230"/>
                    <a:pt x="6487" y="10557"/>
                    <a:pt x="7435" y="9884"/>
                  </a:cubicBezTo>
                  <a:cubicBezTo>
                    <a:pt x="8322" y="9272"/>
                    <a:pt x="9149" y="8599"/>
                    <a:pt x="9975" y="7896"/>
                  </a:cubicBezTo>
                  <a:cubicBezTo>
                    <a:pt x="11566" y="6519"/>
                    <a:pt x="13095" y="5020"/>
                    <a:pt x="14748" y="3704"/>
                  </a:cubicBezTo>
                  <a:cubicBezTo>
                    <a:pt x="16583" y="2266"/>
                    <a:pt x="18633" y="1042"/>
                    <a:pt x="20928" y="522"/>
                  </a:cubicBezTo>
                  <a:cubicBezTo>
                    <a:pt x="21225" y="463"/>
                    <a:pt x="21176" y="0"/>
                    <a:pt x="208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5" name="Google Shape;8745;p338"/>
            <p:cNvSpPr/>
            <p:nvPr/>
          </p:nvSpPr>
          <p:spPr>
            <a:xfrm>
              <a:off x="1505900" y="1828975"/>
              <a:ext cx="225875" cy="227350"/>
            </a:xfrm>
            <a:custGeom>
              <a:rect b="b" l="l" r="r" t="t"/>
              <a:pathLst>
                <a:path extrusionOk="0" h="9094" w="9035">
                  <a:moveTo>
                    <a:pt x="8737" y="0"/>
                  </a:moveTo>
                  <a:cubicBezTo>
                    <a:pt x="8720" y="0"/>
                    <a:pt x="8703" y="2"/>
                    <a:pt x="8684" y="5"/>
                  </a:cubicBezTo>
                  <a:cubicBezTo>
                    <a:pt x="6512" y="280"/>
                    <a:pt x="4003" y="1076"/>
                    <a:pt x="2810" y="3065"/>
                  </a:cubicBezTo>
                  <a:cubicBezTo>
                    <a:pt x="2259" y="3983"/>
                    <a:pt x="2014" y="5023"/>
                    <a:pt x="1678" y="6032"/>
                  </a:cubicBezTo>
                  <a:cubicBezTo>
                    <a:pt x="1525" y="6491"/>
                    <a:pt x="1372" y="6981"/>
                    <a:pt x="1096" y="7440"/>
                  </a:cubicBezTo>
                  <a:cubicBezTo>
                    <a:pt x="974" y="7623"/>
                    <a:pt x="821" y="7838"/>
                    <a:pt x="668" y="8021"/>
                  </a:cubicBezTo>
                  <a:cubicBezTo>
                    <a:pt x="484" y="8205"/>
                    <a:pt x="240" y="8327"/>
                    <a:pt x="117" y="8572"/>
                  </a:cubicBezTo>
                  <a:cubicBezTo>
                    <a:pt x="0" y="8777"/>
                    <a:pt x="135" y="9094"/>
                    <a:pt x="388" y="9094"/>
                  </a:cubicBezTo>
                  <a:cubicBezTo>
                    <a:pt x="400" y="9094"/>
                    <a:pt x="411" y="9093"/>
                    <a:pt x="423" y="9092"/>
                  </a:cubicBezTo>
                  <a:cubicBezTo>
                    <a:pt x="913" y="9061"/>
                    <a:pt x="1280" y="8602"/>
                    <a:pt x="1555" y="8235"/>
                  </a:cubicBezTo>
                  <a:cubicBezTo>
                    <a:pt x="1861" y="7838"/>
                    <a:pt x="2075" y="7379"/>
                    <a:pt x="2259" y="6920"/>
                  </a:cubicBezTo>
                  <a:cubicBezTo>
                    <a:pt x="2626" y="5971"/>
                    <a:pt x="2810" y="4962"/>
                    <a:pt x="3238" y="4013"/>
                  </a:cubicBezTo>
                  <a:cubicBezTo>
                    <a:pt x="3697" y="3003"/>
                    <a:pt x="4431" y="2269"/>
                    <a:pt x="5410" y="1749"/>
                  </a:cubicBezTo>
                  <a:cubicBezTo>
                    <a:pt x="6481" y="1198"/>
                    <a:pt x="7644" y="954"/>
                    <a:pt x="8745" y="586"/>
                  </a:cubicBezTo>
                  <a:cubicBezTo>
                    <a:pt x="9034" y="471"/>
                    <a:pt x="9023" y="0"/>
                    <a:pt x="873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6" name="Google Shape;8746;p338"/>
            <p:cNvSpPr/>
            <p:nvPr/>
          </p:nvSpPr>
          <p:spPr>
            <a:xfrm>
              <a:off x="1409375" y="2007925"/>
              <a:ext cx="132350" cy="279400"/>
            </a:xfrm>
            <a:custGeom>
              <a:rect b="b" l="l" r="r" t="t"/>
              <a:pathLst>
                <a:path extrusionOk="0" h="11176" w="5294">
                  <a:moveTo>
                    <a:pt x="4493" y="1"/>
                  </a:moveTo>
                  <a:cubicBezTo>
                    <a:pt x="3780" y="1"/>
                    <a:pt x="3105" y="402"/>
                    <a:pt x="2632" y="924"/>
                  </a:cubicBezTo>
                  <a:cubicBezTo>
                    <a:pt x="1928" y="1689"/>
                    <a:pt x="1592" y="2699"/>
                    <a:pt x="1316" y="3678"/>
                  </a:cubicBezTo>
                  <a:cubicBezTo>
                    <a:pt x="1010" y="4810"/>
                    <a:pt x="735" y="6003"/>
                    <a:pt x="521" y="7166"/>
                  </a:cubicBezTo>
                  <a:cubicBezTo>
                    <a:pt x="399" y="7778"/>
                    <a:pt x="307" y="8390"/>
                    <a:pt x="246" y="9002"/>
                  </a:cubicBezTo>
                  <a:cubicBezTo>
                    <a:pt x="154" y="9583"/>
                    <a:pt x="1" y="10225"/>
                    <a:pt x="62" y="10837"/>
                  </a:cubicBezTo>
                  <a:cubicBezTo>
                    <a:pt x="97" y="11046"/>
                    <a:pt x="280" y="11176"/>
                    <a:pt x="454" y="11176"/>
                  </a:cubicBezTo>
                  <a:cubicBezTo>
                    <a:pt x="586" y="11176"/>
                    <a:pt x="713" y="11101"/>
                    <a:pt x="766" y="10929"/>
                  </a:cubicBezTo>
                  <a:cubicBezTo>
                    <a:pt x="919" y="10470"/>
                    <a:pt x="919" y="9950"/>
                    <a:pt x="980" y="9461"/>
                  </a:cubicBezTo>
                  <a:cubicBezTo>
                    <a:pt x="1041" y="8910"/>
                    <a:pt x="1133" y="8390"/>
                    <a:pt x="1225" y="7839"/>
                  </a:cubicBezTo>
                  <a:cubicBezTo>
                    <a:pt x="1408" y="6799"/>
                    <a:pt x="1622" y="5789"/>
                    <a:pt x="1867" y="4779"/>
                  </a:cubicBezTo>
                  <a:cubicBezTo>
                    <a:pt x="2295" y="3005"/>
                    <a:pt x="2785" y="833"/>
                    <a:pt x="4927" y="588"/>
                  </a:cubicBezTo>
                  <a:cubicBezTo>
                    <a:pt x="5202" y="557"/>
                    <a:pt x="5294" y="129"/>
                    <a:pt x="4988" y="68"/>
                  </a:cubicBezTo>
                  <a:cubicBezTo>
                    <a:pt x="4822" y="22"/>
                    <a:pt x="4656" y="1"/>
                    <a:pt x="449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7" name="Google Shape;8747;p338"/>
            <p:cNvSpPr/>
            <p:nvPr/>
          </p:nvSpPr>
          <p:spPr>
            <a:xfrm>
              <a:off x="1335175" y="2225225"/>
              <a:ext cx="168250" cy="354275"/>
            </a:xfrm>
            <a:custGeom>
              <a:rect b="b" l="l" r="r" t="t"/>
              <a:pathLst>
                <a:path extrusionOk="0" h="14171" w="6730">
                  <a:moveTo>
                    <a:pt x="6309" y="0"/>
                  </a:moveTo>
                  <a:cubicBezTo>
                    <a:pt x="6267" y="0"/>
                    <a:pt x="6224" y="11"/>
                    <a:pt x="6181" y="34"/>
                  </a:cubicBezTo>
                  <a:cubicBezTo>
                    <a:pt x="5110" y="646"/>
                    <a:pt x="4070" y="1472"/>
                    <a:pt x="3152" y="2329"/>
                  </a:cubicBezTo>
                  <a:cubicBezTo>
                    <a:pt x="2265" y="3186"/>
                    <a:pt x="1470" y="4165"/>
                    <a:pt x="949" y="5297"/>
                  </a:cubicBezTo>
                  <a:cubicBezTo>
                    <a:pt x="1" y="7438"/>
                    <a:pt x="246" y="9917"/>
                    <a:pt x="1561" y="11875"/>
                  </a:cubicBezTo>
                  <a:cubicBezTo>
                    <a:pt x="1929" y="12395"/>
                    <a:pt x="2326" y="12854"/>
                    <a:pt x="2816" y="13252"/>
                  </a:cubicBezTo>
                  <a:cubicBezTo>
                    <a:pt x="3275" y="13649"/>
                    <a:pt x="3825" y="14078"/>
                    <a:pt x="4437" y="14169"/>
                  </a:cubicBezTo>
                  <a:cubicBezTo>
                    <a:pt x="4447" y="14170"/>
                    <a:pt x="4457" y="14171"/>
                    <a:pt x="4467" y="14171"/>
                  </a:cubicBezTo>
                  <a:cubicBezTo>
                    <a:pt x="4785" y="14171"/>
                    <a:pt x="4950" y="13705"/>
                    <a:pt x="4713" y="13527"/>
                  </a:cubicBezTo>
                  <a:cubicBezTo>
                    <a:pt x="4223" y="13068"/>
                    <a:pt x="3611" y="12854"/>
                    <a:pt x="3122" y="12395"/>
                  </a:cubicBezTo>
                  <a:cubicBezTo>
                    <a:pt x="2663" y="11936"/>
                    <a:pt x="2234" y="11385"/>
                    <a:pt x="1929" y="10804"/>
                  </a:cubicBezTo>
                  <a:cubicBezTo>
                    <a:pt x="1347" y="9702"/>
                    <a:pt x="1072" y="8356"/>
                    <a:pt x="1286" y="7071"/>
                  </a:cubicBezTo>
                  <a:cubicBezTo>
                    <a:pt x="1500" y="5694"/>
                    <a:pt x="2296" y="4471"/>
                    <a:pt x="3244" y="3430"/>
                  </a:cubicBezTo>
                  <a:cubicBezTo>
                    <a:pt x="4254" y="2360"/>
                    <a:pt x="5447" y="1503"/>
                    <a:pt x="6548" y="493"/>
                  </a:cubicBezTo>
                  <a:cubicBezTo>
                    <a:pt x="6729" y="312"/>
                    <a:pt x="6539" y="0"/>
                    <a:pt x="630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8" name="Google Shape;8748;p338"/>
            <p:cNvSpPr/>
            <p:nvPr/>
          </p:nvSpPr>
          <p:spPr>
            <a:xfrm>
              <a:off x="1334425" y="2485825"/>
              <a:ext cx="44725" cy="184125"/>
            </a:xfrm>
            <a:custGeom>
              <a:rect b="b" l="l" r="r" t="t"/>
              <a:pathLst>
                <a:path extrusionOk="0" h="7365" w="1789">
                  <a:moveTo>
                    <a:pt x="1463" y="0"/>
                  </a:moveTo>
                  <a:cubicBezTo>
                    <a:pt x="1400" y="0"/>
                    <a:pt x="1337" y="23"/>
                    <a:pt x="1285" y="74"/>
                  </a:cubicBezTo>
                  <a:cubicBezTo>
                    <a:pt x="857" y="533"/>
                    <a:pt x="612" y="1145"/>
                    <a:pt x="429" y="1726"/>
                  </a:cubicBezTo>
                  <a:cubicBezTo>
                    <a:pt x="215" y="2338"/>
                    <a:pt x="92" y="2950"/>
                    <a:pt x="62" y="3592"/>
                  </a:cubicBezTo>
                  <a:cubicBezTo>
                    <a:pt x="0" y="4204"/>
                    <a:pt x="31" y="4847"/>
                    <a:pt x="153" y="5459"/>
                  </a:cubicBezTo>
                  <a:cubicBezTo>
                    <a:pt x="245" y="6071"/>
                    <a:pt x="368" y="6774"/>
                    <a:pt x="796" y="7264"/>
                  </a:cubicBezTo>
                  <a:cubicBezTo>
                    <a:pt x="846" y="7334"/>
                    <a:pt x="926" y="7365"/>
                    <a:pt x="1009" y="7365"/>
                  </a:cubicBezTo>
                  <a:cubicBezTo>
                    <a:pt x="1180" y="7365"/>
                    <a:pt x="1367" y="7235"/>
                    <a:pt x="1347" y="7050"/>
                  </a:cubicBezTo>
                  <a:cubicBezTo>
                    <a:pt x="1285" y="6468"/>
                    <a:pt x="1041" y="5918"/>
                    <a:pt x="918" y="5367"/>
                  </a:cubicBezTo>
                  <a:cubicBezTo>
                    <a:pt x="826" y="4786"/>
                    <a:pt x="796" y="4235"/>
                    <a:pt x="826" y="3654"/>
                  </a:cubicBezTo>
                  <a:cubicBezTo>
                    <a:pt x="857" y="3072"/>
                    <a:pt x="949" y="2522"/>
                    <a:pt x="1102" y="1971"/>
                  </a:cubicBezTo>
                  <a:cubicBezTo>
                    <a:pt x="1255" y="1390"/>
                    <a:pt x="1561" y="900"/>
                    <a:pt x="1744" y="349"/>
                  </a:cubicBezTo>
                  <a:cubicBezTo>
                    <a:pt x="1788" y="151"/>
                    <a:pt x="1626" y="0"/>
                    <a:pt x="146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9" name="Google Shape;8749;p338"/>
            <p:cNvSpPr/>
            <p:nvPr/>
          </p:nvSpPr>
          <p:spPr>
            <a:xfrm>
              <a:off x="1331375" y="2616100"/>
              <a:ext cx="249450" cy="419425"/>
            </a:xfrm>
            <a:custGeom>
              <a:rect b="b" l="l" r="r" t="t"/>
              <a:pathLst>
                <a:path extrusionOk="0" h="16777" w="9978">
                  <a:moveTo>
                    <a:pt x="2450" y="1"/>
                  </a:moveTo>
                  <a:cubicBezTo>
                    <a:pt x="2394" y="1"/>
                    <a:pt x="2339" y="20"/>
                    <a:pt x="2295" y="64"/>
                  </a:cubicBezTo>
                  <a:cubicBezTo>
                    <a:pt x="153" y="1992"/>
                    <a:pt x="31" y="5418"/>
                    <a:pt x="0" y="8080"/>
                  </a:cubicBezTo>
                  <a:cubicBezTo>
                    <a:pt x="0" y="9580"/>
                    <a:pt x="153" y="11140"/>
                    <a:pt x="887" y="12486"/>
                  </a:cubicBezTo>
                  <a:cubicBezTo>
                    <a:pt x="1560" y="13710"/>
                    <a:pt x="2692" y="14628"/>
                    <a:pt x="3886" y="15240"/>
                  </a:cubicBezTo>
                  <a:cubicBezTo>
                    <a:pt x="5568" y="16096"/>
                    <a:pt x="7435" y="16433"/>
                    <a:pt x="9270" y="16770"/>
                  </a:cubicBezTo>
                  <a:cubicBezTo>
                    <a:pt x="9298" y="16774"/>
                    <a:pt x="9324" y="16777"/>
                    <a:pt x="9350" y="16777"/>
                  </a:cubicBezTo>
                  <a:cubicBezTo>
                    <a:pt x="9811" y="16777"/>
                    <a:pt x="9977" y="16030"/>
                    <a:pt x="9485" y="15943"/>
                  </a:cubicBezTo>
                  <a:cubicBezTo>
                    <a:pt x="6762" y="15484"/>
                    <a:pt x="3580" y="14934"/>
                    <a:pt x="1897" y="12517"/>
                  </a:cubicBezTo>
                  <a:cubicBezTo>
                    <a:pt x="1071" y="11354"/>
                    <a:pt x="857" y="9947"/>
                    <a:pt x="826" y="8570"/>
                  </a:cubicBezTo>
                  <a:cubicBezTo>
                    <a:pt x="795" y="7224"/>
                    <a:pt x="857" y="5816"/>
                    <a:pt x="1071" y="4470"/>
                  </a:cubicBezTo>
                  <a:cubicBezTo>
                    <a:pt x="1316" y="3001"/>
                    <a:pt x="1836" y="1655"/>
                    <a:pt x="2692" y="401"/>
                  </a:cubicBezTo>
                  <a:cubicBezTo>
                    <a:pt x="2808" y="192"/>
                    <a:pt x="2625" y="1"/>
                    <a:pt x="245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0" name="Google Shape;8750;p338"/>
            <p:cNvSpPr/>
            <p:nvPr/>
          </p:nvSpPr>
          <p:spPr>
            <a:xfrm>
              <a:off x="1475350" y="3012875"/>
              <a:ext cx="957325" cy="539075"/>
            </a:xfrm>
            <a:custGeom>
              <a:rect b="b" l="l" r="r" t="t"/>
              <a:pathLst>
                <a:path extrusionOk="0" h="21563" w="38293">
                  <a:moveTo>
                    <a:pt x="372" y="0"/>
                  </a:moveTo>
                  <a:cubicBezTo>
                    <a:pt x="194" y="0"/>
                    <a:pt x="0" y="197"/>
                    <a:pt x="85" y="409"/>
                  </a:cubicBezTo>
                  <a:cubicBezTo>
                    <a:pt x="2349" y="5365"/>
                    <a:pt x="4980" y="10383"/>
                    <a:pt x="9692" y="13382"/>
                  </a:cubicBezTo>
                  <a:cubicBezTo>
                    <a:pt x="12078" y="14911"/>
                    <a:pt x="14771" y="15829"/>
                    <a:pt x="17463" y="16594"/>
                  </a:cubicBezTo>
                  <a:cubicBezTo>
                    <a:pt x="20492" y="17420"/>
                    <a:pt x="23521" y="18124"/>
                    <a:pt x="26550" y="18858"/>
                  </a:cubicBezTo>
                  <a:cubicBezTo>
                    <a:pt x="30221" y="19745"/>
                    <a:pt x="33893" y="20633"/>
                    <a:pt x="37534" y="21551"/>
                  </a:cubicBezTo>
                  <a:cubicBezTo>
                    <a:pt x="37572" y="21559"/>
                    <a:pt x="37609" y="21563"/>
                    <a:pt x="37645" y="21563"/>
                  </a:cubicBezTo>
                  <a:cubicBezTo>
                    <a:pt x="38140" y="21563"/>
                    <a:pt x="38293" y="20808"/>
                    <a:pt x="37779" y="20694"/>
                  </a:cubicBezTo>
                  <a:cubicBezTo>
                    <a:pt x="31568" y="19164"/>
                    <a:pt x="25326" y="17696"/>
                    <a:pt x="19115" y="16105"/>
                  </a:cubicBezTo>
                  <a:cubicBezTo>
                    <a:pt x="16423" y="15431"/>
                    <a:pt x="13700" y="14636"/>
                    <a:pt x="11252" y="13290"/>
                  </a:cubicBezTo>
                  <a:cubicBezTo>
                    <a:pt x="8835" y="11974"/>
                    <a:pt x="6816" y="10138"/>
                    <a:pt x="5194" y="7936"/>
                  </a:cubicBezTo>
                  <a:cubicBezTo>
                    <a:pt x="3389" y="5518"/>
                    <a:pt x="1982" y="2795"/>
                    <a:pt x="574" y="134"/>
                  </a:cubicBezTo>
                  <a:cubicBezTo>
                    <a:pt x="527" y="39"/>
                    <a:pt x="451" y="0"/>
                    <a:pt x="37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1" name="Google Shape;8751;p338"/>
            <p:cNvSpPr/>
            <p:nvPr/>
          </p:nvSpPr>
          <p:spPr>
            <a:xfrm>
              <a:off x="1908850" y="3096525"/>
              <a:ext cx="586475" cy="121250"/>
            </a:xfrm>
            <a:custGeom>
              <a:rect b="b" l="l" r="r" t="t"/>
              <a:pathLst>
                <a:path extrusionOk="0" h="4850" w="23459">
                  <a:moveTo>
                    <a:pt x="398" y="0"/>
                  </a:moveTo>
                  <a:cubicBezTo>
                    <a:pt x="92" y="0"/>
                    <a:pt x="1" y="520"/>
                    <a:pt x="337" y="581"/>
                  </a:cubicBezTo>
                  <a:cubicBezTo>
                    <a:pt x="3580" y="1071"/>
                    <a:pt x="6885" y="1377"/>
                    <a:pt x="10097" y="2111"/>
                  </a:cubicBezTo>
                  <a:cubicBezTo>
                    <a:pt x="11688" y="2448"/>
                    <a:pt x="13279" y="2876"/>
                    <a:pt x="14809" y="3457"/>
                  </a:cubicBezTo>
                  <a:cubicBezTo>
                    <a:pt x="16278" y="3978"/>
                    <a:pt x="17716" y="4620"/>
                    <a:pt x="19276" y="4804"/>
                  </a:cubicBezTo>
                  <a:cubicBezTo>
                    <a:pt x="19521" y="4833"/>
                    <a:pt x="19790" y="4850"/>
                    <a:pt x="20070" y="4850"/>
                  </a:cubicBezTo>
                  <a:cubicBezTo>
                    <a:pt x="21255" y="4850"/>
                    <a:pt x="22640" y="4545"/>
                    <a:pt x="23284" y="3580"/>
                  </a:cubicBezTo>
                  <a:cubicBezTo>
                    <a:pt x="23459" y="3330"/>
                    <a:pt x="23226" y="3080"/>
                    <a:pt x="22984" y="3080"/>
                  </a:cubicBezTo>
                  <a:cubicBezTo>
                    <a:pt x="22930" y="3080"/>
                    <a:pt x="22876" y="3093"/>
                    <a:pt x="22825" y="3121"/>
                  </a:cubicBezTo>
                  <a:cubicBezTo>
                    <a:pt x="22244" y="3396"/>
                    <a:pt x="21754" y="3763"/>
                    <a:pt x="21112" y="3916"/>
                  </a:cubicBezTo>
                  <a:cubicBezTo>
                    <a:pt x="20772" y="3997"/>
                    <a:pt x="20416" y="4035"/>
                    <a:pt x="20057" y="4035"/>
                  </a:cubicBezTo>
                  <a:cubicBezTo>
                    <a:pt x="19735" y="4035"/>
                    <a:pt x="19410" y="4005"/>
                    <a:pt x="19092" y="3947"/>
                  </a:cubicBezTo>
                  <a:cubicBezTo>
                    <a:pt x="17593" y="3733"/>
                    <a:pt x="16186" y="3060"/>
                    <a:pt x="14778" y="2570"/>
                  </a:cubicBezTo>
                  <a:cubicBezTo>
                    <a:pt x="11841" y="1530"/>
                    <a:pt x="8751" y="949"/>
                    <a:pt x="5661" y="520"/>
                  </a:cubicBezTo>
                  <a:cubicBezTo>
                    <a:pt x="3917" y="276"/>
                    <a:pt x="2142" y="123"/>
                    <a:pt x="3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2" name="Google Shape;8752;p338"/>
            <p:cNvSpPr/>
            <p:nvPr/>
          </p:nvSpPr>
          <p:spPr>
            <a:xfrm>
              <a:off x="2072150" y="2371825"/>
              <a:ext cx="246175" cy="127675"/>
            </a:xfrm>
            <a:custGeom>
              <a:rect b="b" l="l" r="r" t="t"/>
              <a:pathLst>
                <a:path extrusionOk="0" h="5107" w="9847">
                  <a:moveTo>
                    <a:pt x="480" y="0"/>
                  </a:moveTo>
                  <a:cubicBezTo>
                    <a:pt x="196" y="0"/>
                    <a:pt x="1" y="340"/>
                    <a:pt x="230" y="595"/>
                  </a:cubicBezTo>
                  <a:cubicBezTo>
                    <a:pt x="597" y="993"/>
                    <a:pt x="965" y="1360"/>
                    <a:pt x="1301" y="1819"/>
                  </a:cubicBezTo>
                  <a:cubicBezTo>
                    <a:pt x="1607" y="2248"/>
                    <a:pt x="1913" y="2706"/>
                    <a:pt x="2250" y="3135"/>
                  </a:cubicBezTo>
                  <a:cubicBezTo>
                    <a:pt x="2892" y="3961"/>
                    <a:pt x="3688" y="4665"/>
                    <a:pt x="4728" y="4940"/>
                  </a:cubicBezTo>
                  <a:cubicBezTo>
                    <a:pt x="5109" y="5052"/>
                    <a:pt x="5499" y="5107"/>
                    <a:pt x="5887" y="5107"/>
                  </a:cubicBezTo>
                  <a:cubicBezTo>
                    <a:pt x="6555" y="5107"/>
                    <a:pt x="7217" y="4944"/>
                    <a:pt x="7818" y="4634"/>
                  </a:cubicBezTo>
                  <a:cubicBezTo>
                    <a:pt x="8675" y="4206"/>
                    <a:pt x="9593" y="3349"/>
                    <a:pt x="9807" y="2400"/>
                  </a:cubicBezTo>
                  <a:cubicBezTo>
                    <a:pt x="9846" y="2162"/>
                    <a:pt x="9680" y="2001"/>
                    <a:pt x="9500" y="2001"/>
                  </a:cubicBezTo>
                  <a:cubicBezTo>
                    <a:pt x="9402" y="2001"/>
                    <a:pt x="9301" y="2048"/>
                    <a:pt x="9225" y="2156"/>
                  </a:cubicBezTo>
                  <a:cubicBezTo>
                    <a:pt x="8950" y="2523"/>
                    <a:pt x="8766" y="2921"/>
                    <a:pt x="8430" y="3257"/>
                  </a:cubicBezTo>
                  <a:cubicBezTo>
                    <a:pt x="8093" y="3563"/>
                    <a:pt x="7726" y="3838"/>
                    <a:pt x="7328" y="4022"/>
                  </a:cubicBezTo>
                  <a:cubicBezTo>
                    <a:pt x="6888" y="4221"/>
                    <a:pt x="6414" y="4314"/>
                    <a:pt x="5942" y="4314"/>
                  </a:cubicBezTo>
                  <a:cubicBezTo>
                    <a:pt x="5396" y="4314"/>
                    <a:pt x="4852" y="4190"/>
                    <a:pt x="4361" y="3961"/>
                  </a:cubicBezTo>
                  <a:cubicBezTo>
                    <a:pt x="3504" y="3533"/>
                    <a:pt x="2953" y="2768"/>
                    <a:pt x="2433" y="2003"/>
                  </a:cubicBezTo>
                  <a:cubicBezTo>
                    <a:pt x="1944" y="1299"/>
                    <a:pt x="1424" y="473"/>
                    <a:pt x="659" y="45"/>
                  </a:cubicBezTo>
                  <a:cubicBezTo>
                    <a:pt x="597" y="14"/>
                    <a:pt x="537" y="0"/>
                    <a:pt x="48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3" name="Google Shape;8753;p338"/>
            <p:cNvSpPr/>
            <p:nvPr/>
          </p:nvSpPr>
          <p:spPr>
            <a:xfrm>
              <a:off x="2076375" y="1926600"/>
              <a:ext cx="181325" cy="475050"/>
            </a:xfrm>
            <a:custGeom>
              <a:rect b="b" l="l" r="r" t="t"/>
              <a:pathLst>
                <a:path extrusionOk="0" h="19002" w="7253">
                  <a:moveTo>
                    <a:pt x="6607" y="1"/>
                  </a:moveTo>
                  <a:cubicBezTo>
                    <a:pt x="6547" y="1"/>
                    <a:pt x="6485" y="15"/>
                    <a:pt x="6425" y="47"/>
                  </a:cubicBezTo>
                  <a:cubicBezTo>
                    <a:pt x="4161" y="1301"/>
                    <a:pt x="4008" y="4483"/>
                    <a:pt x="3886" y="6717"/>
                  </a:cubicBezTo>
                  <a:cubicBezTo>
                    <a:pt x="3794" y="8277"/>
                    <a:pt x="3580" y="9715"/>
                    <a:pt x="2815" y="11092"/>
                  </a:cubicBezTo>
                  <a:cubicBezTo>
                    <a:pt x="2142" y="12316"/>
                    <a:pt x="1285" y="13448"/>
                    <a:pt x="826" y="14763"/>
                  </a:cubicBezTo>
                  <a:cubicBezTo>
                    <a:pt x="337" y="16079"/>
                    <a:pt x="184" y="17701"/>
                    <a:pt x="1071" y="18863"/>
                  </a:cubicBezTo>
                  <a:cubicBezTo>
                    <a:pt x="1149" y="18960"/>
                    <a:pt x="1244" y="19002"/>
                    <a:pt x="1335" y="19002"/>
                  </a:cubicBezTo>
                  <a:cubicBezTo>
                    <a:pt x="1529" y="19002"/>
                    <a:pt x="1696" y="18808"/>
                    <a:pt x="1591" y="18557"/>
                  </a:cubicBezTo>
                  <a:cubicBezTo>
                    <a:pt x="0" y="15314"/>
                    <a:pt x="3580" y="12469"/>
                    <a:pt x="4375" y="9532"/>
                  </a:cubicBezTo>
                  <a:cubicBezTo>
                    <a:pt x="4834" y="7818"/>
                    <a:pt x="4651" y="6074"/>
                    <a:pt x="4926" y="4361"/>
                  </a:cubicBezTo>
                  <a:cubicBezTo>
                    <a:pt x="5048" y="3657"/>
                    <a:pt x="5232" y="2984"/>
                    <a:pt x="5538" y="2342"/>
                  </a:cubicBezTo>
                  <a:cubicBezTo>
                    <a:pt x="5874" y="1638"/>
                    <a:pt x="6333" y="1148"/>
                    <a:pt x="6915" y="689"/>
                  </a:cubicBezTo>
                  <a:cubicBezTo>
                    <a:pt x="7253" y="455"/>
                    <a:pt x="6950" y="1"/>
                    <a:pt x="66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4" name="Google Shape;8754;p338"/>
            <p:cNvSpPr/>
            <p:nvPr/>
          </p:nvSpPr>
          <p:spPr>
            <a:xfrm>
              <a:off x="3705025" y="3861475"/>
              <a:ext cx="379825" cy="273350"/>
            </a:xfrm>
            <a:custGeom>
              <a:rect b="b" l="l" r="r" t="t"/>
              <a:pathLst>
                <a:path extrusionOk="0" h="10934" w="15193">
                  <a:moveTo>
                    <a:pt x="359" y="0"/>
                  </a:moveTo>
                  <a:cubicBezTo>
                    <a:pt x="174" y="0"/>
                    <a:pt x="1" y="222"/>
                    <a:pt x="114" y="426"/>
                  </a:cubicBezTo>
                  <a:cubicBezTo>
                    <a:pt x="818" y="1742"/>
                    <a:pt x="1858" y="2966"/>
                    <a:pt x="2899" y="4037"/>
                  </a:cubicBezTo>
                  <a:cubicBezTo>
                    <a:pt x="3939" y="5107"/>
                    <a:pt x="5071" y="6117"/>
                    <a:pt x="6295" y="6974"/>
                  </a:cubicBezTo>
                  <a:cubicBezTo>
                    <a:pt x="8773" y="8779"/>
                    <a:pt x="11557" y="10125"/>
                    <a:pt x="14525" y="10921"/>
                  </a:cubicBezTo>
                  <a:cubicBezTo>
                    <a:pt x="14561" y="10930"/>
                    <a:pt x="14596" y="10934"/>
                    <a:pt x="14628" y="10934"/>
                  </a:cubicBezTo>
                  <a:cubicBezTo>
                    <a:pt x="15042" y="10934"/>
                    <a:pt x="15193" y="10267"/>
                    <a:pt x="14739" y="10125"/>
                  </a:cubicBezTo>
                  <a:cubicBezTo>
                    <a:pt x="11863" y="9360"/>
                    <a:pt x="9171" y="8075"/>
                    <a:pt x="6754" y="6362"/>
                  </a:cubicBezTo>
                  <a:cubicBezTo>
                    <a:pt x="5561" y="5505"/>
                    <a:pt x="4459" y="4526"/>
                    <a:pt x="3419" y="3486"/>
                  </a:cubicBezTo>
                  <a:cubicBezTo>
                    <a:pt x="2379" y="2415"/>
                    <a:pt x="1491" y="1222"/>
                    <a:pt x="543" y="90"/>
                  </a:cubicBezTo>
                  <a:cubicBezTo>
                    <a:pt x="488" y="27"/>
                    <a:pt x="423" y="0"/>
                    <a:pt x="35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5" name="Google Shape;8755;p338"/>
            <p:cNvSpPr/>
            <p:nvPr/>
          </p:nvSpPr>
          <p:spPr>
            <a:xfrm>
              <a:off x="4067550" y="4114775"/>
              <a:ext cx="375050" cy="385825"/>
            </a:xfrm>
            <a:custGeom>
              <a:rect b="b" l="l" r="r" t="t"/>
              <a:pathLst>
                <a:path extrusionOk="0" h="15433" w="15002">
                  <a:moveTo>
                    <a:pt x="396" y="0"/>
                  </a:moveTo>
                  <a:cubicBezTo>
                    <a:pt x="200" y="0"/>
                    <a:pt x="0" y="244"/>
                    <a:pt x="116" y="452"/>
                  </a:cubicBezTo>
                  <a:cubicBezTo>
                    <a:pt x="1003" y="1890"/>
                    <a:pt x="2135" y="3267"/>
                    <a:pt x="3206" y="4582"/>
                  </a:cubicBezTo>
                  <a:cubicBezTo>
                    <a:pt x="4307" y="5898"/>
                    <a:pt x="5439" y="7183"/>
                    <a:pt x="6633" y="8437"/>
                  </a:cubicBezTo>
                  <a:cubicBezTo>
                    <a:pt x="7826" y="9692"/>
                    <a:pt x="9050" y="10885"/>
                    <a:pt x="10335" y="12048"/>
                  </a:cubicBezTo>
                  <a:cubicBezTo>
                    <a:pt x="10947" y="12629"/>
                    <a:pt x="11589" y="13180"/>
                    <a:pt x="12232" y="13731"/>
                  </a:cubicBezTo>
                  <a:cubicBezTo>
                    <a:pt x="12874" y="14281"/>
                    <a:pt x="13547" y="14954"/>
                    <a:pt x="14282" y="15383"/>
                  </a:cubicBezTo>
                  <a:cubicBezTo>
                    <a:pt x="14346" y="15418"/>
                    <a:pt x="14410" y="15433"/>
                    <a:pt x="14471" y="15433"/>
                  </a:cubicBezTo>
                  <a:cubicBezTo>
                    <a:pt x="14782" y="15433"/>
                    <a:pt x="15002" y="15027"/>
                    <a:pt x="14771" y="14771"/>
                  </a:cubicBezTo>
                  <a:cubicBezTo>
                    <a:pt x="14220" y="14159"/>
                    <a:pt x="13455" y="13669"/>
                    <a:pt x="12844" y="13119"/>
                  </a:cubicBezTo>
                  <a:cubicBezTo>
                    <a:pt x="12201" y="12568"/>
                    <a:pt x="11559" y="12017"/>
                    <a:pt x="10916" y="11436"/>
                  </a:cubicBezTo>
                  <a:cubicBezTo>
                    <a:pt x="9662" y="10273"/>
                    <a:pt x="8438" y="9080"/>
                    <a:pt x="7245" y="7826"/>
                  </a:cubicBezTo>
                  <a:cubicBezTo>
                    <a:pt x="6051" y="6632"/>
                    <a:pt x="4919" y="5378"/>
                    <a:pt x="3818" y="4093"/>
                  </a:cubicBezTo>
                  <a:cubicBezTo>
                    <a:pt x="2716" y="2777"/>
                    <a:pt x="1707" y="1370"/>
                    <a:pt x="575" y="85"/>
                  </a:cubicBezTo>
                  <a:cubicBezTo>
                    <a:pt x="523" y="25"/>
                    <a:pt x="460" y="0"/>
                    <a:pt x="39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6" name="Google Shape;8756;p338"/>
            <p:cNvSpPr/>
            <p:nvPr/>
          </p:nvSpPr>
          <p:spPr>
            <a:xfrm>
              <a:off x="4410075" y="4491375"/>
              <a:ext cx="255200" cy="648775"/>
            </a:xfrm>
            <a:custGeom>
              <a:rect b="b" l="l" r="r" t="t"/>
              <a:pathLst>
                <a:path extrusionOk="0" h="25951" w="10208">
                  <a:moveTo>
                    <a:pt x="341" y="0"/>
                  </a:moveTo>
                  <a:cubicBezTo>
                    <a:pt x="177" y="0"/>
                    <a:pt x="0" y="148"/>
                    <a:pt x="60" y="349"/>
                  </a:cubicBezTo>
                  <a:cubicBezTo>
                    <a:pt x="550" y="2032"/>
                    <a:pt x="1223" y="3684"/>
                    <a:pt x="1835" y="5336"/>
                  </a:cubicBezTo>
                  <a:cubicBezTo>
                    <a:pt x="2447" y="6989"/>
                    <a:pt x="3028" y="8610"/>
                    <a:pt x="3640" y="10262"/>
                  </a:cubicBezTo>
                  <a:cubicBezTo>
                    <a:pt x="4864" y="13567"/>
                    <a:pt x="6088" y="16902"/>
                    <a:pt x="7312" y="20236"/>
                  </a:cubicBezTo>
                  <a:cubicBezTo>
                    <a:pt x="7648" y="21154"/>
                    <a:pt x="8015" y="22072"/>
                    <a:pt x="8352" y="22990"/>
                  </a:cubicBezTo>
                  <a:cubicBezTo>
                    <a:pt x="8688" y="23908"/>
                    <a:pt x="8994" y="24856"/>
                    <a:pt x="9392" y="25744"/>
                  </a:cubicBezTo>
                  <a:cubicBezTo>
                    <a:pt x="9465" y="25889"/>
                    <a:pt x="9587" y="25950"/>
                    <a:pt x="9712" y="25950"/>
                  </a:cubicBezTo>
                  <a:cubicBezTo>
                    <a:pt x="9955" y="25950"/>
                    <a:pt x="10207" y="25721"/>
                    <a:pt x="10126" y="25438"/>
                  </a:cubicBezTo>
                  <a:cubicBezTo>
                    <a:pt x="9882" y="24612"/>
                    <a:pt x="9514" y="23786"/>
                    <a:pt x="9209" y="22960"/>
                  </a:cubicBezTo>
                  <a:cubicBezTo>
                    <a:pt x="8903" y="22133"/>
                    <a:pt x="8597" y="21277"/>
                    <a:pt x="8291" y="20451"/>
                  </a:cubicBezTo>
                  <a:cubicBezTo>
                    <a:pt x="7679" y="18829"/>
                    <a:pt x="7067" y="17208"/>
                    <a:pt x="6455" y="15555"/>
                  </a:cubicBezTo>
                  <a:cubicBezTo>
                    <a:pt x="5200" y="12251"/>
                    <a:pt x="3946" y="8916"/>
                    <a:pt x="2661" y="5612"/>
                  </a:cubicBezTo>
                  <a:cubicBezTo>
                    <a:pt x="1988" y="3776"/>
                    <a:pt x="1376" y="1910"/>
                    <a:pt x="550" y="135"/>
                  </a:cubicBezTo>
                  <a:cubicBezTo>
                    <a:pt x="508" y="41"/>
                    <a:pt x="426" y="0"/>
                    <a:pt x="3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7" name="Google Shape;8757;p338"/>
            <p:cNvSpPr/>
            <p:nvPr/>
          </p:nvSpPr>
          <p:spPr>
            <a:xfrm>
              <a:off x="4657600" y="5089750"/>
              <a:ext cx="250200" cy="69100"/>
            </a:xfrm>
            <a:custGeom>
              <a:rect b="b" l="l" r="r" t="t"/>
              <a:pathLst>
                <a:path extrusionOk="0" h="2764" w="10008">
                  <a:moveTo>
                    <a:pt x="9437" y="0"/>
                  </a:moveTo>
                  <a:cubicBezTo>
                    <a:pt x="9369" y="0"/>
                    <a:pt x="9295" y="20"/>
                    <a:pt x="9220" y="65"/>
                  </a:cubicBezTo>
                  <a:cubicBezTo>
                    <a:pt x="7905" y="830"/>
                    <a:pt x="6559" y="1442"/>
                    <a:pt x="5059" y="1748"/>
                  </a:cubicBezTo>
                  <a:cubicBezTo>
                    <a:pt x="4216" y="1902"/>
                    <a:pt x="3354" y="1980"/>
                    <a:pt x="2493" y="1980"/>
                  </a:cubicBezTo>
                  <a:cubicBezTo>
                    <a:pt x="1824" y="1980"/>
                    <a:pt x="1157" y="1933"/>
                    <a:pt x="501" y="1839"/>
                  </a:cubicBezTo>
                  <a:cubicBezTo>
                    <a:pt x="480" y="1836"/>
                    <a:pt x="461" y="1834"/>
                    <a:pt x="442" y="1834"/>
                  </a:cubicBezTo>
                  <a:cubicBezTo>
                    <a:pt x="118" y="1834"/>
                    <a:pt x="1" y="2303"/>
                    <a:pt x="348" y="2390"/>
                  </a:cubicBezTo>
                  <a:cubicBezTo>
                    <a:pt x="1272" y="2640"/>
                    <a:pt x="2249" y="2763"/>
                    <a:pt x="3234" y="2763"/>
                  </a:cubicBezTo>
                  <a:cubicBezTo>
                    <a:pt x="5512" y="2763"/>
                    <a:pt x="7834" y="2102"/>
                    <a:pt x="9649" y="799"/>
                  </a:cubicBezTo>
                  <a:cubicBezTo>
                    <a:pt x="10007" y="517"/>
                    <a:pt x="9787" y="0"/>
                    <a:pt x="943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8" name="Google Shape;8758;p338"/>
            <p:cNvSpPr/>
            <p:nvPr/>
          </p:nvSpPr>
          <p:spPr>
            <a:xfrm>
              <a:off x="4763425" y="4549425"/>
              <a:ext cx="139175" cy="566175"/>
            </a:xfrm>
            <a:custGeom>
              <a:rect b="b" l="l" r="r" t="t"/>
              <a:pathLst>
                <a:path extrusionOk="0" h="22647" w="5567">
                  <a:moveTo>
                    <a:pt x="532" y="1"/>
                  </a:moveTo>
                  <a:cubicBezTo>
                    <a:pt x="322" y="1"/>
                    <a:pt x="107" y="138"/>
                    <a:pt x="92" y="414"/>
                  </a:cubicBezTo>
                  <a:cubicBezTo>
                    <a:pt x="0" y="6319"/>
                    <a:pt x="1071" y="12346"/>
                    <a:pt x="3029" y="17914"/>
                  </a:cubicBezTo>
                  <a:cubicBezTo>
                    <a:pt x="3305" y="18679"/>
                    <a:pt x="3611" y="19444"/>
                    <a:pt x="3917" y="20209"/>
                  </a:cubicBezTo>
                  <a:cubicBezTo>
                    <a:pt x="4223" y="20974"/>
                    <a:pt x="4529" y="21800"/>
                    <a:pt x="4987" y="22504"/>
                  </a:cubicBezTo>
                  <a:cubicBezTo>
                    <a:pt x="5042" y="22602"/>
                    <a:pt x="5136" y="22646"/>
                    <a:pt x="5230" y="22646"/>
                  </a:cubicBezTo>
                  <a:cubicBezTo>
                    <a:pt x="5399" y="22646"/>
                    <a:pt x="5567" y="22506"/>
                    <a:pt x="5508" y="22290"/>
                  </a:cubicBezTo>
                  <a:cubicBezTo>
                    <a:pt x="5232" y="21402"/>
                    <a:pt x="4835" y="20546"/>
                    <a:pt x="4498" y="19689"/>
                  </a:cubicBezTo>
                  <a:cubicBezTo>
                    <a:pt x="4161" y="18802"/>
                    <a:pt x="3855" y="17914"/>
                    <a:pt x="3580" y="17027"/>
                  </a:cubicBezTo>
                  <a:cubicBezTo>
                    <a:pt x="2999" y="15253"/>
                    <a:pt x="2509" y="13448"/>
                    <a:pt x="2111" y="11612"/>
                  </a:cubicBezTo>
                  <a:cubicBezTo>
                    <a:pt x="1316" y="7910"/>
                    <a:pt x="979" y="4177"/>
                    <a:pt x="949" y="414"/>
                  </a:cubicBezTo>
                  <a:cubicBezTo>
                    <a:pt x="949" y="138"/>
                    <a:pt x="742" y="1"/>
                    <a:pt x="5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9" name="Google Shape;8759;p338"/>
            <p:cNvSpPr/>
            <p:nvPr/>
          </p:nvSpPr>
          <p:spPr>
            <a:xfrm>
              <a:off x="4273125" y="3927575"/>
              <a:ext cx="148425" cy="243675"/>
            </a:xfrm>
            <a:custGeom>
              <a:rect b="b" l="l" r="r" t="t"/>
              <a:pathLst>
                <a:path extrusionOk="0" h="9747" w="5937">
                  <a:moveTo>
                    <a:pt x="1893" y="0"/>
                  </a:moveTo>
                  <a:cubicBezTo>
                    <a:pt x="1831" y="0"/>
                    <a:pt x="1768" y="23"/>
                    <a:pt x="1714" y="77"/>
                  </a:cubicBezTo>
                  <a:cubicBezTo>
                    <a:pt x="215" y="1545"/>
                    <a:pt x="1" y="4238"/>
                    <a:pt x="766" y="6104"/>
                  </a:cubicBezTo>
                  <a:cubicBezTo>
                    <a:pt x="1163" y="7053"/>
                    <a:pt x="1806" y="7909"/>
                    <a:pt x="2601" y="8552"/>
                  </a:cubicBezTo>
                  <a:cubicBezTo>
                    <a:pt x="3349" y="9120"/>
                    <a:pt x="4417" y="9746"/>
                    <a:pt x="5379" y="9746"/>
                  </a:cubicBezTo>
                  <a:cubicBezTo>
                    <a:pt x="5402" y="9746"/>
                    <a:pt x="5424" y="9746"/>
                    <a:pt x="5447" y="9745"/>
                  </a:cubicBezTo>
                  <a:cubicBezTo>
                    <a:pt x="5906" y="9715"/>
                    <a:pt x="5936" y="9133"/>
                    <a:pt x="5569" y="8980"/>
                  </a:cubicBezTo>
                  <a:cubicBezTo>
                    <a:pt x="5141" y="8827"/>
                    <a:pt x="4682" y="8735"/>
                    <a:pt x="4284" y="8552"/>
                  </a:cubicBezTo>
                  <a:cubicBezTo>
                    <a:pt x="3856" y="8368"/>
                    <a:pt x="3458" y="8124"/>
                    <a:pt x="3121" y="7848"/>
                  </a:cubicBezTo>
                  <a:cubicBezTo>
                    <a:pt x="2418" y="7328"/>
                    <a:pt x="1867" y="6594"/>
                    <a:pt x="1500" y="5798"/>
                  </a:cubicBezTo>
                  <a:cubicBezTo>
                    <a:pt x="1133" y="4942"/>
                    <a:pt x="1010" y="3993"/>
                    <a:pt x="1102" y="3075"/>
                  </a:cubicBezTo>
                  <a:cubicBezTo>
                    <a:pt x="1224" y="2096"/>
                    <a:pt x="1653" y="1270"/>
                    <a:pt x="2142" y="413"/>
                  </a:cubicBezTo>
                  <a:cubicBezTo>
                    <a:pt x="2257" y="207"/>
                    <a:pt x="2079" y="0"/>
                    <a:pt x="189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0" name="Google Shape;8760;p338"/>
            <p:cNvSpPr/>
            <p:nvPr/>
          </p:nvSpPr>
          <p:spPr>
            <a:xfrm>
              <a:off x="4367550" y="3441350"/>
              <a:ext cx="1540175" cy="1140875"/>
            </a:xfrm>
            <a:custGeom>
              <a:rect b="b" l="l" r="r" t="t"/>
              <a:pathLst>
                <a:path extrusionOk="0" h="45635" w="61607">
                  <a:moveTo>
                    <a:pt x="54438" y="1"/>
                  </a:moveTo>
                  <a:cubicBezTo>
                    <a:pt x="54103" y="1"/>
                    <a:pt x="53802" y="454"/>
                    <a:pt x="54080" y="801"/>
                  </a:cubicBezTo>
                  <a:cubicBezTo>
                    <a:pt x="55977" y="3157"/>
                    <a:pt x="57935" y="5574"/>
                    <a:pt x="59128" y="8358"/>
                  </a:cubicBezTo>
                  <a:cubicBezTo>
                    <a:pt x="60444" y="11387"/>
                    <a:pt x="60474" y="14569"/>
                    <a:pt x="59495" y="17660"/>
                  </a:cubicBezTo>
                  <a:cubicBezTo>
                    <a:pt x="57751" y="23289"/>
                    <a:pt x="53805" y="28031"/>
                    <a:pt x="49429" y="31856"/>
                  </a:cubicBezTo>
                  <a:cubicBezTo>
                    <a:pt x="47257" y="33783"/>
                    <a:pt x="44901" y="35527"/>
                    <a:pt x="42515" y="37149"/>
                  </a:cubicBezTo>
                  <a:cubicBezTo>
                    <a:pt x="40037" y="38832"/>
                    <a:pt x="37497" y="40453"/>
                    <a:pt x="34896" y="41922"/>
                  </a:cubicBezTo>
                  <a:cubicBezTo>
                    <a:pt x="32112" y="43452"/>
                    <a:pt x="29114" y="44706"/>
                    <a:pt x="25901" y="44737"/>
                  </a:cubicBezTo>
                  <a:cubicBezTo>
                    <a:pt x="22811" y="44737"/>
                    <a:pt x="19813" y="43727"/>
                    <a:pt x="17120" y="42228"/>
                  </a:cubicBezTo>
                  <a:cubicBezTo>
                    <a:pt x="11491" y="39107"/>
                    <a:pt x="7360" y="34028"/>
                    <a:pt x="2373" y="30081"/>
                  </a:cubicBezTo>
                  <a:cubicBezTo>
                    <a:pt x="1761" y="29592"/>
                    <a:pt x="1119" y="29164"/>
                    <a:pt x="507" y="28705"/>
                  </a:cubicBezTo>
                  <a:cubicBezTo>
                    <a:pt x="458" y="28675"/>
                    <a:pt x="410" y="28662"/>
                    <a:pt x="366" y="28662"/>
                  </a:cubicBezTo>
                  <a:cubicBezTo>
                    <a:pt x="136" y="28662"/>
                    <a:pt x="1" y="29014"/>
                    <a:pt x="232" y="29194"/>
                  </a:cubicBezTo>
                  <a:cubicBezTo>
                    <a:pt x="5525" y="33233"/>
                    <a:pt x="9686" y="38618"/>
                    <a:pt x="15346" y="42197"/>
                  </a:cubicBezTo>
                  <a:cubicBezTo>
                    <a:pt x="17977" y="43880"/>
                    <a:pt x="20884" y="45134"/>
                    <a:pt x="24004" y="45532"/>
                  </a:cubicBezTo>
                  <a:cubicBezTo>
                    <a:pt x="24570" y="45602"/>
                    <a:pt x="25133" y="45635"/>
                    <a:pt x="25693" y="45635"/>
                  </a:cubicBezTo>
                  <a:cubicBezTo>
                    <a:pt x="28340" y="45635"/>
                    <a:pt x="30906" y="44894"/>
                    <a:pt x="33305" y="43758"/>
                  </a:cubicBezTo>
                  <a:cubicBezTo>
                    <a:pt x="36212" y="42411"/>
                    <a:pt x="38904" y="40637"/>
                    <a:pt x="41566" y="38893"/>
                  </a:cubicBezTo>
                  <a:cubicBezTo>
                    <a:pt x="44075" y="37241"/>
                    <a:pt x="46492" y="35527"/>
                    <a:pt x="48817" y="33600"/>
                  </a:cubicBezTo>
                  <a:cubicBezTo>
                    <a:pt x="53376" y="29837"/>
                    <a:pt x="57445" y="25247"/>
                    <a:pt x="59740" y="19740"/>
                  </a:cubicBezTo>
                  <a:cubicBezTo>
                    <a:pt x="61025" y="16680"/>
                    <a:pt x="61606" y="13315"/>
                    <a:pt x="60719" y="10072"/>
                  </a:cubicBezTo>
                  <a:cubicBezTo>
                    <a:pt x="59924" y="7043"/>
                    <a:pt x="58118" y="4412"/>
                    <a:pt x="56222" y="1964"/>
                  </a:cubicBezTo>
                  <a:cubicBezTo>
                    <a:pt x="55732" y="1352"/>
                    <a:pt x="55243" y="740"/>
                    <a:pt x="54753" y="159"/>
                  </a:cubicBezTo>
                  <a:cubicBezTo>
                    <a:pt x="54656" y="47"/>
                    <a:pt x="54546" y="1"/>
                    <a:pt x="5443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1" name="Google Shape;8761;p338"/>
            <p:cNvSpPr/>
            <p:nvPr/>
          </p:nvSpPr>
          <p:spPr>
            <a:xfrm>
              <a:off x="4297925" y="3840550"/>
              <a:ext cx="790650" cy="125050"/>
            </a:xfrm>
            <a:custGeom>
              <a:rect b="b" l="l" r="r" t="t"/>
              <a:pathLst>
                <a:path extrusionOk="0" h="5002" w="31626">
                  <a:moveTo>
                    <a:pt x="31056" y="1"/>
                  </a:moveTo>
                  <a:cubicBezTo>
                    <a:pt x="30991" y="1"/>
                    <a:pt x="30923" y="22"/>
                    <a:pt x="30859" y="70"/>
                  </a:cubicBezTo>
                  <a:cubicBezTo>
                    <a:pt x="29971" y="682"/>
                    <a:pt x="29084" y="1233"/>
                    <a:pt x="28074" y="1569"/>
                  </a:cubicBezTo>
                  <a:cubicBezTo>
                    <a:pt x="27095" y="1936"/>
                    <a:pt x="26025" y="2150"/>
                    <a:pt x="24984" y="2242"/>
                  </a:cubicBezTo>
                  <a:cubicBezTo>
                    <a:pt x="24499" y="2282"/>
                    <a:pt x="24014" y="2300"/>
                    <a:pt x="23528" y="2300"/>
                  </a:cubicBezTo>
                  <a:cubicBezTo>
                    <a:pt x="21782" y="2300"/>
                    <a:pt x="20039" y="2064"/>
                    <a:pt x="18314" y="1753"/>
                  </a:cubicBezTo>
                  <a:cubicBezTo>
                    <a:pt x="15384" y="1199"/>
                    <a:pt x="12384" y="481"/>
                    <a:pt x="9399" y="481"/>
                  </a:cubicBezTo>
                  <a:cubicBezTo>
                    <a:pt x="7928" y="481"/>
                    <a:pt x="6460" y="656"/>
                    <a:pt x="5005" y="1110"/>
                  </a:cubicBezTo>
                  <a:cubicBezTo>
                    <a:pt x="3996" y="1416"/>
                    <a:pt x="3017" y="1845"/>
                    <a:pt x="2160" y="2426"/>
                  </a:cubicBezTo>
                  <a:cubicBezTo>
                    <a:pt x="1364" y="2977"/>
                    <a:pt x="416" y="3741"/>
                    <a:pt x="49" y="4690"/>
                  </a:cubicBezTo>
                  <a:cubicBezTo>
                    <a:pt x="0" y="4836"/>
                    <a:pt x="164" y="5001"/>
                    <a:pt x="311" y="5001"/>
                  </a:cubicBezTo>
                  <a:cubicBezTo>
                    <a:pt x="348" y="5001"/>
                    <a:pt x="385" y="4990"/>
                    <a:pt x="416" y="4965"/>
                  </a:cubicBezTo>
                  <a:cubicBezTo>
                    <a:pt x="1181" y="4384"/>
                    <a:pt x="1762" y="3650"/>
                    <a:pt x="2558" y="3130"/>
                  </a:cubicBezTo>
                  <a:cubicBezTo>
                    <a:pt x="3353" y="2609"/>
                    <a:pt x="4210" y="2212"/>
                    <a:pt x="5097" y="1936"/>
                  </a:cubicBezTo>
                  <a:cubicBezTo>
                    <a:pt x="6478" y="1505"/>
                    <a:pt x="7920" y="1332"/>
                    <a:pt x="9358" y="1332"/>
                  </a:cubicBezTo>
                  <a:cubicBezTo>
                    <a:pt x="9959" y="1332"/>
                    <a:pt x="10560" y="1362"/>
                    <a:pt x="11155" y="1416"/>
                  </a:cubicBezTo>
                  <a:cubicBezTo>
                    <a:pt x="15264" y="1795"/>
                    <a:pt x="19278" y="3176"/>
                    <a:pt x="23407" y="3176"/>
                  </a:cubicBezTo>
                  <a:cubicBezTo>
                    <a:pt x="23951" y="3176"/>
                    <a:pt x="24497" y="3152"/>
                    <a:pt x="25045" y="3099"/>
                  </a:cubicBezTo>
                  <a:cubicBezTo>
                    <a:pt x="27248" y="2915"/>
                    <a:pt x="29696" y="2273"/>
                    <a:pt x="31348" y="712"/>
                  </a:cubicBezTo>
                  <a:cubicBezTo>
                    <a:pt x="31625" y="460"/>
                    <a:pt x="31363" y="1"/>
                    <a:pt x="3105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762" name="Google Shape;8762;p338"/>
          <p:cNvSpPr txBox="1"/>
          <p:nvPr/>
        </p:nvSpPr>
        <p:spPr>
          <a:xfrm>
            <a:off x="4246500" y="1908050"/>
            <a:ext cx="64581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CA" sz="4000">
                <a:solidFill>
                  <a:schemeClr val="dk1"/>
                </a:solidFill>
                <a:latin typeface="Barlow"/>
                <a:ea typeface="Barlow"/>
                <a:cs typeface="Barlow"/>
                <a:sym typeface="Barlow"/>
              </a:rPr>
              <a:t>Decision Tree</a:t>
            </a:r>
            <a:endParaRPr b="1" sz="4000">
              <a:solidFill>
                <a:schemeClr val="dk1"/>
              </a:solidFill>
              <a:latin typeface="Barlow"/>
              <a:ea typeface="Barlow"/>
              <a:cs typeface="Barlow"/>
              <a:sym typeface="Barlow"/>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8766" name="Shape 8766"/>
        <p:cNvGrpSpPr/>
        <p:nvPr/>
      </p:nvGrpSpPr>
      <p:grpSpPr>
        <a:xfrm>
          <a:off x="0" y="0"/>
          <a:ext cx="0" cy="0"/>
          <a:chOff x="0" y="0"/>
          <a:chExt cx="0" cy="0"/>
        </a:xfrm>
      </p:grpSpPr>
      <p:pic>
        <p:nvPicPr>
          <p:cNvPr id="8767" name="Google Shape;8767;p339"/>
          <p:cNvPicPr preferRelativeResize="0"/>
          <p:nvPr/>
        </p:nvPicPr>
        <p:blipFill>
          <a:blip r:embed="rId3">
            <a:alphaModFix/>
          </a:blip>
          <a:stretch>
            <a:fillRect/>
          </a:stretch>
        </p:blipFill>
        <p:spPr>
          <a:xfrm>
            <a:off x="2129575" y="1017725"/>
            <a:ext cx="4884856" cy="3820976"/>
          </a:xfrm>
          <a:prstGeom prst="rect">
            <a:avLst/>
          </a:prstGeom>
          <a:noFill/>
          <a:ln>
            <a:noFill/>
          </a:ln>
        </p:spPr>
      </p:pic>
      <p:sp>
        <p:nvSpPr>
          <p:cNvPr id="8768" name="Google Shape;8768;p339"/>
          <p:cNvSpPr txBox="1"/>
          <p:nvPr/>
        </p:nvSpPr>
        <p:spPr>
          <a:xfrm>
            <a:off x="271500" y="140350"/>
            <a:ext cx="88725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CA" sz="2700">
                <a:solidFill>
                  <a:schemeClr val="dk1"/>
                </a:solidFill>
                <a:latin typeface="Barlow"/>
                <a:ea typeface="Barlow"/>
                <a:cs typeface="Barlow"/>
                <a:sym typeface="Barlow"/>
              </a:rPr>
              <a:t>Results for the Risk-only Dataset (No LLE + DT) </a:t>
            </a:r>
            <a:endParaRPr b="1" sz="2700">
              <a:solidFill>
                <a:schemeClr val="dk1"/>
              </a:solidFill>
              <a:latin typeface="Barlow"/>
              <a:ea typeface="Barlow"/>
              <a:cs typeface="Barlow"/>
              <a:sym typeface="Barlow"/>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8772" name="Shape 8772"/>
        <p:cNvGrpSpPr/>
        <p:nvPr/>
      </p:nvGrpSpPr>
      <p:grpSpPr>
        <a:xfrm>
          <a:off x="0" y="0"/>
          <a:ext cx="0" cy="0"/>
          <a:chOff x="0" y="0"/>
          <a:chExt cx="0" cy="0"/>
        </a:xfrm>
      </p:grpSpPr>
      <p:pic>
        <p:nvPicPr>
          <p:cNvPr id="8773" name="Google Shape;8773;p340" title="no lle + dt.png"/>
          <p:cNvPicPr preferRelativeResize="0"/>
          <p:nvPr/>
        </p:nvPicPr>
        <p:blipFill>
          <a:blip r:embed="rId3">
            <a:alphaModFix/>
          </a:blip>
          <a:stretch>
            <a:fillRect/>
          </a:stretch>
        </p:blipFill>
        <p:spPr>
          <a:xfrm>
            <a:off x="42600" y="1017725"/>
            <a:ext cx="9058800" cy="3908475"/>
          </a:xfrm>
          <a:prstGeom prst="rect">
            <a:avLst/>
          </a:prstGeom>
          <a:noFill/>
          <a:ln>
            <a:noFill/>
          </a:ln>
        </p:spPr>
      </p:pic>
      <p:sp>
        <p:nvSpPr>
          <p:cNvPr id="8774" name="Google Shape;8774;p340"/>
          <p:cNvSpPr txBox="1"/>
          <p:nvPr/>
        </p:nvSpPr>
        <p:spPr>
          <a:xfrm>
            <a:off x="271500" y="140350"/>
            <a:ext cx="88725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CA" sz="2700">
                <a:solidFill>
                  <a:schemeClr val="dk1"/>
                </a:solidFill>
                <a:latin typeface="Barlow"/>
                <a:ea typeface="Barlow"/>
                <a:cs typeface="Barlow"/>
                <a:sym typeface="Barlow"/>
              </a:rPr>
              <a:t>Results for the Risk-only Dataset (No LLE + DT) </a:t>
            </a:r>
            <a:endParaRPr b="1" sz="2700">
              <a:solidFill>
                <a:schemeClr val="dk1"/>
              </a:solidFill>
              <a:latin typeface="Barlow"/>
              <a:ea typeface="Barlow"/>
              <a:cs typeface="Barlow"/>
              <a:sym typeface="Barlow"/>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8778" name="Shape 8778"/>
        <p:cNvGrpSpPr/>
        <p:nvPr/>
      </p:nvGrpSpPr>
      <p:grpSpPr>
        <a:xfrm>
          <a:off x="0" y="0"/>
          <a:ext cx="0" cy="0"/>
          <a:chOff x="0" y="0"/>
          <a:chExt cx="0" cy="0"/>
        </a:xfrm>
      </p:grpSpPr>
      <p:pic>
        <p:nvPicPr>
          <p:cNvPr id="8779" name="Google Shape;8779;p341"/>
          <p:cNvPicPr preferRelativeResize="0"/>
          <p:nvPr/>
        </p:nvPicPr>
        <p:blipFill rotWithShape="1">
          <a:blip r:embed="rId3">
            <a:alphaModFix/>
          </a:blip>
          <a:srcRect b="0" l="6033" r="0" t="0"/>
          <a:stretch/>
        </p:blipFill>
        <p:spPr>
          <a:xfrm>
            <a:off x="311706" y="885600"/>
            <a:ext cx="4061820" cy="4206949"/>
          </a:xfrm>
          <a:prstGeom prst="rect">
            <a:avLst/>
          </a:prstGeom>
          <a:noFill/>
          <a:ln>
            <a:noFill/>
          </a:ln>
        </p:spPr>
      </p:pic>
      <p:pic>
        <p:nvPicPr>
          <p:cNvPr id="8780" name="Google Shape;8780;p341"/>
          <p:cNvPicPr preferRelativeResize="0"/>
          <p:nvPr/>
        </p:nvPicPr>
        <p:blipFill>
          <a:blip r:embed="rId4">
            <a:alphaModFix/>
          </a:blip>
          <a:stretch>
            <a:fillRect/>
          </a:stretch>
        </p:blipFill>
        <p:spPr>
          <a:xfrm>
            <a:off x="4572001" y="1017725"/>
            <a:ext cx="4221990" cy="3820976"/>
          </a:xfrm>
          <a:prstGeom prst="rect">
            <a:avLst/>
          </a:prstGeom>
          <a:noFill/>
          <a:ln>
            <a:noFill/>
          </a:ln>
        </p:spPr>
      </p:pic>
      <p:sp>
        <p:nvSpPr>
          <p:cNvPr id="8781" name="Google Shape;8781;p341"/>
          <p:cNvSpPr txBox="1"/>
          <p:nvPr/>
        </p:nvSpPr>
        <p:spPr>
          <a:xfrm>
            <a:off x="271500" y="140350"/>
            <a:ext cx="88725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CA" sz="2700">
                <a:solidFill>
                  <a:schemeClr val="dk1"/>
                </a:solidFill>
                <a:latin typeface="Barlow"/>
                <a:ea typeface="Barlow"/>
                <a:cs typeface="Barlow"/>
                <a:sym typeface="Barlow"/>
              </a:rPr>
              <a:t>Results for the Risk-only Dataset (No LLE + DT) </a:t>
            </a:r>
            <a:endParaRPr b="1" sz="2700">
              <a:solidFill>
                <a:schemeClr val="dk1"/>
              </a:solidFill>
              <a:latin typeface="Barlow"/>
              <a:ea typeface="Barlow"/>
              <a:cs typeface="Barlow"/>
              <a:sym typeface="Barlow"/>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8785" name="Shape 8785"/>
        <p:cNvGrpSpPr/>
        <p:nvPr/>
      </p:nvGrpSpPr>
      <p:grpSpPr>
        <a:xfrm>
          <a:off x="0" y="0"/>
          <a:ext cx="0" cy="0"/>
          <a:chOff x="0" y="0"/>
          <a:chExt cx="0" cy="0"/>
        </a:xfrm>
      </p:grpSpPr>
      <p:graphicFrame>
        <p:nvGraphicFramePr>
          <p:cNvPr id="8786" name="Google Shape;8786;p342"/>
          <p:cNvGraphicFramePr/>
          <p:nvPr/>
        </p:nvGraphicFramePr>
        <p:xfrm>
          <a:off x="3121350" y="1581250"/>
          <a:ext cx="3000000" cy="3000000"/>
        </p:xfrm>
        <a:graphic>
          <a:graphicData uri="http://schemas.openxmlformats.org/drawingml/2006/table">
            <a:tbl>
              <a:tblPr>
                <a:noFill/>
                <a:tableStyleId>{68E34481-02A7-41A2-80F5-0ABD368C6211}</a:tableStyleId>
              </a:tblPr>
              <a:tblGrid>
                <a:gridCol w="1450650"/>
                <a:gridCol w="1450650"/>
              </a:tblGrid>
              <a:tr h="381000">
                <a:tc gridSpan="2">
                  <a:txBody>
                    <a:bodyPr/>
                    <a:lstStyle/>
                    <a:p>
                      <a:pPr indent="0" lvl="0" marL="0" rtl="0" algn="l">
                        <a:spcBef>
                          <a:spcPts val="0"/>
                        </a:spcBef>
                        <a:spcAft>
                          <a:spcPts val="0"/>
                        </a:spcAft>
                        <a:buNone/>
                      </a:pPr>
                      <a:r>
                        <a:rPr b="1" lang="en-CA"/>
                        <a:t>No LLE + DT</a:t>
                      </a:r>
                      <a:endParaRPr b="1"/>
                    </a:p>
                  </a:txBody>
                  <a:tcPr marT="91425" marB="91425" marR="91425" marL="91425"/>
                </a:tc>
                <a:tc hMerge="1"/>
              </a:tr>
              <a:tr h="381000">
                <a:tc>
                  <a:txBody>
                    <a:bodyPr/>
                    <a:lstStyle/>
                    <a:p>
                      <a:pPr indent="0" lvl="0" marL="0" rtl="0" algn="l">
                        <a:spcBef>
                          <a:spcPts val="0"/>
                        </a:spcBef>
                        <a:spcAft>
                          <a:spcPts val="0"/>
                        </a:spcAft>
                        <a:buNone/>
                      </a:pPr>
                      <a:r>
                        <a:rPr b="1" lang="en-CA"/>
                        <a:t>Sensitivity</a:t>
                      </a:r>
                      <a:endParaRPr b="1"/>
                    </a:p>
                  </a:txBody>
                  <a:tcPr marT="91425" marB="91425" marR="91425" marL="91425"/>
                </a:tc>
                <a:tc>
                  <a:txBody>
                    <a:bodyPr/>
                    <a:lstStyle/>
                    <a:p>
                      <a:pPr indent="0" lvl="0" marL="0" rtl="0" algn="l">
                        <a:spcBef>
                          <a:spcPts val="0"/>
                        </a:spcBef>
                        <a:spcAft>
                          <a:spcPts val="0"/>
                        </a:spcAft>
                        <a:buNone/>
                      </a:pPr>
                      <a:r>
                        <a:rPr lang="en-CA"/>
                        <a:t>0.557</a:t>
                      </a:r>
                      <a:endParaRPr/>
                    </a:p>
                  </a:txBody>
                  <a:tcPr marT="91425" marB="91425" marR="91425" marL="91425"/>
                </a:tc>
              </a:tr>
              <a:tr h="381000">
                <a:tc>
                  <a:txBody>
                    <a:bodyPr/>
                    <a:lstStyle/>
                    <a:p>
                      <a:pPr indent="0" lvl="0" marL="0" rtl="0" algn="l">
                        <a:spcBef>
                          <a:spcPts val="0"/>
                        </a:spcBef>
                        <a:spcAft>
                          <a:spcPts val="0"/>
                        </a:spcAft>
                        <a:buNone/>
                      </a:pPr>
                      <a:r>
                        <a:rPr b="1" lang="en-CA"/>
                        <a:t>Specificity</a:t>
                      </a:r>
                      <a:endParaRPr b="1"/>
                    </a:p>
                  </a:txBody>
                  <a:tcPr marT="91425" marB="91425" marR="91425" marL="91425"/>
                </a:tc>
                <a:tc>
                  <a:txBody>
                    <a:bodyPr/>
                    <a:lstStyle/>
                    <a:p>
                      <a:pPr indent="0" lvl="0" marL="0" rtl="0" algn="l">
                        <a:spcBef>
                          <a:spcPts val="0"/>
                        </a:spcBef>
                        <a:spcAft>
                          <a:spcPts val="0"/>
                        </a:spcAft>
                        <a:buNone/>
                      </a:pPr>
                      <a:r>
                        <a:rPr lang="en-CA"/>
                        <a:t>0.417</a:t>
                      </a:r>
                      <a:endParaRPr/>
                    </a:p>
                  </a:txBody>
                  <a:tcPr marT="91425" marB="91425" marR="91425" marL="91425"/>
                </a:tc>
              </a:tr>
              <a:tr h="381000">
                <a:tc>
                  <a:txBody>
                    <a:bodyPr/>
                    <a:lstStyle/>
                    <a:p>
                      <a:pPr indent="0" lvl="0" marL="0" rtl="0" algn="l">
                        <a:spcBef>
                          <a:spcPts val="0"/>
                        </a:spcBef>
                        <a:spcAft>
                          <a:spcPts val="0"/>
                        </a:spcAft>
                        <a:buNone/>
                      </a:pPr>
                      <a:r>
                        <a:rPr b="1" lang="en-CA"/>
                        <a:t>Accuracy</a:t>
                      </a:r>
                      <a:endParaRPr b="1"/>
                    </a:p>
                  </a:txBody>
                  <a:tcPr marT="91425" marB="91425" marR="91425" marL="91425"/>
                </a:tc>
                <a:tc>
                  <a:txBody>
                    <a:bodyPr/>
                    <a:lstStyle/>
                    <a:p>
                      <a:pPr indent="0" lvl="0" marL="0" rtl="0" algn="l">
                        <a:spcBef>
                          <a:spcPts val="0"/>
                        </a:spcBef>
                        <a:spcAft>
                          <a:spcPts val="0"/>
                        </a:spcAft>
                        <a:buNone/>
                      </a:pPr>
                      <a:r>
                        <a:rPr lang="en-CA"/>
                        <a:t>0.467</a:t>
                      </a:r>
                      <a:endParaRPr/>
                    </a:p>
                  </a:txBody>
                  <a:tcPr marT="91425" marB="91425" marR="91425" marL="91425"/>
                </a:tc>
              </a:tr>
              <a:tr h="381000">
                <a:tc>
                  <a:txBody>
                    <a:bodyPr/>
                    <a:lstStyle/>
                    <a:p>
                      <a:pPr indent="0" lvl="0" marL="0" rtl="0" algn="l">
                        <a:spcBef>
                          <a:spcPts val="0"/>
                        </a:spcBef>
                        <a:spcAft>
                          <a:spcPts val="0"/>
                        </a:spcAft>
                        <a:buNone/>
                      </a:pPr>
                      <a:r>
                        <a:rPr b="1" lang="en-CA"/>
                        <a:t>ROC AUC</a:t>
                      </a:r>
                      <a:endParaRPr b="1"/>
                    </a:p>
                  </a:txBody>
                  <a:tcPr marT="91425" marB="91425" marR="91425" marL="91425"/>
                </a:tc>
                <a:tc>
                  <a:txBody>
                    <a:bodyPr/>
                    <a:lstStyle/>
                    <a:p>
                      <a:pPr indent="0" lvl="0" marL="0" rtl="0" algn="l">
                        <a:spcBef>
                          <a:spcPts val="0"/>
                        </a:spcBef>
                        <a:spcAft>
                          <a:spcPts val="0"/>
                        </a:spcAft>
                        <a:buNone/>
                      </a:pPr>
                      <a:r>
                        <a:rPr b="1" lang="en-CA"/>
                        <a:t>0.494</a:t>
                      </a:r>
                      <a:endParaRPr b="1"/>
                    </a:p>
                  </a:txBody>
                  <a:tcPr marT="91425" marB="91425" marR="91425" marL="91425"/>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8790" name="Shape 8790"/>
        <p:cNvGrpSpPr/>
        <p:nvPr/>
      </p:nvGrpSpPr>
      <p:grpSpPr>
        <a:xfrm>
          <a:off x="0" y="0"/>
          <a:ext cx="0" cy="0"/>
          <a:chOff x="0" y="0"/>
          <a:chExt cx="0" cy="0"/>
        </a:xfrm>
      </p:grpSpPr>
      <p:pic>
        <p:nvPicPr>
          <p:cNvPr id="8791" name="Google Shape;8791;p343"/>
          <p:cNvPicPr preferRelativeResize="0"/>
          <p:nvPr/>
        </p:nvPicPr>
        <p:blipFill>
          <a:blip r:embed="rId3">
            <a:alphaModFix/>
          </a:blip>
          <a:stretch>
            <a:fillRect/>
          </a:stretch>
        </p:blipFill>
        <p:spPr>
          <a:xfrm>
            <a:off x="1978950" y="1068450"/>
            <a:ext cx="5186100" cy="3820975"/>
          </a:xfrm>
          <a:prstGeom prst="rect">
            <a:avLst/>
          </a:prstGeom>
          <a:noFill/>
          <a:ln>
            <a:noFill/>
          </a:ln>
        </p:spPr>
      </p:pic>
      <p:sp>
        <p:nvSpPr>
          <p:cNvPr id="8792" name="Google Shape;8792;p343"/>
          <p:cNvSpPr txBox="1"/>
          <p:nvPr/>
        </p:nvSpPr>
        <p:spPr>
          <a:xfrm>
            <a:off x="271500" y="140350"/>
            <a:ext cx="88725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CA" sz="2700">
                <a:solidFill>
                  <a:schemeClr val="dk1"/>
                </a:solidFill>
                <a:latin typeface="Barlow"/>
                <a:ea typeface="Barlow"/>
                <a:cs typeface="Barlow"/>
                <a:sym typeface="Barlow"/>
              </a:rPr>
              <a:t>Results for the Risk-only Dataset (LLE + DT) </a:t>
            </a:r>
            <a:endParaRPr b="1" sz="2700">
              <a:solidFill>
                <a:schemeClr val="dk1"/>
              </a:solidFill>
              <a:latin typeface="Barlow"/>
              <a:ea typeface="Barlow"/>
              <a:cs typeface="Barlow"/>
              <a:sym typeface="Barlow"/>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96" name="Shape 8796"/>
        <p:cNvGrpSpPr/>
        <p:nvPr/>
      </p:nvGrpSpPr>
      <p:grpSpPr>
        <a:xfrm>
          <a:off x="0" y="0"/>
          <a:ext cx="0" cy="0"/>
          <a:chOff x="0" y="0"/>
          <a:chExt cx="0" cy="0"/>
        </a:xfrm>
      </p:grpSpPr>
      <p:pic>
        <p:nvPicPr>
          <p:cNvPr id="8797" name="Google Shape;8797;p344"/>
          <p:cNvPicPr preferRelativeResize="0"/>
          <p:nvPr/>
        </p:nvPicPr>
        <p:blipFill>
          <a:blip r:embed="rId3">
            <a:alphaModFix/>
          </a:blip>
          <a:stretch>
            <a:fillRect/>
          </a:stretch>
        </p:blipFill>
        <p:spPr>
          <a:xfrm>
            <a:off x="704412" y="946725"/>
            <a:ext cx="7735175" cy="4060750"/>
          </a:xfrm>
          <a:prstGeom prst="rect">
            <a:avLst/>
          </a:prstGeom>
          <a:noFill/>
          <a:ln>
            <a:noFill/>
          </a:ln>
        </p:spPr>
      </p:pic>
      <p:sp>
        <p:nvSpPr>
          <p:cNvPr id="8798" name="Google Shape;8798;p344"/>
          <p:cNvSpPr txBox="1"/>
          <p:nvPr/>
        </p:nvSpPr>
        <p:spPr>
          <a:xfrm>
            <a:off x="271500" y="140350"/>
            <a:ext cx="88725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CA" sz="2700">
                <a:solidFill>
                  <a:schemeClr val="dk1"/>
                </a:solidFill>
                <a:latin typeface="Barlow"/>
                <a:ea typeface="Barlow"/>
                <a:cs typeface="Barlow"/>
                <a:sym typeface="Barlow"/>
              </a:rPr>
              <a:t>Results for the Risk-only Dataset (LLE + DT) </a:t>
            </a:r>
            <a:endParaRPr b="1" sz="2700">
              <a:solidFill>
                <a:schemeClr val="dk1"/>
              </a:solidFill>
              <a:latin typeface="Barlow"/>
              <a:ea typeface="Barlow"/>
              <a:cs typeface="Barlow"/>
              <a:sym typeface="Barlow"/>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8802" name="Shape 8802"/>
        <p:cNvGrpSpPr/>
        <p:nvPr/>
      </p:nvGrpSpPr>
      <p:grpSpPr>
        <a:xfrm>
          <a:off x="0" y="0"/>
          <a:ext cx="0" cy="0"/>
          <a:chOff x="0" y="0"/>
          <a:chExt cx="0" cy="0"/>
        </a:xfrm>
      </p:grpSpPr>
      <p:pic>
        <p:nvPicPr>
          <p:cNvPr id="8803" name="Google Shape;8803;p345"/>
          <p:cNvPicPr preferRelativeResize="0"/>
          <p:nvPr/>
        </p:nvPicPr>
        <p:blipFill>
          <a:blip r:embed="rId3">
            <a:alphaModFix/>
          </a:blip>
          <a:stretch>
            <a:fillRect/>
          </a:stretch>
        </p:blipFill>
        <p:spPr>
          <a:xfrm>
            <a:off x="213275" y="915775"/>
            <a:ext cx="4955429" cy="3821924"/>
          </a:xfrm>
          <a:prstGeom prst="rect">
            <a:avLst/>
          </a:prstGeom>
          <a:noFill/>
          <a:ln>
            <a:noFill/>
          </a:ln>
        </p:spPr>
      </p:pic>
      <p:pic>
        <p:nvPicPr>
          <p:cNvPr id="8804" name="Google Shape;8804;p345"/>
          <p:cNvPicPr preferRelativeResize="0"/>
          <p:nvPr/>
        </p:nvPicPr>
        <p:blipFill>
          <a:blip r:embed="rId4">
            <a:alphaModFix/>
          </a:blip>
          <a:stretch>
            <a:fillRect/>
          </a:stretch>
        </p:blipFill>
        <p:spPr>
          <a:xfrm>
            <a:off x="4986100" y="1132900"/>
            <a:ext cx="3846200" cy="3543926"/>
          </a:xfrm>
          <a:prstGeom prst="rect">
            <a:avLst/>
          </a:prstGeom>
          <a:noFill/>
          <a:ln>
            <a:noFill/>
          </a:ln>
        </p:spPr>
      </p:pic>
      <p:sp>
        <p:nvSpPr>
          <p:cNvPr id="8805" name="Google Shape;8805;p345"/>
          <p:cNvSpPr txBox="1"/>
          <p:nvPr/>
        </p:nvSpPr>
        <p:spPr>
          <a:xfrm>
            <a:off x="271500" y="140350"/>
            <a:ext cx="88725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CA" sz="2700">
                <a:solidFill>
                  <a:schemeClr val="dk1"/>
                </a:solidFill>
                <a:latin typeface="Barlow"/>
                <a:ea typeface="Barlow"/>
                <a:cs typeface="Barlow"/>
                <a:sym typeface="Barlow"/>
              </a:rPr>
              <a:t>Results for the Risk-only Dataset (LLE + DT) </a:t>
            </a:r>
            <a:endParaRPr b="1" sz="2700">
              <a:solidFill>
                <a:schemeClr val="dk1"/>
              </a:solidFill>
              <a:latin typeface="Barlow"/>
              <a:ea typeface="Barlow"/>
              <a:cs typeface="Barlow"/>
              <a:sym typeface="Barlow"/>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8809" name="Shape 8809"/>
        <p:cNvGrpSpPr/>
        <p:nvPr/>
      </p:nvGrpSpPr>
      <p:grpSpPr>
        <a:xfrm>
          <a:off x="0" y="0"/>
          <a:ext cx="0" cy="0"/>
          <a:chOff x="0" y="0"/>
          <a:chExt cx="0" cy="0"/>
        </a:xfrm>
      </p:grpSpPr>
      <p:graphicFrame>
        <p:nvGraphicFramePr>
          <p:cNvPr id="8810" name="Google Shape;8810;p346"/>
          <p:cNvGraphicFramePr/>
          <p:nvPr/>
        </p:nvGraphicFramePr>
        <p:xfrm>
          <a:off x="5392750" y="471800"/>
          <a:ext cx="3000000" cy="3000000"/>
        </p:xfrm>
        <a:graphic>
          <a:graphicData uri="http://schemas.openxmlformats.org/drawingml/2006/table">
            <a:tbl>
              <a:tblPr>
                <a:noFill/>
                <a:tableStyleId>{68E34481-02A7-41A2-80F5-0ABD368C6211}</a:tableStyleId>
              </a:tblPr>
              <a:tblGrid>
                <a:gridCol w="1450650"/>
                <a:gridCol w="1450650"/>
              </a:tblGrid>
              <a:tr h="381000">
                <a:tc gridSpan="2">
                  <a:txBody>
                    <a:bodyPr/>
                    <a:lstStyle/>
                    <a:p>
                      <a:pPr indent="0" lvl="0" marL="0" rtl="0" algn="l">
                        <a:spcBef>
                          <a:spcPts val="0"/>
                        </a:spcBef>
                        <a:spcAft>
                          <a:spcPts val="0"/>
                        </a:spcAft>
                        <a:buNone/>
                      </a:pPr>
                      <a:r>
                        <a:rPr b="1" lang="en-CA"/>
                        <a:t>LLE + </a:t>
                      </a:r>
                      <a:r>
                        <a:rPr b="1" lang="en-CA"/>
                        <a:t>DT</a:t>
                      </a:r>
                      <a:endParaRPr b="1"/>
                    </a:p>
                  </a:txBody>
                  <a:tcPr marT="91425" marB="91425" marR="91425" marL="91425"/>
                </a:tc>
                <a:tc hMerge="1"/>
              </a:tr>
              <a:tr h="381000">
                <a:tc>
                  <a:txBody>
                    <a:bodyPr/>
                    <a:lstStyle/>
                    <a:p>
                      <a:pPr indent="0" lvl="0" marL="0" rtl="0" algn="l">
                        <a:spcBef>
                          <a:spcPts val="0"/>
                        </a:spcBef>
                        <a:spcAft>
                          <a:spcPts val="0"/>
                        </a:spcAft>
                        <a:buNone/>
                      </a:pPr>
                      <a:r>
                        <a:rPr b="1" lang="en-CA"/>
                        <a:t>Sensitivity</a:t>
                      </a:r>
                      <a:endParaRPr b="1"/>
                    </a:p>
                  </a:txBody>
                  <a:tcPr marT="91425" marB="91425" marR="91425" marL="91425"/>
                </a:tc>
                <a:tc>
                  <a:txBody>
                    <a:bodyPr/>
                    <a:lstStyle/>
                    <a:p>
                      <a:pPr indent="0" lvl="0" marL="0" rtl="0" algn="l">
                        <a:spcBef>
                          <a:spcPts val="0"/>
                        </a:spcBef>
                        <a:spcAft>
                          <a:spcPts val="0"/>
                        </a:spcAft>
                        <a:buNone/>
                      </a:pPr>
                      <a:r>
                        <a:rPr lang="en-CA"/>
                        <a:t>0.15</a:t>
                      </a:r>
                      <a:endParaRPr/>
                    </a:p>
                  </a:txBody>
                  <a:tcPr marT="91425" marB="91425" marR="91425" marL="91425"/>
                </a:tc>
              </a:tr>
              <a:tr h="381000">
                <a:tc>
                  <a:txBody>
                    <a:bodyPr/>
                    <a:lstStyle/>
                    <a:p>
                      <a:pPr indent="0" lvl="0" marL="0" rtl="0" algn="l">
                        <a:spcBef>
                          <a:spcPts val="0"/>
                        </a:spcBef>
                        <a:spcAft>
                          <a:spcPts val="0"/>
                        </a:spcAft>
                        <a:buNone/>
                      </a:pPr>
                      <a:r>
                        <a:rPr b="1" lang="en-CA"/>
                        <a:t>Specificity</a:t>
                      </a:r>
                      <a:endParaRPr b="1"/>
                    </a:p>
                  </a:txBody>
                  <a:tcPr marT="91425" marB="91425" marR="91425" marL="91425"/>
                </a:tc>
                <a:tc>
                  <a:txBody>
                    <a:bodyPr/>
                    <a:lstStyle/>
                    <a:p>
                      <a:pPr indent="0" lvl="0" marL="0" rtl="0" algn="l">
                        <a:spcBef>
                          <a:spcPts val="0"/>
                        </a:spcBef>
                        <a:spcAft>
                          <a:spcPts val="0"/>
                        </a:spcAft>
                        <a:buNone/>
                      </a:pPr>
                      <a:r>
                        <a:rPr lang="en-CA"/>
                        <a:t>0.94</a:t>
                      </a:r>
                      <a:endParaRPr/>
                    </a:p>
                  </a:txBody>
                  <a:tcPr marT="91425" marB="91425" marR="91425" marL="91425"/>
                </a:tc>
              </a:tr>
              <a:tr h="381000">
                <a:tc>
                  <a:txBody>
                    <a:bodyPr/>
                    <a:lstStyle/>
                    <a:p>
                      <a:pPr indent="0" lvl="0" marL="0" rtl="0" algn="l">
                        <a:spcBef>
                          <a:spcPts val="0"/>
                        </a:spcBef>
                        <a:spcAft>
                          <a:spcPts val="0"/>
                        </a:spcAft>
                        <a:buNone/>
                      </a:pPr>
                      <a:r>
                        <a:rPr b="1" lang="en-CA"/>
                        <a:t>Accuracy</a:t>
                      </a:r>
                      <a:endParaRPr b="1"/>
                    </a:p>
                  </a:txBody>
                  <a:tcPr marT="91425" marB="91425" marR="91425" marL="91425"/>
                </a:tc>
                <a:tc>
                  <a:txBody>
                    <a:bodyPr/>
                    <a:lstStyle/>
                    <a:p>
                      <a:pPr indent="0" lvl="0" marL="0" rtl="0" algn="l">
                        <a:spcBef>
                          <a:spcPts val="0"/>
                        </a:spcBef>
                        <a:spcAft>
                          <a:spcPts val="0"/>
                        </a:spcAft>
                        <a:buNone/>
                      </a:pPr>
                      <a:r>
                        <a:rPr lang="en-CA"/>
                        <a:t>0.548</a:t>
                      </a:r>
                      <a:endParaRPr/>
                    </a:p>
                  </a:txBody>
                  <a:tcPr marT="91425" marB="91425" marR="91425" marL="91425"/>
                </a:tc>
              </a:tr>
              <a:tr h="381000">
                <a:tc>
                  <a:txBody>
                    <a:bodyPr/>
                    <a:lstStyle/>
                    <a:p>
                      <a:pPr indent="0" lvl="0" marL="0" rtl="0" algn="l">
                        <a:spcBef>
                          <a:spcPts val="0"/>
                        </a:spcBef>
                        <a:spcAft>
                          <a:spcPts val="0"/>
                        </a:spcAft>
                        <a:buNone/>
                      </a:pPr>
                      <a:r>
                        <a:rPr b="1" lang="en-CA"/>
                        <a:t>ROC AUC</a:t>
                      </a:r>
                      <a:endParaRPr b="1"/>
                    </a:p>
                  </a:txBody>
                  <a:tcPr marT="91425" marB="91425" marR="91425" marL="91425"/>
                </a:tc>
                <a:tc>
                  <a:txBody>
                    <a:bodyPr/>
                    <a:lstStyle/>
                    <a:p>
                      <a:pPr indent="0" lvl="0" marL="0" rtl="0" algn="l">
                        <a:spcBef>
                          <a:spcPts val="0"/>
                        </a:spcBef>
                        <a:spcAft>
                          <a:spcPts val="0"/>
                        </a:spcAft>
                        <a:buNone/>
                      </a:pPr>
                      <a:r>
                        <a:rPr b="1" lang="en-CA"/>
                        <a:t>0.659</a:t>
                      </a:r>
                      <a:endParaRPr b="1"/>
                    </a:p>
                  </a:txBody>
                  <a:tcPr marT="91425" marB="91425" marR="91425" marL="91425"/>
                </a:tc>
              </a:tr>
            </a:tbl>
          </a:graphicData>
        </a:graphic>
      </p:graphicFrame>
      <p:graphicFrame>
        <p:nvGraphicFramePr>
          <p:cNvPr id="8811" name="Google Shape;8811;p346"/>
          <p:cNvGraphicFramePr/>
          <p:nvPr/>
        </p:nvGraphicFramePr>
        <p:xfrm>
          <a:off x="635825" y="471800"/>
          <a:ext cx="3000000" cy="3000000"/>
        </p:xfrm>
        <a:graphic>
          <a:graphicData uri="http://schemas.openxmlformats.org/drawingml/2006/table">
            <a:tbl>
              <a:tblPr>
                <a:noFill/>
                <a:tableStyleId>{68E34481-02A7-41A2-80F5-0ABD368C6211}</a:tableStyleId>
              </a:tblPr>
              <a:tblGrid>
                <a:gridCol w="1450650"/>
                <a:gridCol w="1450650"/>
              </a:tblGrid>
              <a:tr h="381000">
                <a:tc gridSpan="2">
                  <a:txBody>
                    <a:bodyPr/>
                    <a:lstStyle/>
                    <a:p>
                      <a:pPr indent="0" lvl="0" marL="0" rtl="0" algn="l">
                        <a:spcBef>
                          <a:spcPts val="0"/>
                        </a:spcBef>
                        <a:spcAft>
                          <a:spcPts val="0"/>
                        </a:spcAft>
                        <a:buNone/>
                      </a:pPr>
                      <a:r>
                        <a:rPr b="1" lang="en-CA"/>
                        <a:t>No LLE + DT</a:t>
                      </a:r>
                      <a:endParaRPr b="1"/>
                    </a:p>
                  </a:txBody>
                  <a:tcPr marT="91425" marB="91425" marR="91425" marL="91425"/>
                </a:tc>
                <a:tc hMerge="1"/>
              </a:tr>
              <a:tr h="381000">
                <a:tc>
                  <a:txBody>
                    <a:bodyPr/>
                    <a:lstStyle/>
                    <a:p>
                      <a:pPr indent="0" lvl="0" marL="0" rtl="0" algn="l">
                        <a:spcBef>
                          <a:spcPts val="0"/>
                        </a:spcBef>
                        <a:spcAft>
                          <a:spcPts val="0"/>
                        </a:spcAft>
                        <a:buNone/>
                      </a:pPr>
                      <a:r>
                        <a:rPr b="1" lang="en-CA"/>
                        <a:t>Sensitivity</a:t>
                      </a:r>
                      <a:endParaRPr b="1"/>
                    </a:p>
                  </a:txBody>
                  <a:tcPr marT="91425" marB="91425" marR="91425" marL="91425"/>
                </a:tc>
                <a:tc>
                  <a:txBody>
                    <a:bodyPr/>
                    <a:lstStyle/>
                    <a:p>
                      <a:pPr indent="0" lvl="0" marL="0" rtl="0" algn="l">
                        <a:spcBef>
                          <a:spcPts val="0"/>
                        </a:spcBef>
                        <a:spcAft>
                          <a:spcPts val="0"/>
                        </a:spcAft>
                        <a:buNone/>
                      </a:pPr>
                      <a:r>
                        <a:rPr lang="en-CA"/>
                        <a:t>0.557</a:t>
                      </a:r>
                      <a:endParaRPr/>
                    </a:p>
                  </a:txBody>
                  <a:tcPr marT="91425" marB="91425" marR="91425" marL="91425"/>
                </a:tc>
              </a:tr>
              <a:tr h="381000">
                <a:tc>
                  <a:txBody>
                    <a:bodyPr/>
                    <a:lstStyle/>
                    <a:p>
                      <a:pPr indent="0" lvl="0" marL="0" rtl="0" algn="l">
                        <a:spcBef>
                          <a:spcPts val="0"/>
                        </a:spcBef>
                        <a:spcAft>
                          <a:spcPts val="0"/>
                        </a:spcAft>
                        <a:buNone/>
                      </a:pPr>
                      <a:r>
                        <a:rPr b="1" lang="en-CA"/>
                        <a:t>Specificity</a:t>
                      </a:r>
                      <a:endParaRPr b="1"/>
                    </a:p>
                  </a:txBody>
                  <a:tcPr marT="91425" marB="91425" marR="91425" marL="91425"/>
                </a:tc>
                <a:tc>
                  <a:txBody>
                    <a:bodyPr/>
                    <a:lstStyle/>
                    <a:p>
                      <a:pPr indent="0" lvl="0" marL="0" rtl="0" algn="l">
                        <a:spcBef>
                          <a:spcPts val="0"/>
                        </a:spcBef>
                        <a:spcAft>
                          <a:spcPts val="0"/>
                        </a:spcAft>
                        <a:buNone/>
                      </a:pPr>
                      <a:r>
                        <a:rPr lang="en-CA"/>
                        <a:t>0.417</a:t>
                      </a:r>
                      <a:endParaRPr/>
                    </a:p>
                  </a:txBody>
                  <a:tcPr marT="91425" marB="91425" marR="91425" marL="91425"/>
                </a:tc>
              </a:tr>
              <a:tr h="381000">
                <a:tc>
                  <a:txBody>
                    <a:bodyPr/>
                    <a:lstStyle/>
                    <a:p>
                      <a:pPr indent="0" lvl="0" marL="0" rtl="0" algn="l">
                        <a:spcBef>
                          <a:spcPts val="0"/>
                        </a:spcBef>
                        <a:spcAft>
                          <a:spcPts val="0"/>
                        </a:spcAft>
                        <a:buNone/>
                      </a:pPr>
                      <a:r>
                        <a:rPr b="1" lang="en-CA"/>
                        <a:t>Accuracy</a:t>
                      </a:r>
                      <a:endParaRPr b="1"/>
                    </a:p>
                  </a:txBody>
                  <a:tcPr marT="91425" marB="91425" marR="91425" marL="91425"/>
                </a:tc>
                <a:tc>
                  <a:txBody>
                    <a:bodyPr/>
                    <a:lstStyle/>
                    <a:p>
                      <a:pPr indent="0" lvl="0" marL="0" rtl="0" algn="l">
                        <a:spcBef>
                          <a:spcPts val="0"/>
                        </a:spcBef>
                        <a:spcAft>
                          <a:spcPts val="0"/>
                        </a:spcAft>
                        <a:buNone/>
                      </a:pPr>
                      <a:r>
                        <a:rPr lang="en-CA"/>
                        <a:t>0.467</a:t>
                      </a:r>
                      <a:endParaRPr/>
                    </a:p>
                  </a:txBody>
                  <a:tcPr marT="91425" marB="91425" marR="91425" marL="91425"/>
                </a:tc>
              </a:tr>
              <a:tr h="381000">
                <a:tc>
                  <a:txBody>
                    <a:bodyPr/>
                    <a:lstStyle/>
                    <a:p>
                      <a:pPr indent="0" lvl="0" marL="0" rtl="0" algn="l">
                        <a:spcBef>
                          <a:spcPts val="0"/>
                        </a:spcBef>
                        <a:spcAft>
                          <a:spcPts val="0"/>
                        </a:spcAft>
                        <a:buNone/>
                      </a:pPr>
                      <a:r>
                        <a:rPr b="1" lang="en-CA"/>
                        <a:t>ROC AUC</a:t>
                      </a:r>
                      <a:endParaRPr b="1"/>
                    </a:p>
                  </a:txBody>
                  <a:tcPr marT="91425" marB="91425" marR="91425" marL="91425"/>
                </a:tc>
                <a:tc>
                  <a:txBody>
                    <a:bodyPr/>
                    <a:lstStyle/>
                    <a:p>
                      <a:pPr indent="0" lvl="0" marL="0" rtl="0" algn="l">
                        <a:spcBef>
                          <a:spcPts val="0"/>
                        </a:spcBef>
                        <a:spcAft>
                          <a:spcPts val="0"/>
                        </a:spcAft>
                        <a:buNone/>
                      </a:pPr>
                      <a:r>
                        <a:rPr b="1" lang="en-CA"/>
                        <a:t>0.494</a:t>
                      </a:r>
                      <a:endParaRPr b="1"/>
                    </a:p>
                  </a:txBody>
                  <a:tcPr marT="91425" marB="91425" marR="91425" marL="91425"/>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15" name="Shape 8815"/>
        <p:cNvGrpSpPr/>
        <p:nvPr/>
      </p:nvGrpSpPr>
      <p:grpSpPr>
        <a:xfrm>
          <a:off x="0" y="0"/>
          <a:ext cx="0" cy="0"/>
          <a:chOff x="0" y="0"/>
          <a:chExt cx="0" cy="0"/>
        </a:xfrm>
      </p:grpSpPr>
      <p:sp>
        <p:nvSpPr>
          <p:cNvPr id="8816" name="Google Shape;8816;p347"/>
          <p:cNvSpPr/>
          <p:nvPr/>
        </p:nvSpPr>
        <p:spPr>
          <a:xfrm rot="4651396">
            <a:off x="2198098" y="3037348"/>
            <a:ext cx="762646" cy="1386305"/>
          </a:xfrm>
          <a:custGeom>
            <a:rect b="b" l="l" r="r" t="t"/>
            <a:pathLst>
              <a:path extrusionOk="0" h="18712" w="8968">
                <a:moveTo>
                  <a:pt x="3641" y="1"/>
                </a:moveTo>
                <a:cubicBezTo>
                  <a:pt x="3326" y="1"/>
                  <a:pt x="3012" y="119"/>
                  <a:pt x="2706" y="382"/>
                </a:cubicBezTo>
                <a:cubicBezTo>
                  <a:pt x="1550" y="1385"/>
                  <a:pt x="1399" y="5458"/>
                  <a:pt x="1125" y="6948"/>
                </a:cubicBezTo>
                <a:cubicBezTo>
                  <a:pt x="760" y="9075"/>
                  <a:pt x="456" y="11203"/>
                  <a:pt x="213" y="13361"/>
                </a:cubicBezTo>
                <a:cubicBezTo>
                  <a:pt x="91" y="14455"/>
                  <a:pt x="0" y="15641"/>
                  <a:pt x="365" y="16705"/>
                </a:cubicBezTo>
                <a:cubicBezTo>
                  <a:pt x="730" y="17738"/>
                  <a:pt x="1672" y="18711"/>
                  <a:pt x="2797" y="18711"/>
                </a:cubicBezTo>
                <a:cubicBezTo>
                  <a:pt x="2819" y="18712"/>
                  <a:pt x="2842" y="18712"/>
                  <a:pt x="2865" y="18712"/>
                </a:cubicBezTo>
                <a:cubicBezTo>
                  <a:pt x="3780" y="18712"/>
                  <a:pt x="4606" y="18117"/>
                  <a:pt x="5259" y="17465"/>
                </a:cubicBezTo>
                <a:cubicBezTo>
                  <a:pt x="7721" y="15003"/>
                  <a:pt x="8967" y="11416"/>
                  <a:pt x="8572" y="7981"/>
                </a:cubicBezTo>
                <a:cubicBezTo>
                  <a:pt x="8384" y="6481"/>
                  <a:pt x="5978" y="1"/>
                  <a:pt x="3641"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817" name="Google Shape;8817;p347"/>
          <p:cNvGrpSpPr/>
          <p:nvPr/>
        </p:nvGrpSpPr>
        <p:grpSpPr>
          <a:xfrm>
            <a:off x="734443" y="1996094"/>
            <a:ext cx="2882934" cy="2577700"/>
            <a:chOff x="1331375" y="833125"/>
            <a:chExt cx="4837950" cy="4325725"/>
          </a:xfrm>
        </p:grpSpPr>
        <p:sp>
          <p:nvSpPr>
            <p:cNvPr id="8818" name="Google Shape;8818;p347"/>
            <p:cNvSpPr/>
            <p:nvPr/>
          </p:nvSpPr>
          <p:spPr>
            <a:xfrm>
              <a:off x="4596675" y="955850"/>
              <a:ext cx="45925" cy="21950"/>
            </a:xfrm>
            <a:custGeom>
              <a:rect b="b" l="l" r="r" t="t"/>
              <a:pathLst>
                <a:path extrusionOk="0" h="878" w="1837">
                  <a:moveTo>
                    <a:pt x="1511" y="244"/>
                  </a:moveTo>
                  <a:cubicBezTo>
                    <a:pt x="1522" y="253"/>
                    <a:pt x="1542" y="265"/>
                    <a:pt x="1561" y="265"/>
                  </a:cubicBezTo>
                  <a:lnTo>
                    <a:pt x="1530" y="265"/>
                  </a:lnTo>
                  <a:cubicBezTo>
                    <a:pt x="1519" y="254"/>
                    <a:pt x="1512" y="247"/>
                    <a:pt x="1511" y="244"/>
                  </a:cubicBezTo>
                  <a:close/>
                  <a:moveTo>
                    <a:pt x="365" y="0"/>
                  </a:moveTo>
                  <a:cubicBezTo>
                    <a:pt x="302" y="0"/>
                    <a:pt x="238" y="15"/>
                    <a:pt x="184" y="51"/>
                  </a:cubicBezTo>
                  <a:cubicBezTo>
                    <a:pt x="123" y="82"/>
                    <a:pt x="31" y="173"/>
                    <a:pt x="1" y="296"/>
                  </a:cubicBezTo>
                  <a:cubicBezTo>
                    <a:pt x="1" y="388"/>
                    <a:pt x="1" y="479"/>
                    <a:pt x="62" y="571"/>
                  </a:cubicBezTo>
                  <a:cubicBezTo>
                    <a:pt x="92" y="663"/>
                    <a:pt x="184" y="755"/>
                    <a:pt x="276" y="755"/>
                  </a:cubicBezTo>
                  <a:cubicBezTo>
                    <a:pt x="459" y="785"/>
                    <a:pt x="643" y="816"/>
                    <a:pt x="827" y="846"/>
                  </a:cubicBezTo>
                  <a:cubicBezTo>
                    <a:pt x="918" y="846"/>
                    <a:pt x="1041" y="877"/>
                    <a:pt x="1163" y="877"/>
                  </a:cubicBezTo>
                  <a:lnTo>
                    <a:pt x="1500" y="877"/>
                  </a:lnTo>
                  <a:cubicBezTo>
                    <a:pt x="1653" y="877"/>
                    <a:pt x="1806" y="755"/>
                    <a:pt x="1806" y="602"/>
                  </a:cubicBezTo>
                  <a:cubicBezTo>
                    <a:pt x="1836" y="449"/>
                    <a:pt x="1745" y="326"/>
                    <a:pt x="1592" y="265"/>
                  </a:cubicBezTo>
                  <a:lnTo>
                    <a:pt x="1561" y="265"/>
                  </a:lnTo>
                  <a:cubicBezTo>
                    <a:pt x="1530" y="250"/>
                    <a:pt x="1515" y="242"/>
                    <a:pt x="1511" y="242"/>
                  </a:cubicBezTo>
                  <a:lnTo>
                    <a:pt x="1511" y="242"/>
                  </a:lnTo>
                  <a:cubicBezTo>
                    <a:pt x="1510" y="242"/>
                    <a:pt x="1510" y="243"/>
                    <a:pt x="1511" y="244"/>
                  </a:cubicBezTo>
                  <a:lnTo>
                    <a:pt x="1511" y="244"/>
                  </a:lnTo>
                  <a:cubicBezTo>
                    <a:pt x="1504" y="239"/>
                    <a:pt x="1500" y="235"/>
                    <a:pt x="1500" y="235"/>
                  </a:cubicBezTo>
                  <a:cubicBezTo>
                    <a:pt x="1439" y="204"/>
                    <a:pt x="1377" y="204"/>
                    <a:pt x="1316" y="173"/>
                  </a:cubicBezTo>
                  <a:cubicBezTo>
                    <a:pt x="1224" y="143"/>
                    <a:pt x="1133" y="143"/>
                    <a:pt x="1041" y="112"/>
                  </a:cubicBezTo>
                  <a:cubicBezTo>
                    <a:pt x="857" y="82"/>
                    <a:pt x="674" y="51"/>
                    <a:pt x="490" y="20"/>
                  </a:cubicBezTo>
                  <a:cubicBezTo>
                    <a:pt x="452" y="8"/>
                    <a:pt x="409" y="0"/>
                    <a:pt x="36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9" name="Google Shape;8819;p347"/>
            <p:cNvSpPr/>
            <p:nvPr/>
          </p:nvSpPr>
          <p:spPr>
            <a:xfrm>
              <a:off x="3397350" y="833125"/>
              <a:ext cx="638000" cy="128150"/>
            </a:xfrm>
            <a:custGeom>
              <a:rect b="b" l="l" r="r" t="t"/>
              <a:pathLst>
                <a:path extrusionOk="0" h="5126" w="25520">
                  <a:moveTo>
                    <a:pt x="16205" y="0"/>
                  </a:moveTo>
                  <a:cubicBezTo>
                    <a:pt x="16086" y="0"/>
                    <a:pt x="15967" y="1"/>
                    <a:pt x="15848" y="3"/>
                  </a:cubicBezTo>
                  <a:cubicBezTo>
                    <a:pt x="14196" y="34"/>
                    <a:pt x="12574" y="279"/>
                    <a:pt x="11014" y="738"/>
                  </a:cubicBezTo>
                  <a:cubicBezTo>
                    <a:pt x="9331" y="1227"/>
                    <a:pt x="7863" y="2023"/>
                    <a:pt x="6364" y="2849"/>
                  </a:cubicBezTo>
                  <a:cubicBezTo>
                    <a:pt x="5022" y="3609"/>
                    <a:pt x="3663" y="4223"/>
                    <a:pt x="2217" y="4223"/>
                  </a:cubicBezTo>
                  <a:cubicBezTo>
                    <a:pt x="1685" y="4223"/>
                    <a:pt x="1141" y="4140"/>
                    <a:pt x="581" y="3950"/>
                  </a:cubicBezTo>
                  <a:cubicBezTo>
                    <a:pt x="544" y="3939"/>
                    <a:pt x="508" y="3934"/>
                    <a:pt x="474" y="3934"/>
                  </a:cubicBezTo>
                  <a:cubicBezTo>
                    <a:pt x="148" y="3934"/>
                    <a:pt x="1" y="4429"/>
                    <a:pt x="306" y="4623"/>
                  </a:cubicBezTo>
                  <a:cubicBezTo>
                    <a:pt x="919" y="4981"/>
                    <a:pt x="1596" y="5125"/>
                    <a:pt x="2284" y="5125"/>
                  </a:cubicBezTo>
                  <a:cubicBezTo>
                    <a:pt x="3243" y="5125"/>
                    <a:pt x="4223" y="4845"/>
                    <a:pt x="5079" y="4470"/>
                  </a:cubicBezTo>
                  <a:cubicBezTo>
                    <a:pt x="6731" y="3767"/>
                    <a:pt x="8169" y="2696"/>
                    <a:pt x="9851" y="2053"/>
                  </a:cubicBezTo>
                  <a:cubicBezTo>
                    <a:pt x="11891" y="1237"/>
                    <a:pt x="14094" y="830"/>
                    <a:pt x="16297" y="830"/>
                  </a:cubicBezTo>
                  <a:cubicBezTo>
                    <a:pt x="17398" y="830"/>
                    <a:pt x="18500" y="932"/>
                    <a:pt x="19581" y="1136"/>
                  </a:cubicBezTo>
                  <a:cubicBezTo>
                    <a:pt x="21447" y="1503"/>
                    <a:pt x="23191" y="2176"/>
                    <a:pt x="24874" y="3032"/>
                  </a:cubicBezTo>
                  <a:cubicBezTo>
                    <a:pt x="24936" y="3066"/>
                    <a:pt x="24997" y="3081"/>
                    <a:pt x="25053" y="3081"/>
                  </a:cubicBezTo>
                  <a:cubicBezTo>
                    <a:pt x="25351" y="3081"/>
                    <a:pt x="25520" y="2657"/>
                    <a:pt x="25210" y="2451"/>
                  </a:cubicBezTo>
                  <a:cubicBezTo>
                    <a:pt x="22558" y="772"/>
                    <a:pt x="19311" y="0"/>
                    <a:pt x="1620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0" name="Google Shape;8820;p347"/>
            <p:cNvSpPr/>
            <p:nvPr/>
          </p:nvSpPr>
          <p:spPr>
            <a:xfrm>
              <a:off x="2371625" y="2651325"/>
              <a:ext cx="777975" cy="914275"/>
            </a:xfrm>
            <a:custGeom>
              <a:rect b="b" l="l" r="r" t="t"/>
              <a:pathLst>
                <a:path extrusionOk="0" h="36571" w="31119">
                  <a:moveTo>
                    <a:pt x="30711" y="0"/>
                  </a:moveTo>
                  <a:cubicBezTo>
                    <a:pt x="30642" y="0"/>
                    <a:pt x="30569" y="28"/>
                    <a:pt x="30504" y="93"/>
                  </a:cubicBezTo>
                  <a:cubicBezTo>
                    <a:pt x="28627" y="1904"/>
                    <a:pt x="26049" y="2073"/>
                    <a:pt x="23518" y="2073"/>
                  </a:cubicBezTo>
                  <a:cubicBezTo>
                    <a:pt x="22935" y="2073"/>
                    <a:pt x="22355" y="2064"/>
                    <a:pt x="21786" y="2064"/>
                  </a:cubicBezTo>
                  <a:cubicBezTo>
                    <a:pt x="21402" y="2064"/>
                    <a:pt x="21023" y="2068"/>
                    <a:pt x="20652" y="2082"/>
                  </a:cubicBezTo>
                  <a:cubicBezTo>
                    <a:pt x="18908" y="2174"/>
                    <a:pt x="17164" y="2449"/>
                    <a:pt x="15634" y="3367"/>
                  </a:cubicBezTo>
                  <a:cubicBezTo>
                    <a:pt x="14288" y="4193"/>
                    <a:pt x="13217" y="5386"/>
                    <a:pt x="12330" y="6671"/>
                  </a:cubicBezTo>
                  <a:cubicBezTo>
                    <a:pt x="11351" y="8079"/>
                    <a:pt x="10586" y="9639"/>
                    <a:pt x="9791" y="11138"/>
                  </a:cubicBezTo>
                  <a:cubicBezTo>
                    <a:pt x="8842" y="13005"/>
                    <a:pt x="7863" y="14871"/>
                    <a:pt x="6915" y="16737"/>
                  </a:cubicBezTo>
                  <a:cubicBezTo>
                    <a:pt x="5936" y="18634"/>
                    <a:pt x="4956" y="20531"/>
                    <a:pt x="3977" y="22428"/>
                  </a:cubicBezTo>
                  <a:cubicBezTo>
                    <a:pt x="3029" y="24233"/>
                    <a:pt x="2019" y="26038"/>
                    <a:pt x="1224" y="27905"/>
                  </a:cubicBezTo>
                  <a:cubicBezTo>
                    <a:pt x="490" y="29618"/>
                    <a:pt x="0" y="31546"/>
                    <a:pt x="581" y="33381"/>
                  </a:cubicBezTo>
                  <a:cubicBezTo>
                    <a:pt x="1071" y="34881"/>
                    <a:pt x="2203" y="36227"/>
                    <a:pt x="3794" y="36563"/>
                  </a:cubicBezTo>
                  <a:cubicBezTo>
                    <a:pt x="3824" y="36568"/>
                    <a:pt x="3853" y="36571"/>
                    <a:pt x="3881" y="36571"/>
                  </a:cubicBezTo>
                  <a:cubicBezTo>
                    <a:pt x="4366" y="36571"/>
                    <a:pt x="4530" y="35853"/>
                    <a:pt x="4039" y="35737"/>
                  </a:cubicBezTo>
                  <a:cubicBezTo>
                    <a:pt x="2631" y="35431"/>
                    <a:pt x="1713" y="34238"/>
                    <a:pt x="1346" y="32892"/>
                  </a:cubicBezTo>
                  <a:cubicBezTo>
                    <a:pt x="887" y="31209"/>
                    <a:pt x="1438" y="29404"/>
                    <a:pt x="2142" y="27874"/>
                  </a:cubicBezTo>
                  <a:cubicBezTo>
                    <a:pt x="2968" y="26100"/>
                    <a:pt x="3916" y="24417"/>
                    <a:pt x="4804" y="22673"/>
                  </a:cubicBezTo>
                  <a:cubicBezTo>
                    <a:pt x="5721" y="20898"/>
                    <a:pt x="6639" y="19124"/>
                    <a:pt x="7557" y="17349"/>
                  </a:cubicBezTo>
                  <a:cubicBezTo>
                    <a:pt x="8475" y="15544"/>
                    <a:pt x="9423" y="13708"/>
                    <a:pt x="10341" y="11903"/>
                  </a:cubicBezTo>
                  <a:cubicBezTo>
                    <a:pt x="11106" y="10435"/>
                    <a:pt x="11841" y="8935"/>
                    <a:pt x="12758" y="7528"/>
                  </a:cubicBezTo>
                  <a:cubicBezTo>
                    <a:pt x="13584" y="6243"/>
                    <a:pt x="14594" y="5050"/>
                    <a:pt x="15879" y="4224"/>
                  </a:cubicBezTo>
                  <a:cubicBezTo>
                    <a:pt x="17378" y="3245"/>
                    <a:pt x="19153" y="2969"/>
                    <a:pt x="20927" y="2908"/>
                  </a:cubicBezTo>
                  <a:cubicBezTo>
                    <a:pt x="24293" y="2786"/>
                    <a:pt x="28393" y="3275"/>
                    <a:pt x="30932" y="491"/>
                  </a:cubicBezTo>
                  <a:cubicBezTo>
                    <a:pt x="31119" y="281"/>
                    <a:pt x="30932" y="0"/>
                    <a:pt x="3071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1" name="Google Shape;8821;p347"/>
            <p:cNvSpPr/>
            <p:nvPr/>
          </p:nvSpPr>
          <p:spPr>
            <a:xfrm>
              <a:off x="2353250" y="3541100"/>
              <a:ext cx="448675" cy="508525"/>
            </a:xfrm>
            <a:custGeom>
              <a:rect b="b" l="l" r="r" t="t"/>
              <a:pathLst>
                <a:path extrusionOk="0" h="20341" w="17947">
                  <a:moveTo>
                    <a:pt x="3110" y="1"/>
                  </a:moveTo>
                  <a:cubicBezTo>
                    <a:pt x="2330" y="1"/>
                    <a:pt x="1605" y="391"/>
                    <a:pt x="1072" y="972"/>
                  </a:cubicBezTo>
                  <a:cubicBezTo>
                    <a:pt x="307" y="1829"/>
                    <a:pt x="1" y="2930"/>
                    <a:pt x="62" y="4063"/>
                  </a:cubicBezTo>
                  <a:cubicBezTo>
                    <a:pt x="154" y="5409"/>
                    <a:pt x="643" y="6694"/>
                    <a:pt x="1133" y="7948"/>
                  </a:cubicBezTo>
                  <a:cubicBezTo>
                    <a:pt x="1622" y="9203"/>
                    <a:pt x="2173" y="10457"/>
                    <a:pt x="2785" y="11681"/>
                  </a:cubicBezTo>
                  <a:cubicBezTo>
                    <a:pt x="4594" y="15327"/>
                    <a:pt x="7214" y="20341"/>
                    <a:pt x="11726" y="20341"/>
                  </a:cubicBezTo>
                  <a:cubicBezTo>
                    <a:pt x="12174" y="20341"/>
                    <a:pt x="12640" y="20291"/>
                    <a:pt x="13126" y="20186"/>
                  </a:cubicBezTo>
                  <a:cubicBezTo>
                    <a:pt x="15482" y="19697"/>
                    <a:pt x="17838" y="17494"/>
                    <a:pt x="17930" y="14955"/>
                  </a:cubicBezTo>
                  <a:cubicBezTo>
                    <a:pt x="17946" y="14721"/>
                    <a:pt x="17762" y="14596"/>
                    <a:pt x="17572" y="14596"/>
                  </a:cubicBezTo>
                  <a:cubicBezTo>
                    <a:pt x="17414" y="14596"/>
                    <a:pt x="17251" y="14682"/>
                    <a:pt x="17195" y="14863"/>
                  </a:cubicBezTo>
                  <a:cubicBezTo>
                    <a:pt x="16889" y="15842"/>
                    <a:pt x="16614" y="16729"/>
                    <a:pt x="15972" y="17525"/>
                  </a:cubicBezTo>
                  <a:cubicBezTo>
                    <a:pt x="15329" y="18290"/>
                    <a:pt x="14472" y="18901"/>
                    <a:pt x="13524" y="19238"/>
                  </a:cubicBezTo>
                  <a:cubicBezTo>
                    <a:pt x="12957" y="19419"/>
                    <a:pt x="12386" y="19505"/>
                    <a:pt x="11824" y="19505"/>
                  </a:cubicBezTo>
                  <a:cubicBezTo>
                    <a:pt x="10291" y="19505"/>
                    <a:pt x="8822" y="18866"/>
                    <a:pt x="7680" y="17769"/>
                  </a:cubicBezTo>
                  <a:cubicBezTo>
                    <a:pt x="6181" y="16301"/>
                    <a:pt x="5110" y="14343"/>
                    <a:pt x="4131" y="12507"/>
                  </a:cubicBezTo>
                  <a:cubicBezTo>
                    <a:pt x="3030" y="10426"/>
                    <a:pt x="2020" y="8254"/>
                    <a:pt x="1286" y="5990"/>
                  </a:cubicBezTo>
                  <a:cubicBezTo>
                    <a:pt x="919" y="4827"/>
                    <a:pt x="613" y="3420"/>
                    <a:pt x="1133" y="2257"/>
                  </a:cubicBezTo>
                  <a:cubicBezTo>
                    <a:pt x="1538" y="1301"/>
                    <a:pt x="2438" y="537"/>
                    <a:pt x="3494" y="537"/>
                  </a:cubicBezTo>
                  <a:cubicBezTo>
                    <a:pt x="3553" y="537"/>
                    <a:pt x="3612" y="539"/>
                    <a:pt x="3672" y="544"/>
                  </a:cubicBezTo>
                  <a:cubicBezTo>
                    <a:pt x="3917" y="544"/>
                    <a:pt x="3978" y="146"/>
                    <a:pt x="3733" y="85"/>
                  </a:cubicBezTo>
                  <a:cubicBezTo>
                    <a:pt x="3524" y="28"/>
                    <a:pt x="3315" y="1"/>
                    <a:pt x="311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2" name="Google Shape;8822;p347"/>
            <p:cNvSpPr/>
            <p:nvPr/>
          </p:nvSpPr>
          <p:spPr>
            <a:xfrm>
              <a:off x="2743050" y="4007075"/>
              <a:ext cx="184750" cy="74625"/>
            </a:xfrm>
            <a:custGeom>
              <a:rect b="b" l="l" r="r" t="t"/>
              <a:pathLst>
                <a:path extrusionOk="0" h="2985" w="7390">
                  <a:moveTo>
                    <a:pt x="348" y="0"/>
                  </a:moveTo>
                  <a:cubicBezTo>
                    <a:pt x="165" y="0"/>
                    <a:pt x="0" y="187"/>
                    <a:pt x="104" y="415"/>
                  </a:cubicBezTo>
                  <a:cubicBezTo>
                    <a:pt x="686" y="1609"/>
                    <a:pt x="1940" y="2435"/>
                    <a:pt x="3164" y="2771"/>
                  </a:cubicBezTo>
                  <a:cubicBezTo>
                    <a:pt x="3641" y="2911"/>
                    <a:pt x="4150" y="2984"/>
                    <a:pt x="4661" y="2984"/>
                  </a:cubicBezTo>
                  <a:cubicBezTo>
                    <a:pt x="5492" y="2984"/>
                    <a:pt x="6329" y="2790"/>
                    <a:pt x="7049" y="2374"/>
                  </a:cubicBezTo>
                  <a:cubicBezTo>
                    <a:pt x="7390" y="2164"/>
                    <a:pt x="7170" y="1686"/>
                    <a:pt x="6832" y="1686"/>
                  </a:cubicBezTo>
                  <a:cubicBezTo>
                    <a:pt x="6774" y="1686"/>
                    <a:pt x="6714" y="1700"/>
                    <a:pt x="6652" y="1731"/>
                  </a:cubicBezTo>
                  <a:cubicBezTo>
                    <a:pt x="5988" y="2063"/>
                    <a:pt x="5287" y="2233"/>
                    <a:pt x="4572" y="2233"/>
                  </a:cubicBezTo>
                  <a:cubicBezTo>
                    <a:pt x="4167" y="2233"/>
                    <a:pt x="3757" y="2178"/>
                    <a:pt x="3347" y="2068"/>
                  </a:cubicBezTo>
                  <a:cubicBezTo>
                    <a:pt x="2215" y="1762"/>
                    <a:pt x="1297" y="1089"/>
                    <a:pt x="594" y="140"/>
                  </a:cubicBezTo>
                  <a:cubicBezTo>
                    <a:pt x="525" y="42"/>
                    <a:pt x="434" y="0"/>
                    <a:pt x="34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3" name="Google Shape;8823;p347"/>
            <p:cNvSpPr/>
            <p:nvPr/>
          </p:nvSpPr>
          <p:spPr>
            <a:xfrm>
              <a:off x="2890975" y="3767975"/>
              <a:ext cx="891600" cy="382500"/>
            </a:xfrm>
            <a:custGeom>
              <a:rect b="b" l="l" r="r" t="t"/>
              <a:pathLst>
                <a:path extrusionOk="0" h="15300" w="35664">
                  <a:moveTo>
                    <a:pt x="35101" y="1"/>
                  </a:moveTo>
                  <a:cubicBezTo>
                    <a:pt x="34919" y="1"/>
                    <a:pt x="34738" y="94"/>
                    <a:pt x="34665" y="311"/>
                  </a:cubicBezTo>
                  <a:cubicBezTo>
                    <a:pt x="33900" y="2636"/>
                    <a:pt x="31912" y="4227"/>
                    <a:pt x="29801" y="5268"/>
                  </a:cubicBezTo>
                  <a:cubicBezTo>
                    <a:pt x="27292" y="6491"/>
                    <a:pt x="24507" y="6950"/>
                    <a:pt x="21846" y="7715"/>
                  </a:cubicBezTo>
                  <a:cubicBezTo>
                    <a:pt x="20499" y="8082"/>
                    <a:pt x="19153" y="8572"/>
                    <a:pt x="17899" y="9245"/>
                  </a:cubicBezTo>
                  <a:cubicBezTo>
                    <a:pt x="16614" y="9888"/>
                    <a:pt x="15421" y="10683"/>
                    <a:pt x="14197" y="11479"/>
                  </a:cubicBezTo>
                  <a:cubicBezTo>
                    <a:pt x="11879" y="12935"/>
                    <a:pt x="9330" y="14420"/>
                    <a:pt x="6522" y="14420"/>
                  </a:cubicBezTo>
                  <a:cubicBezTo>
                    <a:pt x="6439" y="14420"/>
                    <a:pt x="6356" y="14418"/>
                    <a:pt x="6273" y="14416"/>
                  </a:cubicBezTo>
                  <a:cubicBezTo>
                    <a:pt x="3549" y="14355"/>
                    <a:pt x="888" y="12335"/>
                    <a:pt x="888" y="9459"/>
                  </a:cubicBezTo>
                  <a:cubicBezTo>
                    <a:pt x="888" y="9306"/>
                    <a:pt x="746" y="9220"/>
                    <a:pt x="610" y="9220"/>
                  </a:cubicBezTo>
                  <a:cubicBezTo>
                    <a:pt x="501" y="9220"/>
                    <a:pt x="395" y="9276"/>
                    <a:pt x="368" y="9398"/>
                  </a:cubicBezTo>
                  <a:cubicBezTo>
                    <a:pt x="0" y="11876"/>
                    <a:pt x="1897" y="13987"/>
                    <a:pt x="4070" y="14844"/>
                  </a:cubicBezTo>
                  <a:cubicBezTo>
                    <a:pt x="4885" y="15163"/>
                    <a:pt x="5728" y="15300"/>
                    <a:pt x="6575" y="15300"/>
                  </a:cubicBezTo>
                  <a:cubicBezTo>
                    <a:pt x="8655" y="15300"/>
                    <a:pt x="10762" y="14476"/>
                    <a:pt x="12545" y="13498"/>
                  </a:cubicBezTo>
                  <a:cubicBezTo>
                    <a:pt x="15298" y="11999"/>
                    <a:pt x="17776" y="10010"/>
                    <a:pt x="20775" y="9000"/>
                  </a:cubicBezTo>
                  <a:cubicBezTo>
                    <a:pt x="23651" y="7991"/>
                    <a:pt x="26710" y="7593"/>
                    <a:pt x="29525" y="6400"/>
                  </a:cubicBezTo>
                  <a:cubicBezTo>
                    <a:pt x="32156" y="5268"/>
                    <a:pt x="34604" y="3371"/>
                    <a:pt x="35552" y="556"/>
                  </a:cubicBezTo>
                  <a:cubicBezTo>
                    <a:pt x="35664" y="222"/>
                    <a:pt x="35382" y="1"/>
                    <a:pt x="3510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4" name="Google Shape;8824;p347"/>
            <p:cNvSpPr/>
            <p:nvPr/>
          </p:nvSpPr>
          <p:spPr>
            <a:xfrm>
              <a:off x="3233350" y="3446700"/>
              <a:ext cx="1156375" cy="388425"/>
            </a:xfrm>
            <a:custGeom>
              <a:rect b="b" l="l" r="r" t="t"/>
              <a:pathLst>
                <a:path extrusionOk="0" h="15537" w="46255">
                  <a:moveTo>
                    <a:pt x="13833" y="0"/>
                  </a:moveTo>
                  <a:cubicBezTo>
                    <a:pt x="10772" y="0"/>
                    <a:pt x="7784" y="1576"/>
                    <a:pt x="5703" y="3739"/>
                  </a:cubicBezTo>
                  <a:cubicBezTo>
                    <a:pt x="2735" y="6859"/>
                    <a:pt x="1236" y="11112"/>
                    <a:pt x="73" y="15151"/>
                  </a:cubicBezTo>
                  <a:cubicBezTo>
                    <a:pt x="1" y="15387"/>
                    <a:pt x="186" y="15536"/>
                    <a:pt x="375" y="15536"/>
                  </a:cubicBezTo>
                  <a:cubicBezTo>
                    <a:pt x="505" y="15536"/>
                    <a:pt x="636" y="15466"/>
                    <a:pt x="685" y="15304"/>
                  </a:cubicBezTo>
                  <a:cubicBezTo>
                    <a:pt x="1970" y="11816"/>
                    <a:pt x="3164" y="8144"/>
                    <a:pt x="5550" y="5207"/>
                  </a:cubicBezTo>
                  <a:cubicBezTo>
                    <a:pt x="7540" y="2749"/>
                    <a:pt x="10593" y="851"/>
                    <a:pt x="13854" y="851"/>
                  </a:cubicBezTo>
                  <a:cubicBezTo>
                    <a:pt x="14002" y="851"/>
                    <a:pt x="14151" y="855"/>
                    <a:pt x="14300" y="863"/>
                  </a:cubicBezTo>
                  <a:cubicBezTo>
                    <a:pt x="16075" y="985"/>
                    <a:pt x="17544" y="1811"/>
                    <a:pt x="18981" y="2729"/>
                  </a:cubicBezTo>
                  <a:cubicBezTo>
                    <a:pt x="20389" y="3616"/>
                    <a:pt x="21796" y="4565"/>
                    <a:pt x="23479" y="4748"/>
                  </a:cubicBezTo>
                  <a:cubicBezTo>
                    <a:pt x="23697" y="4773"/>
                    <a:pt x="23914" y="4784"/>
                    <a:pt x="24129" y="4784"/>
                  </a:cubicBezTo>
                  <a:cubicBezTo>
                    <a:pt x="25820" y="4784"/>
                    <a:pt x="27436" y="4087"/>
                    <a:pt x="28956" y="3463"/>
                  </a:cubicBezTo>
                  <a:cubicBezTo>
                    <a:pt x="30669" y="2760"/>
                    <a:pt x="32382" y="2209"/>
                    <a:pt x="34249" y="2025"/>
                  </a:cubicBezTo>
                  <a:cubicBezTo>
                    <a:pt x="34757" y="1978"/>
                    <a:pt x="35266" y="1955"/>
                    <a:pt x="35775" y="1955"/>
                  </a:cubicBezTo>
                  <a:cubicBezTo>
                    <a:pt x="39222" y="1955"/>
                    <a:pt x="42648" y="3028"/>
                    <a:pt x="45447" y="5054"/>
                  </a:cubicBezTo>
                  <a:cubicBezTo>
                    <a:pt x="45526" y="5113"/>
                    <a:pt x="45605" y="5138"/>
                    <a:pt x="45679" y="5138"/>
                  </a:cubicBezTo>
                  <a:cubicBezTo>
                    <a:pt x="46028" y="5138"/>
                    <a:pt x="46254" y="4567"/>
                    <a:pt x="45875" y="4289"/>
                  </a:cubicBezTo>
                  <a:cubicBezTo>
                    <a:pt x="43007" y="2206"/>
                    <a:pt x="39453" y="1076"/>
                    <a:pt x="35891" y="1076"/>
                  </a:cubicBezTo>
                  <a:cubicBezTo>
                    <a:pt x="35843" y="1076"/>
                    <a:pt x="35795" y="1076"/>
                    <a:pt x="35748" y="1077"/>
                  </a:cubicBezTo>
                  <a:cubicBezTo>
                    <a:pt x="33912" y="1077"/>
                    <a:pt x="32076" y="1383"/>
                    <a:pt x="30363" y="1964"/>
                  </a:cubicBezTo>
                  <a:cubicBezTo>
                    <a:pt x="28466" y="2607"/>
                    <a:pt x="26661" y="3739"/>
                    <a:pt x="24642" y="3892"/>
                  </a:cubicBezTo>
                  <a:cubicBezTo>
                    <a:pt x="24503" y="3903"/>
                    <a:pt x="24366" y="3908"/>
                    <a:pt x="24231" y="3908"/>
                  </a:cubicBezTo>
                  <a:cubicBezTo>
                    <a:pt x="22490" y="3908"/>
                    <a:pt x="21044" y="3026"/>
                    <a:pt x="19624" y="2117"/>
                  </a:cubicBezTo>
                  <a:cubicBezTo>
                    <a:pt x="18155" y="1169"/>
                    <a:pt x="16687" y="281"/>
                    <a:pt x="14912" y="67"/>
                  </a:cubicBezTo>
                  <a:cubicBezTo>
                    <a:pt x="14552" y="22"/>
                    <a:pt x="14192" y="0"/>
                    <a:pt x="1383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5" name="Google Shape;8825;p347"/>
            <p:cNvSpPr/>
            <p:nvPr/>
          </p:nvSpPr>
          <p:spPr>
            <a:xfrm>
              <a:off x="2944450" y="2801425"/>
              <a:ext cx="657775" cy="397475"/>
            </a:xfrm>
            <a:custGeom>
              <a:rect b="b" l="l" r="r" t="t"/>
              <a:pathLst>
                <a:path extrusionOk="0" h="15899" w="26311">
                  <a:moveTo>
                    <a:pt x="24537" y="0"/>
                  </a:moveTo>
                  <a:cubicBezTo>
                    <a:pt x="22970" y="0"/>
                    <a:pt x="21458" y="1068"/>
                    <a:pt x="20441" y="2228"/>
                  </a:cubicBezTo>
                  <a:cubicBezTo>
                    <a:pt x="19707" y="3084"/>
                    <a:pt x="19095" y="4002"/>
                    <a:pt x="18360" y="4859"/>
                  </a:cubicBezTo>
                  <a:cubicBezTo>
                    <a:pt x="17687" y="5685"/>
                    <a:pt x="16953" y="6450"/>
                    <a:pt x="16158" y="7154"/>
                  </a:cubicBezTo>
                  <a:cubicBezTo>
                    <a:pt x="14597" y="8530"/>
                    <a:pt x="12853" y="9662"/>
                    <a:pt x="10956" y="10550"/>
                  </a:cubicBezTo>
                  <a:cubicBezTo>
                    <a:pt x="9059" y="11406"/>
                    <a:pt x="7101" y="11835"/>
                    <a:pt x="5113" y="12355"/>
                  </a:cubicBezTo>
                  <a:cubicBezTo>
                    <a:pt x="3185" y="12814"/>
                    <a:pt x="1105" y="13518"/>
                    <a:pt x="125" y="15384"/>
                  </a:cubicBezTo>
                  <a:cubicBezTo>
                    <a:pt x="0" y="15656"/>
                    <a:pt x="217" y="15899"/>
                    <a:pt x="446" y="15899"/>
                  </a:cubicBezTo>
                  <a:cubicBezTo>
                    <a:pt x="552" y="15899"/>
                    <a:pt x="660" y="15846"/>
                    <a:pt x="737" y="15720"/>
                  </a:cubicBezTo>
                  <a:cubicBezTo>
                    <a:pt x="1716" y="14191"/>
                    <a:pt x="3491" y="13579"/>
                    <a:pt x="5174" y="13150"/>
                  </a:cubicBezTo>
                  <a:cubicBezTo>
                    <a:pt x="7009" y="12722"/>
                    <a:pt x="8845" y="12355"/>
                    <a:pt x="10589" y="11621"/>
                  </a:cubicBezTo>
                  <a:cubicBezTo>
                    <a:pt x="14291" y="10091"/>
                    <a:pt x="17412" y="7582"/>
                    <a:pt x="19829" y="4400"/>
                  </a:cubicBezTo>
                  <a:cubicBezTo>
                    <a:pt x="21015" y="2819"/>
                    <a:pt x="22496" y="874"/>
                    <a:pt x="24566" y="874"/>
                  </a:cubicBezTo>
                  <a:cubicBezTo>
                    <a:pt x="24899" y="874"/>
                    <a:pt x="25247" y="924"/>
                    <a:pt x="25612" y="1034"/>
                  </a:cubicBezTo>
                  <a:cubicBezTo>
                    <a:pt x="25647" y="1045"/>
                    <a:pt x="25681" y="1049"/>
                    <a:pt x="25715" y="1049"/>
                  </a:cubicBezTo>
                  <a:cubicBezTo>
                    <a:pt x="26085" y="1049"/>
                    <a:pt x="26311" y="469"/>
                    <a:pt x="25918" y="300"/>
                  </a:cubicBezTo>
                  <a:cubicBezTo>
                    <a:pt x="25460" y="92"/>
                    <a:pt x="24996" y="0"/>
                    <a:pt x="2453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6" name="Google Shape;8826;p347"/>
            <p:cNvSpPr/>
            <p:nvPr/>
          </p:nvSpPr>
          <p:spPr>
            <a:xfrm>
              <a:off x="3569425" y="2819625"/>
              <a:ext cx="833750" cy="575650"/>
            </a:xfrm>
            <a:custGeom>
              <a:rect b="b" l="l" r="r" t="t"/>
              <a:pathLst>
                <a:path extrusionOk="0" h="23026" w="33350">
                  <a:moveTo>
                    <a:pt x="368" y="1"/>
                  </a:moveTo>
                  <a:cubicBezTo>
                    <a:pt x="92" y="1"/>
                    <a:pt x="1" y="459"/>
                    <a:pt x="276" y="521"/>
                  </a:cubicBezTo>
                  <a:cubicBezTo>
                    <a:pt x="3856" y="1071"/>
                    <a:pt x="7497" y="1347"/>
                    <a:pt x="10893" y="2693"/>
                  </a:cubicBezTo>
                  <a:cubicBezTo>
                    <a:pt x="12545" y="3366"/>
                    <a:pt x="14013" y="4315"/>
                    <a:pt x="15451" y="5355"/>
                  </a:cubicBezTo>
                  <a:cubicBezTo>
                    <a:pt x="16798" y="6303"/>
                    <a:pt x="18144" y="7282"/>
                    <a:pt x="19674" y="7925"/>
                  </a:cubicBezTo>
                  <a:cubicBezTo>
                    <a:pt x="21199" y="8603"/>
                    <a:pt x="22802" y="8785"/>
                    <a:pt x="24459" y="8785"/>
                  </a:cubicBezTo>
                  <a:cubicBezTo>
                    <a:pt x="24598" y="8785"/>
                    <a:pt x="24736" y="8784"/>
                    <a:pt x="24875" y="8781"/>
                  </a:cubicBezTo>
                  <a:cubicBezTo>
                    <a:pt x="25276" y="8774"/>
                    <a:pt x="25680" y="8765"/>
                    <a:pt x="26085" y="8765"/>
                  </a:cubicBezTo>
                  <a:cubicBezTo>
                    <a:pt x="27378" y="8765"/>
                    <a:pt x="28673" y="8857"/>
                    <a:pt x="29862" y="9393"/>
                  </a:cubicBezTo>
                  <a:cubicBezTo>
                    <a:pt x="31208" y="9975"/>
                    <a:pt x="32310" y="11107"/>
                    <a:pt x="32248" y="12637"/>
                  </a:cubicBezTo>
                  <a:cubicBezTo>
                    <a:pt x="32157" y="14289"/>
                    <a:pt x="30933" y="15666"/>
                    <a:pt x="29587" y="16492"/>
                  </a:cubicBezTo>
                  <a:cubicBezTo>
                    <a:pt x="26588" y="18358"/>
                    <a:pt x="22121" y="18786"/>
                    <a:pt x="20745" y="22519"/>
                  </a:cubicBezTo>
                  <a:cubicBezTo>
                    <a:pt x="20615" y="22834"/>
                    <a:pt x="20856" y="23026"/>
                    <a:pt x="21113" y="23026"/>
                  </a:cubicBezTo>
                  <a:cubicBezTo>
                    <a:pt x="21281" y="23026"/>
                    <a:pt x="21456" y="22945"/>
                    <a:pt x="21540" y="22764"/>
                  </a:cubicBezTo>
                  <a:cubicBezTo>
                    <a:pt x="22947" y="19337"/>
                    <a:pt x="27323" y="18970"/>
                    <a:pt x="30107" y="17195"/>
                  </a:cubicBezTo>
                  <a:cubicBezTo>
                    <a:pt x="31422" y="16339"/>
                    <a:pt x="32585" y="15084"/>
                    <a:pt x="32983" y="13493"/>
                  </a:cubicBezTo>
                  <a:cubicBezTo>
                    <a:pt x="33350" y="12025"/>
                    <a:pt x="32860" y="10525"/>
                    <a:pt x="31698" y="9516"/>
                  </a:cubicBezTo>
                  <a:cubicBezTo>
                    <a:pt x="30596" y="8567"/>
                    <a:pt x="29158" y="8108"/>
                    <a:pt x="27720" y="7955"/>
                  </a:cubicBezTo>
                  <a:cubicBezTo>
                    <a:pt x="27242" y="7912"/>
                    <a:pt x="26763" y="7899"/>
                    <a:pt x="26282" y="7899"/>
                  </a:cubicBezTo>
                  <a:cubicBezTo>
                    <a:pt x="25619" y="7899"/>
                    <a:pt x="24954" y="7923"/>
                    <a:pt x="24290" y="7923"/>
                  </a:cubicBezTo>
                  <a:cubicBezTo>
                    <a:pt x="23401" y="7923"/>
                    <a:pt x="22514" y="7880"/>
                    <a:pt x="21632" y="7680"/>
                  </a:cubicBezTo>
                  <a:cubicBezTo>
                    <a:pt x="18174" y="6915"/>
                    <a:pt x="15666" y="4070"/>
                    <a:pt x="12575" y="2540"/>
                  </a:cubicBezTo>
                  <a:cubicBezTo>
                    <a:pt x="8843" y="704"/>
                    <a:pt x="4468" y="153"/>
                    <a:pt x="36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7" name="Google Shape;8827;p347"/>
            <p:cNvSpPr/>
            <p:nvPr/>
          </p:nvSpPr>
          <p:spPr>
            <a:xfrm>
              <a:off x="4361850" y="3175000"/>
              <a:ext cx="687675" cy="402950"/>
            </a:xfrm>
            <a:custGeom>
              <a:rect b="b" l="l" r="r" t="t"/>
              <a:pathLst>
                <a:path extrusionOk="0" h="16118" w="27507">
                  <a:moveTo>
                    <a:pt x="26907" y="0"/>
                  </a:moveTo>
                  <a:cubicBezTo>
                    <a:pt x="26712" y="0"/>
                    <a:pt x="26501" y="149"/>
                    <a:pt x="26466" y="380"/>
                  </a:cubicBezTo>
                  <a:cubicBezTo>
                    <a:pt x="26374" y="1389"/>
                    <a:pt x="26435" y="2368"/>
                    <a:pt x="26191" y="3409"/>
                  </a:cubicBezTo>
                  <a:cubicBezTo>
                    <a:pt x="25976" y="4327"/>
                    <a:pt x="25640" y="5244"/>
                    <a:pt x="25211" y="6101"/>
                  </a:cubicBezTo>
                  <a:cubicBezTo>
                    <a:pt x="24294" y="7876"/>
                    <a:pt x="22978" y="9436"/>
                    <a:pt x="21448" y="10721"/>
                  </a:cubicBezTo>
                  <a:cubicBezTo>
                    <a:pt x="17869" y="13719"/>
                    <a:pt x="13218" y="14851"/>
                    <a:pt x="8659" y="15188"/>
                  </a:cubicBezTo>
                  <a:cubicBezTo>
                    <a:pt x="7282" y="15310"/>
                    <a:pt x="5906" y="15310"/>
                    <a:pt x="4529" y="15310"/>
                  </a:cubicBezTo>
                  <a:cubicBezTo>
                    <a:pt x="3703" y="15310"/>
                    <a:pt x="2866" y="15277"/>
                    <a:pt x="2031" y="15277"/>
                  </a:cubicBezTo>
                  <a:cubicBezTo>
                    <a:pt x="1474" y="15277"/>
                    <a:pt x="919" y="15292"/>
                    <a:pt x="368" y="15341"/>
                  </a:cubicBezTo>
                  <a:cubicBezTo>
                    <a:pt x="93" y="15341"/>
                    <a:pt x="1" y="15800"/>
                    <a:pt x="307" y="15831"/>
                  </a:cubicBezTo>
                  <a:cubicBezTo>
                    <a:pt x="1592" y="16045"/>
                    <a:pt x="2877" y="16075"/>
                    <a:pt x="4162" y="16106"/>
                  </a:cubicBezTo>
                  <a:cubicBezTo>
                    <a:pt x="4522" y="16114"/>
                    <a:pt x="4881" y="16118"/>
                    <a:pt x="5238" y="16118"/>
                  </a:cubicBezTo>
                  <a:cubicBezTo>
                    <a:pt x="6213" y="16118"/>
                    <a:pt x="7176" y="16089"/>
                    <a:pt x="8139" y="16045"/>
                  </a:cubicBezTo>
                  <a:cubicBezTo>
                    <a:pt x="10679" y="15892"/>
                    <a:pt x="13249" y="15555"/>
                    <a:pt x="15666" y="14790"/>
                  </a:cubicBezTo>
                  <a:cubicBezTo>
                    <a:pt x="19827" y="13475"/>
                    <a:pt x="23621" y="10782"/>
                    <a:pt x="25762" y="6927"/>
                  </a:cubicBezTo>
                  <a:cubicBezTo>
                    <a:pt x="26313" y="5917"/>
                    <a:pt x="26741" y="4877"/>
                    <a:pt x="27017" y="3776"/>
                  </a:cubicBezTo>
                  <a:cubicBezTo>
                    <a:pt x="27292" y="2674"/>
                    <a:pt x="27506" y="1359"/>
                    <a:pt x="27231" y="257"/>
                  </a:cubicBezTo>
                  <a:cubicBezTo>
                    <a:pt x="27179" y="78"/>
                    <a:pt x="27047" y="0"/>
                    <a:pt x="2690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8" name="Google Shape;8828;p347"/>
            <p:cNvSpPr/>
            <p:nvPr/>
          </p:nvSpPr>
          <p:spPr>
            <a:xfrm>
              <a:off x="4369875" y="2893600"/>
              <a:ext cx="625425" cy="274875"/>
            </a:xfrm>
            <a:custGeom>
              <a:rect b="b" l="l" r="r" t="t"/>
              <a:pathLst>
                <a:path extrusionOk="0" h="10995" w="25017">
                  <a:moveTo>
                    <a:pt x="24546" y="1"/>
                  </a:moveTo>
                  <a:cubicBezTo>
                    <a:pt x="24362" y="1"/>
                    <a:pt x="24183" y="98"/>
                    <a:pt x="24156" y="315"/>
                  </a:cubicBezTo>
                  <a:cubicBezTo>
                    <a:pt x="23667" y="3681"/>
                    <a:pt x="20882" y="6006"/>
                    <a:pt x="17792" y="7077"/>
                  </a:cubicBezTo>
                  <a:cubicBezTo>
                    <a:pt x="14060" y="8331"/>
                    <a:pt x="10113" y="8087"/>
                    <a:pt x="6258" y="8607"/>
                  </a:cubicBezTo>
                  <a:cubicBezTo>
                    <a:pt x="4147" y="8913"/>
                    <a:pt x="2127" y="9433"/>
                    <a:pt x="261" y="10504"/>
                  </a:cubicBezTo>
                  <a:cubicBezTo>
                    <a:pt x="0" y="10660"/>
                    <a:pt x="162" y="10995"/>
                    <a:pt x="405" y="10995"/>
                  </a:cubicBezTo>
                  <a:cubicBezTo>
                    <a:pt x="447" y="10995"/>
                    <a:pt x="491" y="10985"/>
                    <a:pt x="536" y="10963"/>
                  </a:cubicBezTo>
                  <a:cubicBezTo>
                    <a:pt x="7420" y="7505"/>
                    <a:pt x="16660" y="10993"/>
                    <a:pt x="22535" y="5180"/>
                  </a:cubicBezTo>
                  <a:cubicBezTo>
                    <a:pt x="23850" y="3895"/>
                    <a:pt x="24799" y="2243"/>
                    <a:pt x="24982" y="407"/>
                  </a:cubicBezTo>
                  <a:cubicBezTo>
                    <a:pt x="25016" y="152"/>
                    <a:pt x="24776" y="1"/>
                    <a:pt x="2454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9" name="Google Shape;8829;p347"/>
            <p:cNvSpPr/>
            <p:nvPr/>
          </p:nvSpPr>
          <p:spPr>
            <a:xfrm>
              <a:off x="3823900" y="2429225"/>
              <a:ext cx="293975" cy="436900"/>
            </a:xfrm>
            <a:custGeom>
              <a:rect b="b" l="l" r="r" t="t"/>
              <a:pathLst>
                <a:path extrusionOk="0" h="17476" w="11759">
                  <a:moveTo>
                    <a:pt x="10927" y="0"/>
                  </a:moveTo>
                  <a:cubicBezTo>
                    <a:pt x="10710" y="0"/>
                    <a:pt x="10505" y="189"/>
                    <a:pt x="10566" y="472"/>
                  </a:cubicBezTo>
                  <a:cubicBezTo>
                    <a:pt x="10627" y="900"/>
                    <a:pt x="10810" y="1298"/>
                    <a:pt x="10841" y="1757"/>
                  </a:cubicBezTo>
                  <a:cubicBezTo>
                    <a:pt x="10871" y="2124"/>
                    <a:pt x="10841" y="2522"/>
                    <a:pt x="10780" y="2919"/>
                  </a:cubicBezTo>
                  <a:cubicBezTo>
                    <a:pt x="10627" y="3684"/>
                    <a:pt x="10290" y="4418"/>
                    <a:pt x="9892" y="5092"/>
                  </a:cubicBezTo>
                  <a:cubicBezTo>
                    <a:pt x="9036" y="6530"/>
                    <a:pt x="7934" y="7876"/>
                    <a:pt x="6894" y="9191"/>
                  </a:cubicBezTo>
                  <a:cubicBezTo>
                    <a:pt x="5823" y="10538"/>
                    <a:pt x="4722" y="11853"/>
                    <a:pt x="3590" y="13169"/>
                  </a:cubicBezTo>
                  <a:cubicBezTo>
                    <a:pt x="2458" y="14454"/>
                    <a:pt x="1203" y="15678"/>
                    <a:pt x="163" y="17024"/>
                  </a:cubicBezTo>
                  <a:cubicBezTo>
                    <a:pt x="1" y="17232"/>
                    <a:pt x="137" y="17476"/>
                    <a:pt x="332" y="17476"/>
                  </a:cubicBezTo>
                  <a:cubicBezTo>
                    <a:pt x="394" y="17476"/>
                    <a:pt x="463" y="17451"/>
                    <a:pt x="530" y="17391"/>
                  </a:cubicBezTo>
                  <a:cubicBezTo>
                    <a:pt x="1968" y="16259"/>
                    <a:pt x="3192" y="14821"/>
                    <a:pt x="4385" y="13444"/>
                  </a:cubicBezTo>
                  <a:cubicBezTo>
                    <a:pt x="5640" y="12067"/>
                    <a:pt x="6833" y="10629"/>
                    <a:pt x="7995" y="9161"/>
                  </a:cubicBezTo>
                  <a:cubicBezTo>
                    <a:pt x="9066" y="7815"/>
                    <a:pt x="10229" y="6438"/>
                    <a:pt x="10994" y="4847"/>
                  </a:cubicBezTo>
                  <a:cubicBezTo>
                    <a:pt x="11361" y="4113"/>
                    <a:pt x="11606" y="3348"/>
                    <a:pt x="11667" y="2552"/>
                  </a:cubicBezTo>
                  <a:cubicBezTo>
                    <a:pt x="11759" y="1818"/>
                    <a:pt x="11728" y="808"/>
                    <a:pt x="11239" y="166"/>
                  </a:cubicBezTo>
                  <a:cubicBezTo>
                    <a:pt x="11155" y="51"/>
                    <a:pt x="11040" y="0"/>
                    <a:pt x="1092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0" name="Google Shape;8830;p347"/>
            <p:cNvSpPr/>
            <p:nvPr/>
          </p:nvSpPr>
          <p:spPr>
            <a:xfrm>
              <a:off x="4951275" y="3363775"/>
              <a:ext cx="486625" cy="83175"/>
            </a:xfrm>
            <a:custGeom>
              <a:rect b="b" l="l" r="r" t="t"/>
              <a:pathLst>
                <a:path extrusionOk="0" h="3327" w="19465">
                  <a:moveTo>
                    <a:pt x="18785" y="0"/>
                  </a:moveTo>
                  <a:cubicBezTo>
                    <a:pt x="18720" y="0"/>
                    <a:pt x="18653" y="15"/>
                    <a:pt x="18584" y="49"/>
                  </a:cubicBezTo>
                  <a:cubicBezTo>
                    <a:pt x="15770" y="1457"/>
                    <a:pt x="12741" y="2313"/>
                    <a:pt x="9589" y="2497"/>
                  </a:cubicBezTo>
                  <a:cubicBezTo>
                    <a:pt x="9221" y="2511"/>
                    <a:pt x="8853" y="2519"/>
                    <a:pt x="8484" y="2519"/>
                  </a:cubicBezTo>
                  <a:cubicBezTo>
                    <a:pt x="7292" y="2519"/>
                    <a:pt x="6100" y="2439"/>
                    <a:pt x="4908" y="2252"/>
                  </a:cubicBezTo>
                  <a:cubicBezTo>
                    <a:pt x="3378" y="2007"/>
                    <a:pt x="1910" y="1487"/>
                    <a:pt x="411" y="1120"/>
                  </a:cubicBezTo>
                  <a:cubicBezTo>
                    <a:pt x="392" y="1115"/>
                    <a:pt x="374" y="1113"/>
                    <a:pt x="356" y="1113"/>
                  </a:cubicBezTo>
                  <a:cubicBezTo>
                    <a:pt x="140" y="1113"/>
                    <a:pt x="1" y="1435"/>
                    <a:pt x="227" y="1548"/>
                  </a:cubicBezTo>
                  <a:cubicBezTo>
                    <a:pt x="1604" y="2344"/>
                    <a:pt x="3317" y="2742"/>
                    <a:pt x="4847" y="3017"/>
                  </a:cubicBezTo>
                  <a:cubicBezTo>
                    <a:pt x="6040" y="3224"/>
                    <a:pt x="7251" y="3327"/>
                    <a:pt x="8465" y="3327"/>
                  </a:cubicBezTo>
                  <a:cubicBezTo>
                    <a:pt x="8870" y="3327"/>
                    <a:pt x="9276" y="3315"/>
                    <a:pt x="9681" y="3292"/>
                  </a:cubicBezTo>
                  <a:cubicBezTo>
                    <a:pt x="12894" y="3139"/>
                    <a:pt x="16167" y="2344"/>
                    <a:pt x="19043" y="814"/>
                  </a:cubicBezTo>
                  <a:cubicBezTo>
                    <a:pt x="19465" y="577"/>
                    <a:pt x="19183" y="0"/>
                    <a:pt x="1878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1" name="Google Shape;8831;p347"/>
            <p:cNvSpPr/>
            <p:nvPr/>
          </p:nvSpPr>
          <p:spPr>
            <a:xfrm>
              <a:off x="5358200" y="3260400"/>
              <a:ext cx="600775" cy="200125"/>
            </a:xfrm>
            <a:custGeom>
              <a:rect b="b" l="l" r="r" t="t"/>
              <a:pathLst>
                <a:path extrusionOk="0" h="8005" w="24031">
                  <a:moveTo>
                    <a:pt x="22198" y="0"/>
                  </a:moveTo>
                  <a:cubicBezTo>
                    <a:pt x="21879" y="0"/>
                    <a:pt x="21609" y="432"/>
                    <a:pt x="21889" y="758"/>
                  </a:cubicBezTo>
                  <a:cubicBezTo>
                    <a:pt x="23051" y="2104"/>
                    <a:pt x="22439" y="4123"/>
                    <a:pt x="21185" y="5194"/>
                  </a:cubicBezTo>
                  <a:cubicBezTo>
                    <a:pt x="19808" y="6418"/>
                    <a:pt x="17789" y="6815"/>
                    <a:pt x="16014" y="7030"/>
                  </a:cubicBezTo>
                  <a:cubicBezTo>
                    <a:pt x="15356" y="7103"/>
                    <a:pt x="14696" y="7139"/>
                    <a:pt x="14037" y="7139"/>
                  </a:cubicBezTo>
                  <a:cubicBezTo>
                    <a:pt x="11110" y="7139"/>
                    <a:pt x="8203" y="6431"/>
                    <a:pt x="5581" y="5133"/>
                  </a:cubicBezTo>
                  <a:cubicBezTo>
                    <a:pt x="3745" y="4215"/>
                    <a:pt x="2063" y="3022"/>
                    <a:pt x="563" y="1614"/>
                  </a:cubicBezTo>
                  <a:cubicBezTo>
                    <a:pt x="500" y="1558"/>
                    <a:pt x="433" y="1534"/>
                    <a:pt x="371" y="1534"/>
                  </a:cubicBezTo>
                  <a:cubicBezTo>
                    <a:pt x="162" y="1534"/>
                    <a:pt x="1" y="1800"/>
                    <a:pt x="166" y="2012"/>
                  </a:cubicBezTo>
                  <a:cubicBezTo>
                    <a:pt x="2797" y="5072"/>
                    <a:pt x="6621" y="6999"/>
                    <a:pt x="10568" y="7703"/>
                  </a:cubicBezTo>
                  <a:cubicBezTo>
                    <a:pt x="11727" y="7902"/>
                    <a:pt x="12907" y="8005"/>
                    <a:pt x="14083" y="8005"/>
                  </a:cubicBezTo>
                  <a:cubicBezTo>
                    <a:pt x="14894" y="8005"/>
                    <a:pt x="15704" y="7956"/>
                    <a:pt x="16504" y="7856"/>
                  </a:cubicBezTo>
                  <a:cubicBezTo>
                    <a:pt x="18462" y="7580"/>
                    <a:pt x="20604" y="7060"/>
                    <a:pt x="22042" y="5622"/>
                  </a:cubicBezTo>
                  <a:cubicBezTo>
                    <a:pt x="23480" y="4245"/>
                    <a:pt x="24030" y="1675"/>
                    <a:pt x="22501" y="146"/>
                  </a:cubicBezTo>
                  <a:cubicBezTo>
                    <a:pt x="22405" y="43"/>
                    <a:pt x="22299" y="0"/>
                    <a:pt x="221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2" name="Google Shape;8832;p347"/>
            <p:cNvSpPr/>
            <p:nvPr/>
          </p:nvSpPr>
          <p:spPr>
            <a:xfrm>
              <a:off x="5699650" y="2871300"/>
              <a:ext cx="242825" cy="408225"/>
            </a:xfrm>
            <a:custGeom>
              <a:rect b="b" l="l" r="r" t="t"/>
              <a:pathLst>
                <a:path extrusionOk="0" h="16329" w="9713">
                  <a:moveTo>
                    <a:pt x="1186" y="0"/>
                  </a:moveTo>
                  <a:cubicBezTo>
                    <a:pt x="1008" y="0"/>
                    <a:pt x="836" y="90"/>
                    <a:pt x="796" y="289"/>
                  </a:cubicBezTo>
                  <a:cubicBezTo>
                    <a:pt x="0" y="5307"/>
                    <a:pt x="2050" y="10631"/>
                    <a:pt x="5752" y="14057"/>
                  </a:cubicBezTo>
                  <a:cubicBezTo>
                    <a:pt x="6701" y="14945"/>
                    <a:pt x="7955" y="15985"/>
                    <a:pt x="9271" y="16322"/>
                  </a:cubicBezTo>
                  <a:cubicBezTo>
                    <a:pt x="9291" y="16327"/>
                    <a:pt x="9311" y="16329"/>
                    <a:pt x="9330" y="16329"/>
                  </a:cubicBezTo>
                  <a:cubicBezTo>
                    <a:pt x="9548" y="16329"/>
                    <a:pt x="9712" y="16031"/>
                    <a:pt x="9516" y="15863"/>
                  </a:cubicBezTo>
                  <a:cubicBezTo>
                    <a:pt x="8598" y="15128"/>
                    <a:pt x="7558" y="14578"/>
                    <a:pt x="6670" y="13782"/>
                  </a:cubicBezTo>
                  <a:cubicBezTo>
                    <a:pt x="5783" y="12987"/>
                    <a:pt x="4957" y="12099"/>
                    <a:pt x="4284" y="11120"/>
                  </a:cubicBezTo>
                  <a:cubicBezTo>
                    <a:pt x="2907" y="9132"/>
                    <a:pt x="1959" y="6867"/>
                    <a:pt x="1622" y="4450"/>
                  </a:cubicBezTo>
                  <a:cubicBezTo>
                    <a:pt x="1438" y="3104"/>
                    <a:pt x="1469" y="1758"/>
                    <a:pt x="1622" y="412"/>
                  </a:cubicBezTo>
                  <a:cubicBezTo>
                    <a:pt x="1657" y="152"/>
                    <a:pt x="1417" y="0"/>
                    <a:pt x="118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3" name="Google Shape;8833;p347"/>
            <p:cNvSpPr/>
            <p:nvPr/>
          </p:nvSpPr>
          <p:spPr>
            <a:xfrm>
              <a:off x="5917650" y="3260975"/>
              <a:ext cx="20675" cy="53700"/>
            </a:xfrm>
            <a:custGeom>
              <a:rect b="b" l="l" r="r" t="t"/>
              <a:pathLst>
                <a:path extrusionOk="0" h="2148" w="827">
                  <a:moveTo>
                    <a:pt x="275" y="0"/>
                  </a:moveTo>
                  <a:cubicBezTo>
                    <a:pt x="123" y="31"/>
                    <a:pt x="0" y="153"/>
                    <a:pt x="0" y="306"/>
                  </a:cubicBezTo>
                  <a:cubicBezTo>
                    <a:pt x="31" y="857"/>
                    <a:pt x="61" y="1408"/>
                    <a:pt x="214" y="1928"/>
                  </a:cubicBezTo>
                  <a:cubicBezTo>
                    <a:pt x="241" y="2061"/>
                    <a:pt x="360" y="2148"/>
                    <a:pt x="492" y="2148"/>
                  </a:cubicBezTo>
                  <a:cubicBezTo>
                    <a:pt x="511" y="2148"/>
                    <a:pt x="531" y="2146"/>
                    <a:pt x="551" y="2142"/>
                  </a:cubicBezTo>
                  <a:cubicBezTo>
                    <a:pt x="704" y="2111"/>
                    <a:pt x="796" y="1989"/>
                    <a:pt x="796" y="1836"/>
                  </a:cubicBezTo>
                  <a:cubicBezTo>
                    <a:pt x="826" y="1316"/>
                    <a:pt x="734" y="765"/>
                    <a:pt x="612" y="245"/>
                  </a:cubicBezTo>
                  <a:cubicBezTo>
                    <a:pt x="581" y="92"/>
                    <a:pt x="428" y="0"/>
                    <a:pt x="27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4" name="Google Shape;8834;p347"/>
            <p:cNvSpPr/>
            <p:nvPr/>
          </p:nvSpPr>
          <p:spPr>
            <a:xfrm>
              <a:off x="5913850" y="2650525"/>
              <a:ext cx="255475" cy="750400"/>
            </a:xfrm>
            <a:custGeom>
              <a:rect b="b" l="l" r="r" t="t"/>
              <a:pathLst>
                <a:path extrusionOk="0" h="30016" w="10219">
                  <a:moveTo>
                    <a:pt x="4791" y="0"/>
                  </a:moveTo>
                  <a:cubicBezTo>
                    <a:pt x="4362" y="0"/>
                    <a:pt x="4219" y="729"/>
                    <a:pt x="4711" y="921"/>
                  </a:cubicBezTo>
                  <a:cubicBezTo>
                    <a:pt x="6700" y="1747"/>
                    <a:pt x="7648" y="3980"/>
                    <a:pt x="7923" y="5969"/>
                  </a:cubicBezTo>
                  <a:cubicBezTo>
                    <a:pt x="8076" y="7376"/>
                    <a:pt x="8015" y="8753"/>
                    <a:pt x="7954" y="10161"/>
                  </a:cubicBezTo>
                  <a:cubicBezTo>
                    <a:pt x="7893" y="11537"/>
                    <a:pt x="7923" y="12914"/>
                    <a:pt x="8107" y="14322"/>
                  </a:cubicBezTo>
                  <a:cubicBezTo>
                    <a:pt x="8413" y="16922"/>
                    <a:pt x="9086" y="19523"/>
                    <a:pt x="8994" y="22154"/>
                  </a:cubicBezTo>
                  <a:cubicBezTo>
                    <a:pt x="8933" y="24265"/>
                    <a:pt x="8321" y="26621"/>
                    <a:pt x="6608" y="28029"/>
                  </a:cubicBezTo>
                  <a:cubicBezTo>
                    <a:pt x="5721" y="28765"/>
                    <a:pt x="4513" y="29209"/>
                    <a:pt x="3335" y="29209"/>
                  </a:cubicBezTo>
                  <a:cubicBezTo>
                    <a:pt x="2360" y="29209"/>
                    <a:pt x="1407" y="28905"/>
                    <a:pt x="672" y="28212"/>
                  </a:cubicBezTo>
                  <a:cubicBezTo>
                    <a:pt x="603" y="28150"/>
                    <a:pt x="528" y="28124"/>
                    <a:pt x="456" y="28124"/>
                  </a:cubicBezTo>
                  <a:cubicBezTo>
                    <a:pt x="209" y="28124"/>
                    <a:pt x="0" y="28434"/>
                    <a:pt x="213" y="28671"/>
                  </a:cubicBezTo>
                  <a:cubicBezTo>
                    <a:pt x="1061" y="29609"/>
                    <a:pt x="2238" y="30015"/>
                    <a:pt x="3444" y="30015"/>
                  </a:cubicBezTo>
                  <a:cubicBezTo>
                    <a:pt x="4284" y="30015"/>
                    <a:pt x="5138" y="29818"/>
                    <a:pt x="5904" y="29467"/>
                  </a:cubicBezTo>
                  <a:cubicBezTo>
                    <a:pt x="8076" y="28487"/>
                    <a:pt x="9270" y="26254"/>
                    <a:pt x="9698" y="23990"/>
                  </a:cubicBezTo>
                  <a:cubicBezTo>
                    <a:pt x="10218" y="21206"/>
                    <a:pt x="9637" y="18421"/>
                    <a:pt x="9208" y="15637"/>
                  </a:cubicBezTo>
                  <a:cubicBezTo>
                    <a:pt x="8964" y="14107"/>
                    <a:pt x="8811" y="12547"/>
                    <a:pt x="8841" y="10987"/>
                  </a:cubicBezTo>
                  <a:cubicBezTo>
                    <a:pt x="8902" y="9457"/>
                    <a:pt x="9025" y="7897"/>
                    <a:pt x="8872" y="6336"/>
                  </a:cubicBezTo>
                  <a:cubicBezTo>
                    <a:pt x="8658" y="3766"/>
                    <a:pt x="7495" y="1074"/>
                    <a:pt x="4956" y="33"/>
                  </a:cubicBezTo>
                  <a:cubicBezTo>
                    <a:pt x="4897" y="11"/>
                    <a:pt x="4842" y="0"/>
                    <a:pt x="479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5" name="Google Shape;8835;p347"/>
            <p:cNvSpPr/>
            <p:nvPr/>
          </p:nvSpPr>
          <p:spPr>
            <a:xfrm>
              <a:off x="5871225" y="2257875"/>
              <a:ext cx="204000" cy="430575"/>
            </a:xfrm>
            <a:custGeom>
              <a:rect b="b" l="l" r="r" t="t"/>
              <a:pathLst>
                <a:path extrusionOk="0" h="17223" w="8160">
                  <a:moveTo>
                    <a:pt x="609" y="0"/>
                  </a:moveTo>
                  <a:cubicBezTo>
                    <a:pt x="147" y="0"/>
                    <a:pt x="1" y="669"/>
                    <a:pt x="511" y="839"/>
                  </a:cubicBezTo>
                  <a:cubicBezTo>
                    <a:pt x="1857" y="1298"/>
                    <a:pt x="3050" y="1941"/>
                    <a:pt x="4060" y="2981"/>
                  </a:cubicBezTo>
                  <a:cubicBezTo>
                    <a:pt x="5039" y="3991"/>
                    <a:pt x="5835" y="5245"/>
                    <a:pt x="6324" y="6561"/>
                  </a:cubicBezTo>
                  <a:cubicBezTo>
                    <a:pt x="6967" y="8152"/>
                    <a:pt x="7211" y="9896"/>
                    <a:pt x="7273" y="11609"/>
                  </a:cubicBezTo>
                  <a:cubicBezTo>
                    <a:pt x="7303" y="12496"/>
                    <a:pt x="7303" y="13384"/>
                    <a:pt x="7242" y="14271"/>
                  </a:cubicBezTo>
                  <a:cubicBezTo>
                    <a:pt x="7211" y="15158"/>
                    <a:pt x="7089" y="16045"/>
                    <a:pt x="7089" y="16933"/>
                  </a:cubicBezTo>
                  <a:cubicBezTo>
                    <a:pt x="7089" y="17121"/>
                    <a:pt x="7242" y="17223"/>
                    <a:pt x="7388" y="17223"/>
                  </a:cubicBezTo>
                  <a:cubicBezTo>
                    <a:pt x="7502" y="17223"/>
                    <a:pt x="7613" y="17159"/>
                    <a:pt x="7640" y="17024"/>
                  </a:cubicBezTo>
                  <a:cubicBezTo>
                    <a:pt x="8037" y="15586"/>
                    <a:pt x="8099" y="14026"/>
                    <a:pt x="8129" y="12588"/>
                  </a:cubicBezTo>
                  <a:cubicBezTo>
                    <a:pt x="8160" y="11089"/>
                    <a:pt x="8068" y="9590"/>
                    <a:pt x="7731" y="8152"/>
                  </a:cubicBezTo>
                  <a:cubicBezTo>
                    <a:pt x="7211" y="5765"/>
                    <a:pt x="6018" y="3471"/>
                    <a:pt x="4182" y="1849"/>
                  </a:cubicBezTo>
                  <a:cubicBezTo>
                    <a:pt x="3203" y="992"/>
                    <a:pt x="2010" y="258"/>
                    <a:pt x="725" y="13"/>
                  </a:cubicBezTo>
                  <a:cubicBezTo>
                    <a:pt x="685" y="4"/>
                    <a:pt x="646" y="0"/>
                    <a:pt x="60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6" name="Google Shape;8836;p347"/>
            <p:cNvSpPr/>
            <p:nvPr/>
          </p:nvSpPr>
          <p:spPr>
            <a:xfrm>
              <a:off x="5741275" y="1960625"/>
              <a:ext cx="197050" cy="324800"/>
            </a:xfrm>
            <a:custGeom>
              <a:rect b="b" l="l" r="r" t="t"/>
              <a:pathLst>
                <a:path extrusionOk="0" h="12992" w="7882">
                  <a:moveTo>
                    <a:pt x="479" y="1"/>
                  </a:moveTo>
                  <a:cubicBezTo>
                    <a:pt x="129" y="1"/>
                    <a:pt x="0" y="550"/>
                    <a:pt x="324" y="766"/>
                  </a:cubicBezTo>
                  <a:cubicBezTo>
                    <a:pt x="814" y="1103"/>
                    <a:pt x="1364" y="1378"/>
                    <a:pt x="1823" y="1745"/>
                  </a:cubicBezTo>
                  <a:cubicBezTo>
                    <a:pt x="2313" y="2082"/>
                    <a:pt x="2772" y="2510"/>
                    <a:pt x="3200" y="2939"/>
                  </a:cubicBezTo>
                  <a:cubicBezTo>
                    <a:pt x="4026" y="3795"/>
                    <a:pt x="4730" y="4744"/>
                    <a:pt x="5281" y="5784"/>
                  </a:cubicBezTo>
                  <a:cubicBezTo>
                    <a:pt x="5862" y="6824"/>
                    <a:pt x="6260" y="7956"/>
                    <a:pt x="6504" y="9119"/>
                  </a:cubicBezTo>
                  <a:cubicBezTo>
                    <a:pt x="6749" y="10312"/>
                    <a:pt x="6749" y="11506"/>
                    <a:pt x="6749" y="12729"/>
                  </a:cubicBezTo>
                  <a:cubicBezTo>
                    <a:pt x="6749" y="12897"/>
                    <a:pt x="6888" y="12992"/>
                    <a:pt x="7028" y="12992"/>
                  </a:cubicBezTo>
                  <a:cubicBezTo>
                    <a:pt x="7143" y="12992"/>
                    <a:pt x="7259" y="12928"/>
                    <a:pt x="7300" y="12791"/>
                  </a:cubicBezTo>
                  <a:cubicBezTo>
                    <a:pt x="7881" y="10343"/>
                    <a:pt x="7147" y="7559"/>
                    <a:pt x="6015" y="5356"/>
                  </a:cubicBezTo>
                  <a:cubicBezTo>
                    <a:pt x="5434" y="4224"/>
                    <a:pt x="4669" y="3183"/>
                    <a:pt x="3781" y="2266"/>
                  </a:cubicBezTo>
                  <a:cubicBezTo>
                    <a:pt x="2894" y="1378"/>
                    <a:pt x="1823" y="460"/>
                    <a:pt x="630" y="32"/>
                  </a:cubicBezTo>
                  <a:cubicBezTo>
                    <a:pt x="576" y="11"/>
                    <a:pt x="526" y="1"/>
                    <a:pt x="47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7" name="Google Shape;8837;p347"/>
            <p:cNvSpPr/>
            <p:nvPr/>
          </p:nvSpPr>
          <p:spPr>
            <a:xfrm>
              <a:off x="5214700" y="2206375"/>
              <a:ext cx="654025" cy="555900"/>
            </a:xfrm>
            <a:custGeom>
              <a:rect b="b" l="l" r="r" t="t"/>
              <a:pathLst>
                <a:path extrusionOk="0" h="22236" w="26161">
                  <a:moveTo>
                    <a:pt x="605" y="0"/>
                  </a:moveTo>
                  <a:cubicBezTo>
                    <a:pt x="391" y="0"/>
                    <a:pt x="169" y="130"/>
                    <a:pt x="154" y="391"/>
                  </a:cubicBezTo>
                  <a:cubicBezTo>
                    <a:pt x="1" y="2624"/>
                    <a:pt x="1561" y="4460"/>
                    <a:pt x="3366" y="5531"/>
                  </a:cubicBezTo>
                  <a:cubicBezTo>
                    <a:pt x="5447" y="6816"/>
                    <a:pt x="7986" y="7091"/>
                    <a:pt x="10220" y="8009"/>
                  </a:cubicBezTo>
                  <a:cubicBezTo>
                    <a:pt x="14778" y="9845"/>
                    <a:pt x="16584" y="14740"/>
                    <a:pt x="19551" y="18258"/>
                  </a:cubicBezTo>
                  <a:cubicBezTo>
                    <a:pt x="20347" y="19237"/>
                    <a:pt x="21265" y="20125"/>
                    <a:pt x="22305" y="20859"/>
                  </a:cubicBezTo>
                  <a:cubicBezTo>
                    <a:pt x="23315" y="21563"/>
                    <a:pt x="24538" y="22205"/>
                    <a:pt x="25793" y="22236"/>
                  </a:cubicBezTo>
                  <a:cubicBezTo>
                    <a:pt x="26129" y="22236"/>
                    <a:pt x="26160" y="21777"/>
                    <a:pt x="25885" y="21655"/>
                  </a:cubicBezTo>
                  <a:cubicBezTo>
                    <a:pt x="24814" y="21257"/>
                    <a:pt x="23774" y="20920"/>
                    <a:pt x="22825" y="20278"/>
                  </a:cubicBezTo>
                  <a:cubicBezTo>
                    <a:pt x="21938" y="19635"/>
                    <a:pt x="21142" y="18870"/>
                    <a:pt x="20408" y="18044"/>
                  </a:cubicBezTo>
                  <a:cubicBezTo>
                    <a:pt x="18939" y="16361"/>
                    <a:pt x="17838" y="14434"/>
                    <a:pt x="16584" y="12629"/>
                  </a:cubicBezTo>
                  <a:cubicBezTo>
                    <a:pt x="15329" y="10854"/>
                    <a:pt x="13922" y="9110"/>
                    <a:pt x="12055" y="7978"/>
                  </a:cubicBezTo>
                  <a:cubicBezTo>
                    <a:pt x="9975" y="6724"/>
                    <a:pt x="7527" y="6387"/>
                    <a:pt x="5294" y="5531"/>
                  </a:cubicBezTo>
                  <a:cubicBezTo>
                    <a:pt x="3152" y="4704"/>
                    <a:pt x="827" y="2930"/>
                    <a:pt x="1010" y="391"/>
                  </a:cubicBezTo>
                  <a:cubicBezTo>
                    <a:pt x="1026" y="130"/>
                    <a:pt x="819" y="0"/>
                    <a:pt x="60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8" name="Google Shape;8838;p347"/>
            <p:cNvSpPr/>
            <p:nvPr/>
          </p:nvSpPr>
          <p:spPr>
            <a:xfrm>
              <a:off x="5099450" y="2244725"/>
              <a:ext cx="149700" cy="264425"/>
            </a:xfrm>
            <a:custGeom>
              <a:rect b="b" l="l" r="r" t="t"/>
              <a:pathLst>
                <a:path extrusionOk="0" h="10577" w="5988">
                  <a:moveTo>
                    <a:pt x="5282" y="0"/>
                  </a:moveTo>
                  <a:cubicBezTo>
                    <a:pt x="5049" y="0"/>
                    <a:pt x="4813" y="184"/>
                    <a:pt x="4886" y="478"/>
                  </a:cubicBezTo>
                  <a:cubicBezTo>
                    <a:pt x="5039" y="968"/>
                    <a:pt x="5100" y="1427"/>
                    <a:pt x="5192" y="1916"/>
                  </a:cubicBezTo>
                  <a:cubicBezTo>
                    <a:pt x="5223" y="2191"/>
                    <a:pt x="5376" y="2559"/>
                    <a:pt x="5284" y="2834"/>
                  </a:cubicBezTo>
                  <a:cubicBezTo>
                    <a:pt x="5223" y="3048"/>
                    <a:pt x="5162" y="3140"/>
                    <a:pt x="5131" y="3385"/>
                  </a:cubicBezTo>
                  <a:cubicBezTo>
                    <a:pt x="5039" y="4425"/>
                    <a:pt x="4764" y="5435"/>
                    <a:pt x="4274" y="6352"/>
                  </a:cubicBezTo>
                  <a:cubicBezTo>
                    <a:pt x="3846" y="7148"/>
                    <a:pt x="3265" y="7852"/>
                    <a:pt x="2591" y="8464"/>
                  </a:cubicBezTo>
                  <a:cubicBezTo>
                    <a:pt x="2255" y="8800"/>
                    <a:pt x="1857" y="9075"/>
                    <a:pt x="1459" y="9351"/>
                  </a:cubicBezTo>
                  <a:cubicBezTo>
                    <a:pt x="1062" y="9596"/>
                    <a:pt x="603" y="9779"/>
                    <a:pt x="236" y="10055"/>
                  </a:cubicBezTo>
                  <a:cubicBezTo>
                    <a:pt x="1" y="10231"/>
                    <a:pt x="132" y="10576"/>
                    <a:pt x="414" y="10576"/>
                  </a:cubicBezTo>
                  <a:cubicBezTo>
                    <a:pt x="426" y="10576"/>
                    <a:pt x="438" y="10576"/>
                    <a:pt x="450" y="10575"/>
                  </a:cubicBezTo>
                  <a:cubicBezTo>
                    <a:pt x="1429" y="10452"/>
                    <a:pt x="2408" y="9687"/>
                    <a:pt x="3112" y="9075"/>
                  </a:cubicBezTo>
                  <a:cubicBezTo>
                    <a:pt x="3877" y="8372"/>
                    <a:pt x="4550" y="7546"/>
                    <a:pt x="5039" y="6628"/>
                  </a:cubicBezTo>
                  <a:cubicBezTo>
                    <a:pt x="5529" y="5649"/>
                    <a:pt x="5835" y="4547"/>
                    <a:pt x="5957" y="3476"/>
                  </a:cubicBezTo>
                  <a:cubicBezTo>
                    <a:pt x="5957" y="3323"/>
                    <a:pt x="5988" y="3170"/>
                    <a:pt x="5957" y="3018"/>
                  </a:cubicBezTo>
                  <a:cubicBezTo>
                    <a:pt x="5926" y="2926"/>
                    <a:pt x="5865" y="2865"/>
                    <a:pt x="5865" y="2773"/>
                  </a:cubicBezTo>
                  <a:cubicBezTo>
                    <a:pt x="5804" y="2528"/>
                    <a:pt x="5896" y="2253"/>
                    <a:pt x="5926" y="1977"/>
                  </a:cubicBezTo>
                  <a:cubicBezTo>
                    <a:pt x="5926" y="1427"/>
                    <a:pt x="5804" y="815"/>
                    <a:pt x="5651" y="264"/>
                  </a:cubicBezTo>
                  <a:cubicBezTo>
                    <a:pt x="5590" y="81"/>
                    <a:pt x="5437" y="0"/>
                    <a:pt x="528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9" name="Google Shape;8839;p347"/>
            <p:cNvSpPr/>
            <p:nvPr/>
          </p:nvSpPr>
          <p:spPr>
            <a:xfrm>
              <a:off x="5528675" y="1610600"/>
              <a:ext cx="242125" cy="483925"/>
            </a:xfrm>
            <a:custGeom>
              <a:rect b="b" l="l" r="r" t="t"/>
              <a:pathLst>
                <a:path extrusionOk="0" h="19357" w="9685">
                  <a:moveTo>
                    <a:pt x="532" y="1"/>
                  </a:moveTo>
                  <a:cubicBezTo>
                    <a:pt x="220" y="1"/>
                    <a:pt x="0" y="411"/>
                    <a:pt x="231" y="693"/>
                  </a:cubicBezTo>
                  <a:cubicBezTo>
                    <a:pt x="659" y="1214"/>
                    <a:pt x="1240" y="1611"/>
                    <a:pt x="1730" y="2101"/>
                  </a:cubicBezTo>
                  <a:cubicBezTo>
                    <a:pt x="2189" y="2560"/>
                    <a:pt x="2648" y="3080"/>
                    <a:pt x="3107" y="3600"/>
                  </a:cubicBezTo>
                  <a:cubicBezTo>
                    <a:pt x="3994" y="4640"/>
                    <a:pt x="4789" y="5772"/>
                    <a:pt x="5463" y="6935"/>
                  </a:cubicBezTo>
                  <a:cubicBezTo>
                    <a:pt x="6839" y="9291"/>
                    <a:pt x="7788" y="11830"/>
                    <a:pt x="8369" y="14492"/>
                  </a:cubicBezTo>
                  <a:cubicBezTo>
                    <a:pt x="8706" y="15991"/>
                    <a:pt x="8889" y="17552"/>
                    <a:pt x="8950" y="19081"/>
                  </a:cubicBezTo>
                  <a:cubicBezTo>
                    <a:pt x="8950" y="19265"/>
                    <a:pt x="9088" y="19357"/>
                    <a:pt x="9226" y="19357"/>
                  </a:cubicBezTo>
                  <a:cubicBezTo>
                    <a:pt x="9364" y="19357"/>
                    <a:pt x="9501" y="19265"/>
                    <a:pt x="9501" y="19081"/>
                  </a:cubicBezTo>
                  <a:cubicBezTo>
                    <a:pt x="9685" y="13421"/>
                    <a:pt x="7665" y="7853"/>
                    <a:pt x="4116" y="3447"/>
                  </a:cubicBezTo>
                  <a:cubicBezTo>
                    <a:pt x="3627" y="2835"/>
                    <a:pt x="3107" y="2254"/>
                    <a:pt x="2556" y="1703"/>
                  </a:cubicBezTo>
                  <a:cubicBezTo>
                    <a:pt x="2005" y="1122"/>
                    <a:pt x="1424" y="479"/>
                    <a:pt x="720" y="51"/>
                  </a:cubicBezTo>
                  <a:cubicBezTo>
                    <a:pt x="656" y="16"/>
                    <a:pt x="592" y="1"/>
                    <a:pt x="5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0" name="Google Shape;8840;p347"/>
            <p:cNvSpPr/>
            <p:nvPr/>
          </p:nvSpPr>
          <p:spPr>
            <a:xfrm>
              <a:off x="5092975" y="1172350"/>
              <a:ext cx="446525" cy="458575"/>
            </a:xfrm>
            <a:custGeom>
              <a:rect b="b" l="l" r="r" t="t"/>
              <a:pathLst>
                <a:path extrusionOk="0" h="18343" w="17861">
                  <a:moveTo>
                    <a:pt x="1799" y="0"/>
                  </a:moveTo>
                  <a:cubicBezTo>
                    <a:pt x="1355" y="0"/>
                    <a:pt x="906" y="72"/>
                    <a:pt x="464" y="233"/>
                  </a:cubicBezTo>
                  <a:cubicBezTo>
                    <a:pt x="1" y="424"/>
                    <a:pt x="144" y="1124"/>
                    <a:pt x="548" y="1124"/>
                  </a:cubicBezTo>
                  <a:cubicBezTo>
                    <a:pt x="598" y="1124"/>
                    <a:pt x="652" y="1113"/>
                    <a:pt x="709" y="1090"/>
                  </a:cubicBezTo>
                  <a:cubicBezTo>
                    <a:pt x="1123" y="933"/>
                    <a:pt x="1524" y="862"/>
                    <a:pt x="1912" y="862"/>
                  </a:cubicBezTo>
                  <a:cubicBezTo>
                    <a:pt x="4482" y="862"/>
                    <a:pt x="6498" y="3956"/>
                    <a:pt x="7960" y="5710"/>
                  </a:cubicBezTo>
                  <a:cubicBezTo>
                    <a:pt x="10163" y="8402"/>
                    <a:pt x="12396" y="11064"/>
                    <a:pt x="14599" y="13726"/>
                  </a:cubicBezTo>
                  <a:cubicBezTo>
                    <a:pt x="15670" y="15011"/>
                    <a:pt x="16924" y="16449"/>
                    <a:pt x="17292" y="18132"/>
                  </a:cubicBezTo>
                  <a:cubicBezTo>
                    <a:pt x="17328" y="18278"/>
                    <a:pt x="17429" y="18342"/>
                    <a:pt x="17534" y="18342"/>
                  </a:cubicBezTo>
                  <a:cubicBezTo>
                    <a:pt x="17692" y="18342"/>
                    <a:pt x="17861" y="18199"/>
                    <a:pt x="17842" y="17979"/>
                  </a:cubicBezTo>
                  <a:cubicBezTo>
                    <a:pt x="17628" y="16388"/>
                    <a:pt x="16771" y="15103"/>
                    <a:pt x="15792" y="13848"/>
                  </a:cubicBezTo>
                  <a:cubicBezTo>
                    <a:pt x="14630" y="12410"/>
                    <a:pt x="13437" y="10972"/>
                    <a:pt x="12243" y="9565"/>
                  </a:cubicBezTo>
                  <a:cubicBezTo>
                    <a:pt x="11050" y="8096"/>
                    <a:pt x="9857" y="6628"/>
                    <a:pt x="8633" y="5159"/>
                  </a:cubicBezTo>
                  <a:cubicBezTo>
                    <a:pt x="7562" y="3874"/>
                    <a:pt x="6553" y="2405"/>
                    <a:pt x="5237" y="1335"/>
                  </a:cubicBezTo>
                  <a:cubicBezTo>
                    <a:pt x="4267" y="568"/>
                    <a:pt x="3048" y="0"/>
                    <a:pt x="179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1" name="Google Shape;8841;p347"/>
            <p:cNvSpPr/>
            <p:nvPr/>
          </p:nvSpPr>
          <p:spPr>
            <a:xfrm>
              <a:off x="4882975" y="1034350"/>
              <a:ext cx="210850" cy="156925"/>
            </a:xfrm>
            <a:custGeom>
              <a:rect b="b" l="l" r="r" t="t"/>
              <a:pathLst>
                <a:path extrusionOk="0" h="6277" w="8434">
                  <a:moveTo>
                    <a:pt x="575" y="0"/>
                  </a:moveTo>
                  <a:cubicBezTo>
                    <a:pt x="109" y="0"/>
                    <a:pt x="1" y="737"/>
                    <a:pt x="481" y="827"/>
                  </a:cubicBezTo>
                  <a:cubicBezTo>
                    <a:pt x="2072" y="1103"/>
                    <a:pt x="3479" y="1623"/>
                    <a:pt x="4795" y="2571"/>
                  </a:cubicBezTo>
                  <a:cubicBezTo>
                    <a:pt x="6080" y="3520"/>
                    <a:pt x="7028" y="4774"/>
                    <a:pt x="7824" y="6120"/>
                  </a:cubicBezTo>
                  <a:cubicBezTo>
                    <a:pt x="7889" y="6229"/>
                    <a:pt x="7989" y="6276"/>
                    <a:pt x="8087" y="6276"/>
                  </a:cubicBezTo>
                  <a:cubicBezTo>
                    <a:pt x="8264" y="6276"/>
                    <a:pt x="8434" y="6123"/>
                    <a:pt x="8375" y="5906"/>
                  </a:cubicBezTo>
                  <a:cubicBezTo>
                    <a:pt x="7273" y="2755"/>
                    <a:pt x="3877" y="307"/>
                    <a:pt x="603" y="1"/>
                  </a:cubicBezTo>
                  <a:cubicBezTo>
                    <a:pt x="594" y="1"/>
                    <a:pt x="584" y="0"/>
                    <a:pt x="57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2" name="Google Shape;8842;p347"/>
            <p:cNvSpPr/>
            <p:nvPr/>
          </p:nvSpPr>
          <p:spPr>
            <a:xfrm>
              <a:off x="4604250" y="954275"/>
              <a:ext cx="331325" cy="139850"/>
            </a:xfrm>
            <a:custGeom>
              <a:rect b="b" l="l" r="r" t="t"/>
              <a:pathLst>
                <a:path extrusionOk="0" h="5594" w="13253">
                  <a:moveTo>
                    <a:pt x="2829" y="0"/>
                  </a:moveTo>
                  <a:cubicBezTo>
                    <a:pt x="2060" y="0"/>
                    <a:pt x="1289" y="68"/>
                    <a:pt x="524" y="206"/>
                  </a:cubicBezTo>
                  <a:cubicBezTo>
                    <a:pt x="1" y="293"/>
                    <a:pt x="195" y="1069"/>
                    <a:pt x="687" y="1069"/>
                  </a:cubicBezTo>
                  <a:cubicBezTo>
                    <a:pt x="713" y="1069"/>
                    <a:pt x="740" y="1067"/>
                    <a:pt x="768" y="1062"/>
                  </a:cubicBezTo>
                  <a:cubicBezTo>
                    <a:pt x="1443" y="941"/>
                    <a:pt x="2123" y="882"/>
                    <a:pt x="2802" y="882"/>
                  </a:cubicBezTo>
                  <a:cubicBezTo>
                    <a:pt x="4340" y="882"/>
                    <a:pt x="5872" y="1184"/>
                    <a:pt x="7316" y="1736"/>
                  </a:cubicBezTo>
                  <a:cubicBezTo>
                    <a:pt x="8356" y="2103"/>
                    <a:pt x="9335" y="2653"/>
                    <a:pt x="10222" y="3296"/>
                  </a:cubicBezTo>
                  <a:cubicBezTo>
                    <a:pt x="11171" y="3938"/>
                    <a:pt x="11905" y="4795"/>
                    <a:pt x="12762" y="5529"/>
                  </a:cubicBezTo>
                  <a:cubicBezTo>
                    <a:pt x="12814" y="5574"/>
                    <a:pt x="12872" y="5594"/>
                    <a:pt x="12928" y="5594"/>
                  </a:cubicBezTo>
                  <a:cubicBezTo>
                    <a:pt x="13100" y="5594"/>
                    <a:pt x="13252" y="5408"/>
                    <a:pt x="13160" y="5223"/>
                  </a:cubicBezTo>
                  <a:cubicBezTo>
                    <a:pt x="12639" y="4183"/>
                    <a:pt x="11660" y="3327"/>
                    <a:pt x="10773" y="2653"/>
                  </a:cubicBezTo>
                  <a:cubicBezTo>
                    <a:pt x="9794" y="1919"/>
                    <a:pt x="8754" y="1338"/>
                    <a:pt x="7622" y="909"/>
                  </a:cubicBezTo>
                  <a:cubicBezTo>
                    <a:pt x="6083" y="307"/>
                    <a:pt x="4460" y="0"/>
                    <a:pt x="282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3" name="Google Shape;8843;p347"/>
            <p:cNvSpPr/>
            <p:nvPr/>
          </p:nvSpPr>
          <p:spPr>
            <a:xfrm>
              <a:off x="4476600" y="1896425"/>
              <a:ext cx="187625" cy="791675"/>
            </a:xfrm>
            <a:custGeom>
              <a:rect b="b" l="l" r="r" t="t"/>
              <a:pathLst>
                <a:path extrusionOk="0" h="31667" w="7505">
                  <a:moveTo>
                    <a:pt x="7035" y="1"/>
                  </a:moveTo>
                  <a:cubicBezTo>
                    <a:pt x="6911" y="1"/>
                    <a:pt x="6784" y="48"/>
                    <a:pt x="6700" y="152"/>
                  </a:cubicBezTo>
                  <a:cubicBezTo>
                    <a:pt x="6089" y="1009"/>
                    <a:pt x="5691" y="2111"/>
                    <a:pt x="5232" y="3059"/>
                  </a:cubicBezTo>
                  <a:cubicBezTo>
                    <a:pt x="4834" y="3977"/>
                    <a:pt x="4436" y="4895"/>
                    <a:pt x="4069" y="5843"/>
                  </a:cubicBezTo>
                  <a:cubicBezTo>
                    <a:pt x="3304" y="7801"/>
                    <a:pt x="2631" y="9790"/>
                    <a:pt x="2081" y="11840"/>
                  </a:cubicBezTo>
                  <a:cubicBezTo>
                    <a:pt x="1010" y="15879"/>
                    <a:pt x="337" y="20040"/>
                    <a:pt x="122" y="24231"/>
                  </a:cubicBezTo>
                  <a:cubicBezTo>
                    <a:pt x="0" y="26618"/>
                    <a:pt x="61" y="29035"/>
                    <a:pt x="337" y="31391"/>
                  </a:cubicBezTo>
                  <a:cubicBezTo>
                    <a:pt x="352" y="31574"/>
                    <a:pt x="490" y="31666"/>
                    <a:pt x="623" y="31666"/>
                  </a:cubicBezTo>
                  <a:cubicBezTo>
                    <a:pt x="757" y="31666"/>
                    <a:pt x="887" y="31574"/>
                    <a:pt x="887" y="31391"/>
                  </a:cubicBezTo>
                  <a:cubicBezTo>
                    <a:pt x="765" y="27230"/>
                    <a:pt x="857" y="23038"/>
                    <a:pt x="1499" y="18908"/>
                  </a:cubicBezTo>
                  <a:cubicBezTo>
                    <a:pt x="2111" y="14808"/>
                    <a:pt x="3151" y="10769"/>
                    <a:pt x="4620" y="6853"/>
                  </a:cubicBezTo>
                  <a:cubicBezTo>
                    <a:pt x="5018" y="5782"/>
                    <a:pt x="5446" y="4711"/>
                    <a:pt x="5936" y="3671"/>
                  </a:cubicBezTo>
                  <a:cubicBezTo>
                    <a:pt x="6395" y="2600"/>
                    <a:pt x="7037" y="1560"/>
                    <a:pt x="7404" y="458"/>
                  </a:cubicBezTo>
                  <a:cubicBezTo>
                    <a:pt x="7505" y="176"/>
                    <a:pt x="7274" y="1"/>
                    <a:pt x="703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4" name="Google Shape;8844;p347"/>
            <p:cNvSpPr/>
            <p:nvPr/>
          </p:nvSpPr>
          <p:spPr>
            <a:xfrm>
              <a:off x="4658400" y="1901125"/>
              <a:ext cx="383550" cy="339000"/>
            </a:xfrm>
            <a:custGeom>
              <a:rect b="b" l="l" r="r" t="t"/>
              <a:pathLst>
                <a:path extrusionOk="0" h="13560" w="15342">
                  <a:moveTo>
                    <a:pt x="578" y="1"/>
                  </a:moveTo>
                  <a:cubicBezTo>
                    <a:pt x="242" y="1"/>
                    <a:pt x="0" y="545"/>
                    <a:pt x="377" y="821"/>
                  </a:cubicBezTo>
                  <a:cubicBezTo>
                    <a:pt x="1876" y="1923"/>
                    <a:pt x="3314" y="3116"/>
                    <a:pt x="4599" y="4462"/>
                  </a:cubicBezTo>
                  <a:cubicBezTo>
                    <a:pt x="5762" y="5625"/>
                    <a:pt x="6802" y="6879"/>
                    <a:pt x="7842" y="8134"/>
                  </a:cubicBezTo>
                  <a:cubicBezTo>
                    <a:pt x="9739" y="10367"/>
                    <a:pt x="11911" y="12845"/>
                    <a:pt x="14879" y="13549"/>
                  </a:cubicBezTo>
                  <a:cubicBezTo>
                    <a:pt x="14909" y="13556"/>
                    <a:pt x="14937" y="13560"/>
                    <a:pt x="14963" y="13560"/>
                  </a:cubicBezTo>
                  <a:cubicBezTo>
                    <a:pt x="15263" y="13560"/>
                    <a:pt x="15342" y="13111"/>
                    <a:pt x="15032" y="12998"/>
                  </a:cubicBezTo>
                  <a:cubicBezTo>
                    <a:pt x="12156" y="11805"/>
                    <a:pt x="10137" y="9541"/>
                    <a:pt x="8179" y="7216"/>
                  </a:cubicBezTo>
                  <a:cubicBezTo>
                    <a:pt x="7139" y="5961"/>
                    <a:pt x="6129" y="4737"/>
                    <a:pt x="4966" y="3605"/>
                  </a:cubicBezTo>
                  <a:cubicBezTo>
                    <a:pt x="3681" y="2320"/>
                    <a:pt x="2304" y="1127"/>
                    <a:pt x="805" y="87"/>
                  </a:cubicBezTo>
                  <a:cubicBezTo>
                    <a:pt x="729" y="27"/>
                    <a:pt x="651" y="1"/>
                    <a:pt x="57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5" name="Google Shape;8845;p347"/>
            <p:cNvSpPr/>
            <p:nvPr/>
          </p:nvSpPr>
          <p:spPr>
            <a:xfrm>
              <a:off x="4644100" y="1322525"/>
              <a:ext cx="109425" cy="588700"/>
            </a:xfrm>
            <a:custGeom>
              <a:rect b="b" l="l" r="r" t="t"/>
              <a:pathLst>
                <a:path extrusionOk="0" h="23548" w="4377">
                  <a:moveTo>
                    <a:pt x="3768" y="0"/>
                  </a:moveTo>
                  <a:cubicBezTo>
                    <a:pt x="3738" y="0"/>
                    <a:pt x="3705" y="3"/>
                    <a:pt x="3672" y="9"/>
                  </a:cubicBezTo>
                  <a:cubicBezTo>
                    <a:pt x="2387" y="253"/>
                    <a:pt x="1316" y="1355"/>
                    <a:pt x="765" y="2487"/>
                  </a:cubicBezTo>
                  <a:cubicBezTo>
                    <a:pt x="31" y="3925"/>
                    <a:pt x="0" y="5547"/>
                    <a:pt x="245" y="7107"/>
                  </a:cubicBezTo>
                  <a:cubicBezTo>
                    <a:pt x="521" y="8851"/>
                    <a:pt x="1224" y="10503"/>
                    <a:pt x="1683" y="12216"/>
                  </a:cubicBezTo>
                  <a:cubicBezTo>
                    <a:pt x="2203" y="13991"/>
                    <a:pt x="2326" y="15766"/>
                    <a:pt x="1959" y="17571"/>
                  </a:cubicBezTo>
                  <a:cubicBezTo>
                    <a:pt x="1775" y="18519"/>
                    <a:pt x="1469" y="19437"/>
                    <a:pt x="1133" y="20355"/>
                  </a:cubicBezTo>
                  <a:cubicBezTo>
                    <a:pt x="980" y="20814"/>
                    <a:pt x="796" y="21303"/>
                    <a:pt x="612" y="21762"/>
                  </a:cubicBezTo>
                  <a:cubicBezTo>
                    <a:pt x="521" y="21976"/>
                    <a:pt x="429" y="22191"/>
                    <a:pt x="368" y="22405"/>
                  </a:cubicBezTo>
                  <a:cubicBezTo>
                    <a:pt x="245" y="22680"/>
                    <a:pt x="245" y="22986"/>
                    <a:pt x="153" y="23261"/>
                  </a:cubicBezTo>
                  <a:cubicBezTo>
                    <a:pt x="113" y="23425"/>
                    <a:pt x="249" y="23547"/>
                    <a:pt x="389" y="23547"/>
                  </a:cubicBezTo>
                  <a:cubicBezTo>
                    <a:pt x="459" y="23547"/>
                    <a:pt x="531" y="23516"/>
                    <a:pt x="582" y="23445"/>
                  </a:cubicBezTo>
                  <a:cubicBezTo>
                    <a:pt x="796" y="23078"/>
                    <a:pt x="1041" y="22772"/>
                    <a:pt x="1194" y="22374"/>
                  </a:cubicBezTo>
                  <a:cubicBezTo>
                    <a:pt x="1377" y="22007"/>
                    <a:pt x="1561" y="21609"/>
                    <a:pt x="1714" y="21242"/>
                  </a:cubicBezTo>
                  <a:cubicBezTo>
                    <a:pt x="2050" y="20447"/>
                    <a:pt x="2326" y="19651"/>
                    <a:pt x="2571" y="18825"/>
                  </a:cubicBezTo>
                  <a:cubicBezTo>
                    <a:pt x="2999" y="17265"/>
                    <a:pt x="3182" y="15613"/>
                    <a:pt x="2968" y="14022"/>
                  </a:cubicBezTo>
                  <a:cubicBezTo>
                    <a:pt x="2540" y="10748"/>
                    <a:pt x="368" y="7505"/>
                    <a:pt x="1102" y="4139"/>
                  </a:cubicBezTo>
                  <a:cubicBezTo>
                    <a:pt x="1438" y="2579"/>
                    <a:pt x="2418" y="1355"/>
                    <a:pt x="3917" y="804"/>
                  </a:cubicBezTo>
                  <a:cubicBezTo>
                    <a:pt x="4377" y="632"/>
                    <a:pt x="4243" y="0"/>
                    <a:pt x="376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6" name="Google Shape;8846;p347"/>
            <p:cNvSpPr/>
            <p:nvPr/>
          </p:nvSpPr>
          <p:spPr>
            <a:xfrm>
              <a:off x="4013825" y="861950"/>
              <a:ext cx="592050" cy="242675"/>
            </a:xfrm>
            <a:custGeom>
              <a:rect b="b" l="l" r="r" t="t"/>
              <a:pathLst>
                <a:path extrusionOk="0" h="9707" w="23682">
                  <a:moveTo>
                    <a:pt x="18025" y="0"/>
                  </a:moveTo>
                  <a:cubicBezTo>
                    <a:pt x="16884" y="0"/>
                    <a:pt x="15718" y="156"/>
                    <a:pt x="14625" y="227"/>
                  </a:cubicBezTo>
                  <a:cubicBezTo>
                    <a:pt x="12392" y="380"/>
                    <a:pt x="10158" y="564"/>
                    <a:pt x="7894" y="717"/>
                  </a:cubicBezTo>
                  <a:cubicBezTo>
                    <a:pt x="6640" y="809"/>
                    <a:pt x="5386" y="900"/>
                    <a:pt x="4131" y="992"/>
                  </a:cubicBezTo>
                  <a:cubicBezTo>
                    <a:pt x="2907" y="1084"/>
                    <a:pt x="1622" y="1084"/>
                    <a:pt x="429" y="1329"/>
                  </a:cubicBezTo>
                  <a:cubicBezTo>
                    <a:pt x="1" y="1390"/>
                    <a:pt x="123" y="2032"/>
                    <a:pt x="521" y="2063"/>
                  </a:cubicBezTo>
                  <a:cubicBezTo>
                    <a:pt x="630" y="2066"/>
                    <a:pt x="739" y="2068"/>
                    <a:pt x="849" y="2068"/>
                  </a:cubicBezTo>
                  <a:cubicBezTo>
                    <a:pt x="1749" y="2068"/>
                    <a:pt x="2649" y="1965"/>
                    <a:pt x="3550" y="1910"/>
                  </a:cubicBezTo>
                  <a:cubicBezTo>
                    <a:pt x="4590" y="1818"/>
                    <a:pt x="5630" y="1757"/>
                    <a:pt x="6671" y="1665"/>
                  </a:cubicBezTo>
                  <a:lnTo>
                    <a:pt x="12820" y="1237"/>
                  </a:lnTo>
                  <a:cubicBezTo>
                    <a:pt x="14504" y="1127"/>
                    <a:pt x="16213" y="892"/>
                    <a:pt x="17901" y="892"/>
                  </a:cubicBezTo>
                  <a:cubicBezTo>
                    <a:pt x="18084" y="892"/>
                    <a:pt x="18267" y="894"/>
                    <a:pt x="18450" y="900"/>
                  </a:cubicBezTo>
                  <a:cubicBezTo>
                    <a:pt x="20194" y="962"/>
                    <a:pt x="21724" y="1665"/>
                    <a:pt x="22336" y="3379"/>
                  </a:cubicBezTo>
                  <a:cubicBezTo>
                    <a:pt x="23070" y="5398"/>
                    <a:pt x="22305" y="7448"/>
                    <a:pt x="21877" y="9437"/>
                  </a:cubicBezTo>
                  <a:cubicBezTo>
                    <a:pt x="21836" y="9578"/>
                    <a:pt x="21969" y="9706"/>
                    <a:pt x="22100" y="9706"/>
                  </a:cubicBezTo>
                  <a:cubicBezTo>
                    <a:pt x="22167" y="9706"/>
                    <a:pt x="22233" y="9673"/>
                    <a:pt x="22274" y="9590"/>
                  </a:cubicBezTo>
                  <a:cubicBezTo>
                    <a:pt x="23131" y="7876"/>
                    <a:pt x="23682" y="5918"/>
                    <a:pt x="23376" y="3991"/>
                  </a:cubicBezTo>
                  <a:cubicBezTo>
                    <a:pt x="23070" y="2308"/>
                    <a:pt x="22030" y="870"/>
                    <a:pt x="20377" y="319"/>
                  </a:cubicBezTo>
                  <a:cubicBezTo>
                    <a:pt x="19629" y="78"/>
                    <a:pt x="18833" y="0"/>
                    <a:pt x="1802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7" name="Google Shape;8847;p347"/>
            <p:cNvSpPr/>
            <p:nvPr/>
          </p:nvSpPr>
          <p:spPr>
            <a:xfrm>
              <a:off x="3215275" y="1597450"/>
              <a:ext cx="239475" cy="860000"/>
            </a:xfrm>
            <a:custGeom>
              <a:rect b="b" l="l" r="r" t="t"/>
              <a:pathLst>
                <a:path extrusionOk="0" h="34400" w="9579">
                  <a:moveTo>
                    <a:pt x="7733" y="0"/>
                  </a:moveTo>
                  <a:cubicBezTo>
                    <a:pt x="5830" y="0"/>
                    <a:pt x="3956" y="748"/>
                    <a:pt x="2510" y="2045"/>
                  </a:cubicBezTo>
                  <a:cubicBezTo>
                    <a:pt x="1623" y="2841"/>
                    <a:pt x="949" y="3820"/>
                    <a:pt x="552" y="4921"/>
                  </a:cubicBezTo>
                  <a:cubicBezTo>
                    <a:pt x="32" y="6329"/>
                    <a:pt x="1" y="7859"/>
                    <a:pt x="93" y="9358"/>
                  </a:cubicBezTo>
                  <a:cubicBezTo>
                    <a:pt x="185" y="10949"/>
                    <a:pt x="429" y="12540"/>
                    <a:pt x="460" y="14161"/>
                  </a:cubicBezTo>
                  <a:cubicBezTo>
                    <a:pt x="490" y="15844"/>
                    <a:pt x="399" y="17527"/>
                    <a:pt x="337" y="19179"/>
                  </a:cubicBezTo>
                  <a:cubicBezTo>
                    <a:pt x="215" y="22116"/>
                    <a:pt x="154" y="25053"/>
                    <a:pt x="1011" y="27868"/>
                  </a:cubicBezTo>
                  <a:cubicBezTo>
                    <a:pt x="1806" y="30530"/>
                    <a:pt x="3336" y="33039"/>
                    <a:pt x="5845" y="34355"/>
                  </a:cubicBezTo>
                  <a:cubicBezTo>
                    <a:pt x="5907" y="34386"/>
                    <a:pt x="5967" y="34399"/>
                    <a:pt x="6025" y="34399"/>
                  </a:cubicBezTo>
                  <a:cubicBezTo>
                    <a:pt x="6363" y="34399"/>
                    <a:pt x="6583" y="33921"/>
                    <a:pt x="6242" y="33712"/>
                  </a:cubicBezTo>
                  <a:cubicBezTo>
                    <a:pt x="1714" y="31020"/>
                    <a:pt x="1011" y="25359"/>
                    <a:pt x="1133" y="20586"/>
                  </a:cubicBezTo>
                  <a:cubicBezTo>
                    <a:pt x="1225" y="17496"/>
                    <a:pt x="1470" y="14467"/>
                    <a:pt x="1164" y="11377"/>
                  </a:cubicBezTo>
                  <a:cubicBezTo>
                    <a:pt x="888" y="8746"/>
                    <a:pt x="552" y="5901"/>
                    <a:pt x="2234" y="3667"/>
                  </a:cubicBezTo>
                  <a:cubicBezTo>
                    <a:pt x="3487" y="1970"/>
                    <a:pt x="5587" y="875"/>
                    <a:pt x="7715" y="875"/>
                  </a:cubicBezTo>
                  <a:cubicBezTo>
                    <a:pt x="8082" y="875"/>
                    <a:pt x="8449" y="907"/>
                    <a:pt x="8812" y="975"/>
                  </a:cubicBezTo>
                  <a:cubicBezTo>
                    <a:pt x="8840" y="979"/>
                    <a:pt x="8868" y="982"/>
                    <a:pt x="8894" y="982"/>
                  </a:cubicBezTo>
                  <a:cubicBezTo>
                    <a:pt x="9386" y="982"/>
                    <a:pt x="9578" y="205"/>
                    <a:pt x="9027" y="118"/>
                  </a:cubicBezTo>
                  <a:cubicBezTo>
                    <a:pt x="8597" y="39"/>
                    <a:pt x="8164" y="0"/>
                    <a:pt x="773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8" name="Google Shape;8848;p347"/>
            <p:cNvSpPr/>
            <p:nvPr/>
          </p:nvSpPr>
          <p:spPr>
            <a:xfrm>
              <a:off x="3404975" y="900200"/>
              <a:ext cx="624550" cy="709250"/>
            </a:xfrm>
            <a:custGeom>
              <a:rect b="b" l="l" r="r" t="t"/>
              <a:pathLst>
                <a:path extrusionOk="0" h="28370" w="24982">
                  <a:moveTo>
                    <a:pt x="24394" y="1"/>
                  </a:moveTo>
                  <a:cubicBezTo>
                    <a:pt x="24323" y="1"/>
                    <a:pt x="24248" y="23"/>
                    <a:pt x="24171" y="74"/>
                  </a:cubicBezTo>
                  <a:cubicBezTo>
                    <a:pt x="19918" y="2858"/>
                    <a:pt x="15941" y="6071"/>
                    <a:pt x="12208" y="9528"/>
                  </a:cubicBezTo>
                  <a:cubicBezTo>
                    <a:pt x="10373" y="11272"/>
                    <a:pt x="8598" y="13077"/>
                    <a:pt x="6915" y="14944"/>
                  </a:cubicBezTo>
                  <a:cubicBezTo>
                    <a:pt x="5232" y="16810"/>
                    <a:pt x="3427" y="18707"/>
                    <a:pt x="2112" y="20849"/>
                  </a:cubicBezTo>
                  <a:cubicBezTo>
                    <a:pt x="766" y="23021"/>
                    <a:pt x="1" y="25897"/>
                    <a:pt x="1469" y="28192"/>
                  </a:cubicBezTo>
                  <a:cubicBezTo>
                    <a:pt x="1556" y="28318"/>
                    <a:pt x="1674" y="28370"/>
                    <a:pt x="1788" y="28370"/>
                  </a:cubicBezTo>
                  <a:cubicBezTo>
                    <a:pt x="2033" y="28370"/>
                    <a:pt x="2258" y="28127"/>
                    <a:pt x="2112" y="27855"/>
                  </a:cubicBezTo>
                  <a:cubicBezTo>
                    <a:pt x="949" y="25713"/>
                    <a:pt x="1622" y="23204"/>
                    <a:pt x="2846" y="21277"/>
                  </a:cubicBezTo>
                  <a:cubicBezTo>
                    <a:pt x="4100" y="19258"/>
                    <a:pt x="5814" y="17452"/>
                    <a:pt x="7405" y="15678"/>
                  </a:cubicBezTo>
                  <a:cubicBezTo>
                    <a:pt x="10648" y="12098"/>
                    <a:pt x="14166" y="8763"/>
                    <a:pt x="17930" y="5734"/>
                  </a:cubicBezTo>
                  <a:cubicBezTo>
                    <a:pt x="20071" y="3990"/>
                    <a:pt x="22335" y="2369"/>
                    <a:pt x="24599" y="808"/>
                  </a:cubicBezTo>
                  <a:cubicBezTo>
                    <a:pt x="24982" y="553"/>
                    <a:pt x="24748" y="1"/>
                    <a:pt x="2439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9" name="Google Shape;8849;p347"/>
            <p:cNvSpPr/>
            <p:nvPr/>
          </p:nvSpPr>
          <p:spPr>
            <a:xfrm>
              <a:off x="3440875" y="1590900"/>
              <a:ext cx="427650" cy="526950"/>
            </a:xfrm>
            <a:custGeom>
              <a:rect b="b" l="l" r="r" t="t"/>
              <a:pathLst>
                <a:path extrusionOk="0" h="21078" w="17106">
                  <a:moveTo>
                    <a:pt x="420" y="0"/>
                  </a:moveTo>
                  <a:cubicBezTo>
                    <a:pt x="201" y="0"/>
                    <a:pt x="0" y="222"/>
                    <a:pt x="125" y="472"/>
                  </a:cubicBezTo>
                  <a:cubicBezTo>
                    <a:pt x="829" y="2032"/>
                    <a:pt x="2114" y="3317"/>
                    <a:pt x="3368" y="4419"/>
                  </a:cubicBezTo>
                  <a:cubicBezTo>
                    <a:pt x="4684" y="5551"/>
                    <a:pt x="6122" y="6530"/>
                    <a:pt x="7560" y="7509"/>
                  </a:cubicBezTo>
                  <a:cubicBezTo>
                    <a:pt x="10405" y="9436"/>
                    <a:pt x="13495" y="11609"/>
                    <a:pt x="14811" y="14944"/>
                  </a:cubicBezTo>
                  <a:cubicBezTo>
                    <a:pt x="15484" y="16687"/>
                    <a:pt x="15668" y="18646"/>
                    <a:pt x="14933" y="20390"/>
                  </a:cubicBezTo>
                  <a:cubicBezTo>
                    <a:pt x="14765" y="20748"/>
                    <a:pt x="15075" y="21077"/>
                    <a:pt x="15365" y="21077"/>
                  </a:cubicBezTo>
                  <a:cubicBezTo>
                    <a:pt x="15496" y="21077"/>
                    <a:pt x="15622" y="21010"/>
                    <a:pt x="15698" y="20848"/>
                  </a:cubicBezTo>
                  <a:cubicBezTo>
                    <a:pt x="17106" y="17605"/>
                    <a:pt x="15851" y="13964"/>
                    <a:pt x="13648" y="11394"/>
                  </a:cubicBezTo>
                  <a:cubicBezTo>
                    <a:pt x="11262" y="8580"/>
                    <a:pt x="7927" y="6805"/>
                    <a:pt x="5020" y="4633"/>
                  </a:cubicBezTo>
                  <a:cubicBezTo>
                    <a:pt x="4194" y="4021"/>
                    <a:pt x="3429" y="3348"/>
                    <a:pt x="2726" y="2613"/>
                  </a:cubicBezTo>
                  <a:cubicBezTo>
                    <a:pt x="1961" y="1849"/>
                    <a:pt x="1318" y="1022"/>
                    <a:pt x="706" y="166"/>
                  </a:cubicBezTo>
                  <a:cubicBezTo>
                    <a:pt x="628" y="49"/>
                    <a:pt x="522" y="0"/>
                    <a:pt x="42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0" name="Google Shape;8850;p347"/>
            <p:cNvSpPr/>
            <p:nvPr/>
          </p:nvSpPr>
          <p:spPr>
            <a:xfrm>
              <a:off x="2771625" y="941475"/>
              <a:ext cx="643850" cy="905000"/>
            </a:xfrm>
            <a:custGeom>
              <a:rect b="b" l="l" r="r" t="t"/>
              <a:pathLst>
                <a:path extrusionOk="0" h="36200" w="25754">
                  <a:moveTo>
                    <a:pt x="25173" y="0"/>
                  </a:moveTo>
                  <a:cubicBezTo>
                    <a:pt x="25137" y="0"/>
                    <a:pt x="25099" y="5"/>
                    <a:pt x="25059" y="14"/>
                  </a:cubicBezTo>
                  <a:cubicBezTo>
                    <a:pt x="22397" y="657"/>
                    <a:pt x="20317" y="2829"/>
                    <a:pt x="18848" y="5032"/>
                  </a:cubicBezTo>
                  <a:cubicBezTo>
                    <a:pt x="17135" y="7541"/>
                    <a:pt x="16034" y="10447"/>
                    <a:pt x="14381" y="13017"/>
                  </a:cubicBezTo>
                  <a:cubicBezTo>
                    <a:pt x="13525" y="14302"/>
                    <a:pt x="12546" y="15434"/>
                    <a:pt x="11383" y="16505"/>
                  </a:cubicBezTo>
                  <a:cubicBezTo>
                    <a:pt x="10312" y="17515"/>
                    <a:pt x="9150" y="18463"/>
                    <a:pt x="8171" y="19595"/>
                  </a:cubicBezTo>
                  <a:cubicBezTo>
                    <a:pt x="6090" y="21982"/>
                    <a:pt x="5478" y="24980"/>
                    <a:pt x="4774" y="27948"/>
                  </a:cubicBezTo>
                  <a:cubicBezTo>
                    <a:pt x="4040" y="30977"/>
                    <a:pt x="2969" y="33975"/>
                    <a:pt x="216" y="35719"/>
                  </a:cubicBezTo>
                  <a:cubicBezTo>
                    <a:pt x="1" y="35854"/>
                    <a:pt x="92" y="36200"/>
                    <a:pt x="304" y="36200"/>
                  </a:cubicBezTo>
                  <a:cubicBezTo>
                    <a:pt x="334" y="36200"/>
                    <a:pt x="366" y="36193"/>
                    <a:pt x="399" y="36178"/>
                  </a:cubicBezTo>
                  <a:cubicBezTo>
                    <a:pt x="2847" y="35230"/>
                    <a:pt x="4193" y="32660"/>
                    <a:pt x="4958" y="30273"/>
                  </a:cubicBezTo>
                  <a:cubicBezTo>
                    <a:pt x="5937" y="27397"/>
                    <a:pt x="6151" y="24215"/>
                    <a:pt x="7742" y="21584"/>
                  </a:cubicBezTo>
                  <a:cubicBezTo>
                    <a:pt x="9333" y="18983"/>
                    <a:pt x="12087" y="17392"/>
                    <a:pt x="13984" y="15037"/>
                  </a:cubicBezTo>
                  <a:cubicBezTo>
                    <a:pt x="15911" y="12619"/>
                    <a:pt x="17074" y="9743"/>
                    <a:pt x="18573" y="7082"/>
                  </a:cubicBezTo>
                  <a:cubicBezTo>
                    <a:pt x="20133" y="4328"/>
                    <a:pt x="22214" y="1850"/>
                    <a:pt x="25273" y="810"/>
                  </a:cubicBezTo>
                  <a:cubicBezTo>
                    <a:pt x="25754" y="640"/>
                    <a:pt x="25608" y="0"/>
                    <a:pt x="2517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1" name="Google Shape;8851;p347"/>
            <p:cNvSpPr/>
            <p:nvPr/>
          </p:nvSpPr>
          <p:spPr>
            <a:xfrm>
              <a:off x="2846975" y="934650"/>
              <a:ext cx="572025" cy="227400"/>
            </a:xfrm>
            <a:custGeom>
              <a:rect b="b" l="l" r="r" t="t"/>
              <a:pathLst>
                <a:path extrusionOk="0" h="9096" w="22881">
                  <a:moveTo>
                    <a:pt x="16386" y="1"/>
                  </a:moveTo>
                  <a:cubicBezTo>
                    <a:pt x="15042" y="1"/>
                    <a:pt x="13707" y="157"/>
                    <a:pt x="12408" y="440"/>
                  </a:cubicBezTo>
                  <a:cubicBezTo>
                    <a:pt x="9287" y="1083"/>
                    <a:pt x="6380" y="2551"/>
                    <a:pt x="3902" y="4540"/>
                  </a:cubicBezTo>
                  <a:cubicBezTo>
                    <a:pt x="2525" y="5641"/>
                    <a:pt x="1271" y="6926"/>
                    <a:pt x="231" y="8364"/>
                  </a:cubicBezTo>
                  <a:cubicBezTo>
                    <a:pt x="0" y="8687"/>
                    <a:pt x="359" y="9096"/>
                    <a:pt x="695" y="9096"/>
                  </a:cubicBezTo>
                  <a:cubicBezTo>
                    <a:pt x="805" y="9096"/>
                    <a:pt x="912" y="9052"/>
                    <a:pt x="996" y="8946"/>
                  </a:cubicBezTo>
                  <a:cubicBezTo>
                    <a:pt x="2831" y="6651"/>
                    <a:pt x="4942" y="4693"/>
                    <a:pt x="7543" y="3255"/>
                  </a:cubicBezTo>
                  <a:cubicBezTo>
                    <a:pt x="10307" y="1752"/>
                    <a:pt x="13396" y="929"/>
                    <a:pt x="16549" y="929"/>
                  </a:cubicBezTo>
                  <a:cubicBezTo>
                    <a:pt x="16607" y="929"/>
                    <a:pt x="16664" y="929"/>
                    <a:pt x="16722" y="930"/>
                  </a:cubicBezTo>
                  <a:cubicBezTo>
                    <a:pt x="17640" y="930"/>
                    <a:pt x="18588" y="1021"/>
                    <a:pt x="19506" y="1174"/>
                  </a:cubicBezTo>
                  <a:cubicBezTo>
                    <a:pt x="20454" y="1297"/>
                    <a:pt x="21372" y="1572"/>
                    <a:pt x="22290" y="1756"/>
                  </a:cubicBezTo>
                  <a:cubicBezTo>
                    <a:pt x="22310" y="1759"/>
                    <a:pt x="22329" y="1761"/>
                    <a:pt x="22348" y="1761"/>
                  </a:cubicBezTo>
                  <a:cubicBezTo>
                    <a:pt x="22657" y="1761"/>
                    <a:pt x="22881" y="1318"/>
                    <a:pt x="22535" y="1174"/>
                  </a:cubicBezTo>
                  <a:cubicBezTo>
                    <a:pt x="21066" y="409"/>
                    <a:pt x="19230" y="134"/>
                    <a:pt x="17578" y="42"/>
                  </a:cubicBezTo>
                  <a:cubicBezTo>
                    <a:pt x="17181" y="14"/>
                    <a:pt x="16783" y="1"/>
                    <a:pt x="1638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2" name="Google Shape;8852;p347"/>
            <p:cNvSpPr/>
            <p:nvPr/>
          </p:nvSpPr>
          <p:spPr>
            <a:xfrm>
              <a:off x="2582900" y="995025"/>
              <a:ext cx="431250" cy="262050"/>
            </a:xfrm>
            <a:custGeom>
              <a:rect b="b" l="l" r="r" t="t"/>
              <a:pathLst>
                <a:path extrusionOk="0" h="10482" w="17250">
                  <a:moveTo>
                    <a:pt x="15058" y="1"/>
                  </a:moveTo>
                  <a:cubicBezTo>
                    <a:pt x="14302" y="1"/>
                    <a:pt x="13544" y="81"/>
                    <a:pt x="12813" y="197"/>
                  </a:cubicBezTo>
                  <a:cubicBezTo>
                    <a:pt x="11406" y="381"/>
                    <a:pt x="10029" y="779"/>
                    <a:pt x="8713" y="1329"/>
                  </a:cubicBezTo>
                  <a:cubicBezTo>
                    <a:pt x="6296" y="2370"/>
                    <a:pt x="4124" y="4022"/>
                    <a:pt x="2472" y="6041"/>
                  </a:cubicBezTo>
                  <a:cubicBezTo>
                    <a:pt x="1554" y="7173"/>
                    <a:pt x="758" y="8428"/>
                    <a:pt x="146" y="9774"/>
                  </a:cubicBezTo>
                  <a:cubicBezTo>
                    <a:pt x="1" y="10149"/>
                    <a:pt x="309" y="10481"/>
                    <a:pt x="598" y="10481"/>
                  </a:cubicBezTo>
                  <a:cubicBezTo>
                    <a:pt x="733" y="10481"/>
                    <a:pt x="864" y="10408"/>
                    <a:pt x="942" y="10233"/>
                  </a:cubicBezTo>
                  <a:cubicBezTo>
                    <a:pt x="2257" y="7387"/>
                    <a:pt x="4338" y="4909"/>
                    <a:pt x="7000" y="3226"/>
                  </a:cubicBezTo>
                  <a:cubicBezTo>
                    <a:pt x="8468" y="2308"/>
                    <a:pt x="10059" y="1635"/>
                    <a:pt x="11711" y="1238"/>
                  </a:cubicBezTo>
                  <a:cubicBezTo>
                    <a:pt x="13425" y="809"/>
                    <a:pt x="15138" y="779"/>
                    <a:pt x="16882" y="717"/>
                  </a:cubicBezTo>
                  <a:cubicBezTo>
                    <a:pt x="17158" y="717"/>
                    <a:pt x="17249" y="259"/>
                    <a:pt x="16943" y="197"/>
                  </a:cubicBezTo>
                  <a:cubicBezTo>
                    <a:pt x="16328" y="58"/>
                    <a:pt x="15694" y="1"/>
                    <a:pt x="1505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3" name="Google Shape;8853;p347"/>
            <p:cNvSpPr/>
            <p:nvPr/>
          </p:nvSpPr>
          <p:spPr>
            <a:xfrm>
              <a:off x="2101600" y="1150775"/>
              <a:ext cx="559175" cy="481725"/>
            </a:xfrm>
            <a:custGeom>
              <a:rect b="b" l="l" r="r" t="t"/>
              <a:pathLst>
                <a:path extrusionOk="0" h="19269" w="22367">
                  <a:moveTo>
                    <a:pt x="21249" y="0"/>
                  </a:moveTo>
                  <a:cubicBezTo>
                    <a:pt x="17545" y="0"/>
                    <a:pt x="13891" y="1943"/>
                    <a:pt x="11046" y="4156"/>
                  </a:cubicBezTo>
                  <a:cubicBezTo>
                    <a:pt x="9332" y="5471"/>
                    <a:pt x="7803" y="7001"/>
                    <a:pt x="6365" y="8561"/>
                  </a:cubicBezTo>
                  <a:cubicBezTo>
                    <a:pt x="4957" y="10091"/>
                    <a:pt x="3519" y="11652"/>
                    <a:pt x="2265" y="13304"/>
                  </a:cubicBezTo>
                  <a:cubicBezTo>
                    <a:pt x="1102" y="14834"/>
                    <a:pt x="1" y="17404"/>
                    <a:pt x="1378" y="19148"/>
                  </a:cubicBezTo>
                  <a:cubicBezTo>
                    <a:pt x="1437" y="19233"/>
                    <a:pt x="1518" y="19268"/>
                    <a:pt x="1602" y="19268"/>
                  </a:cubicBezTo>
                  <a:cubicBezTo>
                    <a:pt x="1820" y="19268"/>
                    <a:pt x="2056" y="19032"/>
                    <a:pt x="1989" y="18811"/>
                  </a:cubicBezTo>
                  <a:cubicBezTo>
                    <a:pt x="1714" y="17924"/>
                    <a:pt x="1561" y="17128"/>
                    <a:pt x="1775" y="16210"/>
                  </a:cubicBezTo>
                  <a:cubicBezTo>
                    <a:pt x="1989" y="15293"/>
                    <a:pt x="2479" y="14497"/>
                    <a:pt x="3030" y="13732"/>
                  </a:cubicBezTo>
                  <a:cubicBezTo>
                    <a:pt x="4192" y="12202"/>
                    <a:pt x="5539" y="10734"/>
                    <a:pt x="6854" y="9326"/>
                  </a:cubicBezTo>
                  <a:cubicBezTo>
                    <a:pt x="9455" y="6481"/>
                    <a:pt x="12331" y="3819"/>
                    <a:pt x="15880" y="2167"/>
                  </a:cubicBezTo>
                  <a:cubicBezTo>
                    <a:pt x="17807" y="1280"/>
                    <a:pt x="19857" y="821"/>
                    <a:pt x="21968" y="607"/>
                  </a:cubicBezTo>
                  <a:cubicBezTo>
                    <a:pt x="22336" y="576"/>
                    <a:pt x="22366" y="56"/>
                    <a:pt x="21968" y="25"/>
                  </a:cubicBezTo>
                  <a:cubicBezTo>
                    <a:pt x="21728" y="9"/>
                    <a:pt x="21488" y="0"/>
                    <a:pt x="2124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4" name="Google Shape;8854;p347"/>
            <p:cNvSpPr/>
            <p:nvPr/>
          </p:nvSpPr>
          <p:spPr>
            <a:xfrm>
              <a:off x="1699275" y="1367825"/>
              <a:ext cx="530625" cy="677000"/>
            </a:xfrm>
            <a:custGeom>
              <a:rect b="b" l="l" r="r" t="t"/>
              <a:pathLst>
                <a:path extrusionOk="0" h="27080" w="21225">
                  <a:moveTo>
                    <a:pt x="20894" y="0"/>
                  </a:moveTo>
                  <a:cubicBezTo>
                    <a:pt x="20885" y="0"/>
                    <a:pt x="20876" y="1"/>
                    <a:pt x="20867" y="2"/>
                  </a:cubicBezTo>
                  <a:cubicBezTo>
                    <a:pt x="16430" y="461"/>
                    <a:pt x="13157" y="3918"/>
                    <a:pt x="10005" y="6702"/>
                  </a:cubicBezTo>
                  <a:cubicBezTo>
                    <a:pt x="9149" y="7437"/>
                    <a:pt x="8292" y="8171"/>
                    <a:pt x="7374" y="8844"/>
                  </a:cubicBezTo>
                  <a:cubicBezTo>
                    <a:pt x="6395" y="9548"/>
                    <a:pt x="5385" y="10190"/>
                    <a:pt x="4498" y="11016"/>
                  </a:cubicBezTo>
                  <a:cubicBezTo>
                    <a:pt x="2601" y="12730"/>
                    <a:pt x="1775" y="15116"/>
                    <a:pt x="1163" y="17533"/>
                  </a:cubicBezTo>
                  <a:cubicBezTo>
                    <a:pt x="796" y="19063"/>
                    <a:pt x="521" y="20593"/>
                    <a:pt x="337" y="22153"/>
                  </a:cubicBezTo>
                  <a:cubicBezTo>
                    <a:pt x="245" y="22949"/>
                    <a:pt x="153" y="23714"/>
                    <a:pt x="123" y="24509"/>
                  </a:cubicBezTo>
                  <a:cubicBezTo>
                    <a:pt x="62" y="25274"/>
                    <a:pt x="0" y="26039"/>
                    <a:pt x="123" y="26804"/>
                  </a:cubicBezTo>
                  <a:cubicBezTo>
                    <a:pt x="153" y="26987"/>
                    <a:pt x="329" y="27079"/>
                    <a:pt x="505" y="27079"/>
                  </a:cubicBezTo>
                  <a:cubicBezTo>
                    <a:pt x="681" y="27079"/>
                    <a:pt x="857" y="26987"/>
                    <a:pt x="888" y="26804"/>
                  </a:cubicBezTo>
                  <a:cubicBezTo>
                    <a:pt x="1071" y="25519"/>
                    <a:pt x="1010" y="24172"/>
                    <a:pt x="1133" y="22887"/>
                  </a:cubicBezTo>
                  <a:cubicBezTo>
                    <a:pt x="1286" y="21511"/>
                    <a:pt x="1500" y="20164"/>
                    <a:pt x="1775" y="18849"/>
                  </a:cubicBezTo>
                  <a:cubicBezTo>
                    <a:pt x="2295" y="16462"/>
                    <a:pt x="2938" y="13892"/>
                    <a:pt x="4682" y="12087"/>
                  </a:cubicBezTo>
                  <a:cubicBezTo>
                    <a:pt x="5508" y="11230"/>
                    <a:pt x="6487" y="10557"/>
                    <a:pt x="7435" y="9884"/>
                  </a:cubicBezTo>
                  <a:cubicBezTo>
                    <a:pt x="8322" y="9272"/>
                    <a:pt x="9149" y="8599"/>
                    <a:pt x="9975" y="7896"/>
                  </a:cubicBezTo>
                  <a:cubicBezTo>
                    <a:pt x="11566" y="6519"/>
                    <a:pt x="13095" y="5020"/>
                    <a:pt x="14748" y="3704"/>
                  </a:cubicBezTo>
                  <a:cubicBezTo>
                    <a:pt x="16583" y="2266"/>
                    <a:pt x="18633" y="1042"/>
                    <a:pt x="20928" y="522"/>
                  </a:cubicBezTo>
                  <a:cubicBezTo>
                    <a:pt x="21225" y="463"/>
                    <a:pt x="21176" y="0"/>
                    <a:pt x="208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5" name="Google Shape;8855;p347"/>
            <p:cNvSpPr/>
            <p:nvPr/>
          </p:nvSpPr>
          <p:spPr>
            <a:xfrm>
              <a:off x="1505900" y="1828975"/>
              <a:ext cx="225875" cy="227350"/>
            </a:xfrm>
            <a:custGeom>
              <a:rect b="b" l="l" r="r" t="t"/>
              <a:pathLst>
                <a:path extrusionOk="0" h="9094" w="9035">
                  <a:moveTo>
                    <a:pt x="8737" y="0"/>
                  </a:moveTo>
                  <a:cubicBezTo>
                    <a:pt x="8720" y="0"/>
                    <a:pt x="8703" y="2"/>
                    <a:pt x="8684" y="5"/>
                  </a:cubicBezTo>
                  <a:cubicBezTo>
                    <a:pt x="6512" y="280"/>
                    <a:pt x="4003" y="1076"/>
                    <a:pt x="2810" y="3065"/>
                  </a:cubicBezTo>
                  <a:cubicBezTo>
                    <a:pt x="2259" y="3983"/>
                    <a:pt x="2014" y="5023"/>
                    <a:pt x="1678" y="6032"/>
                  </a:cubicBezTo>
                  <a:cubicBezTo>
                    <a:pt x="1525" y="6491"/>
                    <a:pt x="1372" y="6981"/>
                    <a:pt x="1096" y="7440"/>
                  </a:cubicBezTo>
                  <a:cubicBezTo>
                    <a:pt x="974" y="7623"/>
                    <a:pt x="821" y="7838"/>
                    <a:pt x="668" y="8021"/>
                  </a:cubicBezTo>
                  <a:cubicBezTo>
                    <a:pt x="484" y="8205"/>
                    <a:pt x="240" y="8327"/>
                    <a:pt x="117" y="8572"/>
                  </a:cubicBezTo>
                  <a:cubicBezTo>
                    <a:pt x="0" y="8777"/>
                    <a:pt x="135" y="9094"/>
                    <a:pt x="388" y="9094"/>
                  </a:cubicBezTo>
                  <a:cubicBezTo>
                    <a:pt x="400" y="9094"/>
                    <a:pt x="411" y="9093"/>
                    <a:pt x="423" y="9092"/>
                  </a:cubicBezTo>
                  <a:cubicBezTo>
                    <a:pt x="913" y="9061"/>
                    <a:pt x="1280" y="8602"/>
                    <a:pt x="1555" y="8235"/>
                  </a:cubicBezTo>
                  <a:cubicBezTo>
                    <a:pt x="1861" y="7838"/>
                    <a:pt x="2075" y="7379"/>
                    <a:pt x="2259" y="6920"/>
                  </a:cubicBezTo>
                  <a:cubicBezTo>
                    <a:pt x="2626" y="5971"/>
                    <a:pt x="2810" y="4962"/>
                    <a:pt x="3238" y="4013"/>
                  </a:cubicBezTo>
                  <a:cubicBezTo>
                    <a:pt x="3697" y="3003"/>
                    <a:pt x="4431" y="2269"/>
                    <a:pt x="5410" y="1749"/>
                  </a:cubicBezTo>
                  <a:cubicBezTo>
                    <a:pt x="6481" y="1198"/>
                    <a:pt x="7644" y="954"/>
                    <a:pt x="8745" y="586"/>
                  </a:cubicBezTo>
                  <a:cubicBezTo>
                    <a:pt x="9034" y="471"/>
                    <a:pt x="9023" y="0"/>
                    <a:pt x="873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6" name="Google Shape;8856;p347"/>
            <p:cNvSpPr/>
            <p:nvPr/>
          </p:nvSpPr>
          <p:spPr>
            <a:xfrm>
              <a:off x="1409375" y="2007925"/>
              <a:ext cx="132350" cy="279400"/>
            </a:xfrm>
            <a:custGeom>
              <a:rect b="b" l="l" r="r" t="t"/>
              <a:pathLst>
                <a:path extrusionOk="0" h="11176" w="5294">
                  <a:moveTo>
                    <a:pt x="4493" y="1"/>
                  </a:moveTo>
                  <a:cubicBezTo>
                    <a:pt x="3780" y="1"/>
                    <a:pt x="3105" y="402"/>
                    <a:pt x="2632" y="924"/>
                  </a:cubicBezTo>
                  <a:cubicBezTo>
                    <a:pt x="1928" y="1689"/>
                    <a:pt x="1592" y="2699"/>
                    <a:pt x="1316" y="3678"/>
                  </a:cubicBezTo>
                  <a:cubicBezTo>
                    <a:pt x="1010" y="4810"/>
                    <a:pt x="735" y="6003"/>
                    <a:pt x="521" y="7166"/>
                  </a:cubicBezTo>
                  <a:cubicBezTo>
                    <a:pt x="399" y="7778"/>
                    <a:pt x="307" y="8390"/>
                    <a:pt x="246" y="9002"/>
                  </a:cubicBezTo>
                  <a:cubicBezTo>
                    <a:pt x="154" y="9583"/>
                    <a:pt x="1" y="10225"/>
                    <a:pt x="62" y="10837"/>
                  </a:cubicBezTo>
                  <a:cubicBezTo>
                    <a:pt x="97" y="11046"/>
                    <a:pt x="280" y="11176"/>
                    <a:pt x="454" y="11176"/>
                  </a:cubicBezTo>
                  <a:cubicBezTo>
                    <a:pt x="586" y="11176"/>
                    <a:pt x="713" y="11101"/>
                    <a:pt x="766" y="10929"/>
                  </a:cubicBezTo>
                  <a:cubicBezTo>
                    <a:pt x="919" y="10470"/>
                    <a:pt x="919" y="9950"/>
                    <a:pt x="980" y="9461"/>
                  </a:cubicBezTo>
                  <a:cubicBezTo>
                    <a:pt x="1041" y="8910"/>
                    <a:pt x="1133" y="8390"/>
                    <a:pt x="1225" y="7839"/>
                  </a:cubicBezTo>
                  <a:cubicBezTo>
                    <a:pt x="1408" y="6799"/>
                    <a:pt x="1622" y="5789"/>
                    <a:pt x="1867" y="4779"/>
                  </a:cubicBezTo>
                  <a:cubicBezTo>
                    <a:pt x="2295" y="3005"/>
                    <a:pt x="2785" y="833"/>
                    <a:pt x="4927" y="588"/>
                  </a:cubicBezTo>
                  <a:cubicBezTo>
                    <a:pt x="5202" y="557"/>
                    <a:pt x="5294" y="129"/>
                    <a:pt x="4988" y="68"/>
                  </a:cubicBezTo>
                  <a:cubicBezTo>
                    <a:pt x="4822" y="22"/>
                    <a:pt x="4656" y="1"/>
                    <a:pt x="449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7" name="Google Shape;8857;p347"/>
            <p:cNvSpPr/>
            <p:nvPr/>
          </p:nvSpPr>
          <p:spPr>
            <a:xfrm>
              <a:off x="1335175" y="2225225"/>
              <a:ext cx="168250" cy="354275"/>
            </a:xfrm>
            <a:custGeom>
              <a:rect b="b" l="l" r="r" t="t"/>
              <a:pathLst>
                <a:path extrusionOk="0" h="14171" w="6730">
                  <a:moveTo>
                    <a:pt x="6309" y="0"/>
                  </a:moveTo>
                  <a:cubicBezTo>
                    <a:pt x="6267" y="0"/>
                    <a:pt x="6224" y="11"/>
                    <a:pt x="6181" y="34"/>
                  </a:cubicBezTo>
                  <a:cubicBezTo>
                    <a:pt x="5110" y="646"/>
                    <a:pt x="4070" y="1472"/>
                    <a:pt x="3152" y="2329"/>
                  </a:cubicBezTo>
                  <a:cubicBezTo>
                    <a:pt x="2265" y="3186"/>
                    <a:pt x="1470" y="4165"/>
                    <a:pt x="949" y="5297"/>
                  </a:cubicBezTo>
                  <a:cubicBezTo>
                    <a:pt x="1" y="7438"/>
                    <a:pt x="246" y="9917"/>
                    <a:pt x="1561" y="11875"/>
                  </a:cubicBezTo>
                  <a:cubicBezTo>
                    <a:pt x="1929" y="12395"/>
                    <a:pt x="2326" y="12854"/>
                    <a:pt x="2816" y="13252"/>
                  </a:cubicBezTo>
                  <a:cubicBezTo>
                    <a:pt x="3275" y="13649"/>
                    <a:pt x="3825" y="14078"/>
                    <a:pt x="4437" y="14169"/>
                  </a:cubicBezTo>
                  <a:cubicBezTo>
                    <a:pt x="4447" y="14170"/>
                    <a:pt x="4457" y="14171"/>
                    <a:pt x="4467" y="14171"/>
                  </a:cubicBezTo>
                  <a:cubicBezTo>
                    <a:pt x="4785" y="14171"/>
                    <a:pt x="4950" y="13705"/>
                    <a:pt x="4713" y="13527"/>
                  </a:cubicBezTo>
                  <a:cubicBezTo>
                    <a:pt x="4223" y="13068"/>
                    <a:pt x="3611" y="12854"/>
                    <a:pt x="3122" y="12395"/>
                  </a:cubicBezTo>
                  <a:cubicBezTo>
                    <a:pt x="2663" y="11936"/>
                    <a:pt x="2234" y="11385"/>
                    <a:pt x="1929" y="10804"/>
                  </a:cubicBezTo>
                  <a:cubicBezTo>
                    <a:pt x="1347" y="9702"/>
                    <a:pt x="1072" y="8356"/>
                    <a:pt x="1286" y="7071"/>
                  </a:cubicBezTo>
                  <a:cubicBezTo>
                    <a:pt x="1500" y="5694"/>
                    <a:pt x="2296" y="4471"/>
                    <a:pt x="3244" y="3430"/>
                  </a:cubicBezTo>
                  <a:cubicBezTo>
                    <a:pt x="4254" y="2360"/>
                    <a:pt x="5447" y="1503"/>
                    <a:pt x="6548" y="493"/>
                  </a:cubicBezTo>
                  <a:cubicBezTo>
                    <a:pt x="6729" y="312"/>
                    <a:pt x="6539" y="0"/>
                    <a:pt x="630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8" name="Google Shape;8858;p347"/>
            <p:cNvSpPr/>
            <p:nvPr/>
          </p:nvSpPr>
          <p:spPr>
            <a:xfrm>
              <a:off x="1334425" y="2485825"/>
              <a:ext cx="44725" cy="184125"/>
            </a:xfrm>
            <a:custGeom>
              <a:rect b="b" l="l" r="r" t="t"/>
              <a:pathLst>
                <a:path extrusionOk="0" h="7365" w="1789">
                  <a:moveTo>
                    <a:pt x="1463" y="0"/>
                  </a:moveTo>
                  <a:cubicBezTo>
                    <a:pt x="1400" y="0"/>
                    <a:pt x="1337" y="23"/>
                    <a:pt x="1285" y="74"/>
                  </a:cubicBezTo>
                  <a:cubicBezTo>
                    <a:pt x="857" y="533"/>
                    <a:pt x="612" y="1145"/>
                    <a:pt x="429" y="1726"/>
                  </a:cubicBezTo>
                  <a:cubicBezTo>
                    <a:pt x="215" y="2338"/>
                    <a:pt x="92" y="2950"/>
                    <a:pt x="62" y="3592"/>
                  </a:cubicBezTo>
                  <a:cubicBezTo>
                    <a:pt x="0" y="4204"/>
                    <a:pt x="31" y="4847"/>
                    <a:pt x="153" y="5459"/>
                  </a:cubicBezTo>
                  <a:cubicBezTo>
                    <a:pt x="245" y="6071"/>
                    <a:pt x="368" y="6774"/>
                    <a:pt x="796" y="7264"/>
                  </a:cubicBezTo>
                  <a:cubicBezTo>
                    <a:pt x="846" y="7334"/>
                    <a:pt x="926" y="7365"/>
                    <a:pt x="1009" y="7365"/>
                  </a:cubicBezTo>
                  <a:cubicBezTo>
                    <a:pt x="1180" y="7365"/>
                    <a:pt x="1367" y="7235"/>
                    <a:pt x="1347" y="7050"/>
                  </a:cubicBezTo>
                  <a:cubicBezTo>
                    <a:pt x="1285" y="6468"/>
                    <a:pt x="1041" y="5918"/>
                    <a:pt x="918" y="5367"/>
                  </a:cubicBezTo>
                  <a:cubicBezTo>
                    <a:pt x="826" y="4786"/>
                    <a:pt x="796" y="4235"/>
                    <a:pt x="826" y="3654"/>
                  </a:cubicBezTo>
                  <a:cubicBezTo>
                    <a:pt x="857" y="3072"/>
                    <a:pt x="949" y="2522"/>
                    <a:pt x="1102" y="1971"/>
                  </a:cubicBezTo>
                  <a:cubicBezTo>
                    <a:pt x="1255" y="1390"/>
                    <a:pt x="1561" y="900"/>
                    <a:pt x="1744" y="349"/>
                  </a:cubicBezTo>
                  <a:cubicBezTo>
                    <a:pt x="1788" y="151"/>
                    <a:pt x="1626" y="0"/>
                    <a:pt x="146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9" name="Google Shape;8859;p347"/>
            <p:cNvSpPr/>
            <p:nvPr/>
          </p:nvSpPr>
          <p:spPr>
            <a:xfrm>
              <a:off x="1331375" y="2616100"/>
              <a:ext cx="249450" cy="419425"/>
            </a:xfrm>
            <a:custGeom>
              <a:rect b="b" l="l" r="r" t="t"/>
              <a:pathLst>
                <a:path extrusionOk="0" h="16777" w="9978">
                  <a:moveTo>
                    <a:pt x="2450" y="1"/>
                  </a:moveTo>
                  <a:cubicBezTo>
                    <a:pt x="2394" y="1"/>
                    <a:pt x="2339" y="20"/>
                    <a:pt x="2295" y="64"/>
                  </a:cubicBezTo>
                  <a:cubicBezTo>
                    <a:pt x="153" y="1992"/>
                    <a:pt x="31" y="5418"/>
                    <a:pt x="0" y="8080"/>
                  </a:cubicBezTo>
                  <a:cubicBezTo>
                    <a:pt x="0" y="9580"/>
                    <a:pt x="153" y="11140"/>
                    <a:pt x="887" y="12486"/>
                  </a:cubicBezTo>
                  <a:cubicBezTo>
                    <a:pt x="1560" y="13710"/>
                    <a:pt x="2692" y="14628"/>
                    <a:pt x="3886" y="15240"/>
                  </a:cubicBezTo>
                  <a:cubicBezTo>
                    <a:pt x="5568" y="16096"/>
                    <a:pt x="7435" y="16433"/>
                    <a:pt x="9270" y="16770"/>
                  </a:cubicBezTo>
                  <a:cubicBezTo>
                    <a:pt x="9298" y="16774"/>
                    <a:pt x="9324" y="16777"/>
                    <a:pt x="9350" y="16777"/>
                  </a:cubicBezTo>
                  <a:cubicBezTo>
                    <a:pt x="9811" y="16777"/>
                    <a:pt x="9977" y="16030"/>
                    <a:pt x="9485" y="15943"/>
                  </a:cubicBezTo>
                  <a:cubicBezTo>
                    <a:pt x="6762" y="15484"/>
                    <a:pt x="3580" y="14934"/>
                    <a:pt x="1897" y="12517"/>
                  </a:cubicBezTo>
                  <a:cubicBezTo>
                    <a:pt x="1071" y="11354"/>
                    <a:pt x="857" y="9947"/>
                    <a:pt x="826" y="8570"/>
                  </a:cubicBezTo>
                  <a:cubicBezTo>
                    <a:pt x="795" y="7224"/>
                    <a:pt x="857" y="5816"/>
                    <a:pt x="1071" y="4470"/>
                  </a:cubicBezTo>
                  <a:cubicBezTo>
                    <a:pt x="1316" y="3001"/>
                    <a:pt x="1836" y="1655"/>
                    <a:pt x="2692" y="401"/>
                  </a:cubicBezTo>
                  <a:cubicBezTo>
                    <a:pt x="2808" y="192"/>
                    <a:pt x="2625" y="1"/>
                    <a:pt x="245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0" name="Google Shape;8860;p347"/>
            <p:cNvSpPr/>
            <p:nvPr/>
          </p:nvSpPr>
          <p:spPr>
            <a:xfrm>
              <a:off x="1475350" y="3012875"/>
              <a:ext cx="957325" cy="539075"/>
            </a:xfrm>
            <a:custGeom>
              <a:rect b="b" l="l" r="r" t="t"/>
              <a:pathLst>
                <a:path extrusionOk="0" h="21563" w="38293">
                  <a:moveTo>
                    <a:pt x="372" y="0"/>
                  </a:moveTo>
                  <a:cubicBezTo>
                    <a:pt x="194" y="0"/>
                    <a:pt x="0" y="197"/>
                    <a:pt x="85" y="409"/>
                  </a:cubicBezTo>
                  <a:cubicBezTo>
                    <a:pt x="2349" y="5365"/>
                    <a:pt x="4980" y="10383"/>
                    <a:pt x="9692" y="13382"/>
                  </a:cubicBezTo>
                  <a:cubicBezTo>
                    <a:pt x="12078" y="14911"/>
                    <a:pt x="14771" y="15829"/>
                    <a:pt x="17463" y="16594"/>
                  </a:cubicBezTo>
                  <a:cubicBezTo>
                    <a:pt x="20492" y="17420"/>
                    <a:pt x="23521" y="18124"/>
                    <a:pt x="26550" y="18858"/>
                  </a:cubicBezTo>
                  <a:cubicBezTo>
                    <a:pt x="30221" y="19745"/>
                    <a:pt x="33893" y="20633"/>
                    <a:pt x="37534" y="21551"/>
                  </a:cubicBezTo>
                  <a:cubicBezTo>
                    <a:pt x="37572" y="21559"/>
                    <a:pt x="37609" y="21563"/>
                    <a:pt x="37645" y="21563"/>
                  </a:cubicBezTo>
                  <a:cubicBezTo>
                    <a:pt x="38140" y="21563"/>
                    <a:pt x="38293" y="20808"/>
                    <a:pt x="37779" y="20694"/>
                  </a:cubicBezTo>
                  <a:cubicBezTo>
                    <a:pt x="31568" y="19164"/>
                    <a:pt x="25326" y="17696"/>
                    <a:pt x="19115" y="16105"/>
                  </a:cubicBezTo>
                  <a:cubicBezTo>
                    <a:pt x="16423" y="15431"/>
                    <a:pt x="13700" y="14636"/>
                    <a:pt x="11252" y="13290"/>
                  </a:cubicBezTo>
                  <a:cubicBezTo>
                    <a:pt x="8835" y="11974"/>
                    <a:pt x="6816" y="10138"/>
                    <a:pt x="5194" y="7936"/>
                  </a:cubicBezTo>
                  <a:cubicBezTo>
                    <a:pt x="3389" y="5518"/>
                    <a:pt x="1982" y="2795"/>
                    <a:pt x="574" y="134"/>
                  </a:cubicBezTo>
                  <a:cubicBezTo>
                    <a:pt x="527" y="39"/>
                    <a:pt x="451" y="0"/>
                    <a:pt x="37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1" name="Google Shape;8861;p347"/>
            <p:cNvSpPr/>
            <p:nvPr/>
          </p:nvSpPr>
          <p:spPr>
            <a:xfrm>
              <a:off x="1908850" y="3096525"/>
              <a:ext cx="586475" cy="121250"/>
            </a:xfrm>
            <a:custGeom>
              <a:rect b="b" l="l" r="r" t="t"/>
              <a:pathLst>
                <a:path extrusionOk="0" h="4850" w="23459">
                  <a:moveTo>
                    <a:pt x="398" y="0"/>
                  </a:moveTo>
                  <a:cubicBezTo>
                    <a:pt x="92" y="0"/>
                    <a:pt x="1" y="520"/>
                    <a:pt x="337" y="581"/>
                  </a:cubicBezTo>
                  <a:cubicBezTo>
                    <a:pt x="3580" y="1071"/>
                    <a:pt x="6885" y="1377"/>
                    <a:pt x="10097" y="2111"/>
                  </a:cubicBezTo>
                  <a:cubicBezTo>
                    <a:pt x="11688" y="2448"/>
                    <a:pt x="13279" y="2876"/>
                    <a:pt x="14809" y="3457"/>
                  </a:cubicBezTo>
                  <a:cubicBezTo>
                    <a:pt x="16278" y="3978"/>
                    <a:pt x="17716" y="4620"/>
                    <a:pt x="19276" y="4804"/>
                  </a:cubicBezTo>
                  <a:cubicBezTo>
                    <a:pt x="19521" y="4833"/>
                    <a:pt x="19790" y="4850"/>
                    <a:pt x="20070" y="4850"/>
                  </a:cubicBezTo>
                  <a:cubicBezTo>
                    <a:pt x="21255" y="4850"/>
                    <a:pt x="22640" y="4545"/>
                    <a:pt x="23284" y="3580"/>
                  </a:cubicBezTo>
                  <a:cubicBezTo>
                    <a:pt x="23459" y="3330"/>
                    <a:pt x="23226" y="3080"/>
                    <a:pt x="22984" y="3080"/>
                  </a:cubicBezTo>
                  <a:cubicBezTo>
                    <a:pt x="22930" y="3080"/>
                    <a:pt x="22876" y="3093"/>
                    <a:pt x="22825" y="3121"/>
                  </a:cubicBezTo>
                  <a:cubicBezTo>
                    <a:pt x="22244" y="3396"/>
                    <a:pt x="21754" y="3763"/>
                    <a:pt x="21112" y="3916"/>
                  </a:cubicBezTo>
                  <a:cubicBezTo>
                    <a:pt x="20772" y="3997"/>
                    <a:pt x="20416" y="4035"/>
                    <a:pt x="20057" y="4035"/>
                  </a:cubicBezTo>
                  <a:cubicBezTo>
                    <a:pt x="19735" y="4035"/>
                    <a:pt x="19410" y="4005"/>
                    <a:pt x="19092" y="3947"/>
                  </a:cubicBezTo>
                  <a:cubicBezTo>
                    <a:pt x="17593" y="3733"/>
                    <a:pt x="16186" y="3060"/>
                    <a:pt x="14778" y="2570"/>
                  </a:cubicBezTo>
                  <a:cubicBezTo>
                    <a:pt x="11841" y="1530"/>
                    <a:pt x="8751" y="949"/>
                    <a:pt x="5661" y="520"/>
                  </a:cubicBezTo>
                  <a:cubicBezTo>
                    <a:pt x="3917" y="276"/>
                    <a:pt x="2142" y="123"/>
                    <a:pt x="39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2" name="Google Shape;8862;p347"/>
            <p:cNvSpPr/>
            <p:nvPr/>
          </p:nvSpPr>
          <p:spPr>
            <a:xfrm>
              <a:off x="2072150" y="2371825"/>
              <a:ext cx="246175" cy="127675"/>
            </a:xfrm>
            <a:custGeom>
              <a:rect b="b" l="l" r="r" t="t"/>
              <a:pathLst>
                <a:path extrusionOk="0" h="5107" w="9847">
                  <a:moveTo>
                    <a:pt x="480" y="0"/>
                  </a:moveTo>
                  <a:cubicBezTo>
                    <a:pt x="196" y="0"/>
                    <a:pt x="1" y="340"/>
                    <a:pt x="230" y="595"/>
                  </a:cubicBezTo>
                  <a:cubicBezTo>
                    <a:pt x="597" y="993"/>
                    <a:pt x="965" y="1360"/>
                    <a:pt x="1301" y="1819"/>
                  </a:cubicBezTo>
                  <a:cubicBezTo>
                    <a:pt x="1607" y="2248"/>
                    <a:pt x="1913" y="2706"/>
                    <a:pt x="2250" y="3135"/>
                  </a:cubicBezTo>
                  <a:cubicBezTo>
                    <a:pt x="2892" y="3961"/>
                    <a:pt x="3688" y="4665"/>
                    <a:pt x="4728" y="4940"/>
                  </a:cubicBezTo>
                  <a:cubicBezTo>
                    <a:pt x="5109" y="5052"/>
                    <a:pt x="5499" y="5107"/>
                    <a:pt x="5887" y="5107"/>
                  </a:cubicBezTo>
                  <a:cubicBezTo>
                    <a:pt x="6555" y="5107"/>
                    <a:pt x="7217" y="4944"/>
                    <a:pt x="7818" y="4634"/>
                  </a:cubicBezTo>
                  <a:cubicBezTo>
                    <a:pt x="8675" y="4206"/>
                    <a:pt x="9593" y="3349"/>
                    <a:pt x="9807" y="2400"/>
                  </a:cubicBezTo>
                  <a:cubicBezTo>
                    <a:pt x="9846" y="2162"/>
                    <a:pt x="9680" y="2001"/>
                    <a:pt x="9500" y="2001"/>
                  </a:cubicBezTo>
                  <a:cubicBezTo>
                    <a:pt x="9402" y="2001"/>
                    <a:pt x="9301" y="2048"/>
                    <a:pt x="9225" y="2156"/>
                  </a:cubicBezTo>
                  <a:cubicBezTo>
                    <a:pt x="8950" y="2523"/>
                    <a:pt x="8766" y="2921"/>
                    <a:pt x="8430" y="3257"/>
                  </a:cubicBezTo>
                  <a:cubicBezTo>
                    <a:pt x="8093" y="3563"/>
                    <a:pt x="7726" y="3838"/>
                    <a:pt x="7328" y="4022"/>
                  </a:cubicBezTo>
                  <a:cubicBezTo>
                    <a:pt x="6888" y="4221"/>
                    <a:pt x="6414" y="4314"/>
                    <a:pt x="5942" y="4314"/>
                  </a:cubicBezTo>
                  <a:cubicBezTo>
                    <a:pt x="5396" y="4314"/>
                    <a:pt x="4852" y="4190"/>
                    <a:pt x="4361" y="3961"/>
                  </a:cubicBezTo>
                  <a:cubicBezTo>
                    <a:pt x="3504" y="3533"/>
                    <a:pt x="2953" y="2768"/>
                    <a:pt x="2433" y="2003"/>
                  </a:cubicBezTo>
                  <a:cubicBezTo>
                    <a:pt x="1944" y="1299"/>
                    <a:pt x="1424" y="473"/>
                    <a:pt x="659" y="45"/>
                  </a:cubicBezTo>
                  <a:cubicBezTo>
                    <a:pt x="597" y="14"/>
                    <a:pt x="537" y="0"/>
                    <a:pt x="48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3" name="Google Shape;8863;p347"/>
            <p:cNvSpPr/>
            <p:nvPr/>
          </p:nvSpPr>
          <p:spPr>
            <a:xfrm>
              <a:off x="2076375" y="1926600"/>
              <a:ext cx="181325" cy="475050"/>
            </a:xfrm>
            <a:custGeom>
              <a:rect b="b" l="l" r="r" t="t"/>
              <a:pathLst>
                <a:path extrusionOk="0" h="19002" w="7253">
                  <a:moveTo>
                    <a:pt x="6607" y="1"/>
                  </a:moveTo>
                  <a:cubicBezTo>
                    <a:pt x="6547" y="1"/>
                    <a:pt x="6485" y="15"/>
                    <a:pt x="6425" y="47"/>
                  </a:cubicBezTo>
                  <a:cubicBezTo>
                    <a:pt x="4161" y="1301"/>
                    <a:pt x="4008" y="4483"/>
                    <a:pt x="3886" y="6717"/>
                  </a:cubicBezTo>
                  <a:cubicBezTo>
                    <a:pt x="3794" y="8277"/>
                    <a:pt x="3580" y="9715"/>
                    <a:pt x="2815" y="11092"/>
                  </a:cubicBezTo>
                  <a:cubicBezTo>
                    <a:pt x="2142" y="12316"/>
                    <a:pt x="1285" y="13448"/>
                    <a:pt x="826" y="14763"/>
                  </a:cubicBezTo>
                  <a:cubicBezTo>
                    <a:pt x="337" y="16079"/>
                    <a:pt x="184" y="17701"/>
                    <a:pt x="1071" y="18863"/>
                  </a:cubicBezTo>
                  <a:cubicBezTo>
                    <a:pt x="1149" y="18960"/>
                    <a:pt x="1244" y="19002"/>
                    <a:pt x="1335" y="19002"/>
                  </a:cubicBezTo>
                  <a:cubicBezTo>
                    <a:pt x="1529" y="19002"/>
                    <a:pt x="1696" y="18808"/>
                    <a:pt x="1591" y="18557"/>
                  </a:cubicBezTo>
                  <a:cubicBezTo>
                    <a:pt x="0" y="15314"/>
                    <a:pt x="3580" y="12469"/>
                    <a:pt x="4375" y="9532"/>
                  </a:cubicBezTo>
                  <a:cubicBezTo>
                    <a:pt x="4834" y="7818"/>
                    <a:pt x="4651" y="6074"/>
                    <a:pt x="4926" y="4361"/>
                  </a:cubicBezTo>
                  <a:cubicBezTo>
                    <a:pt x="5048" y="3657"/>
                    <a:pt x="5232" y="2984"/>
                    <a:pt x="5538" y="2342"/>
                  </a:cubicBezTo>
                  <a:cubicBezTo>
                    <a:pt x="5874" y="1638"/>
                    <a:pt x="6333" y="1148"/>
                    <a:pt x="6915" y="689"/>
                  </a:cubicBezTo>
                  <a:cubicBezTo>
                    <a:pt x="7253" y="455"/>
                    <a:pt x="6950" y="1"/>
                    <a:pt x="66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4" name="Google Shape;8864;p347"/>
            <p:cNvSpPr/>
            <p:nvPr/>
          </p:nvSpPr>
          <p:spPr>
            <a:xfrm>
              <a:off x="3705025" y="3861475"/>
              <a:ext cx="379825" cy="273350"/>
            </a:xfrm>
            <a:custGeom>
              <a:rect b="b" l="l" r="r" t="t"/>
              <a:pathLst>
                <a:path extrusionOk="0" h="10934" w="15193">
                  <a:moveTo>
                    <a:pt x="359" y="0"/>
                  </a:moveTo>
                  <a:cubicBezTo>
                    <a:pt x="174" y="0"/>
                    <a:pt x="1" y="222"/>
                    <a:pt x="114" y="426"/>
                  </a:cubicBezTo>
                  <a:cubicBezTo>
                    <a:pt x="818" y="1742"/>
                    <a:pt x="1858" y="2966"/>
                    <a:pt x="2899" y="4037"/>
                  </a:cubicBezTo>
                  <a:cubicBezTo>
                    <a:pt x="3939" y="5107"/>
                    <a:pt x="5071" y="6117"/>
                    <a:pt x="6295" y="6974"/>
                  </a:cubicBezTo>
                  <a:cubicBezTo>
                    <a:pt x="8773" y="8779"/>
                    <a:pt x="11557" y="10125"/>
                    <a:pt x="14525" y="10921"/>
                  </a:cubicBezTo>
                  <a:cubicBezTo>
                    <a:pt x="14561" y="10930"/>
                    <a:pt x="14596" y="10934"/>
                    <a:pt x="14628" y="10934"/>
                  </a:cubicBezTo>
                  <a:cubicBezTo>
                    <a:pt x="15042" y="10934"/>
                    <a:pt x="15193" y="10267"/>
                    <a:pt x="14739" y="10125"/>
                  </a:cubicBezTo>
                  <a:cubicBezTo>
                    <a:pt x="11863" y="9360"/>
                    <a:pt x="9171" y="8075"/>
                    <a:pt x="6754" y="6362"/>
                  </a:cubicBezTo>
                  <a:cubicBezTo>
                    <a:pt x="5561" y="5505"/>
                    <a:pt x="4459" y="4526"/>
                    <a:pt x="3419" y="3486"/>
                  </a:cubicBezTo>
                  <a:cubicBezTo>
                    <a:pt x="2379" y="2415"/>
                    <a:pt x="1491" y="1222"/>
                    <a:pt x="543" y="90"/>
                  </a:cubicBezTo>
                  <a:cubicBezTo>
                    <a:pt x="488" y="27"/>
                    <a:pt x="423" y="0"/>
                    <a:pt x="35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5" name="Google Shape;8865;p347"/>
            <p:cNvSpPr/>
            <p:nvPr/>
          </p:nvSpPr>
          <p:spPr>
            <a:xfrm>
              <a:off x="4067550" y="4114775"/>
              <a:ext cx="375050" cy="385825"/>
            </a:xfrm>
            <a:custGeom>
              <a:rect b="b" l="l" r="r" t="t"/>
              <a:pathLst>
                <a:path extrusionOk="0" h="15433" w="15002">
                  <a:moveTo>
                    <a:pt x="396" y="0"/>
                  </a:moveTo>
                  <a:cubicBezTo>
                    <a:pt x="200" y="0"/>
                    <a:pt x="0" y="244"/>
                    <a:pt x="116" y="452"/>
                  </a:cubicBezTo>
                  <a:cubicBezTo>
                    <a:pt x="1003" y="1890"/>
                    <a:pt x="2135" y="3267"/>
                    <a:pt x="3206" y="4582"/>
                  </a:cubicBezTo>
                  <a:cubicBezTo>
                    <a:pt x="4307" y="5898"/>
                    <a:pt x="5439" y="7183"/>
                    <a:pt x="6633" y="8437"/>
                  </a:cubicBezTo>
                  <a:cubicBezTo>
                    <a:pt x="7826" y="9692"/>
                    <a:pt x="9050" y="10885"/>
                    <a:pt x="10335" y="12048"/>
                  </a:cubicBezTo>
                  <a:cubicBezTo>
                    <a:pt x="10947" y="12629"/>
                    <a:pt x="11589" y="13180"/>
                    <a:pt x="12232" y="13731"/>
                  </a:cubicBezTo>
                  <a:cubicBezTo>
                    <a:pt x="12874" y="14281"/>
                    <a:pt x="13547" y="14954"/>
                    <a:pt x="14282" y="15383"/>
                  </a:cubicBezTo>
                  <a:cubicBezTo>
                    <a:pt x="14346" y="15418"/>
                    <a:pt x="14410" y="15433"/>
                    <a:pt x="14471" y="15433"/>
                  </a:cubicBezTo>
                  <a:cubicBezTo>
                    <a:pt x="14782" y="15433"/>
                    <a:pt x="15002" y="15027"/>
                    <a:pt x="14771" y="14771"/>
                  </a:cubicBezTo>
                  <a:cubicBezTo>
                    <a:pt x="14220" y="14159"/>
                    <a:pt x="13455" y="13669"/>
                    <a:pt x="12844" y="13119"/>
                  </a:cubicBezTo>
                  <a:cubicBezTo>
                    <a:pt x="12201" y="12568"/>
                    <a:pt x="11559" y="12017"/>
                    <a:pt x="10916" y="11436"/>
                  </a:cubicBezTo>
                  <a:cubicBezTo>
                    <a:pt x="9662" y="10273"/>
                    <a:pt x="8438" y="9080"/>
                    <a:pt x="7245" y="7826"/>
                  </a:cubicBezTo>
                  <a:cubicBezTo>
                    <a:pt x="6051" y="6632"/>
                    <a:pt x="4919" y="5378"/>
                    <a:pt x="3818" y="4093"/>
                  </a:cubicBezTo>
                  <a:cubicBezTo>
                    <a:pt x="2716" y="2777"/>
                    <a:pt x="1707" y="1370"/>
                    <a:pt x="575" y="85"/>
                  </a:cubicBezTo>
                  <a:cubicBezTo>
                    <a:pt x="523" y="25"/>
                    <a:pt x="460" y="0"/>
                    <a:pt x="39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6" name="Google Shape;8866;p347"/>
            <p:cNvSpPr/>
            <p:nvPr/>
          </p:nvSpPr>
          <p:spPr>
            <a:xfrm>
              <a:off x="4410075" y="4491375"/>
              <a:ext cx="255200" cy="648775"/>
            </a:xfrm>
            <a:custGeom>
              <a:rect b="b" l="l" r="r" t="t"/>
              <a:pathLst>
                <a:path extrusionOk="0" h="25951" w="10208">
                  <a:moveTo>
                    <a:pt x="341" y="0"/>
                  </a:moveTo>
                  <a:cubicBezTo>
                    <a:pt x="177" y="0"/>
                    <a:pt x="0" y="148"/>
                    <a:pt x="60" y="349"/>
                  </a:cubicBezTo>
                  <a:cubicBezTo>
                    <a:pt x="550" y="2032"/>
                    <a:pt x="1223" y="3684"/>
                    <a:pt x="1835" y="5336"/>
                  </a:cubicBezTo>
                  <a:cubicBezTo>
                    <a:pt x="2447" y="6989"/>
                    <a:pt x="3028" y="8610"/>
                    <a:pt x="3640" y="10262"/>
                  </a:cubicBezTo>
                  <a:cubicBezTo>
                    <a:pt x="4864" y="13567"/>
                    <a:pt x="6088" y="16902"/>
                    <a:pt x="7312" y="20236"/>
                  </a:cubicBezTo>
                  <a:cubicBezTo>
                    <a:pt x="7648" y="21154"/>
                    <a:pt x="8015" y="22072"/>
                    <a:pt x="8352" y="22990"/>
                  </a:cubicBezTo>
                  <a:cubicBezTo>
                    <a:pt x="8688" y="23908"/>
                    <a:pt x="8994" y="24856"/>
                    <a:pt x="9392" y="25744"/>
                  </a:cubicBezTo>
                  <a:cubicBezTo>
                    <a:pt x="9465" y="25889"/>
                    <a:pt x="9587" y="25950"/>
                    <a:pt x="9712" y="25950"/>
                  </a:cubicBezTo>
                  <a:cubicBezTo>
                    <a:pt x="9955" y="25950"/>
                    <a:pt x="10207" y="25721"/>
                    <a:pt x="10126" y="25438"/>
                  </a:cubicBezTo>
                  <a:cubicBezTo>
                    <a:pt x="9882" y="24612"/>
                    <a:pt x="9514" y="23786"/>
                    <a:pt x="9209" y="22960"/>
                  </a:cubicBezTo>
                  <a:cubicBezTo>
                    <a:pt x="8903" y="22133"/>
                    <a:pt x="8597" y="21277"/>
                    <a:pt x="8291" y="20451"/>
                  </a:cubicBezTo>
                  <a:cubicBezTo>
                    <a:pt x="7679" y="18829"/>
                    <a:pt x="7067" y="17208"/>
                    <a:pt x="6455" y="15555"/>
                  </a:cubicBezTo>
                  <a:cubicBezTo>
                    <a:pt x="5200" y="12251"/>
                    <a:pt x="3946" y="8916"/>
                    <a:pt x="2661" y="5612"/>
                  </a:cubicBezTo>
                  <a:cubicBezTo>
                    <a:pt x="1988" y="3776"/>
                    <a:pt x="1376" y="1910"/>
                    <a:pt x="550" y="135"/>
                  </a:cubicBezTo>
                  <a:cubicBezTo>
                    <a:pt x="508" y="41"/>
                    <a:pt x="426" y="0"/>
                    <a:pt x="34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7" name="Google Shape;8867;p347"/>
            <p:cNvSpPr/>
            <p:nvPr/>
          </p:nvSpPr>
          <p:spPr>
            <a:xfrm>
              <a:off x="4657600" y="5089750"/>
              <a:ext cx="250200" cy="69100"/>
            </a:xfrm>
            <a:custGeom>
              <a:rect b="b" l="l" r="r" t="t"/>
              <a:pathLst>
                <a:path extrusionOk="0" h="2764" w="10008">
                  <a:moveTo>
                    <a:pt x="9437" y="0"/>
                  </a:moveTo>
                  <a:cubicBezTo>
                    <a:pt x="9369" y="0"/>
                    <a:pt x="9295" y="20"/>
                    <a:pt x="9220" y="65"/>
                  </a:cubicBezTo>
                  <a:cubicBezTo>
                    <a:pt x="7905" y="830"/>
                    <a:pt x="6559" y="1442"/>
                    <a:pt x="5059" y="1748"/>
                  </a:cubicBezTo>
                  <a:cubicBezTo>
                    <a:pt x="4216" y="1902"/>
                    <a:pt x="3354" y="1980"/>
                    <a:pt x="2493" y="1980"/>
                  </a:cubicBezTo>
                  <a:cubicBezTo>
                    <a:pt x="1824" y="1980"/>
                    <a:pt x="1157" y="1933"/>
                    <a:pt x="501" y="1839"/>
                  </a:cubicBezTo>
                  <a:cubicBezTo>
                    <a:pt x="480" y="1836"/>
                    <a:pt x="461" y="1834"/>
                    <a:pt x="442" y="1834"/>
                  </a:cubicBezTo>
                  <a:cubicBezTo>
                    <a:pt x="118" y="1834"/>
                    <a:pt x="1" y="2303"/>
                    <a:pt x="348" y="2390"/>
                  </a:cubicBezTo>
                  <a:cubicBezTo>
                    <a:pt x="1272" y="2640"/>
                    <a:pt x="2249" y="2763"/>
                    <a:pt x="3234" y="2763"/>
                  </a:cubicBezTo>
                  <a:cubicBezTo>
                    <a:pt x="5512" y="2763"/>
                    <a:pt x="7834" y="2102"/>
                    <a:pt x="9649" y="799"/>
                  </a:cubicBezTo>
                  <a:cubicBezTo>
                    <a:pt x="10007" y="517"/>
                    <a:pt x="9787" y="0"/>
                    <a:pt x="943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8" name="Google Shape;8868;p347"/>
            <p:cNvSpPr/>
            <p:nvPr/>
          </p:nvSpPr>
          <p:spPr>
            <a:xfrm>
              <a:off x="4763425" y="4549425"/>
              <a:ext cx="139175" cy="566175"/>
            </a:xfrm>
            <a:custGeom>
              <a:rect b="b" l="l" r="r" t="t"/>
              <a:pathLst>
                <a:path extrusionOk="0" h="22647" w="5567">
                  <a:moveTo>
                    <a:pt x="532" y="1"/>
                  </a:moveTo>
                  <a:cubicBezTo>
                    <a:pt x="322" y="1"/>
                    <a:pt x="107" y="138"/>
                    <a:pt x="92" y="414"/>
                  </a:cubicBezTo>
                  <a:cubicBezTo>
                    <a:pt x="0" y="6319"/>
                    <a:pt x="1071" y="12346"/>
                    <a:pt x="3029" y="17914"/>
                  </a:cubicBezTo>
                  <a:cubicBezTo>
                    <a:pt x="3305" y="18679"/>
                    <a:pt x="3611" y="19444"/>
                    <a:pt x="3917" y="20209"/>
                  </a:cubicBezTo>
                  <a:cubicBezTo>
                    <a:pt x="4223" y="20974"/>
                    <a:pt x="4529" y="21800"/>
                    <a:pt x="4987" y="22504"/>
                  </a:cubicBezTo>
                  <a:cubicBezTo>
                    <a:pt x="5042" y="22602"/>
                    <a:pt x="5136" y="22646"/>
                    <a:pt x="5230" y="22646"/>
                  </a:cubicBezTo>
                  <a:cubicBezTo>
                    <a:pt x="5399" y="22646"/>
                    <a:pt x="5567" y="22506"/>
                    <a:pt x="5508" y="22290"/>
                  </a:cubicBezTo>
                  <a:cubicBezTo>
                    <a:pt x="5232" y="21402"/>
                    <a:pt x="4835" y="20546"/>
                    <a:pt x="4498" y="19689"/>
                  </a:cubicBezTo>
                  <a:cubicBezTo>
                    <a:pt x="4161" y="18802"/>
                    <a:pt x="3855" y="17914"/>
                    <a:pt x="3580" y="17027"/>
                  </a:cubicBezTo>
                  <a:cubicBezTo>
                    <a:pt x="2999" y="15253"/>
                    <a:pt x="2509" y="13448"/>
                    <a:pt x="2111" y="11612"/>
                  </a:cubicBezTo>
                  <a:cubicBezTo>
                    <a:pt x="1316" y="7910"/>
                    <a:pt x="979" y="4177"/>
                    <a:pt x="949" y="414"/>
                  </a:cubicBezTo>
                  <a:cubicBezTo>
                    <a:pt x="949" y="138"/>
                    <a:pt x="742" y="1"/>
                    <a:pt x="532"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9" name="Google Shape;8869;p347"/>
            <p:cNvSpPr/>
            <p:nvPr/>
          </p:nvSpPr>
          <p:spPr>
            <a:xfrm>
              <a:off x="4273125" y="3927575"/>
              <a:ext cx="148425" cy="243675"/>
            </a:xfrm>
            <a:custGeom>
              <a:rect b="b" l="l" r="r" t="t"/>
              <a:pathLst>
                <a:path extrusionOk="0" h="9747" w="5937">
                  <a:moveTo>
                    <a:pt x="1893" y="0"/>
                  </a:moveTo>
                  <a:cubicBezTo>
                    <a:pt x="1831" y="0"/>
                    <a:pt x="1768" y="23"/>
                    <a:pt x="1714" y="77"/>
                  </a:cubicBezTo>
                  <a:cubicBezTo>
                    <a:pt x="215" y="1545"/>
                    <a:pt x="1" y="4238"/>
                    <a:pt x="766" y="6104"/>
                  </a:cubicBezTo>
                  <a:cubicBezTo>
                    <a:pt x="1163" y="7053"/>
                    <a:pt x="1806" y="7909"/>
                    <a:pt x="2601" y="8552"/>
                  </a:cubicBezTo>
                  <a:cubicBezTo>
                    <a:pt x="3349" y="9120"/>
                    <a:pt x="4417" y="9746"/>
                    <a:pt x="5379" y="9746"/>
                  </a:cubicBezTo>
                  <a:cubicBezTo>
                    <a:pt x="5402" y="9746"/>
                    <a:pt x="5424" y="9746"/>
                    <a:pt x="5447" y="9745"/>
                  </a:cubicBezTo>
                  <a:cubicBezTo>
                    <a:pt x="5906" y="9715"/>
                    <a:pt x="5936" y="9133"/>
                    <a:pt x="5569" y="8980"/>
                  </a:cubicBezTo>
                  <a:cubicBezTo>
                    <a:pt x="5141" y="8827"/>
                    <a:pt x="4682" y="8735"/>
                    <a:pt x="4284" y="8552"/>
                  </a:cubicBezTo>
                  <a:cubicBezTo>
                    <a:pt x="3856" y="8368"/>
                    <a:pt x="3458" y="8124"/>
                    <a:pt x="3121" y="7848"/>
                  </a:cubicBezTo>
                  <a:cubicBezTo>
                    <a:pt x="2418" y="7328"/>
                    <a:pt x="1867" y="6594"/>
                    <a:pt x="1500" y="5798"/>
                  </a:cubicBezTo>
                  <a:cubicBezTo>
                    <a:pt x="1133" y="4942"/>
                    <a:pt x="1010" y="3993"/>
                    <a:pt x="1102" y="3075"/>
                  </a:cubicBezTo>
                  <a:cubicBezTo>
                    <a:pt x="1224" y="2096"/>
                    <a:pt x="1653" y="1270"/>
                    <a:pt x="2142" y="413"/>
                  </a:cubicBezTo>
                  <a:cubicBezTo>
                    <a:pt x="2257" y="207"/>
                    <a:pt x="2079" y="0"/>
                    <a:pt x="189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70" name="Google Shape;8870;p347"/>
            <p:cNvSpPr/>
            <p:nvPr/>
          </p:nvSpPr>
          <p:spPr>
            <a:xfrm>
              <a:off x="4367550" y="3441350"/>
              <a:ext cx="1540175" cy="1140875"/>
            </a:xfrm>
            <a:custGeom>
              <a:rect b="b" l="l" r="r" t="t"/>
              <a:pathLst>
                <a:path extrusionOk="0" h="45635" w="61607">
                  <a:moveTo>
                    <a:pt x="54438" y="1"/>
                  </a:moveTo>
                  <a:cubicBezTo>
                    <a:pt x="54103" y="1"/>
                    <a:pt x="53802" y="454"/>
                    <a:pt x="54080" y="801"/>
                  </a:cubicBezTo>
                  <a:cubicBezTo>
                    <a:pt x="55977" y="3157"/>
                    <a:pt x="57935" y="5574"/>
                    <a:pt x="59128" y="8358"/>
                  </a:cubicBezTo>
                  <a:cubicBezTo>
                    <a:pt x="60444" y="11387"/>
                    <a:pt x="60474" y="14569"/>
                    <a:pt x="59495" y="17660"/>
                  </a:cubicBezTo>
                  <a:cubicBezTo>
                    <a:pt x="57751" y="23289"/>
                    <a:pt x="53805" y="28031"/>
                    <a:pt x="49429" y="31856"/>
                  </a:cubicBezTo>
                  <a:cubicBezTo>
                    <a:pt x="47257" y="33783"/>
                    <a:pt x="44901" y="35527"/>
                    <a:pt x="42515" y="37149"/>
                  </a:cubicBezTo>
                  <a:cubicBezTo>
                    <a:pt x="40037" y="38832"/>
                    <a:pt x="37497" y="40453"/>
                    <a:pt x="34896" y="41922"/>
                  </a:cubicBezTo>
                  <a:cubicBezTo>
                    <a:pt x="32112" y="43452"/>
                    <a:pt x="29114" y="44706"/>
                    <a:pt x="25901" y="44737"/>
                  </a:cubicBezTo>
                  <a:cubicBezTo>
                    <a:pt x="22811" y="44737"/>
                    <a:pt x="19813" y="43727"/>
                    <a:pt x="17120" y="42228"/>
                  </a:cubicBezTo>
                  <a:cubicBezTo>
                    <a:pt x="11491" y="39107"/>
                    <a:pt x="7360" y="34028"/>
                    <a:pt x="2373" y="30081"/>
                  </a:cubicBezTo>
                  <a:cubicBezTo>
                    <a:pt x="1761" y="29592"/>
                    <a:pt x="1119" y="29164"/>
                    <a:pt x="507" y="28705"/>
                  </a:cubicBezTo>
                  <a:cubicBezTo>
                    <a:pt x="458" y="28675"/>
                    <a:pt x="410" y="28662"/>
                    <a:pt x="366" y="28662"/>
                  </a:cubicBezTo>
                  <a:cubicBezTo>
                    <a:pt x="136" y="28662"/>
                    <a:pt x="1" y="29014"/>
                    <a:pt x="232" y="29194"/>
                  </a:cubicBezTo>
                  <a:cubicBezTo>
                    <a:pt x="5525" y="33233"/>
                    <a:pt x="9686" y="38618"/>
                    <a:pt x="15346" y="42197"/>
                  </a:cubicBezTo>
                  <a:cubicBezTo>
                    <a:pt x="17977" y="43880"/>
                    <a:pt x="20884" y="45134"/>
                    <a:pt x="24004" y="45532"/>
                  </a:cubicBezTo>
                  <a:cubicBezTo>
                    <a:pt x="24570" y="45602"/>
                    <a:pt x="25133" y="45635"/>
                    <a:pt x="25693" y="45635"/>
                  </a:cubicBezTo>
                  <a:cubicBezTo>
                    <a:pt x="28340" y="45635"/>
                    <a:pt x="30906" y="44894"/>
                    <a:pt x="33305" y="43758"/>
                  </a:cubicBezTo>
                  <a:cubicBezTo>
                    <a:pt x="36212" y="42411"/>
                    <a:pt x="38904" y="40637"/>
                    <a:pt x="41566" y="38893"/>
                  </a:cubicBezTo>
                  <a:cubicBezTo>
                    <a:pt x="44075" y="37241"/>
                    <a:pt x="46492" y="35527"/>
                    <a:pt x="48817" y="33600"/>
                  </a:cubicBezTo>
                  <a:cubicBezTo>
                    <a:pt x="53376" y="29837"/>
                    <a:pt x="57445" y="25247"/>
                    <a:pt x="59740" y="19740"/>
                  </a:cubicBezTo>
                  <a:cubicBezTo>
                    <a:pt x="61025" y="16680"/>
                    <a:pt x="61606" y="13315"/>
                    <a:pt x="60719" y="10072"/>
                  </a:cubicBezTo>
                  <a:cubicBezTo>
                    <a:pt x="59924" y="7043"/>
                    <a:pt x="58118" y="4412"/>
                    <a:pt x="56222" y="1964"/>
                  </a:cubicBezTo>
                  <a:cubicBezTo>
                    <a:pt x="55732" y="1352"/>
                    <a:pt x="55243" y="740"/>
                    <a:pt x="54753" y="159"/>
                  </a:cubicBezTo>
                  <a:cubicBezTo>
                    <a:pt x="54656" y="47"/>
                    <a:pt x="54546" y="1"/>
                    <a:pt x="5443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71" name="Google Shape;8871;p347"/>
            <p:cNvSpPr/>
            <p:nvPr/>
          </p:nvSpPr>
          <p:spPr>
            <a:xfrm>
              <a:off x="4297925" y="3840550"/>
              <a:ext cx="790650" cy="125050"/>
            </a:xfrm>
            <a:custGeom>
              <a:rect b="b" l="l" r="r" t="t"/>
              <a:pathLst>
                <a:path extrusionOk="0" h="5002" w="31626">
                  <a:moveTo>
                    <a:pt x="31056" y="1"/>
                  </a:moveTo>
                  <a:cubicBezTo>
                    <a:pt x="30991" y="1"/>
                    <a:pt x="30923" y="22"/>
                    <a:pt x="30859" y="70"/>
                  </a:cubicBezTo>
                  <a:cubicBezTo>
                    <a:pt x="29971" y="682"/>
                    <a:pt x="29084" y="1233"/>
                    <a:pt x="28074" y="1569"/>
                  </a:cubicBezTo>
                  <a:cubicBezTo>
                    <a:pt x="27095" y="1936"/>
                    <a:pt x="26025" y="2150"/>
                    <a:pt x="24984" y="2242"/>
                  </a:cubicBezTo>
                  <a:cubicBezTo>
                    <a:pt x="24499" y="2282"/>
                    <a:pt x="24014" y="2300"/>
                    <a:pt x="23528" y="2300"/>
                  </a:cubicBezTo>
                  <a:cubicBezTo>
                    <a:pt x="21782" y="2300"/>
                    <a:pt x="20039" y="2064"/>
                    <a:pt x="18314" y="1753"/>
                  </a:cubicBezTo>
                  <a:cubicBezTo>
                    <a:pt x="15384" y="1199"/>
                    <a:pt x="12384" y="481"/>
                    <a:pt x="9399" y="481"/>
                  </a:cubicBezTo>
                  <a:cubicBezTo>
                    <a:pt x="7928" y="481"/>
                    <a:pt x="6460" y="656"/>
                    <a:pt x="5005" y="1110"/>
                  </a:cubicBezTo>
                  <a:cubicBezTo>
                    <a:pt x="3996" y="1416"/>
                    <a:pt x="3017" y="1845"/>
                    <a:pt x="2160" y="2426"/>
                  </a:cubicBezTo>
                  <a:cubicBezTo>
                    <a:pt x="1364" y="2977"/>
                    <a:pt x="416" y="3741"/>
                    <a:pt x="49" y="4690"/>
                  </a:cubicBezTo>
                  <a:cubicBezTo>
                    <a:pt x="0" y="4836"/>
                    <a:pt x="164" y="5001"/>
                    <a:pt x="311" y="5001"/>
                  </a:cubicBezTo>
                  <a:cubicBezTo>
                    <a:pt x="348" y="5001"/>
                    <a:pt x="385" y="4990"/>
                    <a:pt x="416" y="4965"/>
                  </a:cubicBezTo>
                  <a:cubicBezTo>
                    <a:pt x="1181" y="4384"/>
                    <a:pt x="1762" y="3650"/>
                    <a:pt x="2558" y="3130"/>
                  </a:cubicBezTo>
                  <a:cubicBezTo>
                    <a:pt x="3353" y="2609"/>
                    <a:pt x="4210" y="2212"/>
                    <a:pt x="5097" y="1936"/>
                  </a:cubicBezTo>
                  <a:cubicBezTo>
                    <a:pt x="6478" y="1505"/>
                    <a:pt x="7920" y="1332"/>
                    <a:pt x="9358" y="1332"/>
                  </a:cubicBezTo>
                  <a:cubicBezTo>
                    <a:pt x="9959" y="1332"/>
                    <a:pt x="10560" y="1362"/>
                    <a:pt x="11155" y="1416"/>
                  </a:cubicBezTo>
                  <a:cubicBezTo>
                    <a:pt x="15264" y="1795"/>
                    <a:pt x="19278" y="3176"/>
                    <a:pt x="23407" y="3176"/>
                  </a:cubicBezTo>
                  <a:cubicBezTo>
                    <a:pt x="23951" y="3176"/>
                    <a:pt x="24497" y="3152"/>
                    <a:pt x="25045" y="3099"/>
                  </a:cubicBezTo>
                  <a:cubicBezTo>
                    <a:pt x="27248" y="2915"/>
                    <a:pt x="29696" y="2273"/>
                    <a:pt x="31348" y="712"/>
                  </a:cubicBezTo>
                  <a:cubicBezTo>
                    <a:pt x="31625" y="460"/>
                    <a:pt x="31363" y="1"/>
                    <a:pt x="3105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872" name="Google Shape;8872;p347"/>
          <p:cNvSpPr txBox="1"/>
          <p:nvPr/>
        </p:nvSpPr>
        <p:spPr>
          <a:xfrm>
            <a:off x="4246500" y="1908050"/>
            <a:ext cx="3773700" cy="1416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CA" sz="4000">
                <a:solidFill>
                  <a:schemeClr val="dk1"/>
                </a:solidFill>
                <a:latin typeface="Barlow"/>
                <a:ea typeface="Barlow"/>
                <a:cs typeface="Barlow"/>
                <a:sym typeface="Barlow"/>
              </a:rPr>
              <a:t>Support Machine Vector</a:t>
            </a:r>
            <a:endParaRPr b="1" sz="4000">
              <a:solidFill>
                <a:schemeClr val="dk1"/>
              </a:solidFill>
              <a:latin typeface="Barlow"/>
              <a:ea typeface="Barlow"/>
              <a:cs typeface="Barlow"/>
              <a:sym typeface="Barlow"/>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8876" name="Shape 8876"/>
        <p:cNvGrpSpPr/>
        <p:nvPr/>
      </p:nvGrpSpPr>
      <p:grpSpPr>
        <a:xfrm>
          <a:off x="0" y="0"/>
          <a:ext cx="0" cy="0"/>
          <a:chOff x="0" y="0"/>
          <a:chExt cx="0" cy="0"/>
        </a:xfrm>
      </p:grpSpPr>
      <p:pic>
        <p:nvPicPr>
          <p:cNvPr id="8877" name="Google Shape;8877;p348"/>
          <p:cNvPicPr preferRelativeResize="0"/>
          <p:nvPr/>
        </p:nvPicPr>
        <p:blipFill>
          <a:blip r:embed="rId3">
            <a:alphaModFix/>
          </a:blip>
          <a:stretch>
            <a:fillRect/>
          </a:stretch>
        </p:blipFill>
        <p:spPr>
          <a:xfrm>
            <a:off x="152400" y="1170125"/>
            <a:ext cx="4576100" cy="3602293"/>
          </a:xfrm>
          <a:prstGeom prst="rect">
            <a:avLst/>
          </a:prstGeom>
          <a:noFill/>
          <a:ln>
            <a:noFill/>
          </a:ln>
        </p:spPr>
      </p:pic>
      <p:pic>
        <p:nvPicPr>
          <p:cNvPr id="8878" name="Google Shape;8878;p348"/>
          <p:cNvPicPr preferRelativeResize="0"/>
          <p:nvPr/>
        </p:nvPicPr>
        <p:blipFill>
          <a:blip r:embed="rId4">
            <a:alphaModFix/>
          </a:blip>
          <a:stretch>
            <a:fillRect/>
          </a:stretch>
        </p:blipFill>
        <p:spPr>
          <a:xfrm>
            <a:off x="4880900" y="1170125"/>
            <a:ext cx="3778986" cy="3820975"/>
          </a:xfrm>
          <a:prstGeom prst="rect">
            <a:avLst/>
          </a:prstGeom>
          <a:noFill/>
          <a:ln>
            <a:noFill/>
          </a:ln>
        </p:spPr>
      </p:pic>
      <p:sp>
        <p:nvSpPr>
          <p:cNvPr id="8879" name="Google Shape;8879;p348"/>
          <p:cNvSpPr txBox="1"/>
          <p:nvPr/>
        </p:nvSpPr>
        <p:spPr>
          <a:xfrm>
            <a:off x="271500" y="140350"/>
            <a:ext cx="88725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CA" sz="2700">
                <a:solidFill>
                  <a:schemeClr val="dk1"/>
                </a:solidFill>
                <a:latin typeface="Barlow"/>
                <a:ea typeface="Barlow"/>
                <a:cs typeface="Barlow"/>
                <a:sym typeface="Barlow"/>
              </a:rPr>
              <a:t>Results for the Risk-only Dataset (No LLE + SVM linear) </a:t>
            </a:r>
            <a:endParaRPr b="1" sz="2700">
              <a:solidFill>
                <a:schemeClr val="dk1"/>
              </a:solidFill>
              <a:latin typeface="Barlow"/>
              <a:ea typeface="Barlow"/>
              <a:cs typeface="Barlow"/>
              <a:sym typeface="Barlow"/>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8883" name="Shape 8883"/>
        <p:cNvGrpSpPr/>
        <p:nvPr/>
      </p:nvGrpSpPr>
      <p:grpSpPr>
        <a:xfrm>
          <a:off x="0" y="0"/>
          <a:ext cx="0" cy="0"/>
          <a:chOff x="0" y="0"/>
          <a:chExt cx="0" cy="0"/>
        </a:xfrm>
      </p:grpSpPr>
      <p:graphicFrame>
        <p:nvGraphicFramePr>
          <p:cNvPr id="8884" name="Google Shape;8884;p349"/>
          <p:cNvGraphicFramePr/>
          <p:nvPr/>
        </p:nvGraphicFramePr>
        <p:xfrm>
          <a:off x="875750" y="471800"/>
          <a:ext cx="3000000" cy="3000000"/>
        </p:xfrm>
        <a:graphic>
          <a:graphicData uri="http://schemas.openxmlformats.org/drawingml/2006/table">
            <a:tbl>
              <a:tblPr>
                <a:noFill/>
                <a:tableStyleId>{68E34481-02A7-41A2-80F5-0ABD368C6211}</a:tableStyleId>
              </a:tblPr>
              <a:tblGrid>
                <a:gridCol w="1450650"/>
                <a:gridCol w="1450650"/>
              </a:tblGrid>
              <a:tr h="381000">
                <a:tc gridSpan="2">
                  <a:txBody>
                    <a:bodyPr/>
                    <a:lstStyle/>
                    <a:p>
                      <a:pPr indent="0" lvl="0" marL="0" rtl="0" algn="l">
                        <a:spcBef>
                          <a:spcPts val="0"/>
                        </a:spcBef>
                        <a:spcAft>
                          <a:spcPts val="0"/>
                        </a:spcAft>
                        <a:buNone/>
                      </a:pPr>
                      <a:r>
                        <a:rPr b="1" lang="en-CA"/>
                        <a:t>No LLE + SVM-linear</a:t>
                      </a:r>
                      <a:endParaRPr b="1"/>
                    </a:p>
                  </a:txBody>
                  <a:tcPr marT="91425" marB="91425" marR="91425" marL="91425"/>
                </a:tc>
                <a:tc hMerge="1"/>
              </a:tr>
              <a:tr h="381000">
                <a:tc>
                  <a:txBody>
                    <a:bodyPr/>
                    <a:lstStyle/>
                    <a:p>
                      <a:pPr indent="0" lvl="0" marL="0" rtl="0" algn="l">
                        <a:spcBef>
                          <a:spcPts val="0"/>
                        </a:spcBef>
                        <a:spcAft>
                          <a:spcPts val="0"/>
                        </a:spcAft>
                        <a:buNone/>
                      </a:pPr>
                      <a:r>
                        <a:rPr b="1" lang="en-CA"/>
                        <a:t>Sensitivity</a:t>
                      </a:r>
                      <a:endParaRPr b="1"/>
                    </a:p>
                  </a:txBody>
                  <a:tcPr marT="91425" marB="91425" marR="91425" marL="91425"/>
                </a:tc>
                <a:tc>
                  <a:txBody>
                    <a:bodyPr/>
                    <a:lstStyle/>
                    <a:p>
                      <a:pPr indent="0" lvl="0" marL="0" rtl="0" algn="l">
                        <a:spcBef>
                          <a:spcPts val="0"/>
                        </a:spcBef>
                        <a:spcAft>
                          <a:spcPts val="0"/>
                        </a:spcAft>
                        <a:buNone/>
                      </a:pPr>
                      <a:r>
                        <a:rPr lang="en-CA"/>
                        <a:t>0.0000</a:t>
                      </a:r>
                      <a:endParaRPr/>
                    </a:p>
                  </a:txBody>
                  <a:tcPr marT="91425" marB="91425" marR="91425" marL="91425"/>
                </a:tc>
              </a:tr>
              <a:tr h="381000">
                <a:tc>
                  <a:txBody>
                    <a:bodyPr/>
                    <a:lstStyle/>
                    <a:p>
                      <a:pPr indent="0" lvl="0" marL="0" rtl="0" algn="l">
                        <a:spcBef>
                          <a:spcPts val="0"/>
                        </a:spcBef>
                        <a:spcAft>
                          <a:spcPts val="0"/>
                        </a:spcAft>
                        <a:buNone/>
                      </a:pPr>
                      <a:r>
                        <a:rPr b="1" lang="en-CA"/>
                        <a:t>Specificity</a:t>
                      </a:r>
                      <a:endParaRPr b="1"/>
                    </a:p>
                  </a:txBody>
                  <a:tcPr marT="91425" marB="91425" marR="91425" marL="91425"/>
                </a:tc>
                <a:tc>
                  <a:txBody>
                    <a:bodyPr/>
                    <a:lstStyle/>
                    <a:p>
                      <a:pPr indent="0" lvl="0" marL="0" rtl="0" algn="l">
                        <a:spcBef>
                          <a:spcPts val="0"/>
                        </a:spcBef>
                        <a:spcAft>
                          <a:spcPts val="0"/>
                        </a:spcAft>
                        <a:buNone/>
                      </a:pPr>
                      <a:r>
                        <a:rPr lang="en-CA"/>
                        <a:t>1.0000</a:t>
                      </a:r>
                      <a:endParaRPr/>
                    </a:p>
                  </a:txBody>
                  <a:tcPr marT="91425" marB="91425" marR="91425" marL="91425"/>
                </a:tc>
              </a:tr>
              <a:tr h="381000">
                <a:tc>
                  <a:txBody>
                    <a:bodyPr/>
                    <a:lstStyle/>
                    <a:p>
                      <a:pPr indent="0" lvl="0" marL="0" rtl="0" algn="l">
                        <a:spcBef>
                          <a:spcPts val="0"/>
                        </a:spcBef>
                        <a:spcAft>
                          <a:spcPts val="0"/>
                        </a:spcAft>
                        <a:buNone/>
                      </a:pPr>
                      <a:r>
                        <a:rPr b="1" lang="en-CA"/>
                        <a:t>Accuracy</a:t>
                      </a:r>
                      <a:endParaRPr b="1"/>
                    </a:p>
                  </a:txBody>
                  <a:tcPr marT="91425" marB="91425" marR="91425" marL="91425"/>
                </a:tc>
                <a:tc>
                  <a:txBody>
                    <a:bodyPr/>
                    <a:lstStyle/>
                    <a:p>
                      <a:pPr indent="0" lvl="0" marL="0" rtl="0" algn="l">
                        <a:spcBef>
                          <a:spcPts val="0"/>
                        </a:spcBef>
                        <a:spcAft>
                          <a:spcPts val="0"/>
                        </a:spcAft>
                        <a:buNone/>
                      </a:pPr>
                      <a:r>
                        <a:rPr lang="en-CA"/>
                        <a:t>0.6465</a:t>
                      </a:r>
                      <a:endParaRPr/>
                    </a:p>
                  </a:txBody>
                  <a:tcPr marT="91425" marB="91425" marR="91425" marL="91425"/>
                </a:tc>
              </a:tr>
              <a:tr h="381000">
                <a:tc>
                  <a:txBody>
                    <a:bodyPr/>
                    <a:lstStyle/>
                    <a:p>
                      <a:pPr indent="0" lvl="0" marL="0" rtl="0" algn="l">
                        <a:spcBef>
                          <a:spcPts val="0"/>
                        </a:spcBef>
                        <a:spcAft>
                          <a:spcPts val="0"/>
                        </a:spcAft>
                        <a:buNone/>
                      </a:pPr>
                      <a:r>
                        <a:rPr b="1" lang="en-CA"/>
                        <a:t>ROC AUC</a:t>
                      </a:r>
                      <a:endParaRPr b="1"/>
                    </a:p>
                  </a:txBody>
                  <a:tcPr marT="91425" marB="91425" marR="91425" marL="91425"/>
                </a:tc>
                <a:tc>
                  <a:txBody>
                    <a:bodyPr/>
                    <a:lstStyle/>
                    <a:p>
                      <a:pPr indent="0" lvl="0" marL="0" rtl="0" algn="l">
                        <a:spcBef>
                          <a:spcPts val="0"/>
                        </a:spcBef>
                        <a:spcAft>
                          <a:spcPts val="0"/>
                        </a:spcAft>
                        <a:buNone/>
                      </a:pPr>
                      <a:r>
                        <a:rPr b="1" lang="en-CA"/>
                        <a:t>0.4731</a:t>
                      </a:r>
                      <a:endParaRPr b="1"/>
                    </a:p>
                  </a:txBody>
                  <a:tcPr marT="91425" marB="91425" marR="91425" marL="91425"/>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8888" name="Shape 8888"/>
        <p:cNvGrpSpPr/>
        <p:nvPr/>
      </p:nvGrpSpPr>
      <p:grpSpPr>
        <a:xfrm>
          <a:off x="0" y="0"/>
          <a:ext cx="0" cy="0"/>
          <a:chOff x="0" y="0"/>
          <a:chExt cx="0" cy="0"/>
        </a:xfrm>
      </p:grpSpPr>
      <p:pic>
        <p:nvPicPr>
          <p:cNvPr id="8889" name="Google Shape;8889;p350"/>
          <p:cNvPicPr preferRelativeResize="0"/>
          <p:nvPr/>
        </p:nvPicPr>
        <p:blipFill>
          <a:blip r:embed="rId3">
            <a:alphaModFix/>
          </a:blip>
          <a:stretch>
            <a:fillRect/>
          </a:stretch>
        </p:blipFill>
        <p:spPr>
          <a:xfrm>
            <a:off x="152400" y="1170125"/>
            <a:ext cx="4853898" cy="3820975"/>
          </a:xfrm>
          <a:prstGeom prst="rect">
            <a:avLst/>
          </a:prstGeom>
          <a:noFill/>
          <a:ln>
            <a:noFill/>
          </a:ln>
        </p:spPr>
      </p:pic>
      <p:pic>
        <p:nvPicPr>
          <p:cNvPr id="8890" name="Google Shape;8890;p350"/>
          <p:cNvPicPr preferRelativeResize="0"/>
          <p:nvPr/>
        </p:nvPicPr>
        <p:blipFill>
          <a:blip r:embed="rId4">
            <a:alphaModFix/>
          </a:blip>
          <a:stretch>
            <a:fillRect/>
          </a:stretch>
        </p:blipFill>
        <p:spPr>
          <a:xfrm>
            <a:off x="5158698" y="1170125"/>
            <a:ext cx="3762191" cy="3820975"/>
          </a:xfrm>
          <a:prstGeom prst="rect">
            <a:avLst/>
          </a:prstGeom>
          <a:noFill/>
          <a:ln>
            <a:noFill/>
          </a:ln>
        </p:spPr>
      </p:pic>
      <p:sp>
        <p:nvSpPr>
          <p:cNvPr id="8891" name="Google Shape;8891;p350"/>
          <p:cNvSpPr txBox="1"/>
          <p:nvPr/>
        </p:nvSpPr>
        <p:spPr>
          <a:xfrm>
            <a:off x="271500" y="140350"/>
            <a:ext cx="88725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CA" sz="2700">
                <a:solidFill>
                  <a:schemeClr val="dk1"/>
                </a:solidFill>
                <a:latin typeface="Barlow"/>
                <a:ea typeface="Barlow"/>
                <a:cs typeface="Barlow"/>
                <a:sym typeface="Barlow"/>
              </a:rPr>
              <a:t>Results for the Risk-only Dataset (LLE + SVM linear) </a:t>
            </a:r>
            <a:endParaRPr b="1" sz="2700">
              <a:solidFill>
                <a:schemeClr val="dk1"/>
              </a:solidFill>
              <a:latin typeface="Barlow"/>
              <a:ea typeface="Barlow"/>
              <a:cs typeface="Barlow"/>
              <a:sym typeface="Barlow"/>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8895" name="Shape 8895"/>
        <p:cNvGrpSpPr/>
        <p:nvPr/>
      </p:nvGrpSpPr>
      <p:grpSpPr>
        <a:xfrm>
          <a:off x="0" y="0"/>
          <a:ext cx="0" cy="0"/>
          <a:chOff x="0" y="0"/>
          <a:chExt cx="0" cy="0"/>
        </a:xfrm>
      </p:grpSpPr>
      <p:graphicFrame>
        <p:nvGraphicFramePr>
          <p:cNvPr id="8896" name="Google Shape;8896;p351"/>
          <p:cNvGraphicFramePr/>
          <p:nvPr/>
        </p:nvGraphicFramePr>
        <p:xfrm>
          <a:off x="5392750" y="471800"/>
          <a:ext cx="3000000" cy="3000000"/>
        </p:xfrm>
        <a:graphic>
          <a:graphicData uri="http://schemas.openxmlformats.org/drawingml/2006/table">
            <a:tbl>
              <a:tblPr>
                <a:noFill/>
                <a:tableStyleId>{68E34481-02A7-41A2-80F5-0ABD368C6211}</a:tableStyleId>
              </a:tblPr>
              <a:tblGrid>
                <a:gridCol w="1450650"/>
                <a:gridCol w="1450650"/>
              </a:tblGrid>
              <a:tr h="381000">
                <a:tc gridSpan="2">
                  <a:txBody>
                    <a:bodyPr/>
                    <a:lstStyle/>
                    <a:p>
                      <a:pPr indent="0" lvl="0" marL="0" rtl="0" algn="l">
                        <a:spcBef>
                          <a:spcPts val="0"/>
                        </a:spcBef>
                        <a:spcAft>
                          <a:spcPts val="0"/>
                        </a:spcAft>
                        <a:buNone/>
                      </a:pPr>
                      <a:r>
                        <a:rPr b="1" lang="en-CA"/>
                        <a:t>LLE + SVM-linear</a:t>
                      </a:r>
                      <a:endParaRPr b="1"/>
                    </a:p>
                  </a:txBody>
                  <a:tcPr marT="91425" marB="91425" marR="91425" marL="91425"/>
                </a:tc>
                <a:tc hMerge="1"/>
              </a:tr>
              <a:tr h="381000">
                <a:tc>
                  <a:txBody>
                    <a:bodyPr/>
                    <a:lstStyle/>
                    <a:p>
                      <a:pPr indent="0" lvl="0" marL="0" rtl="0" algn="l">
                        <a:spcBef>
                          <a:spcPts val="0"/>
                        </a:spcBef>
                        <a:spcAft>
                          <a:spcPts val="0"/>
                        </a:spcAft>
                        <a:buNone/>
                      </a:pPr>
                      <a:r>
                        <a:rPr b="1" lang="en-CA"/>
                        <a:t>Sensitivity</a:t>
                      </a:r>
                      <a:endParaRPr b="1"/>
                    </a:p>
                  </a:txBody>
                  <a:tcPr marT="91425" marB="91425" marR="91425" marL="91425"/>
                </a:tc>
                <a:tc>
                  <a:txBody>
                    <a:bodyPr/>
                    <a:lstStyle/>
                    <a:p>
                      <a:pPr indent="0" lvl="0" marL="0" rtl="0" algn="l">
                        <a:spcBef>
                          <a:spcPts val="0"/>
                        </a:spcBef>
                        <a:spcAft>
                          <a:spcPts val="0"/>
                        </a:spcAft>
                        <a:buNone/>
                      </a:pPr>
                      <a:r>
                        <a:rPr lang="en-CA"/>
                        <a:t>0.0000</a:t>
                      </a:r>
                      <a:endParaRPr/>
                    </a:p>
                  </a:txBody>
                  <a:tcPr marT="91425" marB="91425" marR="91425" marL="91425"/>
                </a:tc>
              </a:tr>
              <a:tr h="381000">
                <a:tc>
                  <a:txBody>
                    <a:bodyPr/>
                    <a:lstStyle/>
                    <a:p>
                      <a:pPr indent="0" lvl="0" marL="0" rtl="0" algn="l">
                        <a:spcBef>
                          <a:spcPts val="0"/>
                        </a:spcBef>
                        <a:spcAft>
                          <a:spcPts val="0"/>
                        </a:spcAft>
                        <a:buNone/>
                      </a:pPr>
                      <a:r>
                        <a:rPr b="1" lang="en-CA"/>
                        <a:t>Specificity</a:t>
                      </a:r>
                      <a:endParaRPr b="1"/>
                    </a:p>
                  </a:txBody>
                  <a:tcPr marT="91425" marB="91425" marR="91425" marL="91425"/>
                </a:tc>
                <a:tc>
                  <a:txBody>
                    <a:bodyPr/>
                    <a:lstStyle/>
                    <a:p>
                      <a:pPr indent="0" lvl="0" marL="0" rtl="0" algn="l">
                        <a:spcBef>
                          <a:spcPts val="0"/>
                        </a:spcBef>
                        <a:spcAft>
                          <a:spcPts val="0"/>
                        </a:spcAft>
                        <a:buNone/>
                      </a:pPr>
                      <a:r>
                        <a:rPr lang="en-CA"/>
                        <a:t>1.0000</a:t>
                      </a:r>
                      <a:endParaRPr/>
                    </a:p>
                  </a:txBody>
                  <a:tcPr marT="91425" marB="91425" marR="91425" marL="91425"/>
                </a:tc>
              </a:tr>
              <a:tr h="381000">
                <a:tc>
                  <a:txBody>
                    <a:bodyPr/>
                    <a:lstStyle/>
                    <a:p>
                      <a:pPr indent="0" lvl="0" marL="0" rtl="0" algn="l">
                        <a:spcBef>
                          <a:spcPts val="0"/>
                        </a:spcBef>
                        <a:spcAft>
                          <a:spcPts val="0"/>
                        </a:spcAft>
                        <a:buNone/>
                      </a:pPr>
                      <a:r>
                        <a:rPr b="1" lang="en-CA"/>
                        <a:t>Accuracy</a:t>
                      </a:r>
                      <a:endParaRPr b="1"/>
                    </a:p>
                  </a:txBody>
                  <a:tcPr marT="91425" marB="91425" marR="91425" marL="91425"/>
                </a:tc>
                <a:tc>
                  <a:txBody>
                    <a:bodyPr/>
                    <a:lstStyle/>
                    <a:p>
                      <a:pPr indent="0" lvl="0" marL="0" rtl="0" algn="l">
                        <a:spcBef>
                          <a:spcPts val="0"/>
                        </a:spcBef>
                        <a:spcAft>
                          <a:spcPts val="0"/>
                        </a:spcAft>
                        <a:buNone/>
                      </a:pPr>
                      <a:r>
                        <a:rPr lang="en-CA"/>
                        <a:t>0.6465</a:t>
                      </a:r>
                      <a:endParaRPr/>
                    </a:p>
                  </a:txBody>
                  <a:tcPr marT="91425" marB="91425" marR="91425" marL="91425"/>
                </a:tc>
              </a:tr>
              <a:tr h="381000">
                <a:tc>
                  <a:txBody>
                    <a:bodyPr/>
                    <a:lstStyle/>
                    <a:p>
                      <a:pPr indent="0" lvl="0" marL="0" rtl="0" algn="l">
                        <a:spcBef>
                          <a:spcPts val="0"/>
                        </a:spcBef>
                        <a:spcAft>
                          <a:spcPts val="0"/>
                        </a:spcAft>
                        <a:buNone/>
                      </a:pPr>
                      <a:r>
                        <a:rPr b="1" lang="en-CA"/>
                        <a:t>ROC AUC</a:t>
                      </a:r>
                      <a:endParaRPr b="1"/>
                    </a:p>
                  </a:txBody>
                  <a:tcPr marT="91425" marB="91425" marR="91425" marL="91425"/>
                </a:tc>
                <a:tc>
                  <a:txBody>
                    <a:bodyPr/>
                    <a:lstStyle/>
                    <a:p>
                      <a:pPr indent="0" lvl="0" marL="0" rtl="0" algn="l">
                        <a:spcBef>
                          <a:spcPts val="0"/>
                        </a:spcBef>
                        <a:spcAft>
                          <a:spcPts val="0"/>
                        </a:spcAft>
                        <a:buNone/>
                      </a:pPr>
                      <a:r>
                        <a:rPr b="1" lang="en-CA"/>
                        <a:t>0.5101</a:t>
                      </a:r>
                      <a:endParaRPr b="1"/>
                    </a:p>
                  </a:txBody>
                  <a:tcPr marT="91425" marB="91425" marR="91425" marL="91425"/>
                </a:tc>
              </a:tr>
            </a:tbl>
          </a:graphicData>
        </a:graphic>
      </p:graphicFrame>
      <p:graphicFrame>
        <p:nvGraphicFramePr>
          <p:cNvPr id="8897" name="Google Shape;8897;p351"/>
          <p:cNvGraphicFramePr/>
          <p:nvPr/>
        </p:nvGraphicFramePr>
        <p:xfrm>
          <a:off x="875750" y="471800"/>
          <a:ext cx="3000000" cy="3000000"/>
        </p:xfrm>
        <a:graphic>
          <a:graphicData uri="http://schemas.openxmlformats.org/drawingml/2006/table">
            <a:tbl>
              <a:tblPr>
                <a:noFill/>
                <a:tableStyleId>{68E34481-02A7-41A2-80F5-0ABD368C6211}</a:tableStyleId>
              </a:tblPr>
              <a:tblGrid>
                <a:gridCol w="1450650"/>
                <a:gridCol w="1450650"/>
              </a:tblGrid>
              <a:tr h="381000">
                <a:tc gridSpan="2">
                  <a:txBody>
                    <a:bodyPr/>
                    <a:lstStyle/>
                    <a:p>
                      <a:pPr indent="0" lvl="0" marL="0" rtl="0" algn="l">
                        <a:spcBef>
                          <a:spcPts val="0"/>
                        </a:spcBef>
                        <a:spcAft>
                          <a:spcPts val="0"/>
                        </a:spcAft>
                        <a:buNone/>
                      </a:pPr>
                      <a:r>
                        <a:rPr b="1" lang="en-CA"/>
                        <a:t>No LLE + SVM-linear</a:t>
                      </a:r>
                      <a:endParaRPr b="1"/>
                    </a:p>
                  </a:txBody>
                  <a:tcPr marT="91425" marB="91425" marR="91425" marL="91425"/>
                </a:tc>
                <a:tc hMerge="1"/>
              </a:tr>
              <a:tr h="381000">
                <a:tc>
                  <a:txBody>
                    <a:bodyPr/>
                    <a:lstStyle/>
                    <a:p>
                      <a:pPr indent="0" lvl="0" marL="0" rtl="0" algn="l">
                        <a:spcBef>
                          <a:spcPts val="0"/>
                        </a:spcBef>
                        <a:spcAft>
                          <a:spcPts val="0"/>
                        </a:spcAft>
                        <a:buNone/>
                      </a:pPr>
                      <a:r>
                        <a:rPr b="1" lang="en-CA"/>
                        <a:t>Sensitivity</a:t>
                      </a:r>
                      <a:endParaRPr b="1"/>
                    </a:p>
                  </a:txBody>
                  <a:tcPr marT="91425" marB="91425" marR="91425" marL="91425"/>
                </a:tc>
                <a:tc>
                  <a:txBody>
                    <a:bodyPr/>
                    <a:lstStyle/>
                    <a:p>
                      <a:pPr indent="0" lvl="0" marL="0" rtl="0" algn="l">
                        <a:spcBef>
                          <a:spcPts val="0"/>
                        </a:spcBef>
                        <a:spcAft>
                          <a:spcPts val="0"/>
                        </a:spcAft>
                        <a:buNone/>
                      </a:pPr>
                      <a:r>
                        <a:rPr lang="en-CA"/>
                        <a:t>0.0000</a:t>
                      </a:r>
                      <a:endParaRPr/>
                    </a:p>
                  </a:txBody>
                  <a:tcPr marT="91425" marB="91425" marR="91425" marL="91425"/>
                </a:tc>
              </a:tr>
              <a:tr h="381000">
                <a:tc>
                  <a:txBody>
                    <a:bodyPr/>
                    <a:lstStyle/>
                    <a:p>
                      <a:pPr indent="0" lvl="0" marL="0" rtl="0" algn="l">
                        <a:spcBef>
                          <a:spcPts val="0"/>
                        </a:spcBef>
                        <a:spcAft>
                          <a:spcPts val="0"/>
                        </a:spcAft>
                        <a:buNone/>
                      </a:pPr>
                      <a:r>
                        <a:rPr b="1" lang="en-CA"/>
                        <a:t>Specificity</a:t>
                      </a:r>
                      <a:endParaRPr b="1"/>
                    </a:p>
                  </a:txBody>
                  <a:tcPr marT="91425" marB="91425" marR="91425" marL="91425"/>
                </a:tc>
                <a:tc>
                  <a:txBody>
                    <a:bodyPr/>
                    <a:lstStyle/>
                    <a:p>
                      <a:pPr indent="0" lvl="0" marL="0" rtl="0" algn="l">
                        <a:spcBef>
                          <a:spcPts val="0"/>
                        </a:spcBef>
                        <a:spcAft>
                          <a:spcPts val="0"/>
                        </a:spcAft>
                        <a:buNone/>
                      </a:pPr>
                      <a:r>
                        <a:rPr lang="en-CA"/>
                        <a:t>1.0000</a:t>
                      </a:r>
                      <a:endParaRPr/>
                    </a:p>
                  </a:txBody>
                  <a:tcPr marT="91425" marB="91425" marR="91425" marL="91425"/>
                </a:tc>
              </a:tr>
              <a:tr h="381000">
                <a:tc>
                  <a:txBody>
                    <a:bodyPr/>
                    <a:lstStyle/>
                    <a:p>
                      <a:pPr indent="0" lvl="0" marL="0" rtl="0" algn="l">
                        <a:spcBef>
                          <a:spcPts val="0"/>
                        </a:spcBef>
                        <a:spcAft>
                          <a:spcPts val="0"/>
                        </a:spcAft>
                        <a:buNone/>
                      </a:pPr>
                      <a:r>
                        <a:rPr b="1" lang="en-CA"/>
                        <a:t>Accuracy</a:t>
                      </a:r>
                      <a:endParaRPr b="1"/>
                    </a:p>
                  </a:txBody>
                  <a:tcPr marT="91425" marB="91425" marR="91425" marL="91425"/>
                </a:tc>
                <a:tc>
                  <a:txBody>
                    <a:bodyPr/>
                    <a:lstStyle/>
                    <a:p>
                      <a:pPr indent="0" lvl="0" marL="0" rtl="0" algn="l">
                        <a:spcBef>
                          <a:spcPts val="0"/>
                        </a:spcBef>
                        <a:spcAft>
                          <a:spcPts val="0"/>
                        </a:spcAft>
                        <a:buNone/>
                      </a:pPr>
                      <a:r>
                        <a:rPr lang="en-CA"/>
                        <a:t>0.6465</a:t>
                      </a:r>
                      <a:endParaRPr/>
                    </a:p>
                  </a:txBody>
                  <a:tcPr marT="91425" marB="91425" marR="91425" marL="91425"/>
                </a:tc>
              </a:tr>
              <a:tr h="381000">
                <a:tc>
                  <a:txBody>
                    <a:bodyPr/>
                    <a:lstStyle/>
                    <a:p>
                      <a:pPr indent="0" lvl="0" marL="0" rtl="0" algn="l">
                        <a:spcBef>
                          <a:spcPts val="0"/>
                        </a:spcBef>
                        <a:spcAft>
                          <a:spcPts val="0"/>
                        </a:spcAft>
                        <a:buNone/>
                      </a:pPr>
                      <a:r>
                        <a:rPr b="1" lang="en-CA"/>
                        <a:t>ROC AUC</a:t>
                      </a:r>
                      <a:endParaRPr b="1"/>
                    </a:p>
                  </a:txBody>
                  <a:tcPr marT="91425" marB="91425" marR="91425" marL="91425"/>
                </a:tc>
                <a:tc>
                  <a:txBody>
                    <a:bodyPr/>
                    <a:lstStyle/>
                    <a:p>
                      <a:pPr indent="0" lvl="0" marL="0" rtl="0" algn="l">
                        <a:spcBef>
                          <a:spcPts val="0"/>
                        </a:spcBef>
                        <a:spcAft>
                          <a:spcPts val="0"/>
                        </a:spcAft>
                        <a:buNone/>
                      </a:pPr>
                      <a:r>
                        <a:rPr b="1" lang="en-CA"/>
                        <a:t>0.4731</a:t>
                      </a:r>
                      <a:endParaRPr b="1"/>
                    </a:p>
                  </a:txBody>
                  <a:tcPr marT="91425" marB="91425" marR="91425" marL="91425"/>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8901" name="Shape 8901"/>
        <p:cNvGrpSpPr/>
        <p:nvPr/>
      </p:nvGrpSpPr>
      <p:grpSpPr>
        <a:xfrm>
          <a:off x="0" y="0"/>
          <a:ext cx="0" cy="0"/>
          <a:chOff x="0" y="0"/>
          <a:chExt cx="0" cy="0"/>
        </a:xfrm>
      </p:grpSpPr>
      <p:pic>
        <p:nvPicPr>
          <p:cNvPr id="8902" name="Google Shape;8902;p352"/>
          <p:cNvPicPr preferRelativeResize="0"/>
          <p:nvPr/>
        </p:nvPicPr>
        <p:blipFill>
          <a:blip r:embed="rId3">
            <a:alphaModFix/>
          </a:blip>
          <a:stretch>
            <a:fillRect/>
          </a:stretch>
        </p:blipFill>
        <p:spPr>
          <a:xfrm>
            <a:off x="152400" y="1170125"/>
            <a:ext cx="4853898" cy="3820975"/>
          </a:xfrm>
          <a:prstGeom prst="rect">
            <a:avLst/>
          </a:prstGeom>
          <a:noFill/>
          <a:ln>
            <a:noFill/>
          </a:ln>
        </p:spPr>
      </p:pic>
      <p:pic>
        <p:nvPicPr>
          <p:cNvPr id="8903" name="Google Shape;8903;p352"/>
          <p:cNvPicPr preferRelativeResize="0"/>
          <p:nvPr/>
        </p:nvPicPr>
        <p:blipFill>
          <a:blip r:embed="rId4">
            <a:alphaModFix/>
          </a:blip>
          <a:stretch>
            <a:fillRect/>
          </a:stretch>
        </p:blipFill>
        <p:spPr>
          <a:xfrm>
            <a:off x="5158698" y="1170125"/>
            <a:ext cx="3762191" cy="3820975"/>
          </a:xfrm>
          <a:prstGeom prst="rect">
            <a:avLst/>
          </a:prstGeom>
          <a:noFill/>
          <a:ln>
            <a:noFill/>
          </a:ln>
        </p:spPr>
      </p:pic>
      <p:sp>
        <p:nvSpPr>
          <p:cNvPr id="8904" name="Google Shape;8904;p352"/>
          <p:cNvSpPr txBox="1"/>
          <p:nvPr/>
        </p:nvSpPr>
        <p:spPr>
          <a:xfrm>
            <a:off x="271500" y="140350"/>
            <a:ext cx="88725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CA" sz="2700">
                <a:solidFill>
                  <a:schemeClr val="dk1"/>
                </a:solidFill>
                <a:latin typeface="Barlow"/>
                <a:ea typeface="Barlow"/>
                <a:cs typeface="Barlow"/>
                <a:sym typeface="Barlow"/>
              </a:rPr>
              <a:t>Results for the Risk-only Dataset (No LLE + SVM RBF) </a:t>
            </a:r>
            <a:endParaRPr b="1" sz="2700">
              <a:solidFill>
                <a:schemeClr val="dk1"/>
              </a:solidFill>
              <a:latin typeface="Barlow"/>
              <a:ea typeface="Barlow"/>
              <a:cs typeface="Barlow"/>
              <a:sym typeface="Barlow"/>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8908" name="Shape 8908"/>
        <p:cNvGrpSpPr/>
        <p:nvPr/>
      </p:nvGrpSpPr>
      <p:grpSpPr>
        <a:xfrm>
          <a:off x="0" y="0"/>
          <a:ext cx="0" cy="0"/>
          <a:chOff x="0" y="0"/>
          <a:chExt cx="0" cy="0"/>
        </a:xfrm>
      </p:grpSpPr>
      <p:graphicFrame>
        <p:nvGraphicFramePr>
          <p:cNvPr id="8909" name="Google Shape;8909;p353"/>
          <p:cNvGraphicFramePr/>
          <p:nvPr/>
        </p:nvGraphicFramePr>
        <p:xfrm>
          <a:off x="875750" y="2813175"/>
          <a:ext cx="3000000" cy="3000000"/>
        </p:xfrm>
        <a:graphic>
          <a:graphicData uri="http://schemas.openxmlformats.org/drawingml/2006/table">
            <a:tbl>
              <a:tblPr>
                <a:noFill/>
                <a:tableStyleId>{68E34481-02A7-41A2-80F5-0ABD368C6211}</a:tableStyleId>
              </a:tblPr>
              <a:tblGrid>
                <a:gridCol w="1450650"/>
                <a:gridCol w="1450650"/>
              </a:tblGrid>
              <a:tr h="381000">
                <a:tc gridSpan="2">
                  <a:txBody>
                    <a:bodyPr/>
                    <a:lstStyle/>
                    <a:p>
                      <a:pPr indent="0" lvl="0" marL="0" rtl="0" algn="l">
                        <a:spcBef>
                          <a:spcPts val="0"/>
                        </a:spcBef>
                        <a:spcAft>
                          <a:spcPts val="0"/>
                        </a:spcAft>
                        <a:buNone/>
                      </a:pPr>
                      <a:r>
                        <a:rPr b="1" lang="en-CA"/>
                        <a:t>No LLE + SVM-rbf</a:t>
                      </a:r>
                      <a:endParaRPr b="1"/>
                    </a:p>
                  </a:txBody>
                  <a:tcPr marT="91425" marB="91425" marR="91425" marL="91425"/>
                </a:tc>
                <a:tc hMerge="1"/>
              </a:tr>
              <a:tr h="381000">
                <a:tc>
                  <a:txBody>
                    <a:bodyPr/>
                    <a:lstStyle/>
                    <a:p>
                      <a:pPr indent="0" lvl="0" marL="0" rtl="0" algn="l">
                        <a:spcBef>
                          <a:spcPts val="0"/>
                        </a:spcBef>
                        <a:spcAft>
                          <a:spcPts val="0"/>
                        </a:spcAft>
                        <a:buNone/>
                      </a:pPr>
                      <a:r>
                        <a:rPr b="1" lang="en-CA"/>
                        <a:t>Sensitivity</a:t>
                      </a:r>
                      <a:endParaRPr b="1"/>
                    </a:p>
                  </a:txBody>
                  <a:tcPr marT="91425" marB="91425" marR="91425" marL="91425"/>
                </a:tc>
                <a:tc>
                  <a:txBody>
                    <a:bodyPr/>
                    <a:lstStyle/>
                    <a:p>
                      <a:pPr indent="0" lvl="0" marL="0" rtl="0" algn="l">
                        <a:spcBef>
                          <a:spcPts val="0"/>
                        </a:spcBef>
                        <a:spcAft>
                          <a:spcPts val="0"/>
                        </a:spcAft>
                        <a:buNone/>
                      </a:pPr>
                      <a:r>
                        <a:rPr lang="en-CA"/>
                        <a:t>0.0000</a:t>
                      </a:r>
                      <a:endParaRPr/>
                    </a:p>
                  </a:txBody>
                  <a:tcPr marT="91425" marB="91425" marR="91425" marL="91425"/>
                </a:tc>
              </a:tr>
              <a:tr h="381000">
                <a:tc>
                  <a:txBody>
                    <a:bodyPr/>
                    <a:lstStyle/>
                    <a:p>
                      <a:pPr indent="0" lvl="0" marL="0" rtl="0" algn="l">
                        <a:spcBef>
                          <a:spcPts val="0"/>
                        </a:spcBef>
                        <a:spcAft>
                          <a:spcPts val="0"/>
                        </a:spcAft>
                        <a:buNone/>
                      </a:pPr>
                      <a:r>
                        <a:rPr b="1" lang="en-CA"/>
                        <a:t>Specificity</a:t>
                      </a:r>
                      <a:endParaRPr b="1"/>
                    </a:p>
                  </a:txBody>
                  <a:tcPr marT="91425" marB="91425" marR="91425" marL="91425"/>
                </a:tc>
                <a:tc>
                  <a:txBody>
                    <a:bodyPr/>
                    <a:lstStyle/>
                    <a:p>
                      <a:pPr indent="0" lvl="0" marL="0" rtl="0" algn="l">
                        <a:spcBef>
                          <a:spcPts val="0"/>
                        </a:spcBef>
                        <a:spcAft>
                          <a:spcPts val="0"/>
                        </a:spcAft>
                        <a:buNone/>
                      </a:pPr>
                      <a:r>
                        <a:rPr lang="en-CA"/>
                        <a:t>0.9952</a:t>
                      </a:r>
                      <a:endParaRPr/>
                    </a:p>
                  </a:txBody>
                  <a:tcPr marT="91425" marB="91425" marR="91425" marL="91425"/>
                </a:tc>
              </a:tr>
              <a:tr h="381000">
                <a:tc>
                  <a:txBody>
                    <a:bodyPr/>
                    <a:lstStyle/>
                    <a:p>
                      <a:pPr indent="0" lvl="0" marL="0" rtl="0" algn="l">
                        <a:spcBef>
                          <a:spcPts val="0"/>
                        </a:spcBef>
                        <a:spcAft>
                          <a:spcPts val="0"/>
                        </a:spcAft>
                        <a:buNone/>
                      </a:pPr>
                      <a:r>
                        <a:rPr b="1" lang="en-CA"/>
                        <a:t>Accuracy</a:t>
                      </a:r>
                      <a:endParaRPr b="1"/>
                    </a:p>
                  </a:txBody>
                  <a:tcPr marT="91425" marB="91425" marR="91425" marL="91425"/>
                </a:tc>
                <a:tc>
                  <a:txBody>
                    <a:bodyPr/>
                    <a:lstStyle/>
                    <a:p>
                      <a:pPr indent="0" lvl="0" marL="0" rtl="0" algn="l">
                        <a:spcBef>
                          <a:spcPts val="0"/>
                        </a:spcBef>
                        <a:spcAft>
                          <a:spcPts val="0"/>
                        </a:spcAft>
                        <a:buNone/>
                      </a:pPr>
                      <a:r>
                        <a:rPr lang="en-CA"/>
                        <a:t>0.6434</a:t>
                      </a:r>
                      <a:endParaRPr/>
                    </a:p>
                  </a:txBody>
                  <a:tcPr marT="91425" marB="91425" marR="91425" marL="91425"/>
                </a:tc>
              </a:tr>
              <a:tr h="381000">
                <a:tc>
                  <a:txBody>
                    <a:bodyPr/>
                    <a:lstStyle/>
                    <a:p>
                      <a:pPr indent="0" lvl="0" marL="0" rtl="0" algn="l">
                        <a:spcBef>
                          <a:spcPts val="0"/>
                        </a:spcBef>
                        <a:spcAft>
                          <a:spcPts val="0"/>
                        </a:spcAft>
                        <a:buNone/>
                      </a:pPr>
                      <a:r>
                        <a:rPr b="1" lang="en-CA"/>
                        <a:t>ROC AUC</a:t>
                      </a:r>
                      <a:endParaRPr b="1"/>
                    </a:p>
                  </a:txBody>
                  <a:tcPr marT="91425" marB="91425" marR="91425" marL="91425"/>
                </a:tc>
                <a:tc>
                  <a:txBody>
                    <a:bodyPr/>
                    <a:lstStyle/>
                    <a:p>
                      <a:pPr indent="0" lvl="0" marL="0" rtl="0" algn="l">
                        <a:spcBef>
                          <a:spcPts val="0"/>
                        </a:spcBef>
                        <a:spcAft>
                          <a:spcPts val="0"/>
                        </a:spcAft>
                        <a:buNone/>
                      </a:pPr>
                      <a:r>
                        <a:rPr b="1" lang="en-CA"/>
                        <a:t>0.4923</a:t>
                      </a:r>
                      <a:endParaRPr b="1"/>
                    </a:p>
                  </a:txBody>
                  <a:tcPr marT="91425" marB="91425" marR="91425" marL="91425"/>
                </a:tc>
              </a:tr>
            </a:tbl>
          </a:graphicData>
        </a:graphic>
      </p:graphicFrame>
      <p:graphicFrame>
        <p:nvGraphicFramePr>
          <p:cNvPr id="8910" name="Google Shape;8910;p353"/>
          <p:cNvGraphicFramePr/>
          <p:nvPr/>
        </p:nvGraphicFramePr>
        <p:xfrm>
          <a:off x="5392750" y="471800"/>
          <a:ext cx="3000000" cy="3000000"/>
        </p:xfrm>
        <a:graphic>
          <a:graphicData uri="http://schemas.openxmlformats.org/drawingml/2006/table">
            <a:tbl>
              <a:tblPr>
                <a:noFill/>
                <a:tableStyleId>{68E34481-02A7-41A2-80F5-0ABD368C6211}</a:tableStyleId>
              </a:tblPr>
              <a:tblGrid>
                <a:gridCol w="1450650"/>
                <a:gridCol w="1450650"/>
              </a:tblGrid>
              <a:tr h="381000">
                <a:tc gridSpan="2">
                  <a:txBody>
                    <a:bodyPr/>
                    <a:lstStyle/>
                    <a:p>
                      <a:pPr indent="0" lvl="0" marL="0" rtl="0" algn="l">
                        <a:spcBef>
                          <a:spcPts val="0"/>
                        </a:spcBef>
                        <a:spcAft>
                          <a:spcPts val="0"/>
                        </a:spcAft>
                        <a:buNone/>
                      </a:pPr>
                      <a:r>
                        <a:rPr b="1" lang="en-CA"/>
                        <a:t>LLE + SVM-linear</a:t>
                      </a:r>
                      <a:endParaRPr b="1"/>
                    </a:p>
                  </a:txBody>
                  <a:tcPr marT="91425" marB="91425" marR="91425" marL="91425"/>
                </a:tc>
                <a:tc hMerge="1"/>
              </a:tr>
              <a:tr h="381000">
                <a:tc>
                  <a:txBody>
                    <a:bodyPr/>
                    <a:lstStyle/>
                    <a:p>
                      <a:pPr indent="0" lvl="0" marL="0" rtl="0" algn="l">
                        <a:spcBef>
                          <a:spcPts val="0"/>
                        </a:spcBef>
                        <a:spcAft>
                          <a:spcPts val="0"/>
                        </a:spcAft>
                        <a:buNone/>
                      </a:pPr>
                      <a:r>
                        <a:rPr b="1" lang="en-CA"/>
                        <a:t>Sensitivity</a:t>
                      </a:r>
                      <a:endParaRPr b="1"/>
                    </a:p>
                  </a:txBody>
                  <a:tcPr marT="91425" marB="91425" marR="91425" marL="91425"/>
                </a:tc>
                <a:tc>
                  <a:txBody>
                    <a:bodyPr/>
                    <a:lstStyle/>
                    <a:p>
                      <a:pPr indent="0" lvl="0" marL="0" rtl="0" algn="l">
                        <a:spcBef>
                          <a:spcPts val="0"/>
                        </a:spcBef>
                        <a:spcAft>
                          <a:spcPts val="0"/>
                        </a:spcAft>
                        <a:buNone/>
                      </a:pPr>
                      <a:r>
                        <a:rPr lang="en-CA"/>
                        <a:t>0.0000</a:t>
                      </a:r>
                      <a:endParaRPr/>
                    </a:p>
                  </a:txBody>
                  <a:tcPr marT="91425" marB="91425" marR="91425" marL="91425"/>
                </a:tc>
              </a:tr>
              <a:tr h="381000">
                <a:tc>
                  <a:txBody>
                    <a:bodyPr/>
                    <a:lstStyle/>
                    <a:p>
                      <a:pPr indent="0" lvl="0" marL="0" rtl="0" algn="l">
                        <a:spcBef>
                          <a:spcPts val="0"/>
                        </a:spcBef>
                        <a:spcAft>
                          <a:spcPts val="0"/>
                        </a:spcAft>
                        <a:buNone/>
                      </a:pPr>
                      <a:r>
                        <a:rPr b="1" lang="en-CA"/>
                        <a:t>Specificity</a:t>
                      </a:r>
                      <a:endParaRPr b="1"/>
                    </a:p>
                  </a:txBody>
                  <a:tcPr marT="91425" marB="91425" marR="91425" marL="91425"/>
                </a:tc>
                <a:tc>
                  <a:txBody>
                    <a:bodyPr/>
                    <a:lstStyle/>
                    <a:p>
                      <a:pPr indent="0" lvl="0" marL="0" rtl="0" algn="l">
                        <a:spcBef>
                          <a:spcPts val="0"/>
                        </a:spcBef>
                        <a:spcAft>
                          <a:spcPts val="0"/>
                        </a:spcAft>
                        <a:buNone/>
                      </a:pPr>
                      <a:r>
                        <a:rPr lang="en-CA"/>
                        <a:t>1.0000</a:t>
                      </a:r>
                      <a:endParaRPr/>
                    </a:p>
                  </a:txBody>
                  <a:tcPr marT="91425" marB="91425" marR="91425" marL="91425"/>
                </a:tc>
              </a:tr>
              <a:tr h="381000">
                <a:tc>
                  <a:txBody>
                    <a:bodyPr/>
                    <a:lstStyle/>
                    <a:p>
                      <a:pPr indent="0" lvl="0" marL="0" rtl="0" algn="l">
                        <a:spcBef>
                          <a:spcPts val="0"/>
                        </a:spcBef>
                        <a:spcAft>
                          <a:spcPts val="0"/>
                        </a:spcAft>
                        <a:buNone/>
                      </a:pPr>
                      <a:r>
                        <a:rPr b="1" lang="en-CA"/>
                        <a:t>Accuracy</a:t>
                      </a:r>
                      <a:endParaRPr b="1"/>
                    </a:p>
                  </a:txBody>
                  <a:tcPr marT="91425" marB="91425" marR="91425" marL="91425"/>
                </a:tc>
                <a:tc>
                  <a:txBody>
                    <a:bodyPr/>
                    <a:lstStyle/>
                    <a:p>
                      <a:pPr indent="0" lvl="0" marL="0" rtl="0" algn="l">
                        <a:spcBef>
                          <a:spcPts val="0"/>
                        </a:spcBef>
                        <a:spcAft>
                          <a:spcPts val="0"/>
                        </a:spcAft>
                        <a:buNone/>
                      </a:pPr>
                      <a:r>
                        <a:rPr lang="en-CA"/>
                        <a:t>0.6465</a:t>
                      </a:r>
                      <a:endParaRPr/>
                    </a:p>
                  </a:txBody>
                  <a:tcPr marT="91425" marB="91425" marR="91425" marL="91425"/>
                </a:tc>
              </a:tr>
              <a:tr h="381000">
                <a:tc>
                  <a:txBody>
                    <a:bodyPr/>
                    <a:lstStyle/>
                    <a:p>
                      <a:pPr indent="0" lvl="0" marL="0" rtl="0" algn="l">
                        <a:spcBef>
                          <a:spcPts val="0"/>
                        </a:spcBef>
                        <a:spcAft>
                          <a:spcPts val="0"/>
                        </a:spcAft>
                        <a:buNone/>
                      </a:pPr>
                      <a:r>
                        <a:rPr b="1" lang="en-CA"/>
                        <a:t>ROC AUC</a:t>
                      </a:r>
                      <a:endParaRPr b="1"/>
                    </a:p>
                  </a:txBody>
                  <a:tcPr marT="91425" marB="91425" marR="91425" marL="91425"/>
                </a:tc>
                <a:tc>
                  <a:txBody>
                    <a:bodyPr/>
                    <a:lstStyle/>
                    <a:p>
                      <a:pPr indent="0" lvl="0" marL="0" rtl="0" algn="l">
                        <a:spcBef>
                          <a:spcPts val="0"/>
                        </a:spcBef>
                        <a:spcAft>
                          <a:spcPts val="0"/>
                        </a:spcAft>
                        <a:buNone/>
                      </a:pPr>
                      <a:r>
                        <a:rPr b="1" lang="en-CA"/>
                        <a:t>0.5101</a:t>
                      </a:r>
                      <a:endParaRPr b="1"/>
                    </a:p>
                  </a:txBody>
                  <a:tcPr marT="91425" marB="91425" marR="91425" marL="91425"/>
                </a:tc>
              </a:tr>
            </a:tbl>
          </a:graphicData>
        </a:graphic>
      </p:graphicFrame>
      <p:graphicFrame>
        <p:nvGraphicFramePr>
          <p:cNvPr id="8911" name="Google Shape;8911;p353"/>
          <p:cNvGraphicFramePr/>
          <p:nvPr/>
        </p:nvGraphicFramePr>
        <p:xfrm>
          <a:off x="875750" y="471800"/>
          <a:ext cx="3000000" cy="3000000"/>
        </p:xfrm>
        <a:graphic>
          <a:graphicData uri="http://schemas.openxmlformats.org/drawingml/2006/table">
            <a:tbl>
              <a:tblPr>
                <a:noFill/>
                <a:tableStyleId>{68E34481-02A7-41A2-80F5-0ABD368C6211}</a:tableStyleId>
              </a:tblPr>
              <a:tblGrid>
                <a:gridCol w="1450650"/>
                <a:gridCol w="1450650"/>
              </a:tblGrid>
              <a:tr h="381000">
                <a:tc gridSpan="2">
                  <a:txBody>
                    <a:bodyPr/>
                    <a:lstStyle/>
                    <a:p>
                      <a:pPr indent="0" lvl="0" marL="0" rtl="0" algn="l">
                        <a:spcBef>
                          <a:spcPts val="0"/>
                        </a:spcBef>
                        <a:spcAft>
                          <a:spcPts val="0"/>
                        </a:spcAft>
                        <a:buNone/>
                      </a:pPr>
                      <a:r>
                        <a:rPr b="1" lang="en-CA"/>
                        <a:t>No LLE + SVM-linear</a:t>
                      </a:r>
                      <a:endParaRPr b="1"/>
                    </a:p>
                  </a:txBody>
                  <a:tcPr marT="91425" marB="91425" marR="91425" marL="91425"/>
                </a:tc>
                <a:tc hMerge="1"/>
              </a:tr>
              <a:tr h="381000">
                <a:tc>
                  <a:txBody>
                    <a:bodyPr/>
                    <a:lstStyle/>
                    <a:p>
                      <a:pPr indent="0" lvl="0" marL="0" rtl="0" algn="l">
                        <a:spcBef>
                          <a:spcPts val="0"/>
                        </a:spcBef>
                        <a:spcAft>
                          <a:spcPts val="0"/>
                        </a:spcAft>
                        <a:buNone/>
                      </a:pPr>
                      <a:r>
                        <a:rPr b="1" lang="en-CA"/>
                        <a:t>Sensitivity</a:t>
                      </a:r>
                      <a:endParaRPr b="1"/>
                    </a:p>
                  </a:txBody>
                  <a:tcPr marT="91425" marB="91425" marR="91425" marL="91425"/>
                </a:tc>
                <a:tc>
                  <a:txBody>
                    <a:bodyPr/>
                    <a:lstStyle/>
                    <a:p>
                      <a:pPr indent="0" lvl="0" marL="0" rtl="0" algn="l">
                        <a:spcBef>
                          <a:spcPts val="0"/>
                        </a:spcBef>
                        <a:spcAft>
                          <a:spcPts val="0"/>
                        </a:spcAft>
                        <a:buNone/>
                      </a:pPr>
                      <a:r>
                        <a:rPr lang="en-CA"/>
                        <a:t>0.0000</a:t>
                      </a:r>
                      <a:endParaRPr/>
                    </a:p>
                  </a:txBody>
                  <a:tcPr marT="91425" marB="91425" marR="91425" marL="91425"/>
                </a:tc>
              </a:tr>
              <a:tr h="381000">
                <a:tc>
                  <a:txBody>
                    <a:bodyPr/>
                    <a:lstStyle/>
                    <a:p>
                      <a:pPr indent="0" lvl="0" marL="0" rtl="0" algn="l">
                        <a:spcBef>
                          <a:spcPts val="0"/>
                        </a:spcBef>
                        <a:spcAft>
                          <a:spcPts val="0"/>
                        </a:spcAft>
                        <a:buNone/>
                      </a:pPr>
                      <a:r>
                        <a:rPr b="1" lang="en-CA"/>
                        <a:t>Specificity</a:t>
                      </a:r>
                      <a:endParaRPr b="1"/>
                    </a:p>
                  </a:txBody>
                  <a:tcPr marT="91425" marB="91425" marR="91425" marL="91425"/>
                </a:tc>
                <a:tc>
                  <a:txBody>
                    <a:bodyPr/>
                    <a:lstStyle/>
                    <a:p>
                      <a:pPr indent="0" lvl="0" marL="0" rtl="0" algn="l">
                        <a:spcBef>
                          <a:spcPts val="0"/>
                        </a:spcBef>
                        <a:spcAft>
                          <a:spcPts val="0"/>
                        </a:spcAft>
                        <a:buNone/>
                      </a:pPr>
                      <a:r>
                        <a:rPr lang="en-CA"/>
                        <a:t>1.0000</a:t>
                      </a:r>
                      <a:endParaRPr/>
                    </a:p>
                  </a:txBody>
                  <a:tcPr marT="91425" marB="91425" marR="91425" marL="91425"/>
                </a:tc>
              </a:tr>
              <a:tr h="381000">
                <a:tc>
                  <a:txBody>
                    <a:bodyPr/>
                    <a:lstStyle/>
                    <a:p>
                      <a:pPr indent="0" lvl="0" marL="0" rtl="0" algn="l">
                        <a:spcBef>
                          <a:spcPts val="0"/>
                        </a:spcBef>
                        <a:spcAft>
                          <a:spcPts val="0"/>
                        </a:spcAft>
                        <a:buNone/>
                      </a:pPr>
                      <a:r>
                        <a:rPr b="1" lang="en-CA"/>
                        <a:t>Accuracy</a:t>
                      </a:r>
                      <a:endParaRPr b="1"/>
                    </a:p>
                  </a:txBody>
                  <a:tcPr marT="91425" marB="91425" marR="91425" marL="91425"/>
                </a:tc>
                <a:tc>
                  <a:txBody>
                    <a:bodyPr/>
                    <a:lstStyle/>
                    <a:p>
                      <a:pPr indent="0" lvl="0" marL="0" rtl="0" algn="l">
                        <a:spcBef>
                          <a:spcPts val="0"/>
                        </a:spcBef>
                        <a:spcAft>
                          <a:spcPts val="0"/>
                        </a:spcAft>
                        <a:buNone/>
                      </a:pPr>
                      <a:r>
                        <a:rPr lang="en-CA"/>
                        <a:t>0.6465</a:t>
                      </a:r>
                      <a:endParaRPr/>
                    </a:p>
                  </a:txBody>
                  <a:tcPr marT="91425" marB="91425" marR="91425" marL="91425"/>
                </a:tc>
              </a:tr>
              <a:tr h="381000">
                <a:tc>
                  <a:txBody>
                    <a:bodyPr/>
                    <a:lstStyle/>
                    <a:p>
                      <a:pPr indent="0" lvl="0" marL="0" rtl="0" algn="l">
                        <a:spcBef>
                          <a:spcPts val="0"/>
                        </a:spcBef>
                        <a:spcAft>
                          <a:spcPts val="0"/>
                        </a:spcAft>
                        <a:buNone/>
                      </a:pPr>
                      <a:r>
                        <a:rPr b="1" lang="en-CA"/>
                        <a:t>ROC AUC</a:t>
                      </a:r>
                      <a:endParaRPr b="1"/>
                    </a:p>
                  </a:txBody>
                  <a:tcPr marT="91425" marB="91425" marR="91425" marL="91425"/>
                </a:tc>
                <a:tc>
                  <a:txBody>
                    <a:bodyPr/>
                    <a:lstStyle/>
                    <a:p>
                      <a:pPr indent="0" lvl="0" marL="0" rtl="0" algn="l">
                        <a:spcBef>
                          <a:spcPts val="0"/>
                        </a:spcBef>
                        <a:spcAft>
                          <a:spcPts val="0"/>
                        </a:spcAft>
                        <a:buNone/>
                      </a:pPr>
                      <a:r>
                        <a:rPr b="1" lang="en-CA"/>
                        <a:t>0.4731</a:t>
                      </a:r>
                      <a:endParaRPr b="1"/>
                    </a:p>
                  </a:txBody>
                  <a:tcPr marT="91425" marB="91425" marR="91425" marL="91425"/>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8915" name="Shape 8915"/>
        <p:cNvGrpSpPr/>
        <p:nvPr/>
      </p:nvGrpSpPr>
      <p:grpSpPr>
        <a:xfrm>
          <a:off x="0" y="0"/>
          <a:ext cx="0" cy="0"/>
          <a:chOff x="0" y="0"/>
          <a:chExt cx="0" cy="0"/>
        </a:xfrm>
      </p:grpSpPr>
      <p:pic>
        <p:nvPicPr>
          <p:cNvPr id="8916" name="Google Shape;8916;p354"/>
          <p:cNvPicPr preferRelativeResize="0"/>
          <p:nvPr/>
        </p:nvPicPr>
        <p:blipFill>
          <a:blip r:embed="rId3">
            <a:alphaModFix/>
          </a:blip>
          <a:stretch>
            <a:fillRect/>
          </a:stretch>
        </p:blipFill>
        <p:spPr>
          <a:xfrm>
            <a:off x="152400" y="1170125"/>
            <a:ext cx="4853898" cy="3820975"/>
          </a:xfrm>
          <a:prstGeom prst="rect">
            <a:avLst/>
          </a:prstGeom>
          <a:noFill/>
          <a:ln>
            <a:noFill/>
          </a:ln>
        </p:spPr>
      </p:pic>
      <p:pic>
        <p:nvPicPr>
          <p:cNvPr id="8917" name="Google Shape;8917;p354"/>
          <p:cNvPicPr preferRelativeResize="0"/>
          <p:nvPr/>
        </p:nvPicPr>
        <p:blipFill>
          <a:blip r:embed="rId4">
            <a:alphaModFix/>
          </a:blip>
          <a:stretch>
            <a:fillRect/>
          </a:stretch>
        </p:blipFill>
        <p:spPr>
          <a:xfrm>
            <a:off x="5158698" y="1170125"/>
            <a:ext cx="3762191" cy="3820975"/>
          </a:xfrm>
          <a:prstGeom prst="rect">
            <a:avLst/>
          </a:prstGeom>
          <a:noFill/>
          <a:ln>
            <a:noFill/>
          </a:ln>
        </p:spPr>
      </p:pic>
      <p:sp>
        <p:nvSpPr>
          <p:cNvPr id="8918" name="Google Shape;8918;p354"/>
          <p:cNvSpPr txBox="1"/>
          <p:nvPr/>
        </p:nvSpPr>
        <p:spPr>
          <a:xfrm>
            <a:off x="271500" y="140350"/>
            <a:ext cx="88725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CA" sz="2700">
                <a:solidFill>
                  <a:schemeClr val="dk1"/>
                </a:solidFill>
                <a:latin typeface="Barlow"/>
                <a:ea typeface="Barlow"/>
                <a:cs typeface="Barlow"/>
                <a:sym typeface="Barlow"/>
              </a:rPr>
              <a:t>Results for the Risk-only Dataset (LLE + SVM RBF) </a:t>
            </a:r>
            <a:endParaRPr b="1" sz="2700">
              <a:solidFill>
                <a:schemeClr val="dk1"/>
              </a:solidFill>
              <a:latin typeface="Barlow"/>
              <a:ea typeface="Barlow"/>
              <a:cs typeface="Barlow"/>
              <a:sym typeface="Barlow"/>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A"/>
        </a:solidFill>
      </p:bgPr>
    </p:bg>
    <p:spTree>
      <p:nvGrpSpPr>
        <p:cNvPr id="8922" name="Shape 8922"/>
        <p:cNvGrpSpPr/>
        <p:nvPr/>
      </p:nvGrpSpPr>
      <p:grpSpPr>
        <a:xfrm>
          <a:off x="0" y="0"/>
          <a:ext cx="0" cy="0"/>
          <a:chOff x="0" y="0"/>
          <a:chExt cx="0" cy="0"/>
        </a:xfrm>
      </p:grpSpPr>
      <p:graphicFrame>
        <p:nvGraphicFramePr>
          <p:cNvPr id="8923" name="Google Shape;8923;p355"/>
          <p:cNvGraphicFramePr/>
          <p:nvPr/>
        </p:nvGraphicFramePr>
        <p:xfrm>
          <a:off x="5392750" y="2813175"/>
          <a:ext cx="3000000" cy="3000000"/>
        </p:xfrm>
        <a:graphic>
          <a:graphicData uri="http://schemas.openxmlformats.org/drawingml/2006/table">
            <a:tbl>
              <a:tblPr>
                <a:noFill/>
                <a:tableStyleId>{68E34481-02A7-41A2-80F5-0ABD368C6211}</a:tableStyleId>
              </a:tblPr>
              <a:tblGrid>
                <a:gridCol w="1450650"/>
                <a:gridCol w="1450650"/>
              </a:tblGrid>
              <a:tr h="381000">
                <a:tc gridSpan="2">
                  <a:txBody>
                    <a:bodyPr/>
                    <a:lstStyle/>
                    <a:p>
                      <a:pPr indent="0" lvl="0" marL="0" rtl="0" algn="l">
                        <a:spcBef>
                          <a:spcPts val="0"/>
                        </a:spcBef>
                        <a:spcAft>
                          <a:spcPts val="0"/>
                        </a:spcAft>
                        <a:buNone/>
                      </a:pPr>
                      <a:r>
                        <a:rPr b="1" lang="en-CA"/>
                        <a:t>LLE + SVM-rbf</a:t>
                      </a:r>
                      <a:endParaRPr b="1"/>
                    </a:p>
                  </a:txBody>
                  <a:tcPr marT="91425" marB="91425" marR="91425" marL="91425"/>
                </a:tc>
                <a:tc hMerge="1"/>
              </a:tr>
              <a:tr h="381000">
                <a:tc>
                  <a:txBody>
                    <a:bodyPr/>
                    <a:lstStyle/>
                    <a:p>
                      <a:pPr indent="0" lvl="0" marL="0" rtl="0" algn="l">
                        <a:spcBef>
                          <a:spcPts val="0"/>
                        </a:spcBef>
                        <a:spcAft>
                          <a:spcPts val="0"/>
                        </a:spcAft>
                        <a:buNone/>
                      </a:pPr>
                      <a:r>
                        <a:rPr b="1" lang="en-CA"/>
                        <a:t>Sensitivity</a:t>
                      </a:r>
                      <a:endParaRPr b="1"/>
                    </a:p>
                  </a:txBody>
                  <a:tcPr marT="91425" marB="91425" marR="91425" marL="91425"/>
                </a:tc>
                <a:tc>
                  <a:txBody>
                    <a:bodyPr/>
                    <a:lstStyle/>
                    <a:p>
                      <a:pPr indent="0" lvl="0" marL="0" rtl="0" algn="l">
                        <a:spcBef>
                          <a:spcPts val="0"/>
                        </a:spcBef>
                        <a:spcAft>
                          <a:spcPts val="0"/>
                        </a:spcAft>
                        <a:buNone/>
                      </a:pPr>
                      <a:r>
                        <a:rPr lang="en-CA"/>
                        <a:t>0.0044</a:t>
                      </a:r>
                      <a:endParaRPr/>
                    </a:p>
                  </a:txBody>
                  <a:tcPr marT="91425" marB="91425" marR="91425" marL="91425"/>
                </a:tc>
              </a:tr>
              <a:tr h="381000">
                <a:tc>
                  <a:txBody>
                    <a:bodyPr/>
                    <a:lstStyle/>
                    <a:p>
                      <a:pPr indent="0" lvl="0" marL="0" rtl="0" algn="l">
                        <a:spcBef>
                          <a:spcPts val="0"/>
                        </a:spcBef>
                        <a:spcAft>
                          <a:spcPts val="0"/>
                        </a:spcAft>
                        <a:buNone/>
                      </a:pPr>
                      <a:r>
                        <a:rPr b="1" lang="en-CA"/>
                        <a:t>Specificity</a:t>
                      </a:r>
                      <a:endParaRPr b="1"/>
                    </a:p>
                  </a:txBody>
                  <a:tcPr marT="91425" marB="91425" marR="91425" marL="91425"/>
                </a:tc>
                <a:tc>
                  <a:txBody>
                    <a:bodyPr/>
                    <a:lstStyle/>
                    <a:p>
                      <a:pPr indent="0" lvl="0" marL="0" rtl="0" algn="l">
                        <a:spcBef>
                          <a:spcPts val="0"/>
                        </a:spcBef>
                        <a:spcAft>
                          <a:spcPts val="0"/>
                        </a:spcAft>
                        <a:buNone/>
                      </a:pPr>
                      <a:r>
                        <a:rPr lang="en-CA"/>
                        <a:t>0.9976</a:t>
                      </a:r>
                      <a:endParaRPr/>
                    </a:p>
                  </a:txBody>
                  <a:tcPr marT="91425" marB="91425" marR="91425" marL="91425"/>
                </a:tc>
              </a:tr>
              <a:tr h="381000">
                <a:tc>
                  <a:txBody>
                    <a:bodyPr/>
                    <a:lstStyle/>
                    <a:p>
                      <a:pPr indent="0" lvl="0" marL="0" rtl="0" algn="l">
                        <a:spcBef>
                          <a:spcPts val="0"/>
                        </a:spcBef>
                        <a:spcAft>
                          <a:spcPts val="0"/>
                        </a:spcAft>
                        <a:buNone/>
                      </a:pPr>
                      <a:r>
                        <a:rPr b="1" lang="en-CA"/>
                        <a:t>Accuracy</a:t>
                      </a:r>
                      <a:endParaRPr b="1"/>
                    </a:p>
                  </a:txBody>
                  <a:tcPr marT="91425" marB="91425" marR="91425" marL="91425"/>
                </a:tc>
                <a:tc>
                  <a:txBody>
                    <a:bodyPr/>
                    <a:lstStyle/>
                    <a:p>
                      <a:pPr indent="0" lvl="0" marL="0" rtl="0" algn="l">
                        <a:spcBef>
                          <a:spcPts val="0"/>
                        </a:spcBef>
                        <a:spcAft>
                          <a:spcPts val="0"/>
                        </a:spcAft>
                        <a:buNone/>
                      </a:pPr>
                      <a:r>
                        <a:rPr lang="en-CA"/>
                        <a:t>0.6465</a:t>
                      </a:r>
                      <a:endParaRPr/>
                    </a:p>
                  </a:txBody>
                  <a:tcPr marT="91425" marB="91425" marR="91425" marL="91425"/>
                </a:tc>
              </a:tr>
              <a:tr h="381000">
                <a:tc>
                  <a:txBody>
                    <a:bodyPr/>
                    <a:lstStyle/>
                    <a:p>
                      <a:pPr indent="0" lvl="0" marL="0" rtl="0" algn="l">
                        <a:spcBef>
                          <a:spcPts val="0"/>
                        </a:spcBef>
                        <a:spcAft>
                          <a:spcPts val="0"/>
                        </a:spcAft>
                        <a:buNone/>
                      </a:pPr>
                      <a:r>
                        <a:rPr b="1" lang="en-CA"/>
                        <a:t>ROC AUC</a:t>
                      </a:r>
                      <a:endParaRPr b="1"/>
                    </a:p>
                  </a:txBody>
                  <a:tcPr marT="91425" marB="91425" marR="91425" marL="91425"/>
                </a:tc>
                <a:tc>
                  <a:txBody>
                    <a:bodyPr/>
                    <a:lstStyle/>
                    <a:p>
                      <a:pPr indent="0" lvl="0" marL="0" rtl="0" algn="l">
                        <a:spcBef>
                          <a:spcPts val="0"/>
                        </a:spcBef>
                        <a:spcAft>
                          <a:spcPts val="0"/>
                        </a:spcAft>
                        <a:buNone/>
                      </a:pPr>
                      <a:r>
                        <a:rPr b="1" lang="en-CA"/>
                        <a:t>0.5409</a:t>
                      </a:r>
                      <a:endParaRPr b="1"/>
                    </a:p>
                  </a:txBody>
                  <a:tcPr marT="91425" marB="91425" marR="91425" marL="91425"/>
                </a:tc>
              </a:tr>
            </a:tbl>
          </a:graphicData>
        </a:graphic>
      </p:graphicFrame>
      <p:graphicFrame>
        <p:nvGraphicFramePr>
          <p:cNvPr id="8924" name="Google Shape;8924;p355"/>
          <p:cNvGraphicFramePr/>
          <p:nvPr/>
        </p:nvGraphicFramePr>
        <p:xfrm>
          <a:off x="875750" y="2813175"/>
          <a:ext cx="3000000" cy="3000000"/>
        </p:xfrm>
        <a:graphic>
          <a:graphicData uri="http://schemas.openxmlformats.org/drawingml/2006/table">
            <a:tbl>
              <a:tblPr>
                <a:noFill/>
                <a:tableStyleId>{68E34481-02A7-41A2-80F5-0ABD368C6211}</a:tableStyleId>
              </a:tblPr>
              <a:tblGrid>
                <a:gridCol w="1450650"/>
                <a:gridCol w="1450650"/>
              </a:tblGrid>
              <a:tr h="381000">
                <a:tc gridSpan="2">
                  <a:txBody>
                    <a:bodyPr/>
                    <a:lstStyle/>
                    <a:p>
                      <a:pPr indent="0" lvl="0" marL="0" rtl="0" algn="l">
                        <a:spcBef>
                          <a:spcPts val="0"/>
                        </a:spcBef>
                        <a:spcAft>
                          <a:spcPts val="0"/>
                        </a:spcAft>
                        <a:buNone/>
                      </a:pPr>
                      <a:r>
                        <a:rPr b="1" lang="en-CA"/>
                        <a:t>No LLE + SVM-rbf</a:t>
                      </a:r>
                      <a:endParaRPr b="1"/>
                    </a:p>
                  </a:txBody>
                  <a:tcPr marT="91425" marB="91425" marR="91425" marL="91425"/>
                </a:tc>
                <a:tc hMerge="1"/>
              </a:tr>
              <a:tr h="381000">
                <a:tc>
                  <a:txBody>
                    <a:bodyPr/>
                    <a:lstStyle/>
                    <a:p>
                      <a:pPr indent="0" lvl="0" marL="0" rtl="0" algn="l">
                        <a:spcBef>
                          <a:spcPts val="0"/>
                        </a:spcBef>
                        <a:spcAft>
                          <a:spcPts val="0"/>
                        </a:spcAft>
                        <a:buNone/>
                      </a:pPr>
                      <a:r>
                        <a:rPr b="1" lang="en-CA"/>
                        <a:t>Sensitivity</a:t>
                      </a:r>
                      <a:endParaRPr b="1"/>
                    </a:p>
                  </a:txBody>
                  <a:tcPr marT="91425" marB="91425" marR="91425" marL="91425"/>
                </a:tc>
                <a:tc>
                  <a:txBody>
                    <a:bodyPr/>
                    <a:lstStyle/>
                    <a:p>
                      <a:pPr indent="0" lvl="0" marL="0" rtl="0" algn="l">
                        <a:spcBef>
                          <a:spcPts val="0"/>
                        </a:spcBef>
                        <a:spcAft>
                          <a:spcPts val="0"/>
                        </a:spcAft>
                        <a:buNone/>
                      </a:pPr>
                      <a:r>
                        <a:rPr lang="en-CA"/>
                        <a:t>0.0000</a:t>
                      </a:r>
                      <a:endParaRPr/>
                    </a:p>
                  </a:txBody>
                  <a:tcPr marT="91425" marB="91425" marR="91425" marL="91425"/>
                </a:tc>
              </a:tr>
              <a:tr h="381000">
                <a:tc>
                  <a:txBody>
                    <a:bodyPr/>
                    <a:lstStyle/>
                    <a:p>
                      <a:pPr indent="0" lvl="0" marL="0" rtl="0" algn="l">
                        <a:spcBef>
                          <a:spcPts val="0"/>
                        </a:spcBef>
                        <a:spcAft>
                          <a:spcPts val="0"/>
                        </a:spcAft>
                        <a:buNone/>
                      </a:pPr>
                      <a:r>
                        <a:rPr b="1" lang="en-CA"/>
                        <a:t>Specificity</a:t>
                      </a:r>
                      <a:endParaRPr b="1"/>
                    </a:p>
                  </a:txBody>
                  <a:tcPr marT="91425" marB="91425" marR="91425" marL="91425"/>
                </a:tc>
                <a:tc>
                  <a:txBody>
                    <a:bodyPr/>
                    <a:lstStyle/>
                    <a:p>
                      <a:pPr indent="0" lvl="0" marL="0" rtl="0" algn="l">
                        <a:spcBef>
                          <a:spcPts val="0"/>
                        </a:spcBef>
                        <a:spcAft>
                          <a:spcPts val="0"/>
                        </a:spcAft>
                        <a:buNone/>
                      </a:pPr>
                      <a:r>
                        <a:rPr lang="en-CA"/>
                        <a:t>0.9952</a:t>
                      </a:r>
                      <a:endParaRPr/>
                    </a:p>
                  </a:txBody>
                  <a:tcPr marT="91425" marB="91425" marR="91425" marL="91425"/>
                </a:tc>
              </a:tr>
              <a:tr h="381000">
                <a:tc>
                  <a:txBody>
                    <a:bodyPr/>
                    <a:lstStyle/>
                    <a:p>
                      <a:pPr indent="0" lvl="0" marL="0" rtl="0" algn="l">
                        <a:spcBef>
                          <a:spcPts val="0"/>
                        </a:spcBef>
                        <a:spcAft>
                          <a:spcPts val="0"/>
                        </a:spcAft>
                        <a:buNone/>
                      </a:pPr>
                      <a:r>
                        <a:rPr b="1" lang="en-CA"/>
                        <a:t>Accuracy</a:t>
                      </a:r>
                      <a:endParaRPr b="1"/>
                    </a:p>
                  </a:txBody>
                  <a:tcPr marT="91425" marB="91425" marR="91425" marL="91425"/>
                </a:tc>
                <a:tc>
                  <a:txBody>
                    <a:bodyPr/>
                    <a:lstStyle/>
                    <a:p>
                      <a:pPr indent="0" lvl="0" marL="0" rtl="0" algn="l">
                        <a:spcBef>
                          <a:spcPts val="0"/>
                        </a:spcBef>
                        <a:spcAft>
                          <a:spcPts val="0"/>
                        </a:spcAft>
                        <a:buNone/>
                      </a:pPr>
                      <a:r>
                        <a:rPr lang="en-CA"/>
                        <a:t>0.6434</a:t>
                      </a:r>
                      <a:endParaRPr/>
                    </a:p>
                  </a:txBody>
                  <a:tcPr marT="91425" marB="91425" marR="91425" marL="91425"/>
                </a:tc>
              </a:tr>
              <a:tr h="381000">
                <a:tc>
                  <a:txBody>
                    <a:bodyPr/>
                    <a:lstStyle/>
                    <a:p>
                      <a:pPr indent="0" lvl="0" marL="0" rtl="0" algn="l">
                        <a:spcBef>
                          <a:spcPts val="0"/>
                        </a:spcBef>
                        <a:spcAft>
                          <a:spcPts val="0"/>
                        </a:spcAft>
                        <a:buNone/>
                      </a:pPr>
                      <a:r>
                        <a:rPr b="1" lang="en-CA"/>
                        <a:t>ROC AUC</a:t>
                      </a:r>
                      <a:endParaRPr b="1"/>
                    </a:p>
                  </a:txBody>
                  <a:tcPr marT="91425" marB="91425" marR="91425" marL="91425"/>
                </a:tc>
                <a:tc>
                  <a:txBody>
                    <a:bodyPr/>
                    <a:lstStyle/>
                    <a:p>
                      <a:pPr indent="0" lvl="0" marL="0" rtl="0" algn="l">
                        <a:spcBef>
                          <a:spcPts val="0"/>
                        </a:spcBef>
                        <a:spcAft>
                          <a:spcPts val="0"/>
                        </a:spcAft>
                        <a:buNone/>
                      </a:pPr>
                      <a:r>
                        <a:rPr b="1" lang="en-CA"/>
                        <a:t>0.4923</a:t>
                      </a:r>
                      <a:endParaRPr b="1"/>
                    </a:p>
                  </a:txBody>
                  <a:tcPr marT="91425" marB="91425" marR="91425" marL="91425"/>
                </a:tc>
              </a:tr>
            </a:tbl>
          </a:graphicData>
        </a:graphic>
      </p:graphicFrame>
      <p:graphicFrame>
        <p:nvGraphicFramePr>
          <p:cNvPr id="8925" name="Google Shape;8925;p355"/>
          <p:cNvGraphicFramePr/>
          <p:nvPr/>
        </p:nvGraphicFramePr>
        <p:xfrm>
          <a:off x="5392750" y="471800"/>
          <a:ext cx="3000000" cy="3000000"/>
        </p:xfrm>
        <a:graphic>
          <a:graphicData uri="http://schemas.openxmlformats.org/drawingml/2006/table">
            <a:tbl>
              <a:tblPr>
                <a:noFill/>
                <a:tableStyleId>{68E34481-02A7-41A2-80F5-0ABD368C6211}</a:tableStyleId>
              </a:tblPr>
              <a:tblGrid>
                <a:gridCol w="1450650"/>
                <a:gridCol w="1450650"/>
              </a:tblGrid>
              <a:tr h="381000">
                <a:tc gridSpan="2">
                  <a:txBody>
                    <a:bodyPr/>
                    <a:lstStyle/>
                    <a:p>
                      <a:pPr indent="0" lvl="0" marL="0" rtl="0" algn="l">
                        <a:spcBef>
                          <a:spcPts val="0"/>
                        </a:spcBef>
                        <a:spcAft>
                          <a:spcPts val="0"/>
                        </a:spcAft>
                        <a:buNone/>
                      </a:pPr>
                      <a:r>
                        <a:rPr b="1" lang="en-CA"/>
                        <a:t>LLE + SVM-linear</a:t>
                      </a:r>
                      <a:endParaRPr b="1"/>
                    </a:p>
                  </a:txBody>
                  <a:tcPr marT="91425" marB="91425" marR="91425" marL="91425"/>
                </a:tc>
                <a:tc hMerge="1"/>
              </a:tr>
              <a:tr h="381000">
                <a:tc>
                  <a:txBody>
                    <a:bodyPr/>
                    <a:lstStyle/>
                    <a:p>
                      <a:pPr indent="0" lvl="0" marL="0" rtl="0" algn="l">
                        <a:spcBef>
                          <a:spcPts val="0"/>
                        </a:spcBef>
                        <a:spcAft>
                          <a:spcPts val="0"/>
                        </a:spcAft>
                        <a:buNone/>
                      </a:pPr>
                      <a:r>
                        <a:rPr b="1" lang="en-CA"/>
                        <a:t>Sensitivity</a:t>
                      </a:r>
                      <a:endParaRPr b="1"/>
                    </a:p>
                  </a:txBody>
                  <a:tcPr marT="91425" marB="91425" marR="91425" marL="91425"/>
                </a:tc>
                <a:tc>
                  <a:txBody>
                    <a:bodyPr/>
                    <a:lstStyle/>
                    <a:p>
                      <a:pPr indent="0" lvl="0" marL="0" rtl="0" algn="l">
                        <a:spcBef>
                          <a:spcPts val="0"/>
                        </a:spcBef>
                        <a:spcAft>
                          <a:spcPts val="0"/>
                        </a:spcAft>
                        <a:buNone/>
                      </a:pPr>
                      <a:r>
                        <a:rPr lang="en-CA"/>
                        <a:t>0.0000</a:t>
                      </a:r>
                      <a:endParaRPr/>
                    </a:p>
                  </a:txBody>
                  <a:tcPr marT="91425" marB="91425" marR="91425" marL="91425"/>
                </a:tc>
              </a:tr>
              <a:tr h="381000">
                <a:tc>
                  <a:txBody>
                    <a:bodyPr/>
                    <a:lstStyle/>
                    <a:p>
                      <a:pPr indent="0" lvl="0" marL="0" rtl="0" algn="l">
                        <a:spcBef>
                          <a:spcPts val="0"/>
                        </a:spcBef>
                        <a:spcAft>
                          <a:spcPts val="0"/>
                        </a:spcAft>
                        <a:buNone/>
                      </a:pPr>
                      <a:r>
                        <a:rPr b="1" lang="en-CA"/>
                        <a:t>Specificity</a:t>
                      </a:r>
                      <a:endParaRPr b="1"/>
                    </a:p>
                  </a:txBody>
                  <a:tcPr marT="91425" marB="91425" marR="91425" marL="91425"/>
                </a:tc>
                <a:tc>
                  <a:txBody>
                    <a:bodyPr/>
                    <a:lstStyle/>
                    <a:p>
                      <a:pPr indent="0" lvl="0" marL="0" rtl="0" algn="l">
                        <a:spcBef>
                          <a:spcPts val="0"/>
                        </a:spcBef>
                        <a:spcAft>
                          <a:spcPts val="0"/>
                        </a:spcAft>
                        <a:buNone/>
                      </a:pPr>
                      <a:r>
                        <a:rPr lang="en-CA"/>
                        <a:t>1.0000</a:t>
                      </a:r>
                      <a:endParaRPr/>
                    </a:p>
                  </a:txBody>
                  <a:tcPr marT="91425" marB="91425" marR="91425" marL="91425"/>
                </a:tc>
              </a:tr>
              <a:tr h="381000">
                <a:tc>
                  <a:txBody>
                    <a:bodyPr/>
                    <a:lstStyle/>
                    <a:p>
                      <a:pPr indent="0" lvl="0" marL="0" rtl="0" algn="l">
                        <a:spcBef>
                          <a:spcPts val="0"/>
                        </a:spcBef>
                        <a:spcAft>
                          <a:spcPts val="0"/>
                        </a:spcAft>
                        <a:buNone/>
                      </a:pPr>
                      <a:r>
                        <a:rPr b="1" lang="en-CA"/>
                        <a:t>Accuracy</a:t>
                      </a:r>
                      <a:endParaRPr b="1"/>
                    </a:p>
                  </a:txBody>
                  <a:tcPr marT="91425" marB="91425" marR="91425" marL="91425"/>
                </a:tc>
                <a:tc>
                  <a:txBody>
                    <a:bodyPr/>
                    <a:lstStyle/>
                    <a:p>
                      <a:pPr indent="0" lvl="0" marL="0" rtl="0" algn="l">
                        <a:spcBef>
                          <a:spcPts val="0"/>
                        </a:spcBef>
                        <a:spcAft>
                          <a:spcPts val="0"/>
                        </a:spcAft>
                        <a:buNone/>
                      </a:pPr>
                      <a:r>
                        <a:rPr lang="en-CA"/>
                        <a:t>0.6465</a:t>
                      </a:r>
                      <a:endParaRPr/>
                    </a:p>
                  </a:txBody>
                  <a:tcPr marT="91425" marB="91425" marR="91425" marL="91425"/>
                </a:tc>
              </a:tr>
              <a:tr h="381000">
                <a:tc>
                  <a:txBody>
                    <a:bodyPr/>
                    <a:lstStyle/>
                    <a:p>
                      <a:pPr indent="0" lvl="0" marL="0" rtl="0" algn="l">
                        <a:spcBef>
                          <a:spcPts val="0"/>
                        </a:spcBef>
                        <a:spcAft>
                          <a:spcPts val="0"/>
                        </a:spcAft>
                        <a:buNone/>
                      </a:pPr>
                      <a:r>
                        <a:rPr b="1" lang="en-CA"/>
                        <a:t>ROC AUC</a:t>
                      </a:r>
                      <a:endParaRPr b="1"/>
                    </a:p>
                  </a:txBody>
                  <a:tcPr marT="91425" marB="91425" marR="91425" marL="91425"/>
                </a:tc>
                <a:tc>
                  <a:txBody>
                    <a:bodyPr/>
                    <a:lstStyle/>
                    <a:p>
                      <a:pPr indent="0" lvl="0" marL="0" rtl="0" algn="l">
                        <a:spcBef>
                          <a:spcPts val="0"/>
                        </a:spcBef>
                        <a:spcAft>
                          <a:spcPts val="0"/>
                        </a:spcAft>
                        <a:buNone/>
                      </a:pPr>
                      <a:r>
                        <a:rPr b="1" lang="en-CA"/>
                        <a:t>0.5101</a:t>
                      </a:r>
                      <a:endParaRPr b="1"/>
                    </a:p>
                  </a:txBody>
                  <a:tcPr marT="91425" marB="91425" marR="91425" marL="91425"/>
                </a:tc>
              </a:tr>
            </a:tbl>
          </a:graphicData>
        </a:graphic>
      </p:graphicFrame>
      <p:graphicFrame>
        <p:nvGraphicFramePr>
          <p:cNvPr id="8926" name="Google Shape;8926;p355"/>
          <p:cNvGraphicFramePr/>
          <p:nvPr/>
        </p:nvGraphicFramePr>
        <p:xfrm>
          <a:off x="875750" y="471800"/>
          <a:ext cx="3000000" cy="3000000"/>
        </p:xfrm>
        <a:graphic>
          <a:graphicData uri="http://schemas.openxmlformats.org/drawingml/2006/table">
            <a:tbl>
              <a:tblPr>
                <a:noFill/>
                <a:tableStyleId>{68E34481-02A7-41A2-80F5-0ABD368C6211}</a:tableStyleId>
              </a:tblPr>
              <a:tblGrid>
                <a:gridCol w="1450650"/>
                <a:gridCol w="1450650"/>
              </a:tblGrid>
              <a:tr h="381000">
                <a:tc gridSpan="2">
                  <a:txBody>
                    <a:bodyPr/>
                    <a:lstStyle/>
                    <a:p>
                      <a:pPr indent="0" lvl="0" marL="0" rtl="0" algn="l">
                        <a:spcBef>
                          <a:spcPts val="0"/>
                        </a:spcBef>
                        <a:spcAft>
                          <a:spcPts val="0"/>
                        </a:spcAft>
                        <a:buNone/>
                      </a:pPr>
                      <a:r>
                        <a:rPr b="1" lang="en-CA"/>
                        <a:t>No LLE + SVM-linear</a:t>
                      </a:r>
                      <a:endParaRPr b="1"/>
                    </a:p>
                  </a:txBody>
                  <a:tcPr marT="91425" marB="91425" marR="91425" marL="91425"/>
                </a:tc>
                <a:tc hMerge="1"/>
              </a:tr>
              <a:tr h="381000">
                <a:tc>
                  <a:txBody>
                    <a:bodyPr/>
                    <a:lstStyle/>
                    <a:p>
                      <a:pPr indent="0" lvl="0" marL="0" rtl="0" algn="l">
                        <a:spcBef>
                          <a:spcPts val="0"/>
                        </a:spcBef>
                        <a:spcAft>
                          <a:spcPts val="0"/>
                        </a:spcAft>
                        <a:buNone/>
                      </a:pPr>
                      <a:r>
                        <a:rPr b="1" lang="en-CA"/>
                        <a:t>Sensitivity</a:t>
                      </a:r>
                      <a:endParaRPr b="1"/>
                    </a:p>
                  </a:txBody>
                  <a:tcPr marT="91425" marB="91425" marR="91425" marL="91425"/>
                </a:tc>
                <a:tc>
                  <a:txBody>
                    <a:bodyPr/>
                    <a:lstStyle/>
                    <a:p>
                      <a:pPr indent="0" lvl="0" marL="0" rtl="0" algn="l">
                        <a:spcBef>
                          <a:spcPts val="0"/>
                        </a:spcBef>
                        <a:spcAft>
                          <a:spcPts val="0"/>
                        </a:spcAft>
                        <a:buNone/>
                      </a:pPr>
                      <a:r>
                        <a:rPr lang="en-CA"/>
                        <a:t>0.0000</a:t>
                      </a:r>
                      <a:endParaRPr/>
                    </a:p>
                  </a:txBody>
                  <a:tcPr marT="91425" marB="91425" marR="91425" marL="91425"/>
                </a:tc>
              </a:tr>
              <a:tr h="381000">
                <a:tc>
                  <a:txBody>
                    <a:bodyPr/>
                    <a:lstStyle/>
                    <a:p>
                      <a:pPr indent="0" lvl="0" marL="0" rtl="0" algn="l">
                        <a:spcBef>
                          <a:spcPts val="0"/>
                        </a:spcBef>
                        <a:spcAft>
                          <a:spcPts val="0"/>
                        </a:spcAft>
                        <a:buNone/>
                      </a:pPr>
                      <a:r>
                        <a:rPr b="1" lang="en-CA"/>
                        <a:t>Specificity</a:t>
                      </a:r>
                      <a:endParaRPr b="1"/>
                    </a:p>
                  </a:txBody>
                  <a:tcPr marT="91425" marB="91425" marR="91425" marL="91425"/>
                </a:tc>
                <a:tc>
                  <a:txBody>
                    <a:bodyPr/>
                    <a:lstStyle/>
                    <a:p>
                      <a:pPr indent="0" lvl="0" marL="0" rtl="0" algn="l">
                        <a:spcBef>
                          <a:spcPts val="0"/>
                        </a:spcBef>
                        <a:spcAft>
                          <a:spcPts val="0"/>
                        </a:spcAft>
                        <a:buNone/>
                      </a:pPr>
                      <a:r>
                        <a:rPr lang="en-CA"/>
                        <a:t>1.0000</a:t>
                      </a:r>
                      <a:endParaRPr/>
                    </a:p>
                  </a:txBody>
                  <a:tcPr marT="91425" marB="91425" marR="91425" marL="91425"/>
                </a:tc>
              </a:tr>
              <a:tr h="381000">
                <a:tc>
                  <a:txBody>
                    <a:bodyPr/>
                    <a:lstStyle/>
                    <a:p>
                      <a:pPr indent="0" lvl="0" marL="0" rtl="0" algn="l">
                        <a:spcBef>
                          <a:spcPts val="0"/>
                        </a:spcBef>
                        <a:spcAft>
                          <a:spcPts val="0"/>
                        </a:spcAft>
                        <a:buNone/>
                      </a:pPr>
                      <a:r>
                        <a:rPr b="1" lang="en-CA"/>
                        <a:t>Accuracy</a:t>
                      </a:r>
                      <a:endParaRPr b="1"/>
                    </a:p>
                  </a:txBody>
                  <a:tcPr marT="91425" marB="91425" marR="91425" marL="91425"/>
                </a:tc>
                <a:tc>
                  <a:txBody>
                    <a:bodyPr/>
                    <a:lstStyle/>
                    <a:p>
                      <a:pPr indent="0" lvl="0" marL="0" rtl="0" algn="l">
                        <a:spcBef>
                          <a:spcPts val="0"/>
                        </a:spcBef>
                        <a:spcAft>
                          <a:spcPts val="0"/>
                        </a:spcAft>
                        <a:buNone/>
                      </a:pPr>
                      <a:r>
                        <a:rPr lang="en-CA"/>
                        <a:t>0.6465</a:t>
                      </a:r>
                      <a:endParaRPr/>
                    </a:p>
                  </a:txBody>
                  <a:tcPr marT="91425" marB="91425" marR="91425" marL="91425"/>
                </a:tc>
              </a:tr>
              <a:tr h="381000">
                <a:tc>
                  <a:txBody>
                    <a:bodyPr/>
                    <a:lstStyle/>
                    <a:p>
                      <a:pPr indent="0" lvl="0" marL="0" rtl="0" algn="l">
                        <a:spcBef>
                          <a:spcPts val="0"/>
                        </a:spcBef>
                        <a:spcAft>
                          <a:spcPts val="0"/>
                        </a:spcAft>
                        <a:buNone/>
                      </a:pPr>
                      <a:r>
                        <a:rPr b="1" lang="en-CA"/>
                        <a:t>ROC AUC</a:t>
                      </a:r>
                      <a:endParaRPr b="1"/>
                    </a:p>
                  </a:txBody>
                  <a:tcPr marT="91425" marB="91425" marR="91425" marL="91425"/>
                </a:tc>
                <a:tc>
                  <a:txBody>
                    <a:bodyPr/>
                    <a:lstStyle/>
                    <a:p>
                      <a:pPr indent="0" lvl="0" marL="0" rtl="0" algn="l">
                        <a:spcBef>
                          <a:spcPts val="0"/>
                        </a:spcBef>
                        <a:spcAft>
                          <a:spcPts val="0"/>
                        </a:spcAft>
                        <a:buNone/>
                      </a:pPr>
                      <a:r>
                        <a:rPr b="1" lang="en-CA"/>
                        <a:t>0.4731</a:t>
                      </a:r>
                      <a:endParaRPr b="1"/>
                    </a:p>
                  </a:txBody>
                  <a:tcPr marT="91425" marB="91425" marR="91425" marL="91425"/>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30" name="Shape 8930"/>
        <p:cNvGrpSpPr/>
        <p:nvPr/>
      </p:nvGrpSpPr>
      <p:grpSpPr>
        <a:xfrm>
          <a:off x="0" y="0"/>
          <a:ext cx="0" cy="0"/>
          <a:chOff x="0" y="0"/>
          <a:chExt cx="0" cy="0"/>
        </a:xfrm>
      </p:grpSpPr>
      <p:grpSp>
        <p:nvGrpSpPr>
          <p:cNvPr id="8931" name="Google Shape;8931;p356"/>
          <p:cNvGrpSpPr/>
          <p:nvPr/>
        </p:nvGrpSpPr>
        <p:grpSpPr>
          <a:xfrm>
            <a:off x="6154513" y="1224825"/>
            <a:ext cx="4427750" cy="4713008"/>
            <a:chOff x="5407988" y="539400"/>
            <a:chExt cx="4427750" cy="4713008"/>
          </a:xfrm>
        </p:grpSpPr>
        <p:grpSp>
          <p:nvGrpSpPr>
            <p:cNvPr id="8932" name="Google Shape;8932;p356"/>
            <p:cNvGrpSpPr/>
            <p:nvPr/>
          </p:nvGrpSpPr>
          <p:grpSpPr>
            <a:xfrm>
              <a:off x="5407988" y="1205311"/>
              <a:ext cx="4427750" cy="4047097"/>
              <a:chOff x="1210815" y="637186"/>
              <a:chExt cx="4975000" cy="4547300"/>
            </a:xfrm>
          </p:grpSpPr>
          <p:sp>
            <p:nvSpPr>
              <p:cNvPr id="8933" name="Google Shape;8933;p356"/>
              <p:cNvSpPr/>
              <p:nvPr/>
            </p:nvSpPr>
            <p:spPr>
              <a:xfrm>
                <a:off x="1210815" y="637186"/>
                <a:ext cx="4975000" cy="4547300"/>
              </a:xfrm>
              <a:custGeom>
                <a:rect b="b" l="l" r="r" t="t"/>
                <a:pathLst>
                  <a:path extrusionOk="0" h="181892" w="199000">
                    <a:moveTo>
                      <a:pt x="145095" y="1"/>
                    </a:moveTo>
                    <a:cubicBezTo>
                      <a:pt x="138627" y="1"/>
                      <a:pt x="132133" y="1487"/>
                      <a:pt x="126012" y="4493"/>
                    </a:cubicBezTo>
                    <a:cubicBezTo>
                      <a:pt x="114352" y="10189"/>
                      <a:pt x="105300" y="19870"/>
                      <a:pt x="93640" y="25565"/>
                    </a:cubicBezTo>
                    <a:cubicBezTo>
                      <a:pt x="77694" y="33359"/>
                      <a:pt x="60219" y="37615"/>
                      <a:pt x="44092" y="45079"/>
                    </a:cubicBezTo>
                    <a:cubicBezTo>
                      <a:pt x="27996" y="52542"/>
                      <a:pt x="12590" y="64262"/>
                      <a:pt x="6805" y="81048"/>
                    </a:cubicBezTo>
                    <a:cubicBezTo>
                      <a:pt x="0" y="100891"/>
                      <a:pt x="2398" y="124211"/>
                      <a:pt x="12799" y="142345"/>
                    </a:cubicBezTo>
                    <a:cubicBezTo>
                      <a:pt x="29403" y="171284"/>
                      <a:pt x="62084" y="181892"/>
                      <a:pt x="93858" y="181892"/>
                    </a:cubicBezTo>
                    <a:cubicBezTo>
                      <a:pt x="94435" y="181892"/>
                      <a:pt x="95012" y="181888"/>
                      <a:pt x="95588" y="181881"/>
                    </a:cubicBezTo>
                    <a:cubicBezTo>
                      <a:pt x="163839" y="181102"/>
                      <a:pt x="198999" y="98403"/>
                      <a:pt x="187879" y="38994"/>
                    </a:cubicBezTo>
                    <a:cubicBezTo>
                      <a:pt x="185451" y="26105"/>
                      <a:pt x="179516" y="13756"/>
                      <a:pt x="168156" y="6712"/>
                    </a:cubicBezTo>
                    <a:cubicBezTo>
                      <a:pt x="161006" y="2259"/>
                      <a:pt x="153070" y="1"/>
                      <a:pt x="145095"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4" name="Google Shape;8934;p356"/>
              <p:cNvSpPr/>
              <p:nvPr/>
            </p:nvSpPr>
            <p:spPr>
              <a:xfrm>
                <a:off x="2694175" y="2394750"/>
                <a:ext cx="1923625" cy="2085500"/>
              </a:xfrm>
              <a:custGeom>
                <a:rect b="b" l="l" r="r" t="t"/>
                <a:pathLst>
                  <a:path extrusionOk="0" h="83420" w="76945">
                    <a:moveTo>
                      <a:pt x="49159" y="1"/>
                    </a:moveTo>
                    <a:cubicBezTo>
                      <a:pt x="49159" y="1"/>
                      <a:pt x="40856" y="1170"/>
                      <a:pt x="37948" y="1530"/>
                    </a:cubicBezTo>
                    <a:cubicBezTo>
                      <a:pt x="35071" y="1919"/>
                      <a:pt x="30665" y="5396"/>
                      <a:pt x="30665" y="5396"/>
                    </a:cubicBezTo>
                    <a:cubicBezTo>
                      <a:pt x="23860" y="6595"/>
                      <a:pt x="16157" y="10282"/>
                      <a:pt x="16157" y="10282"/>
                    </a:cubicBezTo>
                    <a:cubicBezTo>
                      <a:pt x="11331" y="16427"/>
                      <a:pt x="4197" y="36569"/>
                      <a:pt x="2099" y="46281"/>
                    </a:cubicBezTo>
                    <a:cubicBezTo>
                      <a:pt x="1" y="55963"/>
                      <a:pt x="481" y="66843"/>
                      <a:pt x="481" y="66843"/>
                    </a:cubicBezTo>
                    <a:cubicBezTo>
                      <a:pt x="5486" y="71220"/>
                      <a:pt x="17476" y="73588"/>
                      <a:pt x="17476" y="73588"/>
                    </a:cubicBezTo>
                    <a:lnTo>
                      <a:pt x="18825" y="83419"/>
                    </a:lnTo>
                    <a:lnTo>
                      <a:pt x="57941" y="83419"/>
                    </a:lnTo>
                    <a:lnTo>
                      <a:pt x="64685" y="54764"/>
                    </a:lnTo>
                    <a:cubicBezTo>
                      <a:pt x="64685" y="54764"/>
                      <a:pt x="68462" y="47780"/>
                      <a:pt x="69991" y="44513"/>
                    </a:cubicBezTo>
                    <a:cubicBezTo>
                      <a:pt x="71519" y="41216"/>
                      <a:pt x="76945" y="26378"/>
                      <a:pt x="76945" y="26378"/>
                    </a:cubicBezTo>
                    <a:cubicBezTo>
                      <a:pt x="76045" y="23561"/>
                      <a:pt x="72419" y="21133"/>
                      <a:pt x="70680" y="19844"/>
                    </a:cubicBezTo>
                    <a:cubicBezTo>
                      <a:pt x="68912" y="18585"/>
                      <a:pt x="66634" y="16157"/>
                      <a:pt x="64715" y="14329"/>
                    </a:cubicBezTo>
                    <a:cubicBezTo>
                      <a:pt x="62797" y="12500"/>
                      <a:pt x="59080" y="10282"/>
                      <a:pt x="59080" y="10282"/>
                    </a:cubicBezTo>
                    <a:cubicBezTo>
                      <a:pt x="58211" y="8184"/>
                      <a:pt x="57132" y="6176"/>
                      <a:pt x="55843" y="4317"/>
                    </a:cubicBezTo>
                    <a:cubicBezTo>
                      <a:pt x="53595" y="1080"/>
                      <a:pt x="49308" y="211"/>
                      <a:pt x="49159" y="1"/>
                    </a:cubicBez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5" name="Google Shape;8935;p356"/>
              <p:cNvSpPr/>
              <p:nvPr/>
            </p:nvSpPr>
            <p:spPr>
              <a:xfrm>
                <a:off x="3364100" y="1427350"/>
                <a:ext cx="771125" cy="1355650"/>
              </a:xfrm>
              <a:custGeom>
                <a:rect b="b" l="l" r="r" t="t"/>
                <a:pathLst>
                  <a:path extrusionOk="0" h="54226" w="30845">
                    <a:moveTo>
                      <a:pt x="17506" y="0"/>
                    </a:moveTo>
                    <a:lnTo>
                      <a:pt x="2339" y="4256"/>
                    </a:lnTo>
                    <a:lnTo>
                      <a:pt x="1" y="13369"/>
                    </a:lnTo>
                    <a:lnTo>
                      <a:pt x="1500" y="17985"/>
                    </a:lnTo>
                    <a:cubicBezTo>
                      <a:pt x="1500" y="17985"/>
                      <a:pt x="1799" y="22271"/>
                      <a:pt x="1859" y="24369"/>
                    </a:cubicBezTo>
                    <a:cubicBezTo>
                      <a:pt x="1919" y="26497"/>
                      <a:pt x="1859" y="28116"/>
                      <a:pt x="3478" y="30694"/>
                    </a:cubicBezTo>
                    <a:cubicBezTo>
                      <a:pt x="5067" y="33272"/>
                      <a:pt x="6565" y="35819"/>
                      <a:pt x="10042" y="38037"/>
                    </a:cubicBezTo>
                    <a:lnTo>
                      <a:pt x="10042" y="43882"/>
                    </a:lnTo>
                    <a:cubicBezTo>
                      <a:pt x="10042" y="43882"/>
                      <a:pt x="7884" y="50147"/>
                      <a:pt x="9083" y="53984"/>
                    </a:cubicBezTo>
                    <a:cubicBezTo>
                      <a:pt x="9083" y="53984"/>
                      <a:pt x="9306" y="54226"/>
                      <a:pt x="9855" y="54226"/>
                    </a:cubicBezTo>
                    <a:cubicBezTo>
                      <a:pt x="10273" y="54226"/>
                      <a:pt x="10879" y="54086"/>
                      <a:pt x="11721" y="53594"/>
                    </a:cubicBezTo>
                    <a:cubicBezTo>
                      <a:pt x="13699" y="52485"/>
                      <a:pt x="22062" y="46880"/>
                      <a:pt x="24969" y="41035"/>
                    </a:cubicBezTo>
                    <a:lnTo>
                      <a:pt x="25869" y="26198"/>
                    </a:lnTo>
                    <a:cubicBezTo>
                      <a:pt x="25869" y="26198"/>
                      <a:pt x="26036" y="26225"/>
                      <a:pt x="26301" y="26225"/>
                    </a:cubicBezTo>
                    <a:cubicBezTo>
                      <a:pt x="27047" y="26225"/>
                      <a:pt x="28564" y="26013"/>
                      <a:pt x="29316" y="24399"/>
                    </a:cubicBezTo>
                    <a:cubicBezTo>
                      <a:pt x="30844" y="22241"/>
                      <a:pt x="30784" y="19723"/>
                      <a:pt x="30215" y="17685"/>
                    </a:cubicBezTo>
                    <a:cubicBezTo>
                      <a:pt x="29954" y="16796"/>
                      <a:pt x="29322" y="16546"/>
                      <a:pt x="28693" y="16546"/>
                    </a:cubicBezTo>
                    <a:cubicBezTo>
                      <a:pt x="27878" y="16546"/>
                      <a:pt x="27068" y="16966"/>
                      <a:pt x="27068" y="16966"/>
                    </a:cubicBezTo>
                    <a:lnTo>
                      <a:pt x="27607" y="15737"/>
                    </a:lnTo>
                    <a:cubicBezTo>
                      <a:pt x="27607" y="15737"/>
                      <a:pt x="28476" y="5845"/>
                      <a:pt x="24190" y="4886"/>
                    </a:cubicBezTo>
                    <a:cubicBezTo>
                      <a:pt x="19904" y="3927"/>
                      <a:pt x="17506" y="0"/>
                      <a:pt x="17506" y="0"/>
                    </a:cubicBezTo>
                    <a:close/>
                  </a:path>
                </a:pathLst>
              </a:custGeom>
              <a:solidFill>
                <a:schemeClr val="lt1"/>
              </a:solid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6" name="Google Shape;8936;p356"/>
              <p:cNvSpPr/>
              <p:nvPr/>
            </p:nvSpPr>
            <p:spPr>
              <a:xfrm>
                <a:off x="3302650" y="1299300"/>
                <a:ext cx="791350" cy="621150"/>
              </a:xfrm>
              <a:custGeom>
                <a:rect b="b" l="l" r="r" t="t"/>
                <a:pathLst>
                  <a:path extrusionOk="0" h="24846" w="31654">
                    <a:moveTo>
                      <a:pt x="16344" y="1"/>
                    </a:moveTo>
                    <a:cubicBezTo>
                      <a:pt x="16006" y="1"/>
                      <a:pt x="15703" y="91"/>
                      <a:pt x="15438" y="296"/>
                    </a:cubicBezTo>
                    <a:cubicBezTo>
                      <a:pt x="13669" y="1675"/>
                      <a:pt x="4827" y="3384"/>
                      <a:pt x="2399" y="6291"/>
                    </a:cubicBezTo>
                    <a:cubicBezTo>
                      <a:pt x="1" y="9199"/>
                      <a:pt x="1829" y="13095"/>
                      <a:pt x="1769" y="16183"/>
                    </a:cubicBezTo>
                    <a:cubicBezTo>
                      <a:pt x="1695" y="18748"/>
                      <a:pt x="3689" y="24147"/>
                      <a:pt x="4039" y="24147"/>
                    </a:cubicBezTo>
                    <a:cubicBezTo>
                      <a:pt x="4111" y="24147"/>
                      <a:pt x="4114" y="23924"/>
                      <a:pt x="4018" y="23406"/>
                    </a:cubicBezTo>
                    <a:cubicBezTo>
                      <a:pt x="3988" y="23317"/>
                      <a:pt x="3958" y="23227"/>
                      <a:pt x="3958" y="23107"/>
                    </a:cubicBezTo>
                    <a:cubicBezTo>
                      <a:pt x="3538" y="20319"/>
                      <a:pt x="3538" y="17472"/>
                      <a:pt x="3928" y="14684"/>
                    </a:cubicBezTo>
                    <a:cubicBezTo>
                      <a:pt x="4227" y="12885"/>
                      <a:pt x="5936" y="9948"/>
                      <a:pt x="5936" y="9948"/>
                    </a:cubicBezTo>
                    <a:cubicBezTo>
                      <a:pt x="6741" y="10016"/>
                      <a:pt x="7507" y="10047"/>
                      <a:pt x="8235" y="10047"/>
                    </a:cubicBezTo>
                    <a:cubicBezTo>
                      <a:pt x="14882" y="10047"/>
                      <a:pt x="18315" y="7490"/>
                      <a:pt x="18315" y="7490"/>
                    </a:cubicBezTo>
                    <a:cubicBezTo>
                      <a:pt x="19604" y="11417"/>
                      <a:pt x="25209" y="10278"/>
                      <a:pt x="25899" y="12526"/>
                    </a:cubicBezTo>
                    <a:cubicBezTo>
                      <a:pt x="26618" y="14774"/>
                      <a:pt x="24700" y="17921"/>
                      <a:pt x="25059" y="21038"/>
                    </a:cubicBezTo>
                    <a:cubicBezTo>
                      <a:pt x="25419" y="24186"/>
                      <a:pt x="27337" y="24845"/>
                      <a:pt x="27337" y="24845"/>
                    </a:cubicBezTo>
                    <a:cubicBezTo>
                      <a:pt x="28862" y="21995"/>
                      <a:pt x="30256" y="21620"/>
                      <a:pt x="30884" y="21620"/>
                    </a:cubicBezTo>
                    <a:cubicBezTo>
                      <a:pt x="31108" y="21620"/>
                      <a:pt x="31234" y="21668"/>
                      <a:pt x="31234" y="21668"/>
                    </a:cubicBezTo>
                    <a:cubicBezTo>
                      <a:pt x="31204" y="18730"/>
                      <a:pt x="30665" y="17981"/>
                      <a:pt x="31174" y="12436"/>
                    </a:cubicBezTo>
                    <a:cubicBezTo>
                      <a:pt x="31654" y="6861"/>
                      <a:pt x="28417" y="5272"/>
                      <a:pt x="24490" y="3923"/>
                    </a:cubicBezTo>
                    <a:cubicBezTo>
                      <a:pt x="21162" y="2780"/>
                      <a:pt x="18222" y="1"/>
                      <a:pt x="1634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7" name="Google Shape;8937;p356"/>
              <p:cNvSpPr/>
              <p:nvPr/>
            </p:nvSpPr>
            <p:spPr>
              <a:xfrm>
                <a:off x="3656350" y="2421000"/>
                <a:ext cx="517825" cy="442125"/>
              </a:xfrm>
              <a:custGeom>
                <a:rect b="b" l="l" r="r" t="t"/>
                <a:pathLst>
                  <a:path extrusionOk="0" fill="none" h="17685" w="20713">
                    <a:moveTo>
                      <a:pt x="1" y="15137"/>
                    </a:moveTo>
                    <a:cubicBezTo>
                      <a:pt x="1829" y="13968"/>
                      <a:pt x="4227" y="14418"/>
                      <a:pt x="6235" y="15227"/>
                    </a:cubicBezTo>
                    <a:cubicBezTo>
                      <a:pt x="7315" y="15677"/>
                      <a:pt x="8364" y="16246"/>
                      <a:pt x="9443" y="16726"/>
                    </a:cubicBezTo>
                    <a:cubicBezTo>
                      <a:pt x="9982" y="16965"/>
                      <a:pt x="10552" y="17175"/>
                      <a:pt x="11121" y="17325"/>
                    </a:cubicBezTo>
                    <a:cubicBezTo>
                      <a:pt x="12470" y="17685"/>
                      <a:pt x="11990" y="15976"/>
                      <a:pt x="11901" y="15227"/>
                    </a:cubicBezTo>
                    <a:cubicBezTo>
                      <a:pt x="11811" y="14148"/>
                      <a:pt x="11721" y="13039"/>
                      <a:pt x="11601" y="11960"/>
                    </a:cubicBezTo>
                    <a:cubicBezTo>
                      <a:pt x="11541" y="11720"/>
                      <a:pt x="11571" y="11510"/>
                      <a:pt x="11661" y="11300"/>
                    </a:cubicBezTo>
                    <a:cubicBezTo>
                      <a:pt x="11811" y="11120"/>
                      <a:pt x="11990" y="11001"/>
                      <a:pt x="12200" y="10971"/>
                    </a:cubicBezTo>
                    <a:cubicBezTo>
                      <a:pt x="14598" y="10221"/>
                      <a:pt x="17176" y="10551"/>
                      <a:pt x="19694" y="10581"/>
                    </a:cubicBezTo>
                    <a:cubicBezTo>
                      <a:pt x="19904" y="10611"/>
                      <a:pt x="20143" y="10581"/>
                      <a:pt x="20353" y="10461"/>
                    </a:cubicBezTo>
                    <a:cubicBezTo>
                      <a:pt x="20713" y="10221"/>
                      <a:pt x="20683" y="9682"/>
                      <a:pt x="20593" y="9232"/>
                    </a:cubicBezTo>
                    <a:cubicBezTo>
                      <a:pt x="19724" y="5545"/>
                      <a:pt x="16666" y="1858"/>
                      <a:pt x="13339" y="0"/>
                    </a:cubicBez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8" name="Google Shape;8938;p356"/>
              <p:cNvSpPr/>
              <p:nvPr/>
            </p:nvSpPr>
            <p:spPr>
              <a:xfrm>
                <a:off x="3445050" y="2435975"/>
                <a:ext cx="170125" cy="340975"/>
              </a:xfrm>
              <a:custGeom>
                <a:rect b="b" l="l" r="r" t="t"/>
                <a:pathLst>
                  <a:path extrusionOk="0" fill="none" h="13639" w="6805">
                    <a:moveTo>
                      <a:pt x="6804" y="0"/>
                    </a:moveTo>
                    <a:cubicBezTo>
                      <a:pt x="5156" y="690"/>
                      <a:pt x="3477" y="1409"/>
                      <a:pt x="2038" y="2458"/>
                    </a:cubicBezTo>
                    <a:cubicBezTo>
                      <a:pt x="1529" y="2848"/>
                      <a:pt x="1049" y="3268"/>
                      <a:pt x="630" y="3747"/>
                    </a:cubicBezTo>
                    <a:cubicBezTo>
                      <a:pt x="270" y="4077"/>
                      <a:pt x="60" y="4527"/>
                      <a:pt x="0" y="4976"/>
                    </a:cubicBezTo>
                    <a:cubicBezTo>
                      <a:pt x="30" y="5426"/>
                      <a:pt x="240" y="5845"/>
                      <a:pt x="600" y="6115"/>
                    </a:cubicBezTo>
                    <a:cubicBezTo>
                      <a:pt x="869" y="6325"/>
                      <a:pt x="1139" y="6505"/>
                      <a:pt x="1439" y="6625"/>
                    </a:cubicBezTo>
                    <a:cubicBezTo>
                      <a:pt x="2128" y="6955"/>
                      <a:pt x="2938" y="7284"/>
                      <a:pt x="3237" y="7974"/>
                    </a:cubicBezTo>
                    <a:cubicBezTo>
                      <a:pt x="3297" y="8124"/>
                      <a:pt x="3327" y="8273"/>
                      <a:pt x="3297" y="8423"/>
                    </a:cubicBezTo>
                    <a:cubicBezTo>
                      <a:pt x="3267" y="8573"/>
                      <a:pt x="3177" y="8693"/>
                      <a:pt x="3087" y="8813"/>
                    </a:cubicBezTo>
                    <a:cubicBezTo>
                      <a:pt x="2518" y="9502"/>
                      <a:pt x="1529" y="10042"/>
                      <a:pt x="1589" y="10941"/>
                    </a:cubicBezTo>
                    <a:cubicBezTo>
                      <a:pt x="1649" y="11630"/>
                      <a:pt x="2338" y="12050"/>
                      <a:pt x="2968" y="12350"/>
                    </a:cubicBezTo>
                    <a:cubicBezTo>
                      <a:pt x="3597" y="12680"/>
                      <a:pt x="4316" y="12979"/>
                      <a:pt x="4526" y="13639"/>
                    </a:cubicBez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9" name="Google Shape;8939;p356"/>
              <p:cNvSpPr/>
              <p:nvPr/>
            </p:nvSpPr>
            <p:spPr>
              <a:xfrm>
                <a:off x="3097350" y="2651800"/>
                <a:ext cx="1520450" cy="1547425"/>
              </a:xfrm>
              <a:custGeom>
                <a:rect b="b" l="l" r="r" t="t"/>
                <a:pathLst>
                  <a:path extrusionOk="0" fill="none" h="61897" w="60818">
                    <a:moveTo>
                      <a:pt x="42953" y="0"/>
                    </a:moveTo>
                    <a:cubicBezTo>
                      <a:pt x="42953" y="0"/>
                      <a:pt x="48588" y="3357"/>
                      <a:pt x="51076" y="6534"/>
                    </a:cubicBezTo>
                    <a:cubicBezTo>
                      <a:pt x="53564" y="9712"/>
                      <a:pt x="59469" y="11810"/>
                      <a:pt x="60818" y="16096"/>
                    </a:cubicBezTo>
                    <a:cubicBezTo>
                      <a:pt x="60818" y="16096"/>
                      <a:pt x="53054" y="40555"/>
                      <a:pt x="44901" y="49428"/>
                    </a:cubicBezTo>
                    <a:cubicBezTo>
                      <a:pt x="36778" y="58270"/>
                      <a:pt x="32282" y="61897"/>
                      <a:pt x="32282" y="61897"/>
                    </a:cubicBezTo>
                    <a:cubicBezTo>
                      <a:pt x="32282" y="61897"/>
                      <a:pt x="12709" y="58480"/>
                      <a:pt x="0" y="47839"/>
                    </a:cubicBezTo>
                    <a:lnTo>
                      <a:pt x="4556" y="37378"/>
                    </a:lnTo>
                    <a:cubicBezTo>
                      <a:pt x="4556" y="37378"/>
                      <a:pt x="17355" y="38997"/>
                      <a:pt x="22421" y="40795"/>
                    </a:cubicBezTo>
                    <a:cubicBezTo>
                      <a:pt x="27486" y="42593"/>
                      <a:pt x="32282" y="53504"/>
                      <a:pt x="32282" y="53504"/>
                    </a:cubicBez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0" name="Google Shape;8940;p356"/>
              <p:cNvSpPr/>
              <p:nvPr/>
            </p:nvSpPr>
            <p:spPr>
              <a:xfrm>
                <a:off x="3131050" y="3776575"/>
                <a:ext cx="1172025" cy="703675"/>
              </a:xfrm>
              <a:custGeom>
                <a:rect b="b" l="l" r="r" t="t"/>
                <a:pathLst>
                  <a:path extrusionOk="0" fill="none" h="28147" w="46881">
                    <a:moveTo>
                      <a:pt x="46881" y="0"/>
                    </a:moveTo>
                    <a:lnTo>
                      <a:pt x="40466" y="28146"/>
                    </a:lnTo>
                    <a:lnTo>
                      <a:pt x="1350" y="28146"/>
                    </a:lnTo>
                    <a:lnTo>
                      <a:pt x="1" y="18315"/>
                    </a:lnTo>
                  </a:path>
                </a:pathLst>
              </a:custGeom>
              <a:noFill/>
              <a:ln cap="rnd" cmpd="sng" w="9750">
                <a:solidFill>
                  <a:srgbClr val="2632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1" name="Google Shape;8941;p356"/>
              <p:cNvSpPr/>
              <p:nvPr/>
            </p:nvSpPr>
            <p:spPr>
              <a:xfrm>
                <a:off x="2951975" y="3633900"/>
                <a:ext cx="239050" cy="222875"/>
              </a:xfrm>
              <a:custGeom>
                <a:rect b="b" l="l" r="r" t="t"/>
                <a:pathLst>
                  <a:path extrusionOk="0" h="8915" w="9562">
                    <a:moveTo>
                      <a:pt x="9345" y="0"/>
                    </a:moveTo>
                    <a:cubicBezTo>
                      <a:pt x="8476" y="0"/>
                      <a:pt x="5045" y="442"/>
                      <a:pt x="0" y="6697"/>
                    </a:cubicBezTo>
                    <a:cubicBezTo>
                      <a:pt x="1828" y="6697"/>
                      <a:pt x="3597" y="7326"/>
                      <a:pt x="5066" y="8435"/>
                    </a:cubicBezTo>
                    <a:lnTo>
                      <a:pt x="5995" y="8915"/>
                    </a:lnTo>
                    <a:lnTo>
                      <a:pt x="9562" y="12"/>
                    </a:lnTo>
                    <a:cubicBezTo>
                      <a:pt x="9562" y="12"/>
                      <a:pt x="9488" y="0"/>
                      <a:pt x="9345" y="0"/>
                    </a:cubicBezTo>
                    <a:close/>
                  </a:path>
                </a:pathLst>
              </a:custGeom>
              <a:solidFill>
                <a:schemeClr val="lt1"/>
              </a:solidFill>
              <a:ln cap="flat" cmpd="sng" w="9525">
                <a:solidFill>
                  <a:schemeClr val="dk1"/>
                </a:solidFill>
                <a:prstDash val="solid"/>
                <a:miter lim="299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2" name="Google Shape;8942;p356"/>
              <p:cNvSpPr/>
              <p:nvPr/>
            </p:nvSpPr>
            <p:spPr>
              <a:xfrm>
                <a:off x="3439050" y="4053075"/>
                <a:ext cx="219575" cy="111625"/>
              </a:xfrm>
              <a:custGeom>
                <a:rect b="b" l="l" r="r" t="t"/>
                <a:pathLst>
                  <a:path extrusionOk="0" h="4465" w="8783">
                    <a:moveTo>
                      <a:pt x="0" y="1"/>
                    </a:moveTo>
                    <a:lnTo>
                      <a:pt x="0" y="3958"/>
                    </a:lnTo>
                    <a:cubicBezTo>
                      <a:pt x="0" y="3958"/>
                      <a:pt x="1702" y="4464"/>
                      <a:pt x="3864" y="4464"/>
                    </a:cubicBezTo>
                    <a:cubicBezTo>
                      <a:pt x="5420" y="4464"/>
                      <a:pt x="7214" y="4202"/>
                      <a:pt x="8783" y="3298"/>
                    </a:cubicBezTo>
                    <a:lnTo>
                      <a:pt x="0" y="1"/>
                    </a:lnTo>
                    <a:close/>
                  </a:path>
                </a:pathLst>
              </a:custGeom>
              <a:solidFill>
                <a:schemeClr val="lt1"/>
              </a:solidFill>
              <a:ln cap="flat" cmpd="sng" w="9525">
                <a:solidFill>
                  <a:schemeClr val="dk1"/>
                </a:solidFill>
                <a:prstDash val="solid"/>
                <a:miter lim="299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3" name="Google Shape;8943;p356"/>
              <p:cNvSpPr/>
              <p:nvPr/>
            </p:nvSpPr>
            <p:spPr>
              <a:xfrm>
                <a:off x="3687075" y="2683250"/>
                <a:ext cx="436150" cy="549325"/>
              </a:xfrm>
              <a:custGeom>
                <a:rect b="b" l="l" r="r" t="t"/>
                <a:pathLst>
                  <a:path extrusionOk="0" h="21973" w="17446">
                    <a:moveTo>
                      <a:pt x="15947" y="1"/>
                    </a:moveTo>
                    <a:cubicBezTo>
                      <a:pt x="15587" y="1230"/>
                      <a:pt x="11631" y="14658"/>
                      <a:pt x="390" y="20563"/>
                    </a:cubicBezTo>
                    <a:cubicBezTo>
                      <a:pt x="151" y="20683"/>
                      <a:pt x="1" y="20953"/>
                      <a:pt x="1" y="21223"/>
                    </a:cubicBezTo>
                    <a:cubicBezTo>
                      <a:pt x="1" y="21642"/>
                      <a:pt x="330" y="21972"/>
                      <a:pt x="750" y="21972"/>
                    </a:cubicBezTo>
                    <a:cubicBezTo>
                      <a:pt x="870" y="21972"/>
                      <a:pt x="990" y="21942"/>
                      <a:pt x="1080" y="21882"/>
                    </a:cubicBezTo>
                    <a:cubicBezTo>
                      <a:pt x="13399" y="15408"/>
                      <a:pt x="17236" y="900"/>
                      <a:pt x="17416" y="271"/>
                    </a:cubicBezTo>
                    <a:cubicBezTo>
                      <a:pt x="17416" y="211"/>
                      <a:pt x="17446" y="121"/>
                      <a:pt x="17416" y="61"/>
                    </a:cubicBezTo>
                    <a:lnTo>
                      <a:pt x="1594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4" name="Google Shape;8944;p356"/>
              <p:cNvSpPr/>
              <p:nvPr/>
            </p:nvSpPr>
            <p:spPr>
              <a:xfrm>
                <a:off x="3345375" y="2529650"/>
                <a:ext cx="115425" cy="458625"/>
              </a:xfrm>
              <a:custGeom>
                <a:rect b="b" l="l" r="r" t="t"/>
                <a:pathLst>
                  <a:path extrusionOk="0" h="18345" w="4617">
                    <a:moveTo>
                      <a:pt x="4617" y="0"/>
                    </a:moveTo>
                    <a:lnTo>
                      <a:pt x="4017" y="150"/>
                    </a:lnTo>
                    <a:cubicBezTo>
                      <a:pt x="2668" y="2608"/>
                      <a:pt x="180" y="8333"/>
                      <a:pt x="1" y="16726"/>
                    </a:cubicBezTo>
                    <a:lnTo>
                      <a:pt x="1" y="18345"/>
                    </a:lnTo>
                    <a:cubicBezTo>
                      <a:pt x="360" y="18165"/>
                      <a:pt x="780" y="18045"/>
                      <a:pt x="1170" y="17985"/>
                    </a:cubicBezTo>
                    <a:cubicBezTo>
                      <a:pt x="1289" y="17955"/>
                      <a:pt x="1379" y="17955"/>
                      <a:pt x="1499" y="17955"/>
                    </a:cubicBezTo>
                    <a:lnTo>
                      <a:pt x="1499" y="17655"/>
                    </a:lnTo>
                    <a:lnTo>
                      <a:pt x="1499" y="16426"/>
                    </a:lnTo>
                    <a:cubicBezTo>
                      <a:pt x="1589" y="11600"/>
                      <a:pt x="2638" y="6804"/>
                      <a:pt x="4587" y="2338"/>
                    </a:cubicBezTo>
                    <a:cubicBezTo>
                      <a:pt x="4257" y="2098"/>
                      <a:pt x="4047" y="1679"/>
                      <a:pt x="4017" y="1259"/>
                    </a:cubicBezTo>
                    <a:cubicBezTo>
                      <a:pt x="4047" y="780"/>
                      <a:pt x="4287" y="330"/>
                      <a:pt x="4617"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5" name="Google Shape;8945;p356"/>
              <p:cNvSpPr/>
              <p:nvPr/>
            </p:nvSpPr>
            <p:spPr>
              <a:xfrm>
                <a:off x="3647375" y="3123775"/>
                <a:ext cx="203850" cy="159850"/>
              </a:xfrm>
              <a:custGeom>
                <a:rect b="b" l="l" r="r" t="t"/>
                <a:pathLst>
                  <a:path extrusionOk="0" h="6394" w="8154">
                    <a:moveTo>
                      <a:pt x="5301" y="0"/>
                    </a:moveTo>
                    <a:cubicBezTo>
                      <a:pt x="4413" y="0"/>
                      <a:pt x="3399" y="330"/>
                      <a:pt x="2488" y="994"/>
                    </a:cubicBezTo>
                    <a:cubicBezTo>
                      <a:pt x="719" y="2253"/>
                      <a:pt x="0" y="4291"/>
                      <a:pt x="869" y="5520"/>
                    </a:cubicBezTo>
                    <a:cubicBezTo>
                      <a:pt x="1291" y="6102"/>
                      <a:pt x="2016" y="6394"/>
                      <a:pt x="2852" y="6394"/>
                    </a:cubicBezTo>
                    <a:cubicBezTo>
                      <a:pt x="3740" y="6394"/>
                      <a:pt x="4754" y="6064"/>
                      <a:pt x="5665" y="5400"/>
                    </a:cubicBezTo>
                    <a:cubicBezTo>
                      <a:pt x="7434" y="4111"/>
                      <a:pt x="8153" y="2103"/>
                      <a:pt x="7284" y="874"/>
                    </a:cubicBezTo>
                    <a:cubicBezTo>
                      <a:pt x="6862" y="293"/>
                      <a:pt x="6138" y="0"/>
                      <a:pt x="5301" y="0"/>
                    </a:cubicBezTo>
                    <a:close/>
                  </a:path>
                </a:pathLst>
              </a:custGeom>
              <a:solidFill>
                <a:schemeClr val="lt1"/>
              </a:solid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6" name="Google Shape;8946;p356"/>
              <p:cNvSpPr/>
              <p:nvPr/>
            </p:nvSpPr>
            <p:spPr>
              <a:xfrm>
                <a:off x="3647375" y="3112425"/>
                <a:ext cx="143150" cy="112750"/>
              </a:xfrm>
              <a:custGeom>
                <a:rect b="b" l="l" r="r" t="t"/>
                <a:pathLst>
                  <a:path extrusionOk="0" h="4510" w="5726">
                    <a:moveTo>
                      <a:pt x="3701" y="1"/>
                    </a:moveTo>
                    <a:cubicBezTo>
                      <a:pt x="3075" y="1"/>
                      <a:pt x="2360" y="234"/>
                      <a:pt x="1709" y="699"/>
                    </a:cubicBezTo>
                    <a:cubicBezTo>
                      <a:pt x="480" y="1598"/>
                      <a:pt x="0" y="3037"/>
                      <a:pt x="600" y="3876"/>
                    </a:cubicBezTo>
                    <a:cubicBezTo>
                      <a:pt x="892" y="4299"/>
                      <a:pt x="1404" y="4510"/>
                      <a:pt x="1996" y="4510"/>
                    </a:cubicBezTo>
                    <a:cubicBezTo>
                      <a:pt x="2618" y="4510"/>
                      <a:pt x="3327" y="4277"/>
                      <a:pt x="3957" y="3816"/>
                    </a:cubicBezTo>
                    <a:cubicBezTo>
                      <a:pt x="5216" y="2917"/>
                      <a:pt x="5725" y="1478"/>
                      <a:pt x="5096" y="609"/>
                    </a:cubicBezTo>
                    <a:cubicBezTo>
                      <a:pt x="4792" y="204"/>
                      <a:pt x="4285" y="1"/>
                      <a:pt x="3701" y="1"/>
                    </a:cubicBezTo>
                    <a:close/>
                  </a:path>
                </a:pathLst>
              </a:custGeom>
              <a:solidFill>
                <a:schemeClr val="lt1"/>
              </a:solid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7" name="Google Shape;8947;p356"/>
              <p:cNvSpPr/>
              <p:nvPr/>
            </p:nvSpPr>
            <p:spPr>
              <a:xfrm>
                <a:off x="3173775" y="2940975"/>
                <a:ext cx="434650" cy="604825"/>
              </a:xfrm>
              <a:custGeom>
                <a:rect b="b" l="l" r="r" t="t"/>
                <a:pathLst>
                  <a:path extrusionOk="0" h="24193" w="17386">
                    <a:moveTo>
                      <a:pt x="8535" y="0"/>
                    </a:moveTo>
                    <a:cubicBezTo>
                      <a:pt x="8478" y="0"/>
                      <a:pt x="8421" y="1"/>
                      <a:pt x="8363" y="3"/>
                    </a:cubicBezTo>
                    <a:cubicBezTo>
                      <a:pt x="8153" y="3"/>
                      <a:pt x="7974" y="33"/>
                      <a:pt x="7794" y="63"/>
                    </a:cubicBezTo>
                    <a:cubicBezTo>
                      <a:pt x="7464" y="93"/>
                      <a:pt x="7164" y="183"/>
                      <a:pt x="6835" y="273"/>
                    </a:cubicBezTo>
                    <a:cubicBezTo>
                      <a:pt x="5066" y="932"/>
                      <a:pt x="3657" y="2371"/>
                      <a:pt x="3058" y="4170"/>
                    </a:cubicBezTo>
                    <a:lnTo>
                      <a:pt x="2938" y="4529"/>
                    </a:lnTo>
                    <a:cubicBezTo>
                      <a:pt x="2009" y="6987"/>
                      <a:pt x="1289" y="9505"/>
                      <a:pt x="750" y="12083"/>
                    </a:cubicBezTo>
                    <a:cubicBezTo>
                      <a:pt x="150" y="15200"/>
                      <a:pt x="0" y="18497"/>
                      <a:pt x="1199" y="20925"/>
                    </a:cubicBezTo>
                    <a:cubicBezTo>
                      <a:pt x="1949" y="22484"/>
                      <a:pt x="3328" y="23653"/>
                      <a:pt x="4976" y="24132"/>
                    </a:cubicBezTo>
                    <a:cubicBezTo>
                      <a:pt x="5036" y="24162"/>
                      <a:pt x="5126" y="24192"/>
                      <a:pt x="5216" y="24192"/>
                    </a:cubicBezTo>
                    <a:cubicBezTo>
                      <a:pt x="5516" y="24192"/>
                      <a:pt x="5815" y="23983"/>
                      <a:pt x="5905" y="23683"/>
                    </a:cubicBezTo>
                    <a:cubicBezTo>
                      <a:pt x="6055" y="23263"/>
                      <a:pt x="5815" y="22844"/>
                      <a:pt x="5426" y="22724"/>
                    </a:cubicBezTo>
                    <a:cubicBezTo>
                      <a:pt x="4167" y="22364"/>
                      <a:pt x="3118" y="21465"/>
                      <a:pt x="2518" y="20266"/>
                    </a:cubicBezTo>
                    <a:cubicBezTo>
                      <a:pt x="1469" y="18108"/>
                      <a:pt x="1679" y="15020"/>
                      <a:pt x="2278" y="12083"/>
                    </a:cubicBezTo>
                    <a:cubicBezTo>
                      <a:pt x="2788" y="9685"/>
                      <a:pt x="3507" y="7347"/>
                      <a:pt x="4347" y="5039"/>
                    </a:cubicBezTo>
                    <a:lnTo>
                      <a:pt x="4467" y="4679"/>
                    </a:lnTo>
                    <a:cubicBezTo>
                      <a:pt x="4886" y="3480"/>
                      <a:pt x="5725" y="2491"/>
                      <a:pt x="6835" y="1892"/>
                    </a:cubicBezTo>
                    <a:cubicBezTo>
                      <a:pt x="7224" y="1712"/>
                      <a:pt x="7614" y="1592"/>
                      <a:pt x="8004" y="1532"/>
                    </a:cubicBezTo>
                    <a:cubicBezTo>
                      <a:pt x="8123" y="1502"/>
                      <a:pt x="8243" y="1502"/>
                      <a:pt x="8333" y="1502"/>
                    </a:cubicBezTo>
                    <a:cubicBezTo>
                      <a:pt x="8391" y="1499"/>
                      <a:pt x="8449" y="1498"/>
                      <a:pt x="8506" y="1498"/>
                    </a:cubicBezTo>
                    <a:cubicBezTo>
                      <a:pt x="9761" y="1498"/>
                      <a:pt x="10943" y="2119"/>
                      <a:pt x="11630" y="3150"/>
                    </a:cubicBezTo>
                    <a:cubicBezTo>
                      <a:pt x="13129" y="5189"/>
                      <a:pt x="13849" y="7946"/>
                      <a:pt x="14328" y="10134"/>
                    </a:cubicBezTo>
                    <a:cubicBezTo>
                      <a:pt x="14508" y="10824"/>
                      <a:pt x="14628" y="11483"/>
                      <a:pt x="14718" y="12083"/>
                    </a:cubicBezTo>
                    <a:cubicBezTo>
                      <a:pt x="15827" y="19277"/>
                      <a:pt x="13309" y="21435"/>
                      <a:pt x="13249" y="21495"/>
                    </a:cubicBezTo>
                    <a:cubicBezTo>
                      <a:pt x="12949" y="21734"/>
                      <a:pt x="12889" y="22154"/>
                      <a:pt x="13099" y="22484"/>
                    </a:cubicBezTo>
                    <a:cubicBezTo>
                      <a:pt x="13233" y="22694"/>
                      <a:pt x="13476" y="22807"/>
                      <a:pt x="13720" y="22807"/>
                    </a:cubicBezTo>
                    <a:cubicBezTo>
                      <a:pt x="13859" y="22807"/>
                      <a:pt x="13999" y="22770"/>
                      <a:pt x="14118" y="22694"/>
                    </a:cubicBezTo>
                    <a:cubicBezTo>
                      <a:pt x="14268" y="22574"/>
                      <a:pt x="17385" y="20176"/>
                      <a:pt x="16216" y="12083"/>
                    </a:cubicBezTo>
                    <a:cubicBezTo>
                      <a:pt x="16127" y="11393"/>
                      <a:pt x="15977" y="10614"/>
                      <a:pt x="15797" y="9835"/>
                    </a:cubicBezTo>
                    <a:cubicBezTo>
                      <a:pt x="15287" y="7497"/>
                      <a:pt x="14508" y="4529"/>
                      <a:pt x="12829" y="2281"/>
                    </a:cubicBezTo>
                    <a:cubicBezTo>
                      <a:pt x="11843" y="860"/>
                      <a:pt x="10240" y="0"/>
                      <a:pt x="8535" y="0"/>
                    </a:cubicBezTo>
                    <a:close/>
                  </a:path>
                </a:pathLst>
              </a:custGeom>
              <a:solidFill>
                <a:schemeClr val="dk1"/>
              </a:solidFill>
              <a:ln cap="flat" cmpd="sng" w="9525">
                <a:solidFill>
                  <a:schemeClr val="dk1"/>
                </a:solidFill>
                <a:prstDash val="solid"/>
                <a:miter lim="299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8" name="Google Shape;8948;p356"/>
              <p:cNvSpPr/>
              <p:nvPr/>
            </p:nvSpPr>
            <p:spPr>
              <a:xfrm>
                <a:off x="3285425" y="3498000"/>
                <a:ext cx="107925" cy="56700"/>
              </a:xfrm>
              <a:custGeom>
                <a:rect b="b" l="l" r="r" t="t"/>
                <a:pathLst>
                  <a:path extrusionOk="0" h="2268" w="4317">
                    <a:moveTo>
                      <a:pt x="1398" y="1"/>
                    </a:moveTo>
                    <a:cubicBezTo>
                      <a:pt x="930" y="1"/>
                      <a:pt x="465" y="8"/>
                      <a:pt x="1" y="23"/>
                    </a:cubicBezTo>
                    <a:lnTo>
                      <a:pt x="210" y="1761"/>
                    </a:lnTo>
                    <a:cubicBezTo>
                      <a:pt x="210" y="1761"/>
                      <a:pt x="1423" y="2268"/>
                      <a:pt x="2435" y="2268"/>
                    </a:cubicBezTo>
                    <a:cubicBezTo>
                      <a:pt x="2941" y="2268"/>
                      <a:pt x="3398" y="2141"/>
                      <a:pt x="3627" y="1761"/>
                    </a:cubicBezTo>
                    <a:cubicBezTo>
                      <a:pt x="4317" y="652"/>
                      <a:pt x="3747" y="113"/>
                      <a:pt x="2818" y="23"/>
                    </a:cubicBezTo>
                    <a:cubicBezTo>
                      <a:pt x="2339" y="8"/>
                      <a:pt x="1866" y="1"/>
                      <a:pt x="1398" y="1"/>
                    </a:cubicBezTo>
                    <a:close/>
                  </a:path>
                </a:pathLst>
              </a:custGeom>
              <a:solidFill>
                <a:schemeClr val="dk1"/>
              </a:solidFill>
              <a:ln cap="flat" cmpd="sng" w="9525">
                <a:solidFill>
                  <a:schemeClr val="dk1"/>
                </a:solidFill>
                <a:prstDash val="solid"/>
                <a:miter lim="299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9" name="Google Shape;8949;p356"/>
              <p:cNvSpPr/>
              <p:nvPr/>
            </p:nvSpPr>
            <p:spPr>
              <a:xfrm>
                <a:off x="3173775" y="3243025"/>
                <a:ext cx="151400" cy="302775"/>
              </a:xfrm>
              <a:custGeom>
                <a:rect b="b" l="l" r="r" t="t"/>
                <a:pathLst>
                  <a:path extrusionOk="0" h="12111" w="6056">
                    <a:moveTo>
                      <a:pt x="750" y="1"/>
                    </a:moveTo>
                    <a:cubicBezTo>
                      <a:pt x="150" y="3118"/>
                      <a:pt x="0" y="6415"/>
                      <a:pt x="1199" y="8843"/>
                    </a:cubicBezTo>
                    <a:cubicBezTo>
                      <a:pt x="1949" y="10402"/>
                      <a:pt x="3328" y="11571"/>
                      <a:pt x="4976" y="12080"/>
                    </a:cubicBezTo>
                    <a:cubicBezTo>
                      <a:pt x="5066" y="12110"/>
                      <a:pt x="5126" y="12110"/>
                      <a:pt x="5216" y="12110"/>
                    </a:cubicBezTo>
                    <a:cubicBezTo>
                      <a:pt x="5546" y="12110"/>
                      <a:pt x="5815" y="11901"/>
                      <a:pt x="5935" y="11601"/>
                    </a:cubicBezTo>
                    <a:cubicBezTo>
                      <a:pt x="6055" y="11181"/>
                      <a:pt x="5815" y="10762"/>
                      <a:pt x="5426" y="10642"/>
                    </a:cubicBezTo>
                    <a:cubicBezTo>
                      <a:pt x="4167" y="10282"/>
                      <a:pt x="3088" y="9383"/>
                      <a:pt x="2518" y="8184"/>
                    </a:cubicBezTo>
                    <a:cubicBezTo>
                      <a:pt x="1469" y="6026"/>
                      <a:pt x="1649" y="2938"/>
                      <a:pt x="2248" y="1"/>
                    </a:cubicBezTo>
                    <a:close/>
                  </a:path>
                </a:pathLst>
              </a:custGeom>
              <a:solidFill>
                <a:schemeClr val="lt1"/>
              </a:solid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0" name="Google Shape;8950;p356"/>
              <p:cNvSpPr/>
              <p:nvPr/>
            </p:nvSpPr>
            <p:spPr>
              <a:xfrm>
                <a:off x="3456275" y="3444850"/>
                <a:ext cx="102450" cy="87625"/>
              </a:xfrm>
              <a:custGeom>
                <a:rect b="b" l="l" r="r" t="t"/>
                <a:pathLst>
                  <a:path extrusionOk="0" h="3505" w="4098">
                    <a:moveTo>
                      <a:pt x="3319" y="1"/>
                    </a:moveTo>
                    <a:cubicBezTo>
                      <a:pt x="3255" y="1"/>
                      <a:pt x="3179" y="17"/>
                      <a:pt x="3088" y="51"/>
                    </a:cubicBezTo>
                    <a:cubicBezTo>
                      <a:pt x="2219" y="381"/>
                      <a:pt x="900" y="950"/>
                      <a:pt x="330" y="1699"/>
                    </a:cubicBezTo>
                    <a:cubicBezTo>
                      <a:pt x="91" y="1999"/>
                      <a:pt x="1" y="2329"/>
                      <a:pt x="61" y="2689"/>
                    </a:cubicBezTo>
                    <a:cubicBezTo>
                      <a:pt x="199" y="3186"/>
                      <a:pt x="642" y="3505"/>
                      <a:pt x="1134" y="3505"/>
                    </a:cubicBezTo>
                    <a:cubicBezTo>
                      <a:pt x="1175" y="3505"/>
                      <a:pt x="1217" y="3503"/>
                      <a:pt x="1260" y="3498"/>
                    </a:cubicBezTo>
                    <a:cubicBezTo>
                      <a:pt x="1799" y="3438"/>
                      <a:pt x="2279" y="3168"/>
                      <a:pt x="2638" y="2748"/>
                    </a:cubicBezTo>
                    <a:cubicBezTo>
                      <a:pt x="2971" y="2361"/>
                      <a:pt x="4097" y="1"/>
                      <a:pt x="3319" y="1"/>
                    </a:cubicBezTo>
                    <a:close/>
                  </a:path>
                </a:pathLst>
              </a:custGeom>
              <a:solidFill>
                <a:schemeClr val="dk1"/>
              </a:solidFill>
              <a:ln cap="flat" cmpd="sng" w="9525">
                <a:solidFill>
                  <a:schemeClr val="dk1"/>
                </a:solidFill>
                <a:prstDash val="solid"/>
                <a:miter lim="299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1" name="Google Shape;8951;p356"/>
              <p:cNvSpPr/>
              <p:nvPr/>
            </p:nvSpPr>
            <p:spPr>
              <a:xfrm>
                <a:off x="3496000" y="3243025"/>
                <a:ext cx="112425" cy="268125"/>
              </a:xfrm>
              <a:custGeom>
                <a:rect b="b" l="l" r="r" t="t"/>
                <a:pathLst>
                  <a:path extrusionOk="0" h="10725" w="4497">
                    <a:moveTo>
                      <a:pt x="1829" y="1"/>
                    </a:moveTo>
                    <a:cubicBezTo>
                      <a:pt x="2938" y="7195"/>
                      <a:pt x="420" y="9353"/>
                      <a:pt x="360" y="9413"/>
                    </a:cubicBezTo>
                    <a:cubicBezTo>
                      <a:pt x="60" y="9652"/>
                      <a:pt x="0" y="10072"/>
                      <a:pt x="210" y="10402"/>
                    </a:cubicBezTo>
                    <a:cubicBezTo>
                      <a:pt x="344" y="10612"/>
                      <a:pt x="587" y="10725"/>
                      <a:pt x="831" y="10725"/>
                    </a:cubicBezTo>
                    <a:cubicBezTo>
                      <a:pt x="970" y="10725"/>
                      <a:pt x="1110" y="10688"/>
                      <a:pt x="1229" y="10612"/>
                    </a:cubicBezTo>
                    <a:cubicBezTo>
                      <a:pt x="1379" y="10492"/>
                      <a:pt x="4496" y="8094"/>
                      <a:pt x="3327" y="1"/>
                    </a:cubicBezTo>
                    <a:close/>
                  </a:path>
                </a:pathLst>
              </a:custGeom>
              <a:solidFill>
                <a:schemeClr val="lt1"/>
              </a:solid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2" name="Google Shape;8952;p356"/>
              <p:cNvSpPr/>
              <p:nvPr/>
            </p:nvSpPr>
            <p:spPr>
              <a:xfrm>
                <a:off x="2035500" y="4401525"/>
                <a:ext cx="3306175" cy="327500"/>
              </a:xfrm>
              <a:custGeom>
                <a:rect b="b" l="l" r="r" t="t"/>
                <a:pathLst>
                  <a:path extrusionOk="0" h="13100" w="132247">
                    <a:moveTo>
                      <a:pt x="13879" y="1"/>
                    </a:moveTo>
                    <a:lnTo>
                      <a:pt x="1" y="13100"/>
                    </a:lnTo>
                    <a:lnTo>
                      <a:pt x="132247" y="13100"/>
                    </a:lnTo>
                    <a:lnTo>
                      <a:pt x="123914" y="1"/>
                    </a:lnTo>
                    <a:close/>
                  </a:path>
                </a:pathLst>
              </a:custGeom>
              <a:solidFill>
                <a:schemeClr val="lt1"/>
              </a:solid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3" name="Google Shape;8953;p356"/>
              <p:cNvSpPr/>
              <p:nvPr/>
            </p:nvSpPr>
            <p:spPr>
              <a:xfrm>
                <a:off x="2035500" y="4729000"/>
                <a:ext cx="3306175" cy="88450"/>
              </a:xfrm>
              <a:custGeom>
                <a:rect b="b" l="l" r="r" t="t"/>
                <a:pathLst>
                  <a:path extrusionOk="0" h="3538" w="132247">
                    <a:moveTo>
                      <a:pt x="1" y="1"/>
                    </a:moveTo>
                    <a:lnTo>
                      <a:pt x="1" y="3538"/>
                    </a:lnTo>
                    <a:lnTo>
                      <a:pt x="132247" y="3538"/>
                    </a:lnTo>
                    <a:lnTo>
                      <a:pt x="132247" y="1"/>
                    </a:lnTo>
                    <a:close/>
                  </a:path>
                </a:pathLst>
              </a:custGeom>
              <a:solidFill>
                <a:schemeClr val="dk1"/>
              </a:solid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4" name="Google Shape;8954;p356"/>
              <p:cNvSpPr/>
              <p:nvPr/>
            </p:nvSpPr>
            <p:spPr>
              <a:xfrm>
                <a:off x="2382450" y="4580625"/>
                <a:ext cx="543300" cy="67475"/>
              </a:xfrm>
              <a:custGeom>
                <a:rect b="b" l="l" r="r" t="t"/>
                <a:pathLst>
                  <a:path extrusionOk="0" h="2699" w="21732">
                    <a:moveTo>
                      <a:pt x="1" y="1"/>
                    </a:moveTo>
                    <a:lnTo>
                      <a:pt x="1" y="2698"/>
                    </a:lnTo>
                    <a:lnTo>
                      <a:pt x="21732" y="2698"/>
                    </a:lnTo>
                    <a:lnTo>
                      <a:pt x="21732" y="1"/>
                    </a:lnTo>
                    <a:close/>
                  </a:path>
                </a:pathLst>
              </a:custGeom>
              <a:solidFill>
                <a:schemeClr val="lt1"/>
              </a:solidFill>
              <a:ln cap="flat" cmpd="sng" w="9525">
                <a:solidFill>
                  <a:schemeClr val="dk1"/>
                </a:solidFill>
                <a:prstDash val="solid"/>
                <a:miter lim="299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5" name="Google Shape;8955;p356"/>
              <p:cNvSpPr/>
              <p:nvPr/>
            </p:nvSpPr>
            <p:spPr>
              <a:xfrm>
                <a:off x="2382450" y="4364825"/>
                <a:ext cx="748625" cy="215825"/>
              </a:xfrm>
              <a:custGeom>
                <a:rect b="b" l="l" r="r" t="t"/>
                <a:pathLst>
                  <a:path extrusionOk="0" h="8633" w="29945">
                    <a:moveTo>
                      <a:pt x="12830" y="0"/>
                    </a:moveTo>
                    <a:lnTo>
                      <a:pt x="1" y="8633"/>
                    </a:lnTo>
                    <a:lnTo>
                      <a:pt x="21732" y="8633"/>
                    </a:lnTo>
                    <a:lnTo>
                      <a:pt x="29945" y="420"/>
                    </a:lnTo>
                    <a:lnTo>
                      <a:pt x="12830" y="0"/>
                    </a:lnTo>
                    <a:close/>
                  </a:path>
                </a:pathLst>
              </a:custGeom>
              <a:solidFill>
                <a:schemeClr val="lt1"/>
              </a:solid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6" name="Google Shape;8956;p356"/>
              <p:cNvSpPr/>
              <p:nvPr/>
            </p:nvSpPr>
            <p:spPr>
              <a:xfrm>
                <a:off x="2925725" y="4375300"/>
                <a:ext cx="205350" cy="272800"/>
              </a:xfrm>
              <a:custGeom>
                <a:rect b="b" l="l" r="r" t="t"/>
                <a:pathLst>
                  <a:path extrusionOk="0" h="10912" w="8214">
                    <a:moveTo>
                      <a:pt x="8214" y="1"/>
                    </a:moveTo>
                    <a:lnTo>
                      <a:pt x="1" y="8214"/>
                    </a:lnTo>
                    <a:lnTo>
                      <a:pt x="1" y="10911"/>
                    </a:lnTo>
                    <a:lnTo>
                      <a:pt x="8214" y="2669"/>
                    </a:lnTo>
                    <a:lnTo>
                      <a:pt x="8214" y="1"/>
                    </a:lnTo>
                    <a:close/>
                  </a:path>
                </a:pathLst>
              </a:custGeom>
              <a:solidFill>
                <a:schemeClr val="lt1"/>
              </a:solid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7" name="Google Shape;8957;p356"/>
              <p:cNvSpPr/>
              <p:nvPr/>
            </p:nvSpPr>
            <p:spPr>
              <a:xfrm>
                <a:off x="2867275" y="4563400"/>
                <a:ext cx="43500" cy="94450"/>
              </a:xfrm>
              <a:custGeom>
                <a:rect b="b" l="l" r="r" t="t"/>
                <a:pathLst>
                  <a:path extrusionOk="0" fill="none" h="3778" w="1740">
                    <a:moveTo>
                      <a:pt x="1739" y="0"/>
                    </a:moveTo>
                    <a:cubicBezTo>
                      <a:pt x="1739" y="0"/>
                      <a:pt x="1" y="330"/>
                      <a:pt x="1" y="1829"/>
                    </a:cubicBezTo>
                    <a:cubicBezTo>
                      <a:pt x="1" y="3358"/>
                      <a:pt x="1500" y="3777"/>
                      <a:pt x="1500" y="3777"/>
                    </a:cubicBez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8" name="Google Shape;8958;p356"/>
              <p:cNvSpPr/>
              <p:nvPr/>
            </p:nvSpPr>
            <p:spPr>
              <a:xfrm>
                <a:off x="2823825" y="4563400"/>
                <a:ext cx="43475" cy="94450"/>
              </a:xfrm>
              <a:custGeom>
                <a:rect b="b" l="l" r="r" t="t"/>
                <a:pathLst>
                  <a:path extrusionOk="0" fill="none" h="3778" w="1739">
                    <a:moveTo>
                      <a:pt x="1739" y="0"/>
                    </a:moveTo>
                    <a:cubicBezTo>
                      <a:pt x="1739" y="0"/>
                      <a:pt x="0" y="330"/>
                      <a:pt x="0" y="1829"/>
                    </a:cubicBezTo>
                    <a:cubicBezTo>
                      <a:pt x="0" y="3358"/>
                      <a:pt x="1499" y="3777"/>
                      <a:pt x="1499" y="3777"/>
                    </a:cubicBez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9" name="Google Shape;8959;p356"/>
              <p:cNvSpPr/>
              <p:nvPr/>
            </p:nvSpPr>
            <p:spPr>
              <a:xfrm>
                <a:off x="2780350" y="4563400"/>
                <a:ext cx="43500" cy="94450"/>
              </a:xfrm>
              <a:custGeom>
                <a:rect b="b" l="l" r="r" t="t"/>
                <a:pathLst>
                  <a:path extrusionOk="0" fill="none" h="3778" w="1740">
                    <a:moveTo>
                      <a:pt x="1739" y="0"/>
                    </a:moveTo>
                    <a:cubicBezTo>
                      <a:pt x="1739" y="0"/>
                      <a:pt x="1" y="330"/>
                      <a:pt x="1" y="1829"/>
                    </a:cubicBezTo>
                    <a:cubicBezTo>
                      <a:pt x="1" y="3358"/>
                      <a:pt x="1500" y="3777"/>
                      <a:pt x="1500" y="3777"/>
                    </a:cubicBez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0" name="Google Shape;8960;p356"/>
              <p:cNvSpPr/>
              <p:nvPr/>
            </p:nvSpPr>
            <p:spPr>
              <a:xfrm>
                <a:off x="2736900" y="4563400"/>
                <a:ext cx="43475" cy="94450"/>
              </a:xfrm>
              <a:custGeom>
                <a:rect b="b" l="l" r="r" t="t"/>
                <a:pathLst>
                  <a:path extrusionOk="0" fill="none" h="3778" w="1739">
                    <a:moveTo>
                      <a:pt x="1739" y="0"/>
                    </a:moveTo>
                    <a:cubicBezTo>
                      <a:pt x="1739" y="0"/>
                      <a:pt x="0" y="330"/>
                      <a:pt x="0" y="1829"/>
                    </a:cubicBezTo>
                    <a:cubicBezTo>
                      <a:pt x="0" y="3358"/>
                      <a:pt x="1499" y="3777"/>
                      <a:pt x="1499" y="3777"/>
                    </a:cubicBez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1" name="Google Shape;8961;p356"/>
              <p:cNvSpPr/>
              <p:nvPr/>
            </p:nvSpPr>
            <p:spPr>
              <a:xfrm>
                <a:off x="2694175" y="4563400"/>
                <a:ext cx="42750" cy="94450"/>
              </a:xfrm>
              <a:custGeom>
                <a:rect b="b" l="l" r="r" t="t"/>
                <a:pathLst>
                  <a:path extrusionOk="0" fill="none" h="3778" w="1710">
                    <a:moveTo>
                      <a:pt x="1709" y="0"/>
                    </a:moveTo>
                    <a:cubicBezTo>
                      <a:pt x="1709" y="0"/>
                      <a:pt x="1" y="330"/>
                      <a:pt x="1" y="1829"/>
                    </a:cubicBezTo>
                    <a:cubicBezTo>
                      <a:pt x="1" y="3358"/>
                      <a:pt x="1500" y="3777"/>
                      <a:pt x="1500" y="3777"/>
                    </a:cubicBez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2" name="Google Shape;8962;p356"/>
              <p:cNvSpPr/>
              <p:nvPr/>
            </p:nvSpPr>
            <p:spPr>
              <a:xfrm>
                <a:off x="2650725" y="4563400"/>
                <a:ext cx="43475" cy="94450"/>
              </a:xfrm>
              <a:custGeom>
                <a:rect b="b" l="l" r="r" t="t"/>
                <a:pathLst>
                  <a:path extrusionOk="0" fill="none" h="3778" w="1739">
                    <a:moveTo>
                      <a:pt x="1739" y="0"/>
                    </a:moveTo>
                    <a:cubicBezTo>
                      <a:pt x="1739" y="0"/>
                      <a:pt x="0" y="330"/>
                      <a:pt x="0" y="1829"/>
                    </a:cubicBezTo>
                    <a:cubicBezTo>
                      <a:pt x="0" y="3358"/>
                      <a:pt x="1499" y="3777"/>
                      <a:pt x="1499" y="3777"/>
                    </a:cubicBez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3" name="Google Shape;8963;p356"/>
              <p:cNvSpPr/>
              <p:nvPr/>
            </p:nvSpPr>
            <p:spPr>
              <a:xfrm>
                <a:off x="2607250" y="4563400"/>
                <a:ext cx="43500" cy="94450"/>
              </a:xfrm>
              <a:custGeom>
                <a:rect b="b" l="l" r="r" t="t"/>
                <a:pathLst>
                  <a:path extrusionOk="0" fill="none" h="3778" w="1740">
                    <a:moveTo>
                      <a:pt x="1739" y="0"/>
                    </a:moveTo>
                    <a:cubicBezTo>
                      <a:pt x="1739" y="0"/>
                      <a:pt x="1" y="330"/>
                      <a:pt x="1" y="1829"/>
                    </a:cubicBezTo>
                    <a:cubicBezTo>
                      <a:pt x="1" y="3358"/>
                      <a:pt x="1500" y="3777"/>
                      <a:pt x="1500" y="3777"/>
                    </a:cubicBez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4" name="Google Shape;8964;p356"/>
              <p:cNvSpPr/>
              <p:nvPr/>
            </p:nvSpPr>
            <p:spPr>
              <a:xfrm>
                <a:off x="2563800" y="4563400"/>
                <a:ext cx="43475" cy="94450"/>
              </a:xfrm>
              <a:custGeom>
                <a:rect b="b" l="l" r="r" t="t"/>
                <a:pathLst>
                  <a:path extrusionOk="0" fill="none" h="3778" w="1739">
                    <a:moveTo>
                      <a:pt x="1739" y="0"/>
                    </a:moveTo>
                    <a:cubicBezTo>
                      <a:pt x="1739" y="0"/>
                      <a:pt x="0" y="330"/>
                      <a:pt x="0" y="1829"/>
                    </a:cubicBezTo>
                    <a:cubicBezTo>
                      <a:pt x="0" y="3358"/>
                      <a:pt x="1499" y="3777"/>
                      <a:pt x="1499" y="3777"/>
                    </a:cubicBez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5" name="Google Shape;8965;p356"/>
              <p:cNvSpPr/>
              <p:nvPr/>
            </p:nvSpPr>
            <p:spPr>
              <a:xfrm>
                <a:off x="2515100" y="4563400"/>
                <a:ext cx="43475" cy="94450"/>
              </a:xfrm>
              <a:custGeom>
                <a:rect b="b" l="l" r="r" t="t"/>
                <a:pathLst>
                  <a:path extrusionOk="0" fill="none" h="3778" w="1739">
                    <a:moveTo>
                      <a:pt x="1739" y="0"/>
                    </a:moveTo>
                    <a:cubicBezTo>
                      <a:pt x="1739" y="0"/>
                      <a:pt x="0" y="330"/>
                      <a:pt x="0" y="1829"/>
                    </a:cubicBezTo>
                    <a:cubicBezTo>
                      <a:pt x="0" y="3358"/>
                      <a:pt x="1499" y="3777"/>
                      <a:pt x="1499" y="3777"/>
                    </a:cubicBez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6" name="Google Shape;8966;p356"/>
              <p:cNvSpPr/>
              <p:nvPr/>
            </p:nvSpPr>
            <p:spPr>
              <a:xfrm>
                <a:off x="2466375" y="4563400"/>
                <a:ext cx="43500" cy="94450"/>
              </a:xfrm>
              <a:custGeom>
                <a:rect b="b" l="l" r="r" t="t"/>
                <a:pathLst>
                  <a:path extrusionOk="0" fill="none" h="3778" w="1740">
                    <a:moveTo>
                      <a:pt x="1739" y="0"/>
                    </a:moveTo>
                    <a:cubicBezTo>
                      <a:pt x="1739" y="0"/>
                      <a:pt x="1" y="330"/>
                      <a:pt x="1" y="1829"/>
                    </a:cubicBezTo>
                    <a:cubicBezTo>
                      <a:pt x="1" y="3358"/>
                      <a:pt x="1500" y="3777"/>
                      <a:pt x="1500" y="3777"/>
                    </a:cubicBez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7" name="Google Shape;8967;p356"/>
              <p:cNvSpPr/>
              <p:nvPr/>
            </p:nvSpPr>
            <p:spPr>
              <a:xfrm>
                <a:off x="2411675" y="4563400"/>
                <a:ext cx="43500" cy="94450"/>
              </a:xfrm>
              <a:custGeom>
                <a:rect b="b" l="l" r="r" t="t"/>
                <a:pathLst>
                  <a:path extrusionOk="0" fill="none" h="3778" w="1740">
                    <a:moveTo>
                      <a:pt x="1739" y="0"/>
                    </a:moveTo>
                    <a:cubicBezTo>
                      <a:pt x="1739" y="0"/>
                      <a:pt x="1" y="330"/>
                      <a:pt x="1" y="1829"/>
                    </a:cubicBezTo>
                    <a:cubicBezTo>
                      <a:pt x="1" y="3358"/>
                      <a:pt x="1499" y="3777"/>
                      <a:pt x="1499" y="3777"/>
                    </a:cubicBez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8" name="Google Shape;8968;p356"/>
              <p:cNvSpPr/>
              <p:nvPr/>
            </p:nvSpPr>
            <p:spPr>
              <a:xfrm>
                <a:off x="4171175" y="4074075"/>
                <a:ext cx="944200" cy="517825"/>
              </a:xfrm>
              <a:custGeom>
                <a:rect b="b" l="l" r="r" t="t"/>
                <a:pathLst>
                  <a:path extrusionOk="0" h="20713" w="37768">
                    <a:moveTo>
                      <a:pt x="0" y="0"/>
                    </a:moveTo>
                    <a:lnTo>
                      <a:pt x="0" y="20712"/>
                    </a:lnTo>
                    <a:lnTo>
                      <a:pt x="37768" y="20712"/>
                    </a:lnTo>
                    <a:lnTo>
                      <a:pt x="37768" y="0"/>
                    </a:lnTo>
                    <a:close/>
                  </a:path>
                </a:pathLst>
              </a:custGeom>
              <a:solidFill>
                <a:schemeClr val="lt1"/>
              </a:solid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9" name="Google Shape;8969;p356"/>
              <p:cNvSpPr/>
              <p:nvPr/>
            </p:nvSpPr>
            <p:spPr>
              <a:xfrm>
                <a:off x="4015300" y="3929450"/>
                <a:ext cx="152150" cy="662450"/>
              </a:xfrm>
              <a:custGeom>
                <a:rect b="b" l="l" r="r" t="t"/>
                <a:pathLst>
                  <a:path extrusionOk="0" h="26498" w="6086">
                    <a:moveTo>
                      <a:pt x="0" y="0"/>
                    </a:moveTo>
                    <a:lnTo>
                      <a:pt x="0" y="20742"/>
                    </a:lnTo>
                    <a:lnTo>
                      <a:pt x="6085" y="26497"/>
                    </a:lnTo>
                    <a:lnTo>
                      <a:pt x="6085" y="5785"/>
                    </a:lnTo>
                    <a:lnTo>
                      <a:pt x="0" y="0"/>
                    </a:lnTo>
                    <a:close/>
                  </a:path>
                </a:pathLst>
              </a:custGeom>
              <a:solidFill>
                <a:schemeClr val="lt1"/>
              </a:solid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0" name="Google Shape;8970;p356"/>
              <p:cNvSpPr/>
              <p:nvPr/>
            </p:nvSpPr>
            <p:spPr>
              <a:xfrm>
                <a:off x="4019050" y="3929450"/>
                <a:ext cx="1096325" cy="144650"/>
              </a:xfrm>
              <a:custGeom>
                <a:rect b="b" l="l" r="r" t="t"/>
                <a:pathLst>
                  <a:path extrusionOk="0" h="5786" w="43853">
                    <a:moveTo>
                      <a:pt x="0" y="0"/>
                    </a:moveTo>
                    <a:lnTo>
                      <a:pt x="6085" y="5785"/>
                    </a:lnTo>
                    <a:lnTo>
                      <a:pt x="43853" y="5785"/>
                    </a:lnTo>
                    <a:lnTo>
                      <a:pt x="37768" y="0"/>
                    </a:lnTo>
                    <a:close/>
                  </a:path>
                </a:pathLst>
              </a:custGeom>
              <a:solidFill>
                <a:schemeClr val="lt1"/>
              </a:solid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1" name="Google Shape;8971;p356"/>
              <p:cNvSpPr/>
              <p:nvPr/>
            </p:nvSpPr>
            <p:spPr>
              <a:xfrm>
                <a:off x="4476150" y="4181225"/>
                <a:ext cx="291525" cy="291525"/>
              </a:xfrm>
              <a:custGeom>
                <a:rect b="b" l="l" r="r" t="t"/>
                <a:pathLst>
                  <a:path extrusionOk="0" h="11661" w="11661">
                    <a:moveTo>
                      <a:pt x="3627" y="1"/>
                    </a:moveTo>
                    <a:lnTo>
                      <a:pt x="3627" y="3478"/>
                    </a:lnTo>
                    <a:lnTo>
                      <a:pt x="1" y="3478"/>
                    </a:lnTo>
                    <a:lnTo>
                      <a:pt x="1" y="8183"/>
                    </a:lnTo>
                    <a:lnTo>
                      <a:pt x="3627" y="8183"/>
                    </a:lnTo>
                    <a:lnTo>
                      <a:pt x="3627" y="11661"/>
                    </a:lnTo>
                    <a:lnTo>
                      <a:pt x="8333" y="11661"/>
                    </a:lnTo>
                    <a:lnTo>
                      <a:pt x="8333" y="8183"/>
                    </a:lnTo>
                    <a:lnTo>
                      <a:pt x="11661" y="8183"/>
                    </a:lnTo>
                    <a:lnTo>
                      <a:pt x="11661" y="3478"/>
                    </a:lnTo>
                    <a:lnTo>
                      <a:pt x="8333" y="3478"/>
                    </a:lnTo>
                    <a:lnTo>
                      <a:pt x="8333" y="1"/>
                    </a:lnTo>
                    <a:close/>
                  </a:path>
                </a:pathLst>
              </a:custGeom>
              <a:solidFill>
                <a:schemeClr val="lt1"/>
              </a:solidFill>
              <a:ln cap="flat" cmpd="sng" w="9525">
                <a:solidFill>
                  <a:schemeClr val="dk1"/>
                </a:solidFill>
                <a:prstDash val="solid"/>
                <a:miter lim="299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2" name="Google Shape;8972;p356"/>
              <p:cNvSpPr/>
              <p:nvPr/>
            </p:nvSpPr>
            <p:spPr>
              <a:xfrm>
                <a:off x="4482900" y="3929450"/>
                <a:ext cx="152150" cy="144650"/>
              </a:xfrm>
              <a:custGeom>
                <a:rect b="b" l="l" r="r" t="t"/>
                <a:pathLst>
                  <a:path extrusionOk="0" fill="none" h="5786" w="6086">
                    <a:moveTo>
                      <a:pt x="6085" y="5785"/>
                    </a:moveTo>
                    <a:lnTo>
                      <a:pt x="0" y="0"/>
                    </a:ln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3" name="Google Shape;8973;p356"/>
              <p:cNvSpPr/>
              <p:nvPr/>
            </p:nvSpPr>
            <p:spPr>
              <a:xfrm>
                <a:off x="2678450" y="2529650"/>
                <a:ext cx="907500" cy="1746025"/>
              </a:xfrm>
              <a:custGeom>
                <a:rect b="b" l="l" r="r" t="t"/>
                <a:pathLst>
                  <a:path extrusionOk="0" fill="none" h="69841" w="36300">
                    <a:moveTo>
                      <a:pt x="36299" y="65404"/>
                    </a:moveTo>
                    <a:cubicBezTo>
                      <a:pt x="34141" y="69840"/>
                      <a:pt x="31294" y="68851"/>
                      <a:pt x="31294" y="68851"/>
                    </a:cubicBezTo>
                    <a:cubicBezTo>
                      <a:pt x="9233" y="69690"/>
                      <a:pt x="1110" y="61447"/>
                      <a:pt x="1110" y="61447"/>
                    </a:cubicBezTo>
                    <a:cubicBezTo>
                      <a:pt x="1110" y="61447"/>
                      <a:pt x="0" y="49847"/>
                      <a:pt x="4317" y="34231"/>
                    </a:cubicBezTo>
                    <a:cubicBezTo>
                      <a:pt x="8663" y="18584"/>
                      <a:pt x="16786" y="4886"/>
                      <a:pt x="16786" y="4886"/>
                    </a:cubicBezTo>
                    <a:cubicBezTo>
                      <a:pt x="20383" y="2488"/>
                      <a:pt x="28416" y="630"/>
                      <a:pt x="30694" y="120"/>
                    </a:cubicBezTo>
                    <a:lnTo>
                      <a:pt x="31294" y="0"/>
                    </a:ln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4" name="Google Shape;8974;p356"/>
              <p:cNvSpPr/>
              <p:nvPr/>
            </p:nvSpPr>
            <p:spPr>
              <a:xfrm>
                <a:off x="3657850" y="3671675"/>
                <a:ext cx="296775" cy="146125"/>
              </a:xfrm>
              <a:custGeom>
                <a:rect b="b" l="l" r="r" t="t"/>
                <a:pathLst>
                  <a:path extrusionOk="0" fill="none" h="5845" w="11871">
                    <a:moveTo>
                      <a:pt x="1" y="0"/>
                    </a:moveTo>
                    <a:cubicBezTo>
                      <a:pt x="1" y="0"/>
                      <a:pt x="8963" y="1769"/>
                      <a:pt x="11871" y="5845"/>
                    </a:cubicBez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5" name="Google Shape;8975;p356"/>
              <p:cNvSpPr/>
              <p:nvPr/>
            </p:nvSpPr>
            <p:spPr>
              <a:xfrm>
                <a:off x="3431550" y="4053075"/>
                <a:ext cx="29250" cy="197875"/>
              </a:xfrm>
              <a:custGeom>
                <a:rect b="b" l="l" r="r" t="t"/>
                <a:pathLst>
                  <a:path extrusionOk="0" fill="none" h="7915" w="1170">
                    <a:moveTo>
                      <a:pt x="1170" y="7914"/>
                    </a:moveTo>
                    <a:cubicBezTo>
                      <a:pt x="1170" y="7914"/>
                      <a:pt x="1" y="7734"/>
                      <a:pt x="300" y="1"/>
                    </a:cubicBez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76" name="Google Shape;8976;p356"/>
            <p:cNvSpPr/>
            <p:nvPr/>
          </p:nvSpPr>
          <p:spPr>
            <a:xfrm>
              <a:off x="5672827" y="1205288"/>
              <a:ext cx="1051068" cy="336605"/>
            </a:xfrm>
            <a:custGeom>
              <a:rect b="b" l="l" r="r" t="t"/>
              <a:pathLst>
                <a:path extrusionOk="0" fill="none" h="4647" w="14511">
                  <a:moveTo>
                    <a:pt x="13894" y="3805"/>
                  </a:moveTo>
                  <a:cubicBezTo>
                    <a:pt x="13263" y="3459"/>
                    <a:pt x="12977" y="3744"/>
                    <a:pt x="12766" y="3459"/>
                  </a:cubicBezTo>
                  <a:cubicBezTo>
                    <a:pt x="12541" y="3173"/>
                    <a:pt x="13383" y="2436"/>
                    <a:pt x="11684" y="1699"/>
                  </a:cubicBezTo>
                  <a:cubicBezTo>
                    <a:pt x="11684" y="1699"/>
                    <a:pt x="11578" y="121"/>
                    <a:pt x="9248" y="60"/>
                  </a:cubicBezTo>
                  <a:cubicBezTo>
                    <a:pt x="6917" y="0"/>
                    <a:pt x="7549" y="1654"/>
                    <a:pt x="6917" y="2045"/>
                  </a:cubicBezTo>
                  <a:cubicBezTo>
                    <a:pt x="6286" y="2436"/>
                    <a:pt x="6120" y="1820"/>
                    <a:pt x="5504" y="2211"/>
                  </a:cubicBezTo>
                  <a:cubicBezTo>
                    <a:pt x="4872" y="2617"/>
                    <a:pt x="5158" y="3399"/>
                    <a:pt x="4647" y="3519"/>
                  </a:cubicBezTo>
                  <a:cubicBezTo>
                    <a:pt x="4135" y="3624"/>
                    <a:pt x="3459" y="3008"/>
                    <a:pt x="2842" y="3399"/>
                  </a:cubicBezTo>
                  <a:cubicBezTo>
                    <a:pt x="2211" y="3805"/>
                    <a:pt x="2211" y="4135"/>
                    <a:pt x="1925" y="4135"/>
                  </a:cubicBezTo>
                  <a:cubicBezTo>
                    <a:pt x="1654" y="4135"/>
                    <a:pt x="1083" y="3910"/>
                    <a:pt x="737" y="4135"/>
                  </a:cubicBezTo>
                  <a:cubicBezTo>
                    <a:pt x="406" y="4376"/>
                    <a:pt x="0" y="4647"/>
                    <a:pt x="0" y="4647"/>
                  </a:cubicBezTo>
                  <a:lnTo>
                    <a:pt x="14345" y="4647"/>
                  </a:lnTo>
                  <a:cubicBezTo>
                    <a:pt x="14345" y="4647"/>
                    <a:pt x="14511" y="4135"/>
                    <a:pt x="13894" y="3805"/>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7" name="Google Shape;8977;p356"/>
            <p:cNvSpPr/>
            <p:nvPr/>
          </p:nvSpPr>
          <p:spPr>
            <a:xfrm flipH="1">
              <a:off x="7634060" y="539400"/>
              <a:ext cx="991138" cy="317437"/>
            </a:xfrm>
            <a:custGeom>
              <a:rect b="b" l="l" r="r" t="t"/>
              <a:pathLst>
                <a:path extrusionOk="0" fill="none" h="4647" w="14511">
                  <a:moveTo>
                    <a:pt x="13894" y="3805"/>
                  </a:moveTo>
                  <a:cubicBezTo>
                    <a:pt x="13263" y="3459"/>
                    <a:pt x="12977" y="3744"/>
                    <a:pt x="12766" y="3459"/>
                  </a:cubicBezTo>
                  <a:cubicBezTo>
                    <a:pt x="12541" y="3173"/>
                    <a:pt x="13383" y="2436"/>
                    <a:pt x="11684" y="1699"/>
                  </a:cubicBezTo>
                  <a:cubicBezTo>
                    <a:pt x="11684" y="1699"/>
                    <a:pt x="11578" y="121"/>
                    <a:pt x="9248" y="60"/>
                  </a:cubicBezTo>
                  <a:cubicBezTo>
                    <a:pt x="6917" y="0"/>
                    <a:pt x="7549" y="1654"/>
                    <a:pt x="6917" y="2045"/>
                  </a:cubicBezTo>
                  <a:cubicBezTo>
                    <a:pt x="6286" y="2436"/>
                    <a:pt x="6120" y="1820"/>
                    <a:pt x="5504" y="2211"/>
                  </a:cubicBezTo>
                  <a:cubicBezTo>
                    <a:pt x="4872" y="2617"/>
                    <a:pt x="5158" y="3399"/>
                    <a:pt x="4647" y="3519"/>
                  </a:cubicBezTo>
                  <a:cubicBezTo>
                    <a:pt x="4135" y="3624"/>
                    <a:pt x="3459" y="3008"/>
                    <a:pt x="2842" y="3399"/>
                  </a:cubicBezTo>
                  <a:cubicBezTo>
                    <a:pt x="2211" y="3805"/>
                    <a:pt x="2211" y="4135"/>
                    <a:pt x="1925" y="4135"/>
                  </a:cubicBezTo>
                  <a:cubicBezTo>
                    <a:pt x="1654" y="4135"/>
                    <a:pt x="1083" y="3910"/>
                    <a:pt x="737" y="4135"/>
                  </a:cubicBezTo>
                  <a:cubicBezTo>
                    <a:pt x="406" y="4376"/>
                    <a:pt x="0" y="4647"/>
                    <a:pt x="0" y="4647"/>
                  </a:cubicBezTo>
                  <a:lnTo>
                    <a:pt x="14345" y="4647"/>
                  </a:lnTo>
                  <a:cubicBezTo>
                    <a:pt x="14345" y="4647"/>
                    <a:pt x="14511" y="4135"/>
                    <a:pt x="13894" y="3805"/>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78" name="Google Shape;8978;p356"/>
          <p:cNvSpPr txBox="1"/>
          <p:nvPr>
            <p:ph type="title"/>
          </p:nvPr>
        </p:nvSpPr>
        <p:spPr>
          <a:xfrm>
            <a:off x="685802" y="748500"/>
            <a:ext cx="4551600" cy="749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CA"/>
              <a:t>Conclusion</a:t>
            </a:r>
            <a:endParaRPr/>
          </a:p>
        </p:txBody>
      </p:sp>
      <p:sp>
        <p:nvSpPr>
          <p:cNvPr id="8979" name="Google Shape;8979;p356"/>
          <p:cNvSpPr txBox="1"/>
          <p:nvPr>
            <p:ph idx="1" type="subTitle"/>
          </p:nvPr>
        </p:nvSpPr>
        <p:spPr>
          <a:xfrm>
            <a:off x="685800" y="1559925"/>
            <a:ext cx="5583900" cy="2961600"/>
          </a:xfrm>
          <a:prstGeom prst="rect">
            <a:avLst/>
          </a:prstGeom>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Char char="●"/>
            </a:pPr>
            <a:r>
              <a:rPr lang="en-CA"/>
              <a:t>LLE + DT performs the best at 66%, followed by LLE + SVM-RBF at 54%</a:t>
            </a:r>
            <a:endParaRPr/>
          </a:p>
          <a:p>
            <a:pPr indent="-342900" lvl="0" marL="457200" rtl="0" algn="l">
              <a:lnSpc>
                <a:spcPct val="115000"/>
              </a:lnSpc>
              <a:spcBef>
                <a:spcPts val="0"/>
              </a:spcBef>
              <a:spcAft>
                <a:spcPts val="0"/>
              </a:spcAft>
              <a:buSzPts val="1800"/>
              <a:buChar char="●"/>
            </a:pPr>
            <a:r>
              <a:rPr lang="en-CA"/>
              <a:t>Data reduction helps model performance</a:t>
            </a:r>
            <a:endParaRPr/>
          </a:p>
          <a:p>
            <a:pPr indent="-342900" lvl="0" marL="457200" rtl="0" algn="l">
              <a:lnSpc>
                <a:spcPct val="115000"/>
              </a:lnSpc>
              <a:spcBef>
                <a:spcPts val="0"/>
              </a:spcBef>
              <a:spcAft>
                <a:spcPts val="0"/>
              </a:spcAft>
              <a:buSzPts val="1800"/>
              <a:buChar char="●"/>
            </a:pPr>
            <a:r>
              <a:rPr lang="en-CA"/>
              <a:t>Sleep Quality far outperforms other risk factors in classification</a:t>
            </a:r>
            <a:endParaRPr/>
          </a:p>
          <a:p>
            <a:pPr indent="-342900" lvl="0" marL="457200" rtl="0" algn="l">
              <a:lnSpc>
                <a:spcPct val="115000"/>
              </a:lnSpc>
              <a:spcBef>
                <a:spcPts val="0"/>
              </a:spcBef>
              <a:spcAft>
                <a:spcPts val="0"/>
              </a:spcAft>
              <a:buSzPts val="1800"/>
              <a:buChar char="●"/>
            </a:pPr>
            <a:r>
              <a:rPr lang="en-CA"/>
              <a:t>RBF outperforms Linear </a:t>
            </a:r>
            <a:r>
              <a:rPr lang="en-CA"/>
              <a:t>kernel</a:t>
            </a:r>
            <a:r>
              <a:rPr lang="en-CA"/>
              <a:t> in SVM</a:t>
            </a:r>
            <a:endParaRPr/>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rPr b="1" lang="en-CA"/>
              <a:t>Our models are not (YET) clinically useful</a:t>
            </a:r>
            <a:endParaRPr b="1"/>
          </a:p>
          <a:p>
            <a:pPr indent="0" lvl="0" marL="0" rtl="0" algn="l">
              <a:lnSpc>
                <a:spcPct val="115000"/>
              </a:lnSpc>
              <a:spcBef>
                <a:spcPts val="0"/>
              </a:spcBef>
              <a:spcAft>
                <a:spcPts val="0"/>
              </a:spcAft>
              <a:buNone/>
            </a:pPr>
            <a:r>
              <a:t/>
            </a:r>
            <a:endParaRPr/>
          </a:p>
          <a:p>
            <a:pPr indent="0" lvl="0" marL="0" rtl="0" algn="l">
              <a:lnSpc>
                <a:spcPct val="115000"/>
              </a:lnSpc>
              <a:spcBef>
                <a:spcPts val="0"/>
              </a:spcBef>
              <a:spcAft>
                <a:spcPts val="0"/>
              </a:spcAft>
              <a:buNone/>
            </a:pPr>
            <a:r>
              <a:t/>
            </a:r>
            <a:endParaRPr/>
          </a:p>
        </p:txBody>
      </p:sp>
      <p:grpSp>
        <p:nvGrpSpPr>
          <p:cNvPr id="8980" name="Google Shape;8980;p356"/>
          <p:cNvGrpSpPr/>
          <p:nvPr/>
        </p:nvGrpSpPr>
        <p:grpSpPr>
          <a:xfrm>
            <a:off x="2362420" y="328500"/>
            <a:ext cx="3214407" cy="666052"/>
            <a:chOff x="2362420" y="328500"/>
            <a:chExt cx="3214407" cy="666052"/>
          </a:xfrm>
        </p:grpSpPr>
        <p:sp>
          <p:nvSpPr>
            <p:cNvPr id="8981" name="Google Shape;8981;p356"/>
            <p:cNvSpPr/>
            <p:nvPr/>
          </p:nvSpPr>
          <p:spPr>
            <a:xfrm>
              <a:off x="4309775" y="889162"/>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982" name="Google Shape;8982;p356"/>
            <p:cNvGrpSpPr/>
            <p:nvPr/>
          </p:nvGrpSpPr>
          <p:grpSpPr>
            <a:xfrm>
              <a:off x="2362420" y="433950"/>
              <a:ext cx="105457" cy="105457"/>
              <a:chOff x="7812545" y="194375"/>
              <a:chExt cx="105457" cy="105457"/>
            </a:xfrm>
          </p:grpSpPr>
          <p:sp>
            <p:nvSpPr>
              <p:cNvPr id="8983" name="Google Shape;8983;p356"/>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4" name="Google Shape;8984;p356"/>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5" name="Google Shape;8985;p356"/>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6" name="Google Shape;8986;p356"/>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87" name="Google Shape;8987;p356"/>
            <p:cNvGrpSpPr/>
            <p:nvPr/>
          </p:nvGrpSpPr>
          <p:grpSpPr>
            <a:xfrm>
              <a:off x="5471370" y="328500"/>
              <a:ext cx="105457" cy="105457"/>
              <a:chOff x="7812545" y="194375"/>
              <a:chExt cx="105457" cy="105457"/>
            </a:xfrm>
          </p:grpSpPr>
          <p:sp>
            <p:nvSpPr>
              <p:cNvPr id="8988" name="Google Shape;8988;p356"/>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9" name="Google Shape;8989;p356"/>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0" name="Google Shape;8990;p356"/>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1" name="Google Shape;8991;p356"/>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95" name="Shape 8995"/>
        <p:cNvGrpSpPr/>
        <p:nvPr/>
      </p:nvGrpSpPr>
      <p:grpSpPr>
        <a:xfrm>
          <a:off x="0" y="0"/>
          <a:ext cx="0" cy="0"/>
          <a:chOff x="0" y="0"/>
          <a:chExt cx="0" cy="0"/>
        </a:xfrm>
      </p:grpSpPr>
      <p:grpSp>
        <p:nvGrpSpPr>
          <p:cNvPr id="8996" name="Google Shape;8996;p357"/>
          <p:cNvGrpSpPr/>
          <p:nvPr/>
        </p:nvGrpSpPr>
        <p:grpSpPr>
          <a:xfrm>
            <a:off x="6154513" y="1224825"/>
            <a:ext cx="4427750" cy="4713008"/>
            <a:chOff x="5407988" y="539400"/>
            <a:chExt cx="4427750" cy="4713008"/>
          </a:xfrm>
        </p:grpSpPr>
        <p:grpSp>
          <p:nvGrpSpPr>
            <p:cNvPr id="8997" name="Google Shape;8997;p357"/>
            <p:cNvGrpSpPr/>
            <p:nvPr/>
          </p:nvGrpSpPr>
          <p:grpSpPr>
            <a:xfrm>
              <a:off x="5407988" y="1205311"/>
              <a:ext cx="4427750" cy="4047097"/>
              <a:chOff x="1210815" y="637186"/>
              <a:chExt cx="4975000" cy="4547300"/>
            </a:xfrm>
          </p:grpSpPr>
          <p:sp>
            <p:nvSpPr>
              <p:cNvPr id="8998" name="Google Shape;8998;p357"/>
              <p:cNvSpPr/>
              <p:nvPr/>
            </p:nvSpPr>
            <p:spPr>
              <a:xfrm>
                <a:off x="1210815" y="637186"/>
                <a:ext cx="4975000" cy="4547300"/>
              </a:xfrm>
              <a:custGeom>
                <a:rect b="b" l="l" r="r" t="t"/>
                <a:pathLst>
                  <a:path extrusionOk="0" h="181892" w="199000">
                    <a:moveTo>
                      <a:pt x="145095" y="1"/>
                    </a:moveTo>
                    <a:cubicBezTo>
                      <a:pt x="138627" y="1"/>
                      <a:pt x="132133" y="1487"/>
                      <a:pt x="126012" y="4493"/>
                    </a:cubicBezTo>
                    <a:cubicBezTo>
                      <a:pt x="114352" y="10189"/>
                      <a:pt x="105300" y="19870"/>
                      <a:pt x="93640" y="25565"/>
                    </a:cubicBezTo>
                    <a:cubicBezTo>
                      <a:pt x="77694" y="33359"/>
                      <a:pt x="60219" y="37615"/>
                      <a:pt x="44092" y="45079"/>
                    </a:cubicBezTo>
                    <a:cubicBezTo>
                      <a:pt x="27996" y="52542"/>
                      <a:pt x="12590" y="64262"/>
                      <a:pt x="6805" y="81048"/>
                    </a:cubicBezTo>
                    <a:cubicBezTo>
                      <a:pt x="0" y="100891"/>
                      <a:pt x="2398" y="124211"/>
                      <a:pt x="12799" y="142345"/>
                    </a:cubicBezTo>
                    <a:cubicBezTo>
                      <a:pt x="29403" y="171284"/>
                      <a:pt x="62084" y="181892"/>
                      <a:pt x="93858" y="181892"/>
                    </a:cubicBezTo>
                    <a:cubicBezTo>
                      <a:pt x="94435" y="181892"/>
                      <a:pt x="95012" y="181888"/>
                      <a:pt x="95588" y="181881"/>
                    </a:cubicBezTo>
                    <a:cubicBezTo>
                      <a:pt x="163839" y="181102"/>
                      <a:pt x="198999" y="98403"/>
                      <a:pt x="187879" y="38994"/>
                    </a:cubicBezTo>
                    <a:cubicBezTo>
                      <a:pt x="185451" y="26105"/>
                      <a:pt x="179516" y="13756"/>
                      <a:pt x="168156" y="6712"/>
                    </a:cubicBezTo>
                    <a:cubicBezTo>
                      <a:pt x="161006" y="2259"/>
                      <a:pt x="153070" y="1"/>
                      <a:pt x="145095"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9" name="Google Shape;8999;p357"/>
              <p:cNvSpPr/>
              <p:nvPr/>
            </p:nvSpPr>
            <p:spPr>
              <a:xfrm>
                <a:off x="2694175" y="2394750"/>
                <a:ext cx="1923625" cy="2085500"/>
              </a:xfrm>
              <a:custGeom>
                <a:rect b="b" l="l" r="r" t="t"/>
                <a:pathLst>
                  <a:path extrusionOk="0" h="83420" w="76945">
                    <a:moveTo>
                      <a:pt x="49159" y="1"/>
                    </a:moveTo>
                    <a:cubicBezTo>
                      <a:pt x="49159" y="1"/>
                      <a:pt x="40856" y="1170"/>
                      <a:pt x="37948" y="1530"/>
                    </a:cubicBezTo>
                    <a:cubicBezTo>
                      <a:pt x="35071" y="1919"/>
                      <a:pt x="30665" y="5396"/>
                      <a:pt x="30665" y="5396"/>
                    </a:cubicBezTo>
                    <a:cubicBezTo>
                      <a:pt x="23860" y="6595"/>
                      <a:pt x="16157" y="10282"/>
                      <a:pt x="16157" y="10282"/>
                    </a:cubicBezTo>
                    <a:cubicBezTo>
                      <a:pt x="11331" y="16427"/>
                      <a:pt x="4197" y="36569"/>
                      <a:pt x="2099" y="46281"/>
                    </a:cubicBezTo>
                    <a:cubicBezTo>
                      <a:pt x="1" y="55963"/>
                      <a:pt x="481" y="66843"/>
                      <a:pt x="481" y="66843"/>
                    </a:cubicBezTo>
                    <a:cubicBezTo>
                      <a:pt x="5486" y="71220"/>
                      <a:pt x="17476" y="73588"/>
                      <a:pt x="17476" y="73588"/>
                    </a:cubicBezTo>
                    <a:lnTo>
                      <a:pt x="18825" y="83419"/>
                    </a:lnTo>
                    <a:lnTo>
                      <a:pt x="57941" y="83419"/>
                    </a:lnTo>
                    <a:lnTo>
                      <a:pt x="64685" y="54764"/>
                    </a:lnTo>
                    <a:cubicBezTo>
                      <a:pt x="64685" y="54764"/>
                      <a:pt x="68462" y="47780"/>
                      <a:pt x="69991" y="44513"/>
                    </a:cubicBezTo>
                    <a:cubicBezTo>
                      <a:pt x="71519" y="41216"/>
                      <a:pt x="76945" y="26378"/>
                      <a:pt x="76945" y="26378"/>
                    </a:cubicBezTo>
                    <a:cubicBezTo>
                      <a:pt x="76045" y="23561"/>
                      <a:pt x="72419" y="21133"/>
                      <a:pt x="70680" y="19844"/>
                    </a:cubicBezTo>
                    <a:cubicBezTo>
                      <a:pt x="68912" y="18585"/>
                      <a:pt x="66634" y="16157"/>
                      <a:pt x="64715" y="14329"/>
                    </a:cubicBezTo>
                    <a:cubicBezTo>
                      <a:pt x="62797" y="12500"/>
                      <a:pt x="59080" y="10282"/>
                      <a:pt x="59080" y="10282"/>
                    </a:cubicBezTo>
                    <a:cubicBezTo>
                      <a:pt x="58211" y="8184"/>
                      <a:pt x="57132" y="6176"/>
                      <a:pt x="55843" y="4317"/>
                    </a:cubicBezTo>
                    <a:cubicBezTo>
                      <a:pt x="53595" y="1080"/>
                      <a:pt x="49308" y="211"/>
                      <a:pt x="49159" y="1"/>
                    </a:cubicBez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0" name="Google Shape;9000;p357"/>
              <p:cNvSpPr/>
              <p:nvPr/>
            </p:nvSpPr>
            <p:spPr>
              <a:xfrm>
                <a:off x="3364100" y="1427350"/>
                <a:ext cx="771125" cy="1355650"/>
              </a:xfrm>
              <a:custGeom>
                <a:rect b="b" l="l" r="r" t="t"/>
                <a:pathLst>
                  <a:path extrusionOk="0" h="54226" w="30845">
                    <a:moveTo>
                      <a:pt x="17506" y="0"/>
                    </a:moveTo>
                    <a:lnTo>
                      <a:pt x="2339" y="4256"/>
                    </a:lnTo>
                    <a:lnTo>
                      <a:pt x="1" y="13369"/>
                    </a:lnTo>
                    <a:lnTo>
                      <a:pt x="1500" y="17985"/>
                    </a:lnTo>
                    <a:cubicBezTo>
                      <a:pt x="1500" y="17985"/>
                      <a:pt x="1799" y="22271"/>
                      <a:pt x="1859" y="24369"/>
                    </a:cubicBezTo>
                    <a:cubicBezTo>
                      <a:pt x="1919" y="26497"/>
                      <a:pt x="1859" y="28116"/>
                      <a:pt x="3478" y="30694"/>
                    </a:cubicBezTo>
                    <a:cubicBezTo>
                      <a:pt x="5067" y="33272"/>
                      <a:pt x="6565" y="35819"/>
                      <a:pt x="10042" y="38037"/>
                    </a:cubicBezTo>
                    <a:lnTo>
                      <a:pt x="10042" y="43882"/>
                    </a:lnTo>
                    <a:cubicBezTo>
                      <a:pt x="10042" y="43882"/>
                      <a:pt x="7884" y="50147"/>
                      <a:pt x="9083" y="53984"/>
                    </a:cubicBezTo>
                    <a:cubicBezTo>
                      <a:pt x="9083" y="53984"/>
                      <a:pt x="9306" y="54226"/>
                      <a:pt x="9855" y="54226"/>
                    </a:cubicBezTo>
                    <a:cubicBezTo>
                      <a:pt x="10273" y="54226"/>
                      <a:pt x="10879" y="54086"/>
                      <a:pt x="11721" y="53594"/>
                    </a:cubicBezTo>
                    <a:cubicBezTo>
                      <a:pt x="13699" y="52485"/>
                      <a:pt x="22062" y="46880"/>
                      <a:pt x="24969" y="41035"/>
                    </a:cubicBezTo>
                    <a:lnTo>
                      <a:pt x="25869" y="26198"/>
                    </a:lnTo>
                    <a:cubicBezTo>
                      <a:pt x="25869" y="26198"/>
                      <a:pt x="26036" y="26225"/>
                      <a:pt x="26301" y="26225"/>
                    </a:cubicBezTo>
                    <a:cubicBezTo>
                      <a:pt x="27047" y="26225"/>
                      <a:pt x="28564" y="26013"/>
                      <a:pt x="29316" y="24399"/>
                    </a:cubicBezTo>
                    <a:cubicBezTo>
                      <a:pt x="30844" y="22241"/>
                      <a:pt x="30784" y="19723"/>
                      <a:pt x="30215" y="17685"/>
                    </a:cubicBezTo>
                    <a:cubicBezTo>
                      <a:pt x="29954" y="16796"/>
                      <a:pt x="29322" y="16546"/>
                      <a:pt x="28693" y="16546"/>
                    </a:cubicBezTo>
                    <a:cubicBezTo>
                      <a:pt x="27878" y="16546"/>
                      <a:pt x="27068" y="16966"/>
                      <a:pt x="27068" y="16966"/>
                    </a:cubicBezTo>
                    <a:lnTo>
                      <a:pt x="27607" y="15737"/>
                    </a:lnTo>
                    <a:cubicBezTo>
                      <a:pt x="27607" y="15737"/>
                      <a:pt x="28476" y="5845"/>
                      <a:pt x="24190" y="4886"/>
                    </a:cubicBezTo>
                    <a:cubicBezTo>
                      <a:pt x="19904" y="3927"/>
                      <a:pt x="17506" y="0"/>
                      <a:pt x="17506" y="0"/>
                    </a:cubicBezTo>
                    <a:close/>
                  </a:path>
                </a:pathLst>
              </a:custGeom>
              <a:solidFill>
                <a:schemeClr val="lt1"/>
              </a:solid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1" name="Google Shape;9001;p357"/>
              <p:cNvSpPr/>
              <p:nvPr/>
            </p:nvSpPr>
            <p:spPr>
              <a:xfrm>
                <a:off x="3302650" y="1299300"/>
                <a:ext cx="791350" cy="621150"/>
              </a:xfrm>
              <a:custGeom>
                <a:rect b="b" l="l" r="r" t="t"/>
                <a:pathLst>
                  <a:path extrusionOk="0" h="24846" w="31654">
                    <a:moveTo>
                      <a:pt x="16344" y="1"/>
                    </a:moveTo>
                    <a:cubicBezTo>
                      <a:pt x="16006" y="1"/>
                      <a:pt x="15703" y="91"/>
                      <a:pt x="15438" y="296"/>
                    </a:cubicBezTo>
                    <a:cubicBezTo>
                      <a:pt x="13669" y="1675"/>
                      <a:pt x="4827" y="3384"/>
                      <a:pt x="2399" y="6291"/>
                    </a:cubicBezTo>
                    <a:cubicBezTo>
                      <a:pt x="1" y="9199"/>
                      <a:pt x="1829" y="13095"/>
                      <a:pt x="1769" y="16183"/>
                    </a:cubicBezTo>
                    <a:cubicBezTo>
                      <a:pt x="1695" y="18748"/>
                      <a:pt x="3689" y="24147"/>
                      <a:pt x="4039" y="24147"/>
                    </a:cubicBezTo>
                    <a:cubicBezTo>
                      <a:pt x="4111" y="24147"/>
                      <a:pt x="4114" y="23924"/>
                      <a:pt x="4018" y="23406"/>
                    </a:cubicBezTo>
                    <a:cubicBezTo>
                      <a:pt x="3988" y="23317"/>
                      <a:pt x="3958" y="23227"/>
                      <a:pt x="3958" y="23107"/>
                    </a:cubicBezTo>
                    <a:cubicBezTo>
                      <a:pt x="3538" y="20319"/>
                      <a:pt x="3538" y="17472"/>
                      <a:pt x="3928" y="14684"/>
                    </a:cubicBezTo>
                    <a:cubicBezTo>
                      <a:pt x="4227" y="12885"/>
                      <a:pt x="5936" y="9948"/>
                      <a:pt x="5936" y="9948"/>
                    </a:cubicBezTo>
                    <a:cubicBezTo>
                      <a:pt x="6741" y="10016"/>
                      <a:pt x="7507" y="10047"/>
                      <a:pt x="8235" y="10047"/>
                    </a:cubicBezTo>
                    <a:cubicBezTo>
                      <a:pt x="14882" y="10047"/>
                      <a:pt x="18315" y="7490"/>
                      <a:pt x="18315" y="7490"/>
                    </a:cubicBezTo>
                    <a:cubicBezTo>
                      <a:pt x="19604" y="11417"/>
                      <a:pt x="25209" y="10278"/>
                      <a:pt x="25899" y="12526"/>
                    </a:cubicBezTo>
                    <a:cubicBezTo>
                      <a:pt x="26618" y="14774"/>
                      <a:pt x="24700" y="17921"/>
                      <a:pt x="25059" y="21038"/>
                    </a:cubicBezTo>
                    <a:cubicBezTo>
                      <a:pt x="25419" y="24186"/>
                      <a:pt x="27337" y="24845"/>
                      <a:pt x="27337" y="24845"/>
                    </a:cubicBezTo>
                    <a:cubicBezTo>
                      <a:pt x="28862" y="21995"/>
                      <a:pt x="30256" y="21620"/>
                      <a:pt x="30884" y="21620"/>
                    </a:cubicBezTo>
                    <a:cubicBezTo>
                      <a:pt x="31108" y="21620"/>
                      <a:pt x="31234" y="21668"/>
                      <a:pt x="31234" y="21668"/>
                    </a:cubicBezTo>
                    <a:cubicBezTo>
                      <a:pt x="31204" y="18730"/>
                      <a:pt x="30665" y="17981"/>
                      <a:pt x="31174" y="12436"/>
                    </a:cubicBezTo>
                    <a:cubicBezTo>
                      <a:pt x="31654" y="6861"/>
                      <a:pt x="28417" y="5272"/>
                      <a:pt x="24490" y="3923"/>
                    </a:cubicBezTo>
                    <a:cubicBezTo>
                      <a:pt x="21162" y="2780"/>
                      <a:pt x="18222" y="1"/>
                      <a:pt x="1634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2" name="Google Shape;9002;p357"/>
              <p:cNvSpPr/>
              <p:nvPr/>
            </p:nvSpPr>
            <p:spPr>
              <a:xfrm>
                <a:off x="3656350" y="2421000"/>
                <a:ext cx="517825" cy="442125"/>
              </a:xfrm>
              <a:custGeom>
                <a:rect b="b" l="l" r="r" t="t"/>
                <a:pathLst>
                  <a:path extrusionOk="0" fill="none" h="17685" w="20713">
                    <a:moveTo>
                      <a:pt x="1" y="15137"/>
                    </a:moveTo>
                    <a:cubicBezTo>
                      <a:pt x="1829" y="13968"/>
                      <a:pt x="4227" y="14418"/>
                      <a:pt x="6235" y="15227"/>
                    </a:cubicBezTo>
                    <a:cubicBezTo>
                      <a:pt x="7315" y="15677"/>
                      <a:pt x="8364" y="16246"/>
                      <a:pt x="9443" y="16726"/>
                    </a:cubicBezTo>
                    <a:cubicBezTo>
                      <a:pt x="9982" y="16965"/>
                      <a:pt x="10552" y="17175"/>
                      <a:pt x="11121" y="17325"/>
                    </a:cubicBezTo>
                    <a:cubicBezTo>
                      <a:pt x="12470" y="17685"/>
                      <a:pt x="11990" y="15976"/>
                      <a:pt x="11901" y="15227"/>
                    </a:cubicBezTo>
                    <a:cubicBezTo>
                      <a:pt x="11811" y="14148"/>
                      <a:pt x="11721" y="13039"/>
                      <a:pt x="11601" y="11960"/>
                    </a:cubicBezTo>
                    <a:cubicBezTo>
                      <a:pt x="11541" y="11720"/>
                      <a:pt x="11571" y="11510"/>
                      <a:pt x="11661" y="11300"/>
                    </a:cubicBezTo>
                    <a:cubicBezTo>
                      <a:pt x="11811" y="11120"/>
                      <a:pt x="11990" y="11001"/>
                      <a:pt x="12200" y="10971"/>
                    </a:cubicBezTo>
                    <a:cubicBezTo>
                      <a:pt x="14598" y="10221"/>
                      <a:pt x="17176" y="10551"/>
                      <a:pt x="19694" y="10581"/>
                    </a:cubicBezTo>
                    <a:cubicBezTo>
                      <a:pt x="19904" y="10611"/>
                      <a:pt x="20143" y="10581"/>
                      <a:pt x="20353" y="10461"/>
                    </a:cubicBezTo>
                    <a:cubicBezTo>
                      <a:pt x="20713" y="10221"/>
                      <a:pt x="20683" y="9682"/>
                      <a:pt x="20593" y="9232"/>
                    </a:cubicBezTo>
                    <a:cubicBezTo>
                      <a:pt x="19724" y="5545"/>
                      <a:pt x="16666" y="1858"/>
                      <a:pt x="13339" y="0"/>
                    </a:cubicBez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3" name="Google Shape;9003;p357"/>
              <p:cNvSpPr/>
              <p:nvPr/>
            </p:nvSpPr>
            <p:spPr>
              <a:xfrm>
                <a:off x="3445050" y="2435975"/>
                <a:ext cx="170125" cy="340975"/>
              </a:xfrm>
              <a:custGeom>
                <a:rect b="b" l="l" r="r" t="t"/>
                <a:pathLst>
                  <a:path extrusionOk="0" fill="none" h="13639" w="6805">
                    <a:moveTo>
                      <a:pt x="6804" y="0"/>
                    </a:moveTo>
                    <a:cubicBezTo>
                      <a:pt x="5156" y="690"/>
                      <a:pt x="3477" y="1409"/>
                      <a:pt x="2038" y="2458"/>
                    </a:cubicBezTo>
                    <a:cubicBezTo>
                      <a:pt x="1529" y="2848"/>
                      <a:pt x="1049" y="3268"/>
                      <a:pt x="630" y="3747"/>
                    </a:cubicBezTo>
                    <a:cubicBezTo>
                      <a:pt x="270" y="4077"/>
                      <a:pt x="60" y="4527"/>
                      <a:pt x="0" y="4976"/>
                    </a:cubicBezTo>
                    <a:cubicBezTo>
                      <a:pt x="30" y="5426"/>
                      <a:pt x="240" y="5845"/>
                      <a:pt x="600" y="6115"/>
                    </a:cubicBezTo>
                    <a:cubicBezTo>
                      <a:pt x="869" y="6325"/>
                      <a:pt x="1139" y="6505"/>
                      <a:pt x="1439" y="6625"/>
                    </a:cubicBezTo>
                    <a:cubicBezTo>
                      <a:pt x="2128" y="6955"/>
                      <a:pt x="2938" y="7284"/>
                      <a:pt x="3237" y="7974"/>
                    </a:cubicBezTo>
                    <a:cubicBezTo>
                      <a:pt x="3297" y="8124"/>
                      <a:pt x="3327" y="8273"/>
                      <a:pt x="3297" y="8423"/>
                    </a:cubicBezTo>
                    <a:cubicBezTo>
                      <a:pt x="3267" y="8573"/>
                      <a:pt x="3177" y="8693"/>
                      <a:pt x="3087" y="8813"/>
                    </a:cubicBezTo>
                    <a:cubicBezTo>
                      <a:pt x="2518" y="9502"/>
                      <a:pt x="1529" y="10042"/>
                      <a:pt x="1589" y="10941"/>
                    </a:cubicBezTo>
                    <a:cubicBezTo>
                      <a:pt x="1649" y="11630"/>
                      <a:pt x="2338" y="12050"/>
                      <a:pt x="2968" y="12350"/>
                    </a:cubicBezTo>
                    <a:cubicBezTo>
                      <a:pt x="3597" y="12680"/>
                      <a:pt x="4316" y="12979"/>
                      <a:pt x="4526" y="13639"/>
                    </a:cubicBez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4" name="Google Shape;9004;p357"/>
              <p:cNvSpPr/>
              <p:nvPr/>
            </p:nvSpPr>
            <p:spPr>
              <a:xfrm>
                <a:off x="3097350" y="2651800"/>
                <a:ext cx="1520450" cy="1547425"/>
              </a:xfrm>
              <a:custGeom>
                <a:rect b="b" l="l" r="r" t="t"/>
                <a:pathLst>
                  <a:path extrusionOk="0" fill="none" h="61897" w="60818">
                    <a:moveTo>
                      <a:pt x="42953" y="0"/>
                    </a:moveTo>
                    <a:cubicBezTo>
                      <a:pt x="42953" y="0"/>
                      <a:pt x="48588" y="3357"/>
                      <a:pt x="51076" y="6534"/>
                    </a:cubicBezTo>
                    <a:cubicBezTo>
                      <a:pt x="53564" y="9712"/>
                      <a:pt x="59469" y="11810"/>
                      <a:pt x="60818" y="16096"/>
                    </a:cubicBezTo>
                    <a:cubicBezTo>
                      <a:pt x="60818" y="16096"/>
                      <a:pt x="53054" y="40555"/>
                      <a:pt x="44901" y="49428"/>
                    </a:cubicBezTo>
                    <a:cubicBezTo>
                      <a:pt x="36778" y="58270"/>
                      <a:pt x="32282" y="61897"/>
                      <a:pt x="32282" y="61897"/>
                    </a:cubicBezTo>
                    <a:cubicBezTo>
                      <a:pt x="32282" y="61897"/>
                      <a:pt x="12709" y="58480"/>
                      <a:pt x="0" y="47839"/>
                    </a:cubicBezTo>
                    <a:lnTo>
                      <a:pt x="4556" y="37378"/>
                    </a:lnTo>
                    <a:cubicBezTo>
                      <a:pt x="4556" y="37378"/>
                      <a:pt x="17355" y="38997"/>
                      <a:pt x="22421" y="40795"/>
                    </a:cubicBezTo>
                    <a:cubicBezTo>
                      <a:pt x="27486" y="42593"/>
                      <a:pt x="32282" y="53504"/>
                      <a:pt x="32282" y="53504"/>
                    </a:cubicBez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5" name="Google Shape;9005;p357"/>
              <p:cNvSpPr/>
              <p:nvPr/>
            </p:nvSpPr>
            <p:spPr>
              <a:xfrm>
                <a:off x="3131050" y="3776575"/>
                <a:ext cx="1172025" cy="703675"/>
              </a:xfrm>
              <a:custGeom>
                <a:rect b="b" l="l" r="r" t="t"/>
                <a:pathLst>
                  <a:path extrusionOk="0" fill="none" h="28147" w="46881">
                    <a:moveTo>
                      <a:pt x="46881" y="0"/>
                    </a:moveTo>
                    <a:lnTo>
                      <a:pt x="40466" y="28146"/>
                    </a:lnTo>
                    <a:lnTo>
                      <a:pt x="1350" y="28146"/>
                    </a:lnTo>
                    <a:lnTo>
                      <a:pt x="1" y="18315"/>
                    </a:lnTo>
                  </a:path>
                </a:pathLst>
              </a:custGeom>
              <a:noFill/>
              <a:ln cap="rnd" cmpd="sng" w="9750">
                <a:solidFill>
                  <a:srgbClr val="2632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6" name="Google Shape;9006;p357"/>
              <p:cNvSpPr/>
              <p:nvPr/>
            </p:nvSpPr>
            <p:spPr>
              <a:xfrm>
                <a:off x="2951975" y="3633900"/>
                <a:ext cx="239050" cy="222875"/>
              </a:xfrm>
              <a:custGeom>
                <a:rect b="b" l="l" r="r" t="t"/>
                <a:pathLst>
                  <a:path extrusionOk="0" h="8915" w="9562">
                    <a:moveTo>
                      <a:pt x="9345" y="0"/>
                    </a:moveTo>
                    <a:cubicBezTo>
                      <a:pt x="8476" y="0"/>
                      <a:pt x="5045" y="442"/>
                      <a:pt x="0" y="6697"/>
                    </a:cubicBezTo>
                    <a:cubicBezTo>
                      <a:pt x="1828" y="6697"/>
                      <a:pt x="3597" y="7326"/>
                      <a:pt x="5066" y="8435"/>
                    </a:cubicBezTo>
                    <a:lnTo>
                      <a:pt x="5995" y="8915"/>
                    </a:lnTo>
                    <a:lnTo>
                      <a:pt x="9562" y="12"/>
                    </a:lnTo>
                    <a:cubicBezTo>
                      <a:pt x="9562" y="12"/>
                      <a:pt x="9488" y="0"/>
                      <a:pt x="9345" y="0"/>
                    </a:cubicBezTo>
                    <a:close/>
                  </a:path>
                </a:pathLst>
              </a:custGeom>
              <a:solidFill>
                <a:schemeClr val="lt1"/>
              </a:solidFill>
              <a:ln cap="flat" cmpd="sng" w="9525">
                <a:solidFill>
                  <a:schemeClr val="dk1"/>
                </a:solidFill>
                <a:prstDash val="solid"/>
                <a:miter lim="299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7" name="Google Shape;9007;p357"/>
              <p:cNvSpPr/>
              <p:nvPr/>
            </p:nvSpPr>
            <p:spPr>
              <a:xfrm>
                <a:off x="3439050" y="4053075"/>
                <a:ext cx="219575" cy="111625"/>
              </a:xfrm>
              <a:custGeom>
                <a:rect b="b" l="l" r="r" t="t"/>
                <a:pathLst>
                  <a:path extrusionOk="0" h="4465" w="8783">
                    <a:moveTo>
                      <a:pt x="0" y="1"/>
                    </a:moveTo>
                    <a:lnTo>
                      <a:pt x="0" y="3958"/>
                    </a:lnTo>
                    <a:cubicBezTo>
                      <a:pt x="0" y="3958"/>
                      <a:pt x="1702" y="4464"/>
                      <a:pt x="3864" y="4464"/>
                    </a:cubicBezTo>
                    <a:cubicBezTo>
                      <a:pt x="5420" y="4464"/>
                      <a:pt x="7214" y="4202"/>
                      <a:pt x="8783" y="3298"/>
                    </a:cubicBezTo>
                    <a:lnTo>
                      <a:pt x="0" y="1"/>
                    </a:lnTo>
                    <a:close/>
                  </a:path>
                </a:pathLst>
              </a:custGeom>
              <a:solidFill>
                <a:schemeClr val="lt1"/>
              </a:solidFill>
              <a:ln cap="flat" cmpd="sng" w="9525">
                <a:solidFill>
                  <a:schemeClr val="dk1"/>
                </a:solidFill>
                <a:prstDash val="solid"/>
                <a:miter lim="299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8" name="Google Shape;9008;p357"/>
              <p:cNvSpPr/>
              <p:nvPr/>
            </p:nvSpPr>
            <p:spPr>
              <a:xfrm>
                <a:off x="3687075" y="2683250"/>
                <a:ext cx="436150" cy="549325"/>
              </a:xfrm>
              <a:custGeom>
                <a:rect b="b" l="l" r="r" t="t"/>
                <a:pathLst>
                  <a:path extrusionOk="0" h="21973" w="17446">
                    <a:moveTo>
                      <a:pt x="15947" y="1"/>
                    </a:moveTo>
                    <a:cubicBezTo>
                      <a:pt x="15587" y="1230"/>
                      <a:pt x="11631" y="14658"/>
                      <a:pt x="390" y="20563"/>
                    </a:cubicBezTo>
                    <a:cubicBezTo>
                      <a:pt x="151" y="20683"/>
                      <a:pt x="1" y="20953"/>
                      <a:pt x="1" y="21223"/>
                    </a:cubicBezTo>
                    <a:cubicBezTo>
                      <a:pt x="1" y="21642"/>
                      <a:pt x="330" y="21972"/>
                      <a:pt x="750" y="21972"/>
                    </a:cubicBezTo>
                    <a:cubicBezTo>
                      <a:pt x="870" y="21972"/>
                      <a:pt x="990" y="21942"/>
                      <a:pt x="1080" y="21882"/>
                    </a:cubicBezTo>
                    <a:cubicBezTo>
                      <a:pt x="13399" y="15408"/>
                      <a:pt x="17236" y="900"/>
                      <a:pt x="17416" y="271"/>
                    </a:cubicBezTo>
                    <a:cubicBezTo>
                      <a:pt x="17416" y="211"/>
                      <a:pt x="17446" y="121"/>
                      <a:pt x="17416" y="61"/>
                    </a:cubicBezTo>
                    <a:lnTo>
                      <a:pt x="1594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9" name="Google Shape;9009;p357"/>
              <p:cNvSpPr/>
              <p:nvPr/>
            </p:nvSpPr>
            <p:spPr>
              <a:xfrm>
                <a:off x="3345375" y="2529650"/>
                <a:ext cx="115425" cy="458625"/>
              </a:xfrm>
              <a:custGeom>
                <a:rect b="b" l="l" r="r" t="t"/>
                <a:pathLst>
                  <a:path extrusionOk="0" h="18345" w="4617">
                    <a:moveTo>
                      <a:pt x="4617" y="0"/>
                    </a:moveTo>
                    <a:lnTo>
                      <a:pt x="4017" y="150"/>
                    </a:lnTo>
                    <a:cubicBezTo>
                      <a:pt x="2668" y="2608"/>
                      <a:pt x="180" y="8333"/>
                      <a:pt x="1" y="16726"/>
                    </a:cubicBezTo>
                    <a:lnTo>
                      <a:pt x="1" y="18345"/>
                    </a:lnTo>
                    <a:cubicBezTo>
                      <a:pt x="360" y="18165"/>
                      <a:pt x="780" y="18045"/>
                      <a:pt x="1170" y="17985"/>
                    </a:cubicBezTo>
                    <a:cubicBezTo>
                      <a:pt x="1289" y="17955"/>
                      <a:pt x="1379" y="17955"/>
                      <a:pt x="1499" y="17955"/>
                    </a:cubicBezTo>
                    <a:lnTo>
                      <a:pt x="1499" y="17655"/>
                    </a:lnTo>
                    <a:lnTo>
                      <a:pt x="1499" y="16426"/>
                    </a:lnTo>
                    <a:cubicBezTo>
                      <a:pt x="1589" y="11600"/>
                      <a:pt x="2638" y="6804"/>
                      <a:pt x="4587" y="2338"/>
                    </a:cubicBezTo>
                    <a:cubicBezTo>
                      <a:pt x="4257" y="2098"/>
                      <a:pt x="4047" y="1679"/>
                      <a:pt x="4017" y="1259"/>
                    </a:cubicBezTo>
                    <a:cubicBezTo>
                      <a:pt x="4047" y="780"/>
                      <a:pt x="4287" y="330"/>
                      <a:pt x="4617"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0" name="Google Shape;9010;p357"/>
              <p:cNvSpPr/>
              <p:nvPr/>
            </p:nvSpPr>
            <p:spPr>
              <a:xfrm>
                <a:off x="3647375" y="3123775"/>
                <a:ext cx="203850" cy="159850"/>
              </a:xfrm>
              <a:custGeom>
                <a:rect b="b" l="l" r="r" t="t"/>
                <a:pathLst>
                  <a:path extrusionOk="0" h="6394" w="8154">
                    <a:moveTo>
                      <a:pt x="5301" y="0"/>
                    </a:moveTo>
                    <a:cubicBezTo>
                      <a:pt x="4413" y="0"/>
                      <a:pt x="3399" y="330"/>
                      <a:pt x="2488" y="994"/>
                    </a:cubicBezTo>
                    <a:cubicBezTo>
                      <a:pt x="719" y="2253"/>
                      <a:pt x="0" y="4291"/>
                      <a:pt x="869" y="5520"/>
                    </a:cubicBezTo>
                    <a:cubicBezTo>
                      <a:pt x="1291" y="6102"/>
                      <a:pt x="2016" y="6394"/>
                      <a:pt x="2852" y="6394"/>
                    </a:cubicBezTo>
                    <a:cubicBezTo>
                      <a:pt x="3740" y="6394"/>
                      <a:pt x="4754" y="6064"/>
                      <a:pt x="5665" y="5400"/>
                    </a:cubicBezTo>
                    <a:cubicBezTo>
                      <a:pt x="7434" y="4111"/>
                      <a:pt x="8153" y="2103"/>
                      <a:pt x="7284" y="874"/>
                    </a:cubicBezTo>
                    <a:cubicBezTo>
                      <a:pt x="6862" y="293"/>
                      <a:pt x="6138" y="0"/>
                      <a:pt x="5301" y="0"/>
                    </a:cubicBezTo>
                    <a:close/>
                  </a:path>
                </a:pathLst>
              </a:custGeom>
              <a:solidFill>
                <a:schemeClr val="lt1"/>
              </a:solid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1" name="Google Shape;9011;p357"/>
              <p:cNvSpPr/>
              <p:nvPr/>
            </p:nvSpPr>
            <p:spPr>
              <a:xfrm>
                <a:off x="3647375" y="3112425"/>
                <a:ext cx="143150" cy="112750"/>
              </a:xfrm>
              <a:custGeom>
                <a:rect b="b" l="l" r="r" t="t"/>
                <a:pathLst>
                  <a:path extrusionOk="0" h="4510" w="5726">
                    <a:moveTo>
                      <a:pt x="3701" y="1"/>
                    </a:moveTo>
                    <a:cubicBezTo>
                      <a:pt x="3075" y="1"/>
                      <a:pt x="2360" y="234"/>
                      <a:pt x="1709" y="699"/>
                    </a:cubicBezTo>
                    <a:cubicBezTo>
                      <a:pt x="480" y="1598"/>
                      <a:pt x="0" y="3037"/>
                      <a:pt x="600" y="3876"/>
                    </a:cubicBezTo>
                    <a:cubicBezTo>
                      <a:pt x="892" y="4299"/>
                      <a:pt x="1404" y="4510"/>
                      <a:pt x="1996" y="4510"/>
                    </a:cubicBezTo>
                    <a:cubicBezTo>
                      <a:pt x="2618" y="4510"/>
                      <a:pt x="3327" y="4277"/>
                      <a:pt x="3957" y="3816"/>
                    </a:cubicBezTo>
                    <a:cubicBezTo>
                      <a:pt x="5216" y="2917"/>
                      <a:pt x="5725" y="1478"/>
                      <a:pt x="5096" y="609"/>
                    </a:cubicBezTo>
                    <a:cubicBezTo>
                      <a:pt x="4792" y="204"/>
                      <a:pt x="4285" y="1"/>
                      <a:pt x="3701" y="1"/>
                    </a:cubicBezTo>
                    <a:close/>
                  </a:path>
                </a:pathLst>
              </a:custGeom>
              <a:solidFill>
                <a:schemeClr val="lt1"/>
              </a:solid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2" name="Google Shape;9012;p357"/>
              <p:cNvSpPr/>
              <p:nvPr/>
            </p:nvSpPr>
            <p:spPr>
              <a:xfrm>
                <a:off x="3173775" y="2940975"/>
                <a:ext cx="434650" cy="604825"/>
              </a:xfrm>
              <a:custGeom>
                <a:rect b="b" l="l" r="r" t="t"/>
                <a:pathLst>
                  <a:path extrusionOk="0" h="24193" w="17386">
                    <a:moveTo>
                      <a:pt x="8535" y="0"/>
                    </a:moveTo>
                    <a:cubicBezTo>
                      <a:pt x="8478" y="0"/>
                      <a:pt x="8421" y="1"/>
                      <a:pt x="8363" y="3"/>
                    </a:cubicBezTo>
                    <a:cubicBezTo>
                      <a:pt x="8153" y="3"/>
                      <a:pt x="7974" y="33"/>
                      <a:pt x="7794" y="63"/>
                    </a:cubicBezTo>
                    <a:cubicBezTo>
                      <a:pt x="7464" y="93"/>
                      <a:pt x="7164" y="183"/>
                      <a:pt x="6835" y="273"/>
                    </a:cubicBezTo>
                    <a:cubicBezTo>
                      <a:pt x="5066" y="932"/>
                      <a:pt x="3657" y="2371"/>
                      <a:pt x="3058" y="4170"/>
                    </a:cubicBezTo>
                    <a:lnTo>
                      <a:pt x="2938" y="4529"/>
                    </a:lnTo>
                    <a:cubicBezTo>
                      <a:pt x="2009" y="6987"/>
                      <a:pt x="1289" y="9505"/>
                      <a:pt x="750" y="12083"/>
                    </a:cubicBezTo>
                    <a:cubicBezTo>
                      <a:pt x="150" y="15200"/>
                      <a:pt x="0" y="18497"/>
                      <a:pt x="1199" y="20925"/>
                    </a:cubicBezTo>
                    <a:cubicBezTo>
                      <a:pt x="1949" y="22484"/>
                      <a:pt x="3328" y="23653"/>
                      <a:pt x="4976" y="24132"/>
                    </a:cubicBezTo>
                    <a:cubicBezTo>
                      <a:pt x="5036" y="24162"/>
                      <a:pt x="5126" y="24192"/>
                      <a:pt x="5216" y="24192"/>
                    </a:cubicBezTo>
                    <a:cubicBezTo>
                      <a:pt x="5516" y="24192"/>
                      <a:pt x="5815" y="23983"/>
                      <a:pt x="5905" y="23683"/>
                    </a:cubicBezTo>
                    <a:cubicBezTo>
                      <a:pt x="6055" y="23263"/>
                      <a:pt x="5815" y="22844"/>
                      <a:pt x="5426" y="22724"/>
                    </a:cubicBezTo>
                    <a:cubicBezTo>
                      <a:pt x="4167" y="22364"/>
                      <a:pt x="3118" y="21465"/>
                      <a:pt x="2518" y="20266"/>
                    </a:cubicBezTo>
                    <a:cubicBezTo>
                      <a:pt x="1469" y="18108"/>
                      <a:pt x="1679" y="15020"/>
                      <a:pt x="2278" y="12083"/>
                    </a:cubicBezTo>
                    <a:cubicBezTo>
                      <a:pt x="2788" y="9685"/>
                      <a:pt x="3507" y="7347"/>
                      <a:pt x="4347" y="5039"/>
                    </a:cubicBezTo>
                    <a:lnTo>
                      <a:pt x="4467" y="4679"/>
                    </a:lnTo>
                    <a:cubicBezTo>
                      <a:pt x="4886" y="3480"/>
                      <a:pt x="5725" y="2491"/>
                      <a:pt x="6835" y="1892"/>
                    </a:cubicBezTo>
                    <a:cubicBezTo>
                      <a:pt x="7224" y="1712"/>
                      <a:pt x="7614" y="1592"/>
                      <a:pt x="8004" y="1532"/>
                    </a:cubicBezTo>
                    <a:cubicBezTo>
                      <a:pt x="8123" y="1502"/>
                      <a:pt x="8243" y="1502"/>
                      <a:pt x="8333" y="1502"/>
                    </a:cubicBezTo>
                    <a:cubicBezTo>
                      <a:pt x="8391" y="1499"/>
                      <a:pt x="8449" y="1498"/>
                      <a:pt x="8506" y="1498"/>
                    </a:cubicBezTo>
                    <a:cubicBezTo>
                      <a:pt x="9761" y="1498"/>
                      <a:pt x="10943" y="2119"/>
                      <a:pt x="11630" y="3150"/>
                    </a:cubicBezTo>
                    <a:cubicBezTo>
                      <a:pt x="13129" y="5189"/>
                      <a:pt x="13849" y="7946"/>
                      <a:pt x="14328" y="10134"/>
                    </a:cubicBezTo>
                    <a:cubicBezTo>
                      <a:pt x="14508" y="10824"/>
                      <a:pt x="14628" y="11483"/>
                      <a:pt x="14718" y="12083"/>
                    </a:cubicBezTo>
                    <a:cubicBezTo>
                      <a:pt x="15827" y="19277"/>
                      <a:pt x="13309" y="21435"/>
                      <a:pt x="13249" y="21495"/>
                    </a:cubicBezTo>
                    <a:cubicBezTo>
                      <a:pt x="12949" y="21734"/>
                      <a:pt x="12889" y="22154"/>
                      <a:pt x="13099" y="22484"/>
                    </a:cubicBezTo>
                    <a:cubicBezTo>
                      <a:pt x="13233" y="22694"/>
                      <a:pt x="13476" y="22807"/>
                      <a:pt x="13720" y="22807"/>
                    </a:cubicBezTo>
                    <a:cubicBezTo>
                      <a:pt x="13859" y="22807"/>
                      <a:pt x="13999" y="22770"/>
                      <a:pt x="14118" y="22694"/>
                    </a:cubicBezTo>
                    <a:cubicBezTo>
                      <a:pt x="14268" y="22574"/>
                      <a:pt x="17385" y="20176"/>
                      <a:pt x="16216" y="12083"/>
                    </a:cubicBezTo>
                    <a:cubicBezTo>
                      <a:pt x="16127" y="11393"/>
                      <a:pt x="15977" y="10614"/>
                      <a:pt x="15797" y="9835"/>
                    </a:cubicBezTo>
                    <a:cubicBezTo>
                      <a:pt x="15287" y="7497"/>
                      <a:pt x="14508" y="4529"/>
                      <a:pt x="12829" y="2281"/>
                    </a:cubicBezTo>
                    <a:cubicBezTo>
                      <a:pt x="11843" y="860"/>
                      <a:pt x="10240" y="0"/>
                      <a:pt x="8535" y="0"/>
                    </a:cubicBezTo>
                    <a:close/>
                  </a:path>
                </a:pathLst>
              </a:custGeom>
              <a:solidFill>
                <a:schemeClr val="dk1"/>
              </a:solidFill>
              <a:ln cap="flat" cmpd="sng" w="9525">
                <a:solidFill>
                  <a:schemeClr val="dk1"/>
                </a:solidFill>
                <a:prstDash val="solid"/>
                <a:miter lim="299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3" name="Google Shape;9013;p357"/>
              <p:cNvSpPr/>
              <p:nvPr/>
            </p:nvSpPr>
            <p:spPr>
              <a:xfrm>
                <a:off x="3285425" y="3498000"/>
                <a:ext cx="107925" cy="56700"/>
              </a:xfrm>
              <a:custGeom>
                <a:rect b="b" l="l" r="r" t="t"/>
                <a:pathLst>
                  <a:path extrusionOk="0" h="2268" w="4317">
                    <a:moveTo>
                      <a:pt x="1398" y="1"/>
                    </a:moveTo>
                    <a:cubicBezTo>
                      <a:pt x="930" y="1"/>
                      <a:pt x="465" y="8"/>
                      <a:pt x="1" y="23"/>
                    </a:cubicBezTo>
                    <a:lnTo>
                      <a:pt x="210" y="1761"/>
                    </a:lnTo>
                    <a:cubicBezTo>
                      <a:pt x="210" y="1761"/>
                      <a:pt x="1423" y="2268"/>
                      <a:pt x="2435" y="2268"/>
                    </a:cubicBezTo>
                    <a:cubicBezTo>
                      <a:pt x="2941" y="2268"/>
                      <a:pt x="3398" y="2141"/>
                      <a:pt x="3627" y="1761"/>
                    </a:cubicBezTo>
                    <a:cubicBezTo>
                      <a:pt x="4317" y="652"/>
                      <a:pt x="3747" y="113"/>
                      <a:pt x="2818" y="23"/>
                    </a:cubicBezTo>
                    <a:cubicBezTo>
                      <a:pt x="2339" y="8"/>
                      <a:pt x="1866" y="1"/>
                      <a:pt x="1398" y="1"/>
                    </a:cubicBezTo>
                    <a:close/>
                  </a:path>
                </a:pathLst>
              </a:custGeom>
              <a:solidFill>
                <a:schemeClr val="dk1"/>
              </a:solidFill>
              <a:ln cap="flat" cmpd="sng" w="9525">
                <a:solidFill>
                  <a:schemeClr val="dk1"/>
                </a:solidFill>
                <a:prstDash val="solid"/>
                <a:miter lim="299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4" name="Google Shape;9014;p357"/>
              <p:cNvSpPr/>
              <p:nvPr/>
            </p:nvSpPr>
            <p:spPr>
              <a:xfrm>
                <a:off x="3173775" y="3243025"/>
                <a:ext cx="151400" cy="302775"/>
              </a:xfrm>
              <a:custGeom>
                <a:rect b="b" l="l" r="r" t="t"/>
                <a:pathLst>
                  <a:path extrusionOk="0" h="12111" w="6056">
                    <a:moveTo>
                      <a:pt x="750" y="1"/>
                    </a:moveTo>
                    <a:cubicBezTo>
                      <a:pt x="150" y="3118"/>
                      <a:pt x="0" y="6415"/>
                      <a:pt x="1199" y="8843"/>
                    </a:cubicBezTo>
                    <a:cubicBezTo>
                      <a:pt x="1949" y="10402"/>
                      <a:pt x="3328" y="11571"/>
                      <a:pt x="4976" y="12080"/>
                    </a:cubicBezTo>
                    <a:cubicBezTo>
                      <a:pt x="5066" y="12110"/>
                      <a:pt x="5126" y="12110"/>
                      <a:pt x="5216" y="12110"/>
                    </a:cubicBezTo>
                    <a:cubicBezTo>
                      <a:pt x="5546" y="12110"/>
                      <a:pt x="5815" y="11901"/>
                      <a:pt x="5935" y="11601"/>
                    </a:cubicBezTo>
                    <a:cubicBezTo>
                      <a:pt x="6055" y="11181"/>
                      <a:pt x="5815" y="10762"/>
                      <a:pt x="5426" y="10642"/>
                    </a:cubicBezTo>
                    <a:cubicBezTo>
                      <a:pt x="4167" y="10282"/>
                      <a:pt x="3088" y="9383"/>
                      <a:pt x="2518" y="8184"/>
                    </a:cubicBezTo>
                    <a:cubicBezTo>
                      <a:pt x="1469" y="6026"/>
                      <a:pt x="1649" y="2938"/>
                      <a:pt x="2248" y="1"/>
                    </a:cubicBezTo>
                    <a:close/>
                  </a:path>
                </a:pathLst>
              </a:custGeom>
              <a:solidFill>
                <a:schemeClr val="lt1"/>
              </a:solid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5" name="Google Shape;9015;p357"/>
              <p:cNvSpPr/>
              <p:nvPr/>
            </p:nvSpPr>
            <p:spPr>
              <a:xfrm>
                <a:off x="3456275" y="3444850"/>
                <a:ext cx="102450" cy="87625"/>
              </a:xfrm>
              <a:custGeom>
                <a:rect b="b" l="l" r="r" t="t"/>
                <a:pathLst>
                  <a:path extrusionOk="0" h="3505" w="4098">
                    <a:moveTo>
                      <a:pt x="3319" y="1"/>
                    </a:moveTo>
                    <a:cubicBezTo>
                      <a:pt x="3255" y="1"/>
                      <a:pt x="3179" y="17"/>
                      <a:pt x="3088" y="51"/>
                    </a:cubicBezTo>
                    <a:cubicBezTo>
                      <a:pt x="2219" y="381"/>
                      <a:pt x="900" y="950"/>
                      <a:pt x="330" y="1699"/>
                    </a:cubicBezTo>
                    <a:cubicBezTo>
                      <a:pt x="91" y="1999"/>
                      <a:pt x="1" y="2329"/>
                      <a:pt x="61" y="2689"/>
                    </a:cubicBezTo>
                    <a:cubicBezTo>
                      <a:pt x="199" y="3186"/>
                      <a:pt x="642" y="3505"/>
                      <a:pt x="1134" y="3505"/>
                    </a:cubicBezTo>
                    <a:cubicBezTo>
                      <a:pt x="1175" y="3505"/>
                      <a:pt x="1217" y="3503"/>
                      <a:pt x="1260" y="3498"/>
                    </a:cubicBezTo>
                    <a:cubicBezTo>
                      <a:pt x="1799" y="3438"/>
                      <a:pt x="2279" y="3168"/>
                      <a:pt x="2638" y="2748"/>
                    </a:cubicBezTo>
                    <a:cubicBezTo>
                      <a:pt x="2971" y="2361"/>
                      <a:pt x="4097" y="1"/>
                      <a:pt x="3319" y="1"/>
                    </a:cubicBezTo>
                    <a:close/>
                  </a:path>
                </a:pathLst>
              </a:custGeom>
              <a:solidFill>
                <a:schemeClr val="dk1"/>
              </a:solidFill>
              <a:ln cap="flat" cmpd="sng" w="9525">
                <a:solidFill>
                  <a:schemeClr val="dk1"/>
                </a:solidFill>
                <a:prstDash val="solid"/>
                <a:miter lim="299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6" name="Google Shape;9016;p357"/>
              <p:cNvSpPr/>
              <p:nvPr/>
            </p:nvSpPr>
            <p:spPr>
              <a:xfrm>
                <a:off x="3496000" y="3243025"/>
                <a:ext cx="112425" cy="268125"/>
              </a:xfrm>
              <a:custGeom>
                <a:rect b="b" l="l" r="r" t="t"/>
                <a:pathLst>
                  <a:path extrusionOk="0" h="10725" w="4497">
                    <a:moveTo>
                      <a:pt x="1829" y="1"/>
                    </a:moveTo>
                    <a:cubicBezTo>
                      <a:pt x="2938" y="7195"/>
                      <a:pt x="420" y="9353"/>
                      <a:pt x="360" y="9413"/>
                    </a:cubicBezTo>
                    <a:cubicBezTo>
                      <a:pt x="60" y="9652"/>
                      <a:pt x="0" y="10072"/>
                      <a:pt x="210" y="10402"/>
                    </a:cubicBezTo>
                    <a:cubicBezTo>
                      <a:pt x="344" y="10612"/>
                      <a:pt x="587" y="10725"/>
                      <a:pt x="831" y="10725"/>
                    </a:cubicBezTo>
                    <a:cubicBezTo>
                      <a:pt x="970" y="10725"/>
                      <a:pt x="1110" y="10688"/>
                      <a:pt x="1229" y="10612"/>
                    </a:cubicBezTo>
                    <a:cubicBezTo>
                      <a:pt x="1379" y="10492"/>
                      <a:pt x="4496" y="8094"/>
                      <a:pt x="3327" y="1"/>
                    </a:cubicBezTo>
                    <a:close/>
                  </a:path>
                </a:pathLst>
              </a:custGeom>
              <a:solidFill>
                <a:schemeClr val="lt1"/>
              </a:solid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7" name="Google Shape;9017;p357"/>
              <p:cNvSpPr/>
              <p:nvPr/>
            </p:nvSpPr>
            <p:spPr>
              <a:xfrm>
                <a:off x="2035500" y="4401525"/>
                <a:ext cx="3306175" cy="327500"/>
              </a:xfrm>
              <a:custGeom>
                <a:rect b="b" l="l" r="r" t="t"/>
                <a:pathLst>
                  <a:path extrusionOk="0" h="13100" w="132247">
                    <a:moveTo>
                      <a:pt x="13879" y="1"/>
                    </a:moveTo>
                    <a:lnTo>
                      <a:pt x="1" y="13100"/>
                    </a:lnTo>
                    <a:lnTo>
                      <a:pt x="132247" y="13100"/>
                    </a:lnTo>
                    <a:lnTo>
                      <a:pt x="123914" y="1"/>
                    </a:lnTo>
                    <a:close/>
                  </a:path>
                </a:pathLst>
              </a:custGeom>
              <a:solidFill>
                <a:schemeClr val="lt1"/>
              </a:solid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8" name="Google Shape;9018;p357"/>
              <p:cNvSpPr/>
              <p:nvPr/>
            </p:nvSpPr>
            <p:spPr>
              <a:xfrm>
                <a:off x="2035500" y="4729000"/>
                <a:ext cx="3306175" cy="88450"/>
              </a:xfrm>
              <a:custGeom>
                <a:rect b="b" l="l" r="r" t="t"/>
                <a:pathLst>
                  <a:path extrusionOk="0" h="3538" w="132247">
                    <a:moveTo>
                      <a:pt x="1" y="1"/>
                    </a:moveTo>
                    <a:lnTo>
                      <a:pt x="1" y="3538"/>
                    </a:lnTo>
                    <a:lnTo>
                      <a:pt x="132247" y="3538"/>
                    </a:lnTo>
                    <a:lnTo>
                      <a:pt x="132247" y="1"/>
                    </a:lnTo>
                    <a:close/>
                  </a:path>
                </a:pathLst>
              </a:custGeom>
              <a:solidFill>
                <a:schemeClr val="dk1"/>
              </a:solid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9" name="Google Shape;9019;p357"/>
              <p:cNvSpPr/>
              <p:nvPr/>
            </p:nvSpPr>
            <p:spPr>
              <a:xfrm>
                <a:off x="2382450" y="4580625"/>
                <a:ext cx="543300" cy="67475"/>
              </a:xfrm>
              <a:custGeom>
                <a:rect b="b" l="l" r="r" t="t"/>
                <a:pathLst>
                  <a:path extrusionOk="0" h="2699" w="21732">
                    <a:moveTo>
                      <a:pt x="1" y="1"/>
                    </a:moveTo>
                    <a:lnTo>
                      <a:pt x="1" y="2698"/>
                    </a:lnTo>
                    <a:lnTo>
                      <a:pt x="21732" y="2698"/>
                    </a:lnTo>
                    <a:lnTo>
                      <a:pt x="21732" y="1"/>
                    </a:lnTo>
                    <a:close/>
                  </a:path>
                </a:pathLst>
              </a:custGeom>
              <a:solidFill>
                <a:schemeClr val="lt1"/>
              </a:solidFill>
              <a:ln cap="flat" cmpd="sng" w="9525">
                <a:solidFill>
                  <a:schemeClr val="dk1"/>
                </a:solidFill>
                <a:prstDash val="solid"/>
                <a:miter lim="299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0" name="Google Shape;9020;p357"/>
              <p:cNvSpPr/>
              <p:nvPr/>
            </p:nvSpPr>
            <p:spPr>
              <a:xfrm>
                <a:off x="2382450" y="4364825"/>
                <a:ext cx="748625" cy="215825"/>
              </a:xfrm>
              <a:custGeom>
                <a:rect b="b" l="l" r="r" t="t"/>
                <a:pathLst>
                  <a:path extrusionOk="0" h="8633" w="29945">
                    <a:moveTo>
                      <a:pt x="12830" y="0"/>
                    </a:moveTo>
                    <a:lnTo>
                      <a:pt x="1" y="8633"/>
                    </a:lnTo>
                    <a:lnTo>
                      <a:pt x="21732" y="8633"/>
                    </a:lnTo>
                    <a:lnTo>
                      <a:pt x="29945" y="420"/>
                    </a:lnTo>
                    <a:lnTo>
                      <a:pt x="12830" y="0"/>
                    </a:lnTo>
                    <a:close/>
                  </a:path>
                </a:pathLst>
              </a:custGeom>
              <a:solidFill>
                <a:schemeClr val="lt1"/>
              </a:solid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1" name="Google Shape;9021;p357"/>
              <p:cNvSpPr/>
              <p:nvPr/>
            </p:nvSpPr>
            <p:spPr>
              <a:xfrm>
                <a:off x="2925725" y="4375300"/>
                <a:ext cx="205350" cy="272800"/>
              </a:xfrm>
              <a:custGeom>
                <a:rect b="b" l="l" r="r" t="t"/>
                <a:pathLst>
                  <a:path extrusionOk="0" h="10912" w="8214">
                    <a:moveTo>
                      <a:pt x="8214" y="1"/>
                    </a:moveTo>
                    <a:lnTo>
                      <a:pt x="1" y="8214"/>
                    </a:lnTo>
                    <a:lnTo>
                      <a:pt x="1" y="10911"/>
                    </a:lnTo>
                    <a:lnTo>
                      <a:pt x="8214" y="2669"/>
                    </a:lnTo>
                    <a:lnTo>
                      <a:pt x="8214" y="1"/>
                    </a:lnTo>
                    <a:close/>
                  </a:path>
                </a:pathLst>
              </a:custGeom>
              <a:solidFill>
                <a:schemeClr val="lt1"/>
              </a:solid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2" name="Google Shape;9022;p357"/>
              <p:cNvSpPr/>
              <p:nvPr/>
            </p:nvSpPr>
            <p:spPr>
              <a:xfrm>
                <a:off x="2867275" y="4563400"/>
                <a:ext cx="43500" cy="94450"/>
              </a:xfrm>
              <a:custGeom>
                <a:rect b="b" l="l" r="r" t="t"/>
                <a:pathLst>
                  <a:path extrusionOk="0" fill="none" h="3778" w="1740">
                    <a:moveTo>
                      <a:pt x="1739" y="0"/>
                    </a:moveTo>
                    <a:cubicBezTo>
                      <a:pt x="1739" y="0"/>
                      <a:pt x="1" y="330"/>
                      <a:pt x="1" y="1829"/>
                    </a:cubicBezTo>
                    <a:cubicBezTo>
                      <a:pt x="1" y="3358"/>
                      <a:pt x="1500" y="3777"/>
                      <a:pt x="1500" y="3777"/>
                    </a:cubicBez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3" name="Google Shape;9023;p357"/>
              <p:cNvSpPr/>
              <p:nvPr/>
            </p:nvSpPr>
            <p:spPr>
              <a:xfrm>
                <a:off x="2823825" y="4563400"/>
                <a:ext cx="43475" cy="94450"/>
              </a:xfrm>
              <a:custGeom>
                <a:rect b="b" l="l" r="r" t="t"/>
                <a:pathLst>
                  <a:path extrusionOk="0" fill="none" h="3778" w="1739">
                    <a:moveTo>
                      <a:pt x="1739" y="0"/>
                    </a:moveTo>
                    <a:cubicBezTo>
                      <a:pt x="1739" y="0"/>
                      <a:pt x="0" y="330"/>
                      <a:pt x="0" y="1829"/>
                    </a:cubicBezTo>
                    <a:cubicBezTo>
                      <a:pt x="0" y="3358"/>
                      <a:pt x="1499" y="3777"/>
                      <a:pt x="1499" y="3777"/>
                    </a:cubicBez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4" name="Google Shape;9024;p357"/>
              <p:cNvSpPr/>
              <p:nvPr/>
            </p:nvSpPr>
            <p:spPr>
              <a:xfrm>
                <a:off x="2780350" y="4563400"/>
                <a:ext cx="43500" cy="94450"/>
              </a:xfrm>
              <a:custGeom>
                <a:rect b="b" l="l" r="r" t="t"/>
                <a:pathLst>
                  <a:path extrusionOk="0" fill="none" h="3778" w="1740">
                    <a:moveTo>
                      <a:pt x="1739" y="0"/>
                    </a:moveTo>
                    <a:cubicBezTo>
                      <a:pt x="1739" y="0"/>
                      <a:pt x="1" y="330"/>
                      <a:pt x="1" y="1829"/>
                    </a:cubicBezTo>
                    <a:cubicBezTo>
                      <a:pt x="1" y="3358"/>
                      <a:pt x="1500" y="3777"/>
                      <a:pt x="1500" y="3777"/>
                    </a:cubicBez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5" name="Google Shape;9025;p357"/>
              <p:cNvSpPr/>
              <p:nvPr/>
            </p:nvSpPr>
            <p:spPr>
              <a:xfrm>
                <a:off x="2736900" y="4563400"/>
                <a:ext cx="43475" cy="94450"/>
              </a:xfrm>
              <a:custGeom>
                <a:rect b="b" l="l" r="r" t="t"/>
                <a:pathLst>
                  <a:path extrusionOk="0" fill="none" h="3778" w="1739">
                    <a:moveTo>
                      <a:pt x="1739" y="0"/>
                    </a:moveTo>
                    <a:cubicBezTo>
                      <a:pt x="1739" y="0"/>
                      <a:pt x="0" y="330"/>
                      <a:pt x="0" y="1829"/>
                    </a:cubicBezTo>
                    <a:cubicBezTo>
                      <a:pt x="0" y="3358"/>
                      <a:pt x="1499" y="3777"/>
                      <a:pt x="1499" y="3777"/>
                    </a:cubicBez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6" name="Google Shape;9026;p357"/>
              <p:cNvSpPr/>
              <p:nvPr/>
            </p:nvSpPr>
            <p:spPr>
              <a:xfrm>
                <a:off x="2694175" y="4563400"/>
                <a:ext cx="42750" cy="94450"/>
              </a:xfrm>
              <a:custGeom>
                <a:rect b="b" l="l" r="r" t="t"/>
                <a:pathLst>
                  <a:path extrusionOk="0" fill="none" h="3778" w="1710">
                    <a:moveTo>
                      <a:pt x="1709" y="0"/>
                    </a:moveTo>
                    <a:cubicBezTo>
                      <a:pt x="1709" y="0"/>
                      <a:pt x="1" y="330"/>
                      <a:pt x="1" y="1829"/>
                    </a:cubicBezTo>
                    <a:cubicBezTo>
                      <a:pt x="1" y="3358"/>
                      <a:pt x="1500" y="3777"/>
                      <a:pt x="1500" y="3777"/>
                    </a:cubicBez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7" name="Google Shape;9027;p357"/>
              <p:cNvSpPr/>
              <p:nvPr/>
            </p:nvSpPr>
            <p:spPr>
              <a:xfrm>
                <a:off x="2650725" y="4563400"/>
                <a:ext cx="43475" cy="94450"/>
              </a:xfrm>
              <a:custGeom>
                <a:rect b="b" l="l" r="r" t="t"/>
                <a:pathLst>
                  <a:path extrusionOk="0" fill="none" h="3778" w="1739">
                    <a:moveTo>
                      <a:pt x="1739" y="0"/>
                    </a:moveTo>
                    <a:cubicBezTo>
                      <a:pt x="1739" y="0"/>
                      <a:pt x="0" y="330"/>
                      <a:pt x="0" y="1829"/>
                    </a:cubicBezTo>
                    <a:cubicBezTo>
                      <a:pt x="0" y="3358"/>
                      <a:pt x="1499" y="3777"/>
                      <a:pt x="1499" y="3777"/>
                    </a:cubicBez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8" name="Google Shape;9028;p357"/>
              <p:cNvSpPr/>
              <p:nvPr/>
            </p:nvSpPr>
            <p:spPr>
              <a:xfrm>
                <a:off x="2607250" y="4563400"/>
                <a:ext cx="43500" cy="94450"/>
              </a:xfrm>
              <a:custGeom>
                <a:rect b="b" l="l" r="r" t="t"/>
                <a:pathLst>
                  <a:path extrusionOk="0" fill="none" h="3778" w="1740">
                    <a:moveTo>
                      <a:pt x="1739" y="0"/>
                    </a:moveTo>
                    <a:cubicBezTo>
                      <a:pt x="1739" y="0"/>
                      <a:pt x="1" y="330"/>
                      <a:pt x="1" y="1829"/>
                    </a:cubicBezTo>
                    <a:cubicBezTo>
                      <a:pt x="1" y="3358"/>
                      <a:pt x="1500" y="3777"/>
                      <a:pt x="1500" y="3777"/>
                    </a:cubicBez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9" name="Google Shape;9029;p357"/>
              <p:cNvSpPr/>
              <p:nvPr/>
            </p:nvSpPr>
            <p:spPr>
              <a:xfrm>
                <a:off x="2563800" y="4563400"/>
                <a:ext cx="43475" cy="94450"/>
              </a:xfrm>
              <a:custGeom>
                <a:rect b="b" l="l" r="r" t="t"/>
                <a:pathLst>
                  <a:path extrusionOk="0" fill="none" h="3778" w="1739">
                    <a:moveTo>
                      <a:pt x="1739" y="0"/>
                    </a:moveTo>
                    <a:cubicBezTo>
                      <a:pt x="1739" y="0"/>
                      <a:pt x="0" y="330"/>
                      <a:pt x="0" y="1829"/>
                    </a:cubicBezTo>
                    <a:cubicBezTo>
                      <a:pt x="0" y="3358"/>
                      <a:pt x="1499" y="3777"/>
                      <a:pt x="1499" y="3777"/>
                    </a:cubicBez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0" name="Google Shape;9030;p357"/>
              <p:cNvSpPr/>
              <p:nvPr/>
            </p:nvSpPr>
            <p:spPr>
              <a:xfrm>
                <a:off x="2515100" y="4563400"/>
                <a:ext cx="43475" cy="94450"/>
              </a:xfrm>
              <a:custGeom>
                <a:rect b="b" l="l" r="r" t="t"/>
                <a:pathLst>
                  <a:path extrusionOk="0" fill="none" h="3778" w="1739">
                    <a:moveTo>
                      <a:pt x="1739" y="0"/>
                    </a:moveTo>
                    <a:cubicBezTo>
                      <a:pt x="1739" y="0"/>
                      <a:pt x="0" y="330"/>
                      <a:pt x="0" y="1829"/>
                    </a:cubicBezTo>
                    <a:cubicBezTo>
                      <a:pt x="0" y="3358"/>
                      <a:pt x="1499" y="3777"/>
                      <a:pt x="1499" y="3777"/>
                    </a:cubicBez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1" name="Google Shape;9031;p357"/>
              <p:cNvSpPr/>
              <p:nvPr/>
            </p:nvSpPr>
            <p:spPr>
              <a:xfrm>
                <a:off x="2466375" y="4563400"/>
                <a:ext cx="43500" cy="94450"/>
              </a:xfrm>
              <a:custGeom>
                <a:rect b="b" l="l" r="r" t="t"/>
                <a:pathLst>
                  <a:path extrusionOk="0" fill="none" h="3778" w="1740">
                    <a:moveTo>
                      <a:pt x="1739" y="0"/>
                    </a:moveTo>
                    <a:cubicBezTo>
                      <a:pt x="1739" y="0"/>
                      <a:pt x="1" y="330"/>
                      <a:pt x="1" y="1829"/>
                    </a:cubicBezTo>
                    <a:cubicBezTo>
                      <a:pt x="1" y="3358"/>
                      <a:pt x="1500" y="3777"/>
                      <a:pt x="1500" y="3777"/>
                    </a:cubicBez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2" name="Google Shape;9032;p357"/>
              <p:cNvSpPr/>
              <p:nvPr/>
            </p:nvSpPr>
            <p:spPr>
              <a:xfrm>
                <a:off x="2411675" y="4563400"/>
                <a:ext cx="43500" cy="94450"/>
              </a:xfrm>
              <a:custGeom>
                <a:rect b="b" l="l" r="r" t="t"/>
                <a:pathLst>
                  <a:path extrusionOk="0" fill="none" h="3778" w="1740">
                    <a:moveTo>
                      <a:pt x="1739" y="0"/>
                    </a:moveTo>
                    <a:cubicBezTo>
                      <a:pt x="1739" y="0"/>
                      <a:pt x="1" y="330"/>
                      <a:pt x="1" y="1829"/>
                    </a:cubicBezTo>
                    <a:cubicBezTo>
                      <a:pt x="1" y="3358"/>
                      <a:pt x="1499" y="3777"/>
                      <a:pt x="1499" y="3777"/>
                    </a:cubicBez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3" name="Google Shape;9033;p357"/>
              <p:cNvSpPr/>
              <p:nvPr/>
            </p:nvSpPr>
            <p:spPr>
              <a:xfrm>
                <a:off x="4171175" y="4074075"/>
                <a:ext cx="944200" cy="517825"/>
              </a:xfrm>
              <a:custGeom>
                <a:rect b="b" l="l" r="r" t="t"/>
                <a:pathLst>
                  <a:path extrusionOk="0" h="20713" w="37768">
                    <a:moveTo>
                      <a:pt x="0" y="0"/>
                    </a:moveTo>
                    <a:lnTo>
                      <a:pt x="0" y="20712"/>
                    </a:lnTo>
                    <a:lnTo>
                      <a:pt x="37768" y="20712"/>
                    </a:lnTo>
                    <a:lnTo>
                      <a:pt x="37768" y="0"/>
                    </a:lnTo>
                    <a:close/>
                  </a:path>
                </a:pathLst>
              </a:custGeom>
              <a:solidFill>
                <a:schemeClr val="lt1"/>
              </a:solid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4" name="Google Shape;9034;p357"/>
              <p:cNvSpPr/>
              <p:nvPr/>
            </p:nvSpPr>
            <p:spPr>
              <a:xfrm>
                <a:off x="4015300" y="3929450"/>
                <a:ext cx="152150" cy="662450"/>
              </a:xfrm>
              <a:custGeom>
                <a:rect b="b" l="l" r="r" t="t"/>
                <a:pathLst>
                  <a:path extrusionOk="0" h="26498" w="6086">
                    <a:moveTo>
                      <a:pt x="0" y="0"/>
                    </a:moveTo>
                    <a:lnTo>
                      <a:pt x="0" y="20742"/>
                    </a:lnTo>
                    <a:lnTo>
                      <a:pt x="6085" y="26497"/>
                    </a:lnTo>
                    <a:lnTo>
                      <a:pt x="6085" y="5785"/>
                    </a:lnTo>
                    <a:lnTo>
                      <a:pt x="0" y="0"/>
                    </a:lnTo>
                    <a:close/>
                  </a:path>
                </a:pathLst>
              </a:custGeom>
              <a:solidFill>
                <a:schemeClr val="lt1"/>
              </a:solid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5" name="Google Shape;9035;p357"/>
              <p:cNvSpPr/>
              <p:nvPr/>
            </p:nvSpPr>
            <p:spPr>
              <a:xfrm>
                <a:off x="4019050" y="3929450"/>
                <a:ext cx="1096325" cy="144650"/>
              </a:xfrm>
              <a:custGeom>
                <a:rect b="b" l="l" r="r" t="t"/>
                <a:pathLst>
                  <a:path extrusionOk="0" h="5786" w="43853">
                    <a:moveTo>
                      <a:pt x="0" y="0"/>
                    </a:moveTo>
                    <a:lnTo>
                      <a:pt x="6085" y="5785"/>
                    </a:lnTo>
                    <a:lnTo>
                      <a:pt x="43853" y="5785"/>
                    </a:lnTo>
                    <a:lnTo>
                      <a:pt x="37768" y="0"/>
                    </a:lnTo>
                    <a:close/>
                  </a:path>
                </a:pathLst>
              </a:custGeom>
              <a:solidFill>
                <a:schemeClr val="lt1"/>
              </a:solid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6" name="Google Shape;9036;p357"/>
              <p:cNvSpPr/>
              <p:nvPr/>
            </p:nvSpPr>
            <p:spPr>
              <a:xfrm>
                <a:off x="4476150" y="4181225"/>
                <a:ext cx="291525" cy="291525"/>
              </a:xfrm>
              <a:custGeom>
                <a:rect b="b" l="l" r="r" t="t"/>
                <a:pathLst>
                  <a:path extrusionOk="0" h="11661" w="11661">
                    <a:moveTo>
                      <a:pt x="3627" y="1"/>
                    </a:moveTo>
                    <a:lnTo>
                      <a:pt x="3627" y="3478"/>
                    </a:lnTo>
                    <a:lnTo>
                      <a:pt x="1" y="3478"/>
                    </a:lnTo>
                    <a:lnTo>
                      <a:pt x="1" y="8183"/>
                    </a:lnTo>
                    <a:lnTo>
                      <a:pt x="3627" y="8183"/>
                    </a:lnTo>
                    <a:lnTo>
                      <a:pt x="3627" y="11661"/>
                    </a:lnTo>
                    <a:lnTo>
                      <a:pt x="8333" y="11661"/>
                    </a:lnTo>
                    <a:lnTo>
                      <a:pt x="8333" y="8183"/>
                    </a:lnTo>
                    <a:lnTo>
                      <a:pt x="11661" y="8183"/>
                    </a:lnTo>
                    <a:lnTo>
                      <a:pt x="11661" y="3478"/>
                    </a:lnTo>
                    <a:lnTo>
                      <a:pt x="8333" y="3478"/>
                    </a:lnTo>
                    <a:lnTo>
                      <a:pt x="8333" y="1"/>
                    </a:lnTo>
                    <a:close/>
                  </a:path>
                </a:pathLst>
              </a:custGeom>
              <a:solidFill>
                <a:schemeClr val="lt1"/>
              </a:solidFill>
              <a:ln cap="flat" cmpd="sng" w="9525">
                <a:solidFill>
                  <a:schemeClr val="dk1"/>
                </a:solidFill>
                <a:prstDash val="solid"/>
                <a:miter lim="299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7" name="Google Shape;9037;p357"/>
              <p:cNvSpPr/>
              <p:nvPr/>
            </p:nvSpPr>
            <p:spPr>
              <a:xfrm>
                <a:off x="4482900" y="3929450"/>
                <a:ext cx="152150" cy="144650"/>
              </a:xfrm>
              <a:custGeom>
                <a:rect b="b" l="l" r="r" t="t"/>
                <a:pathLst>
                  <a:path extrusionOk="0" fill="none" h="5786" w="6086">
                    <a:moveTo>
                      <a:pt x="6085" y="5785"/>
                    </a:moveTo>
                    <a:lnTo>
                      <a:pt x="0" y="0"/>
                    </a:ln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8" name="Google Shape;9038;p357"/>
              <p:cNvSpPr/>
              <p:nvPr/>
            </p:nvSpPr>
            <p:spPr>
              <a:xfrm>
                <a:off x="2678450" y="2529650"/>
                <a:ext cx="907500" cy="1746025"/>
              </a:xfrm>
              <a:custGeom>
                <a:rect b="b" l="l" r="r" t="t"/>
                <a:pathLst>
                  <a:path extrusionOk="0" fill="none" h="69841" w="36300">
                    <a:moveTo>
                      <a:pt x="36299" y="65404"/>
                    </a:moveTo>
                    <a:cubicBezTo>
                      <a:pt x="34141" y="69840"/>
                      <a:pt x="31294" y="68851"/>
                      <a:pt x="31294" y="68851"/>
                    </a:cubicBezTo>
                    <a:cubicBezTo>
                      <a:pt x="9233" y="69690"/>
                      <a:pt x="1110" y="61447"/>
                      <a:pt x="1110" y="61447"/>
                    </a:cubicBezTo>
                    <a:cubicBezTo>
                      <a:pt x="1110" y="61447"/>
                      <a:pt x="0" y="49847"/>
                      <a:pt x="4317" y="34231"/>
                    </a:cubicBezTo>
                    <a:cubicBezTo>
                      <a:pt x="8663" y="18584"/>
                      <a:pt x="16786" y="4886"/>
                      <a:pt x="16786" y="4886"/>
                    </a:cubicBezTo>
                    <a:cubicBezTo>
                      <a:pt x="20383" y="2488"/>
                      <a:pt x="28416" y="630"/>
                      <a:pt x="30694" y="120"/>
                    </a:cubicBezTo>
                    <a:lnTo>
                      <a:pt x="31294" y="0"/>
                    </a:ln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9" name="Google Shape;9039;p357"/>
              <p:cNvSpPr/>
              <p:nvPr/>
            </p:nvSpPr>
            <p:spPr>
              <a:xfrm>
                <a:off x="3657850" y="3671675"/>
                <a:ext cx="296775" cy="146125"/>
              </a:xfrm>
              <a:custGeom>
                <a:rect b="b" l="l" r="r" t="t"/>
                <a:pathLst>
                  <a:path extrusionOk="0" fill="none" h="5845" w="11871">
                    <a:moveTo>
                      <a:pt x="1" y="0"/>
                    </a:moveTo>
                    <a:cubicBezTo>
                      <a:pt x="1" y="0"/>
                      <a:pt x="8963" y="1769"/>
                      <a:pt x="11871" y="5845"/>
                    </a:cubicBez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0" name="Google Shape;9040;p357"/>
              <p:cNvSpPr/>
              <p:nvPr/>
            </p:nvSpPr>
            <p:spPr>
              <a:xfrm>
                <a:off x="3431550" y="4053075"/>
                <a:ext cx="29250" cy="197875"/>
              </a:xfrm>
              <a:custGeom>
                <a:rect b="b" l="l" r="r" t="t"/>
                <a:pathLst>
                  <a:path extrusionOk="0" fill="none" h="7915" w="1170">
                    <a:moveTo>
                      <a:pt x="1170" y="7914"/>
                    </a:moveTo>
                    <a:cubicBezTo>
                      <a:pt x="1170" y="7914"/>
                      <a:pt x="1" y="7734"/>
                      <a:pt x="300" y="1"/>
                    </a:cubicBez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041" name="Google Shape;9041;p357"/>
            <p:cNvSpPr/>
            <p:nvPr/>
          </p:nvSpPr>
          <p:spPr>
            <a:xfrm>
              <a:off x="5672827" y="1205288"/>
              <a:ext cx="1051068" cy="336605"/>
            </a:xfrm>
            <a:custGeom>
              <a:rect b="b" l="l" r="r" t="t"/>
              <a:pathLst>
                <a:path extrusionOk="0" fill="none" h="4647" w="14511">
                  <a:moveTo>
                    <a:pt x="13894" y="3805"/>
                  </a:moveTo>
                  <a:cubicBezTo>
                    <a:pt x="13263" y="3459"/>
                    <a:pt x="12977" y="3744"/>
                    <a:pt x="12766" y="3459"/>
                  </a:cubicBezTo>
                  <a:cubicBezTo>
                    <a:pt x="12541" y="3173"/>
                    <a:pt x="13383" y="2436"/>
                    <a:pt x="11684" y="1699"/>
                  </a:cubicBezTo>
                  <a:cubicBezTo>
                    <a:pt x="11684" y="1699"/>
                    <a:pt x="11578" y="121"/>
                    <a:pt x="9248" y="60"/>
                  </a:cubicBezTo>
                  <a:cubicBezTo>
                    <a:pt x="6917" y="0"/>
                    <a:pt x="7549" y="1654"/>
                    <a:pt x="6917" y="2045"/>
                  </a:cubicBezTo>
                  <a:cubicBezTo>
                    <a:pt x="6286" y="2436"/>
                    <a:pt x="6120" y="1820"/>
                    <a:pt x="5504" y="2211"/>
                  </a:cubicBezTo>
                  <a:cubicBezTo>
                    <a:pt x="4872" y="2617"/>
                    <a:pt x="5158" y="3399"/>
                    <a:pt x="4647" y="3519"/>
                  </a:cubicBezTo>
                  <a:cubicBezTo>
                    <a:pt x="4135" y="3624"/>
                    <a:pt x="3459" y="3008"/>
                    <a:pt x="2842" y="3399"/>
                  </a:cubicBezTo>
                  <a:cubicBezTo>
                    <a:pt x="2211" y="3805"/>
                    <a:pt x="2211" y="4135"/>
                    <a:pt x="1925" y="4135"/>
                  </a:cubicBezTo>
                  <a:cubicBezTo>
                    <a:pt x="1654" y="4135"/>
                    <a:pt x="1083" y="3910"/>
                    <a:pt x="737" y="4135"/>
                  </a:cubicBezTo>
                  <a:cubicBezTo>
                    <a:pt x="406" y="4376"/>
                    <a:pt x="0" y="4647"/>
                    <a:pt x="0" y="4647"/>
                  </a:cubicBezTo>
                  <a:lnTo>
                    <a:pt x="14345" y="4647"/>
                  </a:lnTo>
                  <a:cubicBezTo>
                    <a:pt x="14345" y="4647"/>
                    <a:pt x="14511" y="4135"/>
                    <a:pt x="13894" y="3805"/>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2" name="Google Shape;9042;p357"/>
            <p:cNvSpPr/>
            <p:nvPr/>
          </p:nvSpPr>
          <p:spPr>
            <a:xfrm flipH="1">
              <a:off x="7634060" y="539400"/>
              <a:ext cx="991138" cy="317437"/>
            </a:xfrm>
            <a:custGeom>
              <a:rect b="b" l="l" r="r" t="t"/>
              <a:pathLst>
                <a:path extrusionOk="0" fill="none" h="4647" w="14511">
                  <a:moveTo>
                    <a:pt x="13894" y="3805"/>
                  </a:moveTo>
                  <a:cubicBezTo>
                    <a:pt x="13263" y="3459"/>
                    <a:pt x="12977" y="3744"/>
                    <a:pt x="12766" y="3459"/>
                  </a:cubicBezTo>
                  <a:cubicBezTo>
                    <a:pt x="12541" y="3173"/>
                    <a:pt x="13383" y="2436"/>
                    <a:pt x="11684" y="1699"/>
                  </a:cubicBezTo>
                  <a:cubicBezTo>
                    <a:pt x="11684" y="1699"/>
                    <a:pt x="11578" y="121"/>
                    <a:pt x="9248" y="60"/>
                  </a:cubicBezTo>
                  <a:cubicBezTo>
                    <a:pt x="6917" y="0"/>
                    <a:pt x="7549" y="1654"/>
                    <a:pt x="6917" y="2045"/>
                  </a:cubicBezTo>
                  <a:cubicBezTo>
                    <a:pt x="6286" y="2436"/>
                    <a:pt x="6120" y="1820"/>
                    <a:pt x="5504" y="2211"/>
                  </a:cubicBezTo>
                  <a:cubicBezTo>
                    <a:pt x="4872" y="2617"/>
                    <a:pt x="5158" y="3399"/>
                    <a:pt x="4647" y="3519"/>
                  </a:cubicBezTo>
                  <a:cubicBezTo>
                    <a:pt x="4135" y="3624"/>
                    <a:pt x="3459" y="3008"/>
                    <a:pt x="2842" y="3399"/>
                  </a:cubicBezTo>
                  <a:cubicBezTo>
                    <a:pt x="2211" y="3805"/>
                    <a:pt x="2211" y="4135"/>
                    <a:pt x="1925" y="4135"/>
                  </a:cubicBezTo>
                  <a:cubicBezTo>
                    <a:pt x="1654" y="4135"/>
                    <a:pt x="1083" y="3910"/>
                    <a:pt x="737" y="4135"/>
                  </a:cubicBezTo>
                  <a:cubicBezTo>
                    <a:pt x="406" y="4376"/>
                    <a:pt x="0" y="4647"/>
                    <a:pt x="0" y="4647"/>
                  </a:cubicBezTo>
                  <a:lnTo>
                    <a:pt x="14345" y="4647"/>
                  </a:lnTo>
                  <a:cubicBezTo>
                    <a:pt x="14345" y="4647"/>
                    <a:pt x="14511" y="4135"/>
                    <a:pt x="13894" y="3805"/>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043" name="Google Shape;9043;p357"/>
          <p:cNvSpPr txBox="1"/>
          <p:nvPr>
            <p:ph type="title"/>
          </p:nvPr>
        </p:nvSpPr>
        <p:spPr>
          <a:xfrm>
            <a:off x="685802" y="1422225"/>
            <a:ext cx="4551600" cy="749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CA"/>
              <a:t>Next steps</a:t>
            </a:r>
            <a:endParaRPr/>
          </a:p>
        </p:txBody>
      </p:sp>
      <p:sp>
        <p:nvSpPr>
          <p:cNvPr id="9044" name="Google Shape;9044;p357"/>
          <p:cNvSpPr txBox="1"/>
          <p:nvPr>
            <p:ph idx="1" type="subTitle"/>
          </p:nvPr>
        </p:nvSpPr>
        <p:spPr>
          <a:xfrm>
            <a:off x="685800" y="2234600"/>
            <a:ext cx="5583900" cy="2286900"/>
          </a:xfrm>
          <a:prstGeom prst="rect">
            <a:avLst/>
          </a:prstGeom>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Char char="●"/>
            </a:pPr>
            <a:r>
              <a:rPr lang="en-CA"/>
              <a:t>Poor model performance overall</a:t>
            </a:r>
            <a:endParaRPr/>
          </a:p>
          <a:p>
            <a:pPr indent="-342900" lvl="1" marL="914400" rtl="0" algn="l">
              <a:lnSpc>
                <a:spcPct val="115000"/>
              </a:lnSpc>
              <a:spcBef>
                <a:spcPts val="0"/>
              </a:spcBef>
              <a:spcAft>
                <a:spcPts val="0"/>
              </a:spcAft>
              <a:buSzPts val="1800"/>
              <a:buChar char="○"/>
            </a:pPr>
            <a:r>
              <a:rPr lang="en-CA"/>
              <a:t>Optimize LLE performance?</a:t>
            </a:r>
            <a:endParaRPr/>
          </a:p>
          <a:p>
            <a:pPr indent="-342900" lvl="1" marL="914400" rtl="0" algn="l">
              <a:lnSpc>
                <a:spcPct val="115000"/>
              </a:lnSpc>
              <a:spcBef>
                <a:spcPts val="0"/>
              </a:spcBef>
              <a:spcAft>
                <a:spcPts val="0"/>
              </a:spcAft>
              <a:buSzPts val="1800"/>
              <a:buChar char="○"/>
            </a:pPr>
            <a:r>
              <a:rPr lang="en-CA"/>
              <a:t>Mitigate Bias (Class-Weighting)</a:t>
            </a:r>
            <a:endParaRPr/>
          </a:p>
          <a:p>
            <a:pPr indent="-342900" lvl="1" marL="914400" rtl="0" algn="l">
              <a:lnSpc>
                <a:spcPct val="115000"/>
              </a:lnSpc>
              <a:spcBef>
                <a:spcPts val="0"/>
              </a:spcBef>
              <a:spcAft>
                <a:spcPts val="0"/>
              </a:spcAft>
              <a:buSzPts val="1800"/>
              <a:buChar char="○"/>
            </a:pPr>
            <a:r>
              <a:rPr lang="en-CA"/>
              <a:t>Revisit which variables to include/exclude?</a:t>
            </a:r>
            <a:endParaRPr/>
          </a:p>
          <a:p>
            <a:pPr indent="-342900" lvl="2" marL="1371600" rtl="0" algn="l">
              <a:lnSpc>
                <a:spcPct val="115000"/>
              </a:lnSpc>
              <a:spcBef>
                <a:spcPts val="0"/>
              </a:spcBef>
              <a:spcAft>
                <a:spcPts val="0"/>
              </a:spcAft>
              <a:buSzPts val="1800"/>
              <a:buChar char="■"/>
            </a:pPr>
            <a:r>
              <a:rPr lang="en-CA"/>
              <a:t>Compare performance</a:t>
            </a:r>
            <a:endParaRPr/>
          </a:p>
          <a:p>
            <a:pPr indent="0" lvl="0" marL="0" rtl="0" algn="l">
              <a:lnSpc>
                <a:spcPct val="115000"/>
              </a:lnSpc>
              <a:spcBef>
                <a:spcPts val="0"/>
              </a:spcBef>
              <a:spcAft>
                <a:spcPts val="0"/>
              </a:spcAft>
              <a:buNone/>
            </a:pPr>
            <a:r>
              <a:t/>
            </a:r>
            <a:endParaRPr/>
          </a:p>
        </p:txBody>
      </p:sp>
      <p:grpSp>
        <p:nvGrpSpPr>
          <p:cNvPr id="9045" name="Google Shape;9045;p357"/>
          <p:cNvGrpSpPr/>
          <p:nvPr/>
        </p:nvGrpSpPr>
        <p:grpSpPr>
          <a:xfrm>
            <a:off x="2362420" y="328500"/>
            <a:ext cx="3214407" cy="666052"/>
            <a:chOff x="2362420" y="328500"/>
            <a:chExt cx="3214407" cy="666052"/>
          </a:xfrm>
        </p:grpSpPr>
        <p:sp>
          <p:nvSpPr>
            <p:cNvPr id="9046" name="Google Shape;9046;p357"/>
            <p:cNvSpPr/>
            <p:nvPr/>
          </p:nvSpPr>
          <p:spPr>
            <a:xfrm>
              <a:off x="4309775" y="889162"/>
              <a:ext cx="105452" cy="105389"/>
            </a:xfrm>
            <a:custGeom>
              <a:rect b="b" l="l" r="r" t="t"/>
              <a:pathLst>
                <a:path extrusionOk="0" fill="none" h="1504" w="1505">
                  <a:moveTo>
                    <a:pt x="1505" y="752"/>
                  </a:moveTo>
                  <a:cubicBezTo>
                    <a:pt x="1505" y="1158"/>
                    <a:pt x="1174" y="1504"/>
                    <a:pt x="753" y="1504"/>
                  </a:cubicBezTo>
                  <a:cubicBezTo>
                    <a:pt x="347" y="1504"/>
                    <a:pt x="1" y="1158"/>
                    <a:pt x="1" y="752"/>
                  </a:cubicBezTo>
                  <a:cubicBezTo>
                    <a:pt x="1" y="331"/>
                    <a:pt x="347" y="0"/>
                    <a:pt x="753" y="0"/>
                  </a:cubicBezTo>
                  <a:cubicBezTo>
                    <a:pt x="1174" y="0"/>
                    <a:pt x="1505" y="331"/>
                    <a:pt x="1505" y="752"/>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047" name="Google Shape;9047;p357"/>
            <p:cNvGrpSpPr/>
            <p:nvPr/>
          </p:nvGrpSpPr>
          <p:grpSpPr>
            <a:xfrm>
              <a:off x="2362420" y="433950"/>
              <a:ext cx="105457" cy="105457"/>
              <a:chOff x="7812545" y="194375"/>
              <a:chExt cx="105457" cy="105457"/>
            </a:xfrm>
          </p:grpSpPr>
          <p:sp>
            <p:nvSpPr>
              <p:cNvPr id="9048" name="Google Shape;9048;p357"/>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9" name="Google Shape;9049;p357"/>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0" name="Google Shape;9050;p357"/>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1" name="Google Shape;9051;p357"/>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052" name="Google Shape;9052;p357"/>
            <p:cNvGrpSpPr/>
            <p:nvPr/>
          </p:nvGrpSpPr>
          <p:grpSpPr>
            <a:xfrm>
              <a:off x="5471370" y="328500"/>
              <a:ext cx="105457" cy="105457"/>
              <a:chOff x="7812545" y="194375"/>
              <a:chExt cx="105457" cy="105457"/>
            </a:xfrm>
          </p:grpSpPr>
          <p:sp>
            <p:nvSpPr>
              <p:cNvPr id="9053" name="Google Shape;9053;p357"/>
              <p:cNvSpPr/>
              <p:nvPr/>
            </p:nvSpPr>
            <p:spPr>
              <a:xfrm>
                <a:off x="7865245" y="194375"/>
                <a:ext cx="28" cy="32667"/>
              </a:xfrm>
              <a:custGeom>
                <a:rect b="b" l="l" r="r" t="t"/>
                <a:pathLst>
                  <a:path extrusionOk="0" fill="none" h="1174" w="1">
                    <a:moveTo>
                      <a:pt x="1" y="1"/>
                    </a:moveTo>
                    <a:lnTo>
                      <a:pt x="1" y="1174"/>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4" name="Google Shape;9054;p357"/>
              <p:cNvSpPr/>
              <p:nvPr/>
            </p:nvSpPr>
            <p:spPr>
              <a:xfrm>
                <a:off x="7865245" y="266775"/>
                <a:ext cx="28" cy="33056"/>
              </a:xfrm>
              <a:custGeom>
                <a:rect b="b" l="l" r="r" t="t"/>
                <a:pathLst>
                  <a:path extrusionOk="0" fill="none" h="1188" w="1">
                    <a:moveTo>
                      <a:pt x="1" y="0"/>
                    </a:moveTo>
                    <a:lnTo>
                      <a:pt x="1" y="1188"/>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5" name="Google Shape;9055;p357"/>
              <p:cNvSpPr/>
              <p:nvPr/>
            </p:nvSpPr>
            <p:spPr>
              <a:xfrm>
                <a:off x="7812545" y="247103"/>
                <a:ext cx="32639" cy="28"/>
              </a:xfrm>
              <a:custGeom>
                <a:rect b="b" l="l" r="r" t="t"/>
                <a:pathLst>
                  <a:path extrusionOk="0" fill="none" h="1" w="1173">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6" name="Google Shape;9056;p357"/>
              <p:cNvSpPr/>
              <p:nvPr/>
            </p:nvSpPr>
            <p:spPr>
              <a:xfrm>
                <a:off x="7885335" y="247103"/>
                <a:ext cx="32667" cy="28"/>
              </a:xfrm>
              <a:custGeom>
                <a:rect b="b" l="l" r="r" t="t"/>
                <a:pathLst>
                  <a:path extrusionOk="0" fill="none" h="1" w="1174">
                    <a:moveTo>
                      <a:pt x="0" y="0"/>
                    </a:moveTo>
                    <a:lnTo>
                      <a:pt x="1173" y="0"/>
                    </a:lnTo>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60" name="Shape 9060"/>
        <p:cNvGrpSpPr/>
        <p:nvPr/>
      </p:nvGrpSpPr>
      <p:grpSpPr>
        <a:xfrm>
          <a:off x="0" y="0"/>
          <a:ext cx="0" cy="0"/>
          <a:chOff x="0" y="0"/>
          <a:chExt cx="0" cy="0"/>
        </a:xfrm>
      </p:grpSpPr>
      <p:grpSp>
        <p:nvGrpSpPr>
          <p:cNvPr id="9061" name="Google Shape;9061;p358"/>
          <p:cNvGrpSpPr/>
          <p:nvPr/>
        </p:nvGrpSpPr>
        <p:grpSpPr>
          <a:xfrm>
            <a:off x="6154513" y="1224825"/>
            <a:ext cx="4427750" cy="4713008"/>
            <a:chOff x="5407988" y="539400"/>
            <a:chExt cx="4427750" cy="4713008"/>
          </a:xfrm>
        </p:grpSpPr>
        <p:grpSp>
          <p:nvGrpSpPr>
            <p:cNvPr id="9062" name="Google Shape;9062;p358"/>
            <p:cNvGrpSpPr/>
            <p:nvPr/>
          </p:nvGrpSpPr>
          <p:grpSpPr>
            <a:xfrm>
              <a:off x="5407988" y="1205311"/>
              <a:ext cx="4427750" cy="4047097"/>
              <a:chOff x="1210815" y="637186"/>
              <a:chExt cx="4975000" cy="4547300"/>
            </a:xfrm>
          </p:grpSpPr>
          <p:sp>
            <p:nvSpPr>
              <p:cNvPr id="9063" name="Google Shape;9063;p358"/>
              <p:cNvSpPr/>
              <p:nvPr/>
            </p:nvSpPr>
            <p:spPr>
              <a:xfrm>
                <a:off x="1210815" y="637186"/>
                <a:ext cx="4975000" cy="4547300"/>
              </a:xfrm>
              <a:custGeom>
                <a:rect b="b" l="l" r="r" t="t"/>
                <a:pathLst>
                  <a:path extrusionOk="0" h="181892" w="199000">
                    <a:moveTo>
                      <a:pt x="145095" y="1"/>
                    </a:moveTo>
                    <a:cubicBezTo>
                      <a:pt x="138627" y="1"/>
                      <a:pt x="132133" y="1487"/>
                      <a:pt x="126012" y="4493"/>
                    </a:cubicBezTo>
                    <a:cubicBezTo>
                      <a:pt x="114352" y="10189"/>
                      <a:pt x="105300" y="19870"/>
                      <a:pt x="93640" y="25565"/>
                    </a:cubicBezTo>
                    <a:cubicBezTo>
                      <a:pt x="77694" y="33359"/>
                      <a:pt x="60219" y="37615"/>
                      <a:pt x="44092" y="45079"/>
                    </a:cubicBezTo>
                    <a:cubicBezTo>
                      <a:pt x="27996" y="52542"/>
                      <a:pt x="12590" y="64262"/>
                      <a:pt x="6805" y="81048"/>
                    </a:cubicBezTo>
                    <a:cubicBezTo>
                      <a:pt x="0" y="100891"/>
                      <a:pt x="2398" y="124211"/>
                      <a:pt x="12799" y="142345"/>
                    </a:cubicBezTo>
                    <a:cubicBezTo>
                      <a:pt x="29403" y="171284"/>
                      <a:pt x="62084" y="181892"/>
                      <a:pt x="93858" y="181892"/>
                    </a:cubicBezTo>
                    <a:cubicBezTo>
                      <a:pt x="94435" y="181892"/>
                      <a:pt x="95012" y="181888"/>
                      <a:pt x="95588" y="181881"/>
                    </a:cubicBezTo>
                    <a:cubicBezTo>
                      <a:pt x="163839" y="181102"/>
                      <a:pt x="198999" y="98403"/>
                      <a:pt x="187879" y="38994"/>
                    </a:cubicBezTo>
                    <a:cubicBezTo>
                      <a:pt x="185451" y="26105"/>
                      <a:pt x="179516" y="13756"/>
                      <a:pt x="168156" y="6712"/>
                    </a:cubicBezTo>
                    <a:cubicBezTo>
                      <a:pt x="161006" y="2259"/>
                      <a:pt x="153070" y="1"/>
                      <a:pt x="145095"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4" name="Google Shape;9064;p358"/>
              <p:cNvSpPr/>
              <p:nvPr/>
            </p:nvSpPr>
            <p:spPr>
              <a:xfrm>
                <a:off x="2694175" y="2394750"/>
                <a:ext cx="1923625" cy="2085500"/>
              </a:xfrm>
              <a:custGeom>
                <a:rect b="b" l="l" r="r" t="t"/>
                <a:pathLst>
                  <a:path extrusionOk="0" h="83420" w="76945">
                    <a:moveTo>
                      <a:pt x="49159" y="1"/>
                    </a:moveTo>
                    <a:cubicBezTo>
                      <a:pt x="49159" y="1"/>
                      <a:pt x="40856" y="1170"/>
                      <a:pt x="37948" y="1530"/>
                    </a:cubicBezTo>
                    <a:cubicBezTo>
                      <a:pt x="35071" y="1919"/>
                      <a:pt x="30665" y="5396"/>
                      <a:pt x="30665" y="5396"/>
                    </a:cubicBezTo>
                    <a:cubicBezTo>
                      <a:pt x="23860" y="6595"/>
                      <a:pt x="16157" y="10282"/>
                      <a:pt x="16157" y="10282"/>
                    </a:cubicBezTo>
                    <a:cubicBezTo>
                      <a:pt x="11331" y="16427"/>
                      <a:pt x="4197" y="36569"/>
                      <a:pt x="2099" y="46281"/>
                    </a:cubicBezTo>
                    <a:cubicBezTo>
                      <a:pt x="1" y="55963"/>
                      <a:pt x="481" y="66843"/>
                      <a:pt x="481" y="66843"/>
                    </a:cubicBezTo>
                    <a:cubicBezTo>
                      <a:pt x="5486" y="71220"/>
                      <a:pt x="17476" y="73588"/>
                      <a:pt x="17476" y="73588"/>
                    </a:cubicBezTo>
                    <a:lnTo>
                      <a:pt x="18825" y="83419"/>
                    </a:lnTo>
                    <a:lnTo>
                      <a:pt x="57941" y="83419"/>
                    </a:lnTo>
                    <a:lnTo>
                      <a:pt x="64685" y="54764"/>
                    </a:lnTo>
                    <a:cubicBezTo>
                      <a:pt x="64685" y="54764"/>
                      <a:pt x="68462" y="47780"/>
                      <a:pt x="69991" y="44513"/>
                    </a:cubicBezTo>
                    <a:cubicBezTo>
                      <a:pt x="71519" y="41216"/>
                      <a:pt x="76945" y="26378"/>
                      <a:pt x="76945" y="26378"/>
                    </a:cubicBezTo>
                    <a:cubicBezTo>
                      <a:pt x="76045" y="23561"/>
                      <a:pt x="72419" y="21133"/>
                      <a:pt x="70680" y="19844"/>
                    </a:cubicBezTo>
                    <a:cubicBezTo>
                      <a:pt x="68912" y="18585"/>
                      <a:pt x="66634" y="16157"/>
                      <a:pt x="64715" y="14329"/>
                    </a:cubicBezTo>
                    <a:cubicBezTo>
                      <a:pt x="62797" y="12500"/>
                      <a:pt x="59080" y="10282"/>
                      <a:pt x="59080" y="10282"/>
                    </a:cubicBezTo>
                    <a:cubicBezTo>
                      <a:pt x="58211" y="8184"/>
                      <a:pt x="57132" y="6176"/>
                      <a:pt x="55843" y="4317"/>
                    </a:cubicBezTo>
                    <a:cubicBezTo>
                      <a:pt x="53595" y="1080"/>
                      <a:pt x="49308" y="211"/>
                      <a:pt x="49159" y="1"/>
                    </a:cubicBez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5" name="Google Shape;9065;p358"/>
              <p:cNvSpPr/>
              <p:nvPr/>
            </p:nvSpPr>
            <p:spPr>
              <a:xfrm>
                <a:off x="3364100" y="1427350"/>
                <a:ext cx="771125" cy="1355650"/>
              </a:xfrm>
              <a:custGeom>
                <a:rect b="b" l="l" r="r" t="t"/>
                <a:pathLst>
                  <a:path extrusionOk="0" h="54226" w="30845">
                    <a:moveTo>
                      <a:pt x="17506" y="0"/>
                    </a:moveTo>
                    <a:lnTo>
                      <a:pt x="2339" y="4256"/>
                    </a:lnTo>
                    <a:lnTo>
                      <a:pt x="1" y="13369"/>
                    </a:lnTo>
                    <a:lnTo>
                      <a:pt x="1500" y="17985"/>
                    </a:lnTo>
                    <a:cubicBezTo>
                      <a:pt x="1500" y="17985"/>
                      <a:pt x="1799" y="22271"/>
                      <a:pt x="1859" y="24369"/>
                    </a:cubicBezTo>
                    <a:cubicBezTo>
                      <a:pt x="1919" y="26497"/>
                      <a:pt x="1859" y="28116"/>
                      <a:pt x="3478" y="30694"/>
                    </a:cubicBezTo>
                    <a:cubicBezTo>
                      <a:pt x="5067" y="33272"/>
                      <a:pt x="6565" y="35819"/>
                      <a:pt x="10042" y="38037"/>
                    </a:cubicBezTo>
                    <a:lnTo>
                      <a:pt x="10042" y="43882"/>
                    </a:lnTo>
                    <a:cubicBezTo>
                      <a:pt x="10042" y="43882"/>
                      <a:pt x="7884" y="50147"/>
                      <a:pt x="9083" y="53984"/>
                    </a:cubicBezTo>
                    <a:cubicBezTo>
                      <a:pt x="9083" y="53984"/>
                      <a:pt x="9306" y="54226"/>
                      <a:pt x="9855" y="54226"/>
                    </a:cubicBezTo>
                    <a:cubicBezTo>
                      <a:pt x="10273" y="54226"/>
                      <a:pt x="10879" y="54086"/>
                      <a:pt x="11721" y="53594"/>
                    </a:cubicBezTo>
                    <a:cubicBezTo>
                      <a:pt x="13699" y="52485"/>
                      <a:pt x="22062" y="46880"/>
                      <a:pt x="24969" y="41035"/>
                    </a:cubicBezTo>
                    <a:lnTo>
                      <a:pt x="25869" y="26198"/>
                    </a:lnTo>
                    <a:cubicBezTo>
                      <a:pt x="25869" y="26198"/>
                      <a:pt x="26036" y="26225"/>
                      <a:pt x="26301" y="26225"/>
                    </a:cubicBezTo>
                    <a:cubicBezTo>
                      <a:pt x="27047" y="26225"/>
                      <a:pt x="28564" y="26013"/>
                      <a:pt x="29316" y="24399"/>
                    </a:cubicBezTo>
                    <a:cubicBezTo>
                      <a:pt x="30844" y="22241"/>
                      <a:pt x="30784" y="19723"/>
                      <a:pt x="30215" y="17685"/>
                    </a:cubicBezTo>
                    <a:cubicBezTo>
                      <a:pt x="29954" y="16796"/>
                      <a:pt x="29322" y="16546"/>
                      <a:pt x="28693" y="16546"/>
                    </a:cubicBezTo>
                    <a:cubicBezTo>
                      <a:pt x="27878" y="16546"/>
                      <a:pt x="27068" y="16966"/>
                      <a:pt x="27068" y="16966"/>
                    </a:cubicBezTo>
                    <a:lnTo>
                      <a:pt x="27607" y="15737"/>
                    </a:lnTo>
                    <a:cubicBezTo>
                      <a:pt x="27607" y="15737"/>
                      <a:pt x="28476" y="5845"/>
                      <a:pt x="24190" y="4886"/>
                    </a:cubicBezTo>
                    <a:cubicBezTo>
                      <a:pt x="19904" y="3927"/>
                      <a:pt x="17506" y="0"/>
                      <a:pt x="17506" y="0"/>
                    </a:cubicBezTo>
                    <a:close/>
                  </a:path>
                </a:pathLst>
              </a:custGeom>
              <a:solidFill>
                <a:schemeClr val="lt1"/>
              </a:solid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6" name="Google Shape;9066;p358"/>
              <p:cNvSpPr/>
              <p:nvPr/>
            </p:nvSpPr>
            <p:spPr>
              <a:xfrm>
                <a:off x="3302650" y="1299300"/>
                <a:ext cx="791350" cy="621150"/>
              </a:xfrm>
              <a:custGeom>
                <a:rect b="b" l="l" r="r" t="t"/>
                <a:pathLst>
                  <a:path extrusionOk="0" h="24846" w="31654">
                    <a:moveTo>
                      <a:pt x="16344" y="1"/>
                    </a:moveTo>
                    <a:cubicBezTo>
                      <a:pt x="16006" y="1"/>
                      <a:pt x="15703" y="91"/>
                      <a:pt x="15438" y="296"/>
                    </a:cubicBezTo>
                    <a:cubicBezTo>
                      <a:pt x="13669" y="1675"/>
                      <a:pt x="4827" y="3384"/>
                      <a:pt x="2399" y="6291"/>
                    </a:cubicBezTo>
                    <a:cubicBezTo>
                      <a:pt x="1" y="9199"/>
                      <a:pt x="1829" y="13095"/>
                      <a:pt x="1769" y="16183"/>
                    </a:cubicBezTo>
                    <a:cubicBezTo>
                      <a:pt x="1695" y="18748"/>
                      <a:pt x="3689" y="24147"/>
                      <a:pt x="4039" y="24147"/>
                    </a:cubicBezTo>
                    <a:cubicBezTo>
                      <a:pt x="4111" y="24147"/>
                      <a:pt x="4114" y="23924"/>
                      <a:pt x="4018" y="23406"/>
                    </a:cubicBezTo>
                    <a:cubicBezTo>
                      <a:pt x="3988" y="23317"/>
                      <a:pt x="3958" y="23227"/>
                      <a:pt x="3958" y="23107"/>
                    </a:cubicBezTo>
                    <a:cubicBezTo>
                      <a:pt x="3538" y="20319"/>
                      <a:pt x="3538" y="17472"/>
                      <a:pt x="3928" y="14684"/>
                    </a:cubicBezTo>
                    <a:cubicBezTo>
                      <a:pt x="4227" y="12885"/>
                      <a:pt x="5936" y="9948"/>
                      <a:pt x="5936" y="9948"/>
                    </a:cubicBezTo>
                    <a:cubicBezTo>
                      <a:pt x="6741" y="10016"/>
                      <a:pt x="7507" y="10047"/>
                      <a:pt x="8235" y="10047"/>
                    </a:cubicBezTo>
                    <a:cubicBezTo>
                      <a:pt x="14882" y="10047"/>
                      <a:pt x="18315" y="7490"/>
                      <a:pt x="18315" y="7490"/>
                    </a:cubicBezTo>
                    <a:cubicBezTo>
                      <a:pt x="19604" y="11417"/>
                      <a:pt x="25209" y="10278"/>
                      <a:pt x="25899" y="12526"/>
                    </a:cubicBezTo>
                    <a:cubicBezTo>
                      <a:pt x="26618" y="14774"/>
                      <a:pt x="24700" y="17921"/>
                      <a:pt x="25059" y="21038"/>
                    </a:cubicBezTo>
                    <a:cubicBezTo>
                      <a:pt x="25419" y="24186"/>
                      <a:pt x="27337" y="24845"/>
                      <a:pt x="27337" y="24845"/>
                    </a:cubicBezTo>
                    <a:cubicBezTo>
                      <a:pt x="28862" y="21995"/>
                      <a:pt x="30256" y="21620"/>
                      <a:pt x="30884" y="21620"/>
                    </a:cubicBezTo>
                    <a:cubicBezTo>
                      <a:pt x="31108" y="21620"/>
                      <a:pt x="31234" y="21668"/>
                      <a:pt x="31234" y="21668"/>
                    </a:cubicBezTo>
                    <a:cubicBezTo>
                      <a:pt x="31204" y="18730"/>
                      <a:pt x="30665" y="17981"/>
                      <a:pt x="31174" y="12436"/>
                    </a:cubicBezTo>
                    <a:cubicBezTo>
                      <a:pt x="31654" y="6861"/>
                      <a:pt x="28417" y="5272"/>
                      <a:pt x="24490" y="3923"/>
                    </a:cubicBezTo>
                    <a:cubicBezTo>
                      <a:pt x="21162" y="2780"/>
                      <a:pt x="18222" y="1"/>
                      <a:pt x="1634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7" name="Google Shape;9067;p358"/>
              <p:cNvSpPr/>
              <p:nvPr/>
            </p:nvSpPr>
            <p:spPr>
              <a:xfrm>
                <a:off x="3656350" y="2421000"/>
                <a:ext cx="517825" cy="442125"/>
              </a:xfrm>
              <a:custGeom>
                <a:rect b="b" l="l" r="r" t="t"/>
                <a:pathLst>
                  <a:path extrusionOk="0" fill="none" h="17685" w="20713">
                    <a:moveTo>
                      <a:pt x="1" y="15137"/>
                    </a:moveTo>
                    <a:cubicBezTo>
                      <a:pt x="1829" y="13968"/>
                      <a:pt x="4227" y="14418"/>
                      <a:pt x="6235" y="15227"/>
                    </a:cubicBezTo>
                    <a:cubicBezTo>
                      <a:pt x="7315" y="15677"/>
                      <a:pt x="8364" y="16246"/>
                      <a:pt x="9443" y="16726"/>
                    </a:cubicBezTo>
                    <a:cubicBezTo>
                      <a:pt x="9982" y="16965"/>
                      <a:pt x="10552" y="17175"/>
                      <a:pt x="11121" y="17325"/>
                    </a:cubicBezTo>
                    <a:cubicBezTo>
                      <a:pt x="12470" y="17685"/>
                      <a:pt x="11990" y="15976"/>
                      <a:pt x="11901" y="15227"/>
                    </a:cubicBezTo>
                    <a:cubicBezTo>
                      <a:pt x="11811" y="14148"/>
                      <a:pt x="11721" y="13039"/>
                      <a:pt x="11601" y="11960"/>
                    </a:cubicBezTo>
                    <a:cubicBezTo>
                      <a:pt x="11541" y="11720"/>
                      <a:pt x="11571" y="11510"/>
                      <a:pt x="11661" y="11300"/>
                    </a:cubicBezTo>
                    <a:cubicBezTo>
                      <a:pt x="11811" y="11120"/>
                      <a:pt x="11990" y="11001"/>
                      <a:pt x="12200" y="10971"/>
                    </a:cubicBezTo>
                    <a:cubicBezTo>
                      <a:pt x="14598" y="10221"/>
                      <a:pt x="17176" y="10551"/>
                      <a:pt x="19694" y="10581"/>
                    </a:cubicBezTo>
                    <a:cubicBezTo>
                      <a:pt x="19904" y="10611"/>
                      <a:pt x="20143" y="10581"/>
                      <a:pt x="20353" y="10461"/>
                    </a:cubicBezTo>
                    <a:cubicBezTo>
                      <a:pt x="20713" y="10221"/>
                      <a:pt x="20683" y="9682"/>
                      <a:pt x="20593" y="9232"/>
                    </a:cubicBezTo>
                    <a:cubicBezTo>
                      <a:pt x="19724" y="5545"/>
                      <a:pt x="16666" y="1858"/>
                      <a:pt x="13339" y="0"/>
                    </a:cubicBez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8" name="Google Shape;9068;p358"/>
              <p:cNvSpPr/>
              <p:nvPr/>
            </p:nvSpPr>
            <p:spPr>
              <a:xfrm>
                <a:off x="3445050" y="2435975"/>
                <a:ext cx="170125" cy="340975"/>
              </a:xfrm>
              <a:custGeom>
                <a:rect b="b" l="l" r="r" t="t"/>
                <a:pathLst>
                  <a:path extrusionOk="0" fill="none" h="13639" w="6805">
                    <a:moveTo>
                      <a:pt x="6804" y="0"/>
                    </a:moveTo>
                    <a:cubicBezTo>
                      <a:pt x="5156" y="690"/>
                      <a:pt x="3477" y="1409"/>
                      <a:pt x="2038" y="2458"/>
                    </a:cubicBezTo>
                    <a:cubicBezTo>
                      <a:pt x="1529" y="2848"/>
                      <a:pt x="1049" y="3268"/>
                      <a:pt x="630" y="3747"/>
                    </a:cubicBezTo>
                    <a:cubicBezTo>
                      <a:pt x="270" y="4077"/>
                      <a:pt x="60" y="4527"/>
                      <a:pt x="0" y="4976"/>
                    </a:cubicBezTo>
                    <a:cubicBezTo>
                      <a:pt x="30" y="5426"/>
                      <a:pt x="240" y="5845"/>
                      <a:pt x="600" y="6115"/>
                    </a:cubicBezTo>
                    <a:cubicBezTo>
                      <a:pt x="869" y="6325"/>
                      <a:pt x="1139" y="6505"/>
                      <a:pt x="1439" y="6625"/>
                    </a:cubicBezTo>
                    <a:cubicBezTo>
                      <a:pt x="2128" y="6955"/>
                      <a:pt x="2938" y="7284"/>
                      <a:pt x="3237" y="7974"/>
                    </a:cubicBezTo>
                    <a:cubicBezTo>
                      <a:pt x="3297" y="8124"/>
                      <a:pt x="3327" y="8273"/>
                      <a:pt x="3297" y="8423"/>
                    </a:cubicBezTo>
                    <a:cubicBezTo>
                      <a:pt x="3267" y="8573"/>
                      <a:pt x="3177" y="8693"/>
                      <a:pt x="3087" y="8813"/>
                    </a:cubicBezTo>
                    <a:cubicBezTo>
                      <a:pt x="2518" y="9502"/>
                      <a:pt x="1529" y="10042"/>
                      <a:pt x="1589" y="10941"/>
                    </a:cubicBezTo>
                    <a:cubicBezTo>
                      <a:pt x="1649" y="11630"/>
                      <a:pt x="2338" y="12050"/>
                      <a:pt x="2968" y="12350"/>
                    </a:cubicBezTo>
                    <a:cubicBezTo>
                      <a:pt x="3597" y="12680"/>
                      <a:pt x="4316" y="12979"/>
                      <a:pt x="4526" y="13639"/>
                    </a:cubicBez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9" name="Google Shape;9069;p358"/>
              <p:cNvSpPr/>
              <p:nvPr/>
            </p:nvSpPr>
            <p:spPr>
              <a:xfrm>
                <a:off x="3097350" y="2651800"/>
                <a:ext cx="1520450" cy="1547425"/>
              </a:xfrm>
              <a:custGeom>
                <a:rect b="b" l="l" r="r" t="t"/>
                <a:pathLst>
                  <a:path extrusionOk="0" fill="none" h="61897" w="60818">
                    <a:moveTo>
                      <a:pt x="42953" y="0"/>
                    </a:moveTo>
                    <a:cubicBezTo>
                      <a:pt x="42953" y="0"/>
                      <a:pt x="48588" y="3357"/>
                      <a:pt x="51076" y="6534"/>
                    </a:cubicBezTo>
                    <a:cubicBezTo>
                      <a:pt x="53564" y="9712"/>
                      <a:pt x="59469" y="11810"/>
                      <a:pt x="60818" y="16096"/>
                    </a:cubicBezTo>
                    <a:cubicBezTo>
                      <a:pt x="60818" y="16096"/>
                      <a:pt x="53054" y="40555"/>
                      <a:pt x="44901" y="49428"/>
                    </a:cubicBezTo>
                    <a:cubicBezTo>
                      <a:pt x="36778" y="58270"/>
                      <a:pt x="32282" y="61897"/>
                      <a:pt x="32282" y="61897"/>
                    </a:cubicBezTo>
                    <a:cubicBezTo>
                      <a:pt x="32282" y="61897"/>
                      <a:pt x="12709" y="58480"/>
                      <a:pt x="0" y="47839"/>
                    </a:cubicBezTo>
                    <a:lnTo>
                      <a:pt x="4556" y="37378"/>
                    </a:lnTo>
                    <a:cubicBezTo>
                      <a:pt x="4556" y="37378"/>
                      <a:pt x="17355" y="38997"/>
                      <a:pt x="22421" y="40795"/>
                    </a:cubicBezTo>
                    <a:cubicBezTo>
                      <a:pt x="27486" y="42593"/>
                      <a:pt x="32282" y="53504"/>
                      <a:pt x="32282" y="53504"/>
                    </a:cubicBez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0" name="Google Shape;9070;p358"/>
              <p:cNvSpPr/>
              <p:nvPr/>
            </p:nvSpPr>
            <p:spPr>
              <a:xfrm>
                <a:off x="3131050" y="3776575"/>
                <a:ext cx="1172025" cy="703675"/>
              </a:xfrm>
              <a:custGeom>
                <a:rect b="b" l="l" r="r" t="t"/>
                <a:pathLst>
                  <a:path extrusionOk="0" fill="none" h="28147" w="46881">
                    <a:moveTo>
                      <a:pt x="46881" y="0"/>
                    </a:moveTo>
                    <a:lnTo>
                      <a:pt x="40466" y="28146"/>
                    </a:lnTo>
                    <a:lnTo>
                      <a:pt x="1350" y="28146"/>
                    </a:lnTo>
                    <a:lnTo>
                      <a:pt x="1" y="18315"/>
                    </a:lnTo>
                  </a:path>
                </a:pathLst>
              </a:custGeom>
              <a:noFill/>
              <a:ln cap="rnd" cmpd="sng" w="9750">
                <a:solidFill>
                  <a:srgbClr val="2632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1" name="Google Shape;9071;p358"/>
              <p:cNvSpPr/>
              <p:nvPr/>
            </p:nvSpPr>
            <p:spPr>
              <a:xfrm>
                <a:off x="2951975" y="3633900"/>
                <a:ext cx="239050" cy="222875"/>
              </a:xfrm>
              <a:custGeom>
                <a:rect b="b" l="l" r="r" t="t"/>
                <a:pathLst>
                  <a:path extrusionOk="0" h="8915" w="9562">
                    <a:moveTo>
                      <a:pt x="9345" y="0"/>
                    </a:moveTo>
                    <a:cubicBezTo>
                      <a:pt x="8476" y="0"/>
                      <a:pt x="5045" y="442"/>
                      <a:pt x="0" y="6697"/>
                    </a:cubicBezTo>
                    <a:cubicBezTo>
                      <a:pt x="1828" y="6697"/>
                      <a:pt x="3597" y="7326"/>
                      <a:pt x="5066" y="8435"/>
                    </a:cubicBezTo>
                    <a:lnTo>
                      <a:pt x="5995" y="8915"/>
                    </a:lnTo>
                    <a:lnTo>
                      <a:pt x="9562" y="12"/>
                    </a:lnTo>
                    <a:cubicBezTo>
                      <a:pt x="9562" y="12"/>
                      <a:pt x="9488" y="0"/>
                      <a:pt x="9345" y="0"/>
                    </a:cubicBezTo>
                    <a:close/>
                  </a:path>
                </a:pathLst>
              </a:custGeom>
              <a:solidFill>
                <a:schemeClr val="lt1"/>
              </a:solidFill>
              <a:ln cap="flat" cmpd="sng" w="9525">
                <a:solidFill>
                  <a:schemeClr val="dk1"/>
                </a:solidFill>
                <a:prstDash val="solid"/>
                <a:miter lim="299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2" name="Google Shape;9072;p358"/>
              <p:cNvSpPr/>
              <p:nvPr/>
            </p:nvSpPr>
            <p:spPr>
              <a:xfrm>
                <a:off x="3439050" y="4053075"/>
                <a:ext cx="219575" cy="111625"/>
              </a:xfrm>
              <a:custGeom>
                <a:rect b="b" l="l" r="r" t="t"/>
                <a:pathLst>
                  <a:path extrusionOk="0" h="4465" w="8783">
                    <a:moveTo>
                      <a:pt x="0" y="1"/>
                    </a:moveTo>
                    <a:lnTo>
                      <a:pt x="0" y="3958"/>
                    </a:lnTo>
                    <a:cubicBezTo>
                      <a:pt x="0" y="3958"/>
                      <a:pt x="1702" y="4464"/>
                      <a:pt x="3864" y="4464"/>
                    </a:cubicBezTo>
                    <a:cubicBezTo>
                      <a:pt x="5420" y="4464"/>
                      <a:pt x="7214" y="4202"/>
                      <a:pt x="8783" y="3298"/>
                    </a:cubicBezTo>
                    <a:lnTo>
                      <a:pt x="0" y="1"/>
                    </a:lnTo>
                    <a:close/>
                  </a:path>
                </a:pathLst>
              </a:custGeom>
              <a:solidFill>
                <a:schemeClr val="lt1"/>
              </a:solidFill>
              <a:ln cap="flat" cmpd="sng" w="9525">
                <a:solidFill>
                  <a:schemeClr val="dk1"/>
                </a:solidFill>
                <a:prstDash val="solid"/>
                <a:miter lim="299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3" name="Google Shape;9073;p358"/>
              <p:cNvSpPr/>
              <p:nvPr/>
            </p:nvSpPr>
            <p:spPr>
              <a:xfrm>
                <a:off x="3687075" y="2683250"/>
                <a:ext cx="436150" cy="549325"/>
              </a:xfrm>
              <a:custGeom>
                <a:rect b="b" l="l" r="r" t="t"/>
                <a:pathLst>
                  <a:path extrusionOk="0" h="21973" w="17446">
                    <a:moveTo>
                      <a:pt x="15947" y="1"/>
                    </a:moveTo>
                    <a:cubicBezTo>
                      <a:pt x="15587" y="1230"/>
                      <a:pt x="11631" y="14658"/>
                      <a:pt x="390" y="20563"/>
                    </a:cubicBezTo>
                    <a:cubicBezTo>
                      <a:pt x="151" y="20683"/>
                      <a:pt x="1" y="20953"/>
                      <a:pt x="1" y="21223"/>
                    </a:cubicBezTo>
                    <a:cubicBezTo>
                      <a:pt x="1" y="21642"/>
                      <a:pt x="330" y="21972"/>
                      <a:pt x="750" y="21972"/>
                    </a:cubicBezTo>
                    <a:cubicBezTo>
                      <a:pt x="870" y="21972"/>
                      <a:pt x="990" y="21942"/>
                      <a:pt x="1080" y="21882"/>
                    </a:cubicBezTo>
                    <a:cubicBezTo>
                      <a:pt x="13399" y="15408"/>
                      <a:pt x="17236" y="900"/>
                      <a:pt x="17416" y="271"/>
                    </a:cubicBezTo>
                    <a:cubicBezTo>
                      <a:pt x="17416" y="211"/>
                      <a:pt x="17446" y="121"/>
                      <a:pt x="17416" y="61"/>
                    </a:cubicBezTo>
                    <a:lnTo>
                      <a:pt x="1594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4" name="Google Shape;9074;p358"/>
              <p:cNvSpPr/>
              <p:nvPr/>
            </p:nvSpPr>
            <p:spPr>
              <a:xfrm>
                <a:off x="3345375" y="2529650"/>
                <a:ext cx="115425" cy="458625"/>
              </a:xfrm>
              <a:custGeom>
                <a:rect b="b" l="l" r="r" t="t"/>
                <a:pathLst>
                  <a:path extrusionOk="0" h="18345" w="4617">
                    <a:moveTo>
                      <a:pt x="4617" y="0"/>
                    </a:moveTo>
                    <a:lnTo>
                      <a:pt x="4017" y="150"/>
                    </a:lnTo>
                    <a:cubicBezTo>
                      <a:pt x="2668" y="2608"/>
                      <a:pt x="180" y="8333"/>
                      <a:pt x="1" y="16726"/>
                    </a:cubicBezTo>
                    <a:lnTo>
                      <a:pt x="1" y="18345"/>
                    </a:lnTo>
                    <a:cubicBezTo>
                      <a:pt x="360" y="18165"/>
                      <a:pt x="780" y="18045"/>
                      <a:pt x="1170" y="17985"/>
                    </a:cubicBezTo>
                    <a:cubicBezTo>
                      <a:pt x="1289" y="17955"/>
                      <a:pt x="1379" y="17955"/>
                      <a:pt x="1499" y="17955"/>
                    </a:cubicBezTo>
                    <a:lnTo>
                      <a:pt x="1499" y="17655"/>
                    </a:lnTo>
                    <a:lnTo>
                      <a:pt x="1499" y="16426"/>
                    </a:lnTo>
                    <a:cubicBezTo>
                      <a:pt x="1589" y="11600"/>
                      <a:pt x="2638" y="6804"/>
                      <a:pt x="4587" y="2338"/>
                    </a:cubicBezTo>
                    <a:cubicBezTo>
                      <a:pt x="4257" y="2098"/>
                      <a:pt x="4047" y="1679"/>
                      <a:pt x="4017" y="1259"/>
                    </a:cubicBezTo>
                    <a:cubicBezTo>
                      <a:pt x="4047" y="780"/>
                      <a:pt x="4287" y="330"/>
                      <a:pt x="4617"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5" name="Google Shape;9075;p358"/>
              <p:cNvSpPr/>
              <p:nvPr/>
            </p:nvSpPr>
            <p:spPr>
              <a:xfrm>
                <a:off x="3647375" y="3123775"/>
                <a:ext cx="203850" cy="159850"/>
              </a:xfrm>
              <a:custGeom>
                <a:rect b="b" l="l" r="r" t="t"/>
                <a:pathLst>
                  <a:path extrusionOk="0" h="6394" w="8154">
                    <a:moveTo>
                      <a:pt x="5301" y="0"/>
                    </a:moveTo>
                    <a:cubicBezTo>
                      <a:pt x="4413" y="0"/>
                      <a:pt x="3399" y="330"/>
                      <a:pt x="2488" y="994"/>
                    </a:cubicBezTo>
                    <a:cubicBezTo>
                      <a:pt x="719" y="2253"/>
                      <a:pt x="0" y="4291"/>
                      <a:pt x="869" y="5520"/>
                    </a:cubicBezTo>
                    <a:cubicBezTo>
                      <a:pt x="1291" y="6102"/>
                      <a:pt x="2016" y="6394"/>
                      <a:pt x="2852" y="6394"/>
                    </a:cubicBezTo>
                    <a:cubicBezTo>
                      <a:pt x="3740" y="6394"/>
                      <a:pt x="4754" y="6064"/>
                      <a:pt x="5665" y="5400"/>
                    </a:cubicBezTo>
                    <a:cubicBezTo>
                      <a:pt x="7434" y="4111"/>
                      <a:pt x="8153" y="2103"/>
                      <a:pt x="7284" y="874"/>
                    </a:cubicBezTo>
                    <a:cubicBezTo>
                      <a:pt x="6862" y="293"/>
                      <a:pt x="6138" y="0"/>
                      <a:pt x="5301" y="0"/>
                    </a:cubicBezTo>
                    <a:close/>
                  </a:path>
                </a:pathLst>
              </a:custGeom>
              <a:solidFill>
                <a:schemeClr val="lt1"/>
              </a:solid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6" name="Google Shape;9076;p358"/>
              <p:cNvSpPr/>
              <p:nvPr/>
            </p:nvSpPr>
            <p:spPr>
              <a:xfrm>
                <a:off x="3647375" y="3112425"/>
                <a:ext cx="143150" cy="112750"/>
              </a:xfrm>
              <a:custGeom>
                <a:rect b="b" l="l" r="r" t="t"/>
                <a:pathLst>
                  <a:path extrusionOk="0" h="4510" w="5726">
                    <a:moveTo>
                      <a:pt x="3701" y="1"/>
                    </a:moveTo>
                    <a:cubicBezTo>
                      <a:pt x="3075" y="1"/>
                      <a:pt x="2360" y="234"/>
                      <a:pt x="1709" y="699"/>
                    </a:cubicBezTo>
                    <a:cubicBezTo>
                      <a:pt x="480" y="1598"/>
                      <a:pt x="0" y="3037"/>
                      <a:pt x="600" y="3876"/>
                    </a:cubicBezTo>
                    <a:cubicBezTo>
                      <a:pt x="892" y="4299"/>
                      <a:pt x="1404" y="4510"/>
                      <a:pt x="1996" y="4510"/>
                    </a:cubicBezTo>
                    <a:cubicBezTo>
                      <a:pt x="2618" y="4510"/>
                      <a:pt x="3327" y="4277"/>
                      <a:pt x="3957" y="3816"/>
                    </a:cubicBezTo>
                    <a:cubicBezTo>
                      <a:pt x="5216" y="2917"/>
                      <a:pt x="5725" y="1478"/>
                      <a:pt x="5096" y="609"/>
                    </a:cubicBezTo>
                    <a:cubicBezTo>
                      <a:pt x="4792" y="204"/>
                      <a:pt x="4285" y="1"/>
                      <a:pt x="3701" y="1"/>
                    </a:cubicBezTo>
                    <a:close/>
                  </a:path>
                </a:pathLst>
              </a:custGeom>
              <a:solidFill>
                <a:schemeClr val="lt1"/>
              </a:solid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7" name="Google Shape;9077;p358"/>
              <p:cNvSpPr/>
              <p:nvPr/>
            </p:nvSpPr>
            <p:spPr>
              <a:xfrm>
                <a:off x="3173775" y="2940975"/>
                <a:ext cx="434650" cy="604825"/>
              </a:xfrm>
              <a:custGeom>
                <a:rect b="b" l="l" r="r" t="t"/>
                <a:pathLst>
                  <a:path extrusionOk="0" h="24193" w="17386">
                    <a:moveTo>
                      <a:pt x="8535" y="0"/>
                    </a:moveTo>
                    <a:cubicBezTo>
                      <a:pt x="8478" y="0"/>
                      <a:pt x="8421" y="1"/>
                      <a:pt x="8363" y="3"/>
                    </a:cubicBezTo>
                    <a:cubicBezTo>
                      <a:pt x="8153" y="3"/>
                      <a:pt x="7974" y="33"/>
                      <a:pt x="7794" y="63"/>
                    </a:cubicBezTo>
                    <a:cubicBezTo>
                      <a:pt x="7464" y="93"/>
                      <a:pt x="7164" y="183"/>
                      <a:pt x="6835" y="273"/>
                    </a:cubicBezTo>
                    <a:cubicBezTo>
                      <a:pt x="5066" y="932"/>
                      <a:pt x="3657" y="2371"/>
                      <a:pt x="3058" y="4170"/>
                    </a:cubicBezTo>
                    <a:lnTo>
                      <a:pt x="2938" y="4529"/>
                    </a:lnTo>
                    <a:cubicBezTo>
                      <a:pt x="2009" y="6987"/>
                      <a:pt x="1289" y="9505"/>
                      <a:pt x="750" y="12083"/>
                    </a:cubicBezTo>
                    <a:cubicBezTo>
                      <a:pt x="150" y="15200"/>
                      <a:pt x="0" y="18497"/>
                      <a:pt x="1199" y="20925"/>
                    </a:cubicBezTo>
                    <a:cubicBezTo>
                      <a:pt x="1949" y="22484"/>
                      <a:pt x="3328" y="23653"/>
                      <a:pt x="4976" y="24132"/>
                    </a:cubicBezTo>
                    <a:cubicBezTo>
                      <a:pt x="5036" y="24162"/>
                      <a:pt x="5126" y="24192"/>
                      <a:pt x="5216" y="24192"/>
                    </a:cubicBezTo>
                    <a:cubicBezTo>
                      <a:pt x="5516" y="24192"/>
                      <a:pt x="5815" y="23983"/>
                      <a:pt x="5905" y="23683"/>
                    </a:cubicBezTo>
                    <a:cubicBezTo>
                      <a:pt x="6055" y="23263"/>
                      <a:pt x="5815" y="22844"/>
                      <a:pt x="5426" y="22724"/>
                    </a:cubicBezTo>
                    <a:cubicBezTo>
                      <a:pt x="4167" y="22364"/>
                      <a:pt x="3118" y="21465"/>
                      <a:pt x="2518" y="20266"/>
                    </a:cubicBezTo>
                    <a:cubicBezTo>
                      <a:pt x="1469" y="18108"/>
                      <a:pt x="1679" y="15020"/>
                      <a:pt x="2278" y="12083"/>
                    </a:cubicBezTo>
                    <a:cubicBezTo>
                      <a:pt x="2788" y="9685"/>
                      <a:pt x="3507" y="7347"/>
                      <a:pt x="4347" y="5039"/>
                    </a:cubicBezTo>
                    <a:lnTo>
                      <a:pt x="4467" y="4679"/>
                    </a:lnTo>
                    <a:cubicBezTo>
                      <a:pt x="4886" y="3480"/>
                      <a:pt x="5725" y="2491"/>
                      <a:pt x="6835" y="1892"/>
                    </a:cubicBezTo>
                    <a:cubicBezTo>
                      <a:pt x="7224" y="1712"/>
                      <a:pt x="7614" y="1592"/>
                      <a:pt x="8004" y="1532"/>
                    </a:cubicBezTo>
                    <a:cubicBezTo>
                      <a:pt x="8123" y="1502"/>
                      <a:pt x="8243" y="1502"/>
                      <a:pt x="8333" y="1502"/>
                    </a:cubicBezTo>
                    <a:cubicBezTo>
                      <a:pt x="8391" y="1499"/>
                      <a:pt x="8449" y="1498"/>
                      <a:pt x="8506" y="1498"/>
                    </a:cubicBezTo>
                    <a:cubicBezTo>
                      <a:pt x="9761" y="1498"/>
                      <a:pt x="10943" y="2119"/>
                      <a:pt x="11630" y="3150"/>
                    </a:cubicBezTo>
                    <a:cubicBezTo>
                      <a:pt x="13129" y="5189"/>
                      <a:pt x="13849" y="7946"/>
                      <a:pt x="14328" y="10134"/>
                    </a:cubicBezTo>
                    <a:cubicBezTo>
                      <a:pt x="14508" y="10824"/>
                      <a:pt x="14628" y="11483"/>
                      <a:pt x="14718" y="12083"/>
                    </a:cubicBezTo>
                    <a:cubicBezTo>
                      <a:pt x="15827" y="19277"/>
                      <a:pt x="13309" y="21435"/>
                      <a:pt x="13249" y="21495"/>
                    </a:cubicBezTo>
                    <a:cubicBezTo>
                      <a:pt x="12949" y="21734"/>
                      <a:pt x="12889" y="22154"/>
                      <a:pt x="13099" y="22484"/>
                    </a:cubicBezTo>
                    <a:cubicBezTo>
                      <a:pt x="13233" y="22694"/>
                      <a:pt x="13476" y="22807"/>
                      <a:pt x="13720" y="22807"/>
                    </a:cubicBezTo>
                    <a:cubicBezTo>
                      <a:pt x="13859" y="22807"/>
                      <a:pt x="13999" y="22770"/>
                      <a:pt x="14118" y="22694"/>
                    </a:cubicBezTo>
                    <a:cubicBezTo>
                      <a:pt x="14268" y="22574"/>
                      <a:pt x="17385" y="20176"/>
                      <a:pt x="16216" y="12083"/>
                    </a:cubicBezTo>
                    <a:cubicBezTo>
                      <a:pt x="16127" y="11393"/>
                      <a:pt x="15977" y="10614"/>
                      <a:pt x="15797" y="9835"/>
                    </a:cubicBezTo>
                    <a:cubicBezTo>
                      <a:pt x="15287" y="7497"/>
                      <a:pt x="14508" y="4529"/>
                      <a:pt x="12829" y="2281"/>
                    </a:cubicBezTo>
                    <a:cubicBezTo>
                      <a:pt x="11843" y="860"/>
                      <a:pt x="10240" y="0"/>
                      <a:pt x="8535" y="0"/>
                    </a:cubicBezTo>
                    <a:close/>
                  </a:path>
                </a:pathLst>
              </a:custGeom>
              <a:solidFill>
                <a:schemeClr val="dk1"/>
              </a:solidFill>
              <a:ln cap="flat" cmpd="sng" w="9525">
                <a:solidFill>
                  <a:schemeClr val="dk1"/>
                </a:solidFill>
                <a:prstDash val="solid"/>
                <a:miter lim="299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8" name="Google Shape;9078;p358"/>
              <p:cNvSpPr/>
              <p:nvPr/>
            </p:nvSpPr>
            <p:spPr>
              <a:xfrm>
                <a:off x="3285425" y="3498000"/>
                <a:ext cx="107925" cy="56700"/>
              </a:xfrm>
              <a:custGeom>
                <a:rect b="b" l="l" r="r" t="t"/>
                <a:pathLst>
                  <a:path extrusionOk="0" h="2268" w="4317">
                    <a:moveTo>
                      <a:pt x="1398" y="1"/>
                    </a:moveTo>
                    <a:cubicBezTo>
                      <a:pt x="930" y="1"/>
                      <a:pt x="465" y="8"/>
                      <a:pt x="1" y="23"/>
                    </a:cubicBezTo>
                    <a:lnTo>
                      <a:pt x="210" y="1761"/>
                    </a:lnTo>
                    <a:cubicBezTo>
                      <a:pt x="210" y="1761"/>
                      <a:pt x="1423" y="2268"/>
                      <a:pt x="2435" y="2268"/>
                    </a:cubicBezTo>
                    <a:cubicBezTo>
                      <a:pt x="2941" y="2268"/>
                      <a:pt x="3398" y="2141"/>
                      <a:pt x="3627" y="1761"/>
                    </a:cubicBezTo>
                    <a:cubicBezTo>
                      <a:pt x="4317" y="652"/>
                      <a:pt x="3747" y="113"/>
                      <a:pt x="2818" y="23"/>
                    </a:cubicBezTo>
                    <a:cubicBezTo>
                      <a:pt x="2339" y="8"/>
                      <a:pt x="1866" y="1"/>
                      <a:pt x="1398" y="1"/>
                    </a:cubicBezTo>
                    <a:close/>
                  </a:path>
                </a:pathLst>
              </a:custGeom>
              <a:solidFill>
                <a:schemeClr val="dk1"/>
              </a:solidFill>
              <a:ln cap="flat" cmpd="sng" w="9525">
                <a:solidFill>
                  <a:schemeClr val="dk1"/>
                </a:solidFill>
                <a:prstDash val="solid"/>
                <a:miter lim="299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9" name="Google Shape;9079;p358"/>
              <p:cNvSpPr/>
              <p:nvPr/>
            </p:nvSpPr>
            <p:spPr>
              <a:xfrm>
                <a:off x="3173775" y="3243025"/>
                <a:ext cx="151400" cy="302775"/>
              </a:xfrm>
              <a:custGeom>
                <a:rect b="b" l="l" r="r" t="t"/>
                <a:pathLst>
                  <a:path extrusionOk="0" h="12111" w="6056">
                    <a:moveTo>
                      <a:pt x="750" y="1"/>
                    </a:moveTo>
                    <a:cubicBezTo>
                      <a:pt x="150" y="3118"/>
                      <a:pt x="0" y="6415"/>
                      <a:pt x="1199" y="8843"/>
                    </a:cubicBezTo>
                    <a:cubicBezTo>
                      <a:pt x="1949" y="10402"/>
                      <a:pt x="3328" y="11571"/>
                      <a:pt x="4976" y="12080"/>
                    </a:cubicBezTo>
                    <a:cubicBezTo>
                      <a:pt x="5066" y="12110"/>
                      <a:pt x="5126" y="12110"/>
                      <a:pt x="5216" y="12110"/>
                    </a:cubicBezTo>
                    <a:cubicBezTo>
                      <a:pt x="5546" y="12110"/>
                      <a:pt x="5815" y="11901"/>
                      <a:pt x="5935" y="11601"/>
                    </a:cubicBezTo>
                    <a:cubicBezTo>
                      <a:pt x="6055" y="11181"/>
                      <a:pt x="5815" y="10762"/>
                      <a:pt x="5426" y="10642"/>
                    </a:cubicBezTo>
                    <a:cubicBezTo>
                      <a:pt x="4167" y="10282"/>
                      <a:pt x="3088" y="9383"/>
                      <a:pt x="2518" y="8184"/>
                    </a:cubicBezTo>
                    <a:cubicBezTo>
                      <a:pt x="1469" y="6026"/>
                      <a:pt x="1649" y="2938"/>
                      <a:pt x="2248" y="1"/>
                    </a:cubicBezTo>
                    <a:close/>
                  </a:path>
                </a:pathLst>
              </a:custGeom>
              <a:solidFill>
                <a:schemeClr val="lt1"/>
              </a:solid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0" name="Google Shape;9080;p358"/>
              <p:cNvSpPr/>
              <p:nvPr/>
            </p:nvSpPr>
            <p:spPr>
              <a:xfrm>
                <a:off x="3456275" y="3444850"/>
                <a:ext cx="102450" cy="87625"/>
              </a:xfrm>
              <a:custGeom>
                <a:rect b="b" l="l" r="r" t="t"/>
                <a:pathLst>
                  <a:path extrusionOk="0" h="3505" w="4098">
                    <a:moveTo>
                      <a:pt x="3319" y="1"/>
                    </a:moveTo>
                    <a:cubicBezTo>
                      <a:pt x="3255" y="1"/>
                      <a:pt x="3179" y="17"/>
                      <a:pt x="3088" y="51"/>
                    </a:cubicBezTo>
                    <a:cubicBezTo>
                      <a:pt x="2219" y="381"/>
                      <a:pt x="900" y="950"/>
                      <a:pt x="330" y="1699"/>
                    </a:cubicBezTo>
                    <a:cubicBezTo>
                      <a:pt x="91" y="1999"/>
                      <a:pt x="1" y="2329"/>
                      <a:pt x="61" y="2689"/>
                    </a:cubicBezTo>
                    <a:cubicBezTo>
                      <a:pt x="199" y="3186"/>
                      <a:pt x="642" y="3505"/>
                      <a:pt x="1134" y="3505"/>
                    </a:cubicBezTo>
                    <a:cubicBezTo>
                      <a:pt x="1175" y="3505"/>
                      <a:pt x="1217" y="3503"/>
                      <a:pt x="1260" y="3498"/>
                    </a:cubicBezTo>
                    <a:cubicBezTo>
                      <a:pt x="1799" y="3438"/>
                      <a:pt x="2279" y="3168"/>
                      <a:pt x="2638" y="2748"/>
                    </a:cubicBezTo>
                    <a:cubicBezTo>
                      <a:pt x="2971" y="2361"/>
                      <a:pt x="4097" y="1"/>
                      <a:pt x="3319" y="1"/>
                    </a:cubicBezTo>
                    <a:close/>
                  </a:path>
                </a:pathLst>
              </a:custGeom>
              <a:solidFill>
                <a:schemeClr val="dk1"/>
              </a:solidFill>
              <a:ln cap="flat" cmpd="sng" w="9525">
                <a:solidFill>
                  <a:schemeClr val="dk1"/>
                </a:solidFill>
                <a:prstDash val="solid"/>
                <a:miter lim="299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1" name="Google Shape;9081;p358"/>
              <p:cNvSpPr/>
              <p:nvPr/>
            </p:nvSpPr>
            <p:spPr>
              <a:xfrm>
                <a:off x="3496000" y="3243025"/>
                <a:ext cx="112425" cy="268125"/>
              </a:xfrm>
              <a:custGeom>
                <a:rect b="b" l="l" r="r" t="t"/>
                <a:pathLst>
                  <a:path extrusionOk="0" h="10725" w="4497">
                    <a:moveTo>
                      <a:pt x="1829" y="1"/>
                    </a:moveTo>
                    <a:cubicBezTo>
                      <a:pt x="2938" y="7195"/>
                      <a:pt x="420" y="9353"/>
                      <a:pt x="360" y="9413"/>
                    </a:cubicBezTo>
                    <a:cubicBezTo>
                      <a:pt x="60" y="9652"/>
                      <a:pt x="0" y="10072"/>
                      <a:pt x="210" y="10402"/>
                    </a:cubicBezTo>
                    <a:cubicBezTo>
                      <a:pt x="344" y="10612"/>
                      <a:pt x="587" y="10725"/>
                      <a:pt x="831" y="10725"/>
                    </a:cubicBezTo>
                    <a:cubicBezTo>
                      <a:pt x="970" y="10725"/>
                      <a:pt x="1110" y="10688"/>
                      <a:pt x="1229" y="10612"/>
                    </a:cubicBezTo>
                    <a:cubicBezTo>
                      <a:pt x="1379" y="10492"/>
                      <a:pt x="4496" y="8094"/>
                      <a:pt x="3327" y="1"/>
                    </a:cubicBezTo>
                    <a:close/>
                  </a:path>
                </a:pathLst>
              </a:custGeom>
              <a:solidFill>
                <a:schemeClr val="lt1"/>
              </a:solid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2" name="Google Shape;9082;p358"/>
              <p:cNvSpPr/>
              <p:nvPr/>
            </p:nvSpPr>
            <p:spPr>
              <a:xfrm>
                <a:off x="2035500" y="4401525"/>
                <a:ext cx="3306175" cy="327500"/>
              </a:xfrm>
              <a:custGeom>
                <a:rect b="b" l="l" r="r" t="t"/>
                <a:pathLst>
                  <a:path extrusionOk="0" h="13100" w="132247">
                    <a:moveTo>
                      <a:pt x="13879" y="1"/>
                    </a:moveTo>
                    <a:lnTo>
                      <a:pt x="1" y="13100"/>
                    </a:lnTo>
                    <a:lnTo>
                      <a:pt x="132247" y="13100"/>
                    </a:lnTo>
                    <a:lnTo>
                      <a:pt x="123914" y="1"/>
                    </a:lnTo>
                    <a:close/>
                  </a:path>
                </a:pathLst>
              </a:custGeom>
              <a:solidFill>
                <a:schemeClr val="lt1"/>
              </a:solid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3" name="Google Shape;9083;p358"/>
              <p:cNvSpPr/>
              <p:nvPr/>
            </p:nvSpPr>
            <p:spPr>
              <a:xfrm>
                <a:off x="2035500" y="4729000"/>
                <a:ext cx="3306175" cy="88450"/>
              </a:xfrm>
              <a:custGeom>
                <a:rect b="b" l="l" r="r" t="t"/>
                <a:pathLst>
                  <a:path extrusionOk="0" h="3538" w="132247">
                    <a:moveTo>
                      <a:pt x="1" y="1"/>
                    </a:moveTo>
                    <a:lnTo>
                      <a:pt x="1" y="3538"/>
                    </a:lnTo>
                    <a:lnTo>
                      <a:pt x="132247" y="3538"/>
                    </a:lnTo>
                    <a:lnTo>
                      <a:pt x="132247" y="1"/>
                    </a:lnTo>
                    <a:close/>
                  </a:path>
                </a:pathLst>
              </a:custGeom>
              <a:solidFill>
                <a:schemeClr val="dk1"/>
              </a:solid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4" name="Google Shape;9084;p358"/>
              <p:cNvSpPr/>
              <p:nvPr/>
            </p:nvSpPr>
            <p:spPr>
              <a:xfrm>
                <a:off x="2382450" y="4580625"/>
                <a:ext cx="543300" cy="67475"/>
              </a:xfrm>
              <a:custGeom>
                <a:rect b="b" l="l" r="r" t="t"/>
                <a:pathLst>
                  <a:path extrusionOk="0" h="2699" w="21732">
                    <a:moveTo>
                      <a:pt x="1" y="1"/>
                    </a:moveTo>
                    <a:lnTo>
                      <a:pt x="1" y="2698"/>
                    </a:lnTo>
                    <a:lnTo>
                      <a:pt x="21732" y="2698"/>
                    </a:lnTo>
                    <a:lnTo>
                      <a:pt x="21732" y="1"/>
                    </a:lnTo>
                    <a:close/>
                  </a:path>
                </a:pathLst>
              </a:custGeom>
              <a:solidFill>
                <a:schemeClr val="lt1"/>
              </a:solidFill>
              <a:ln cap="flat" cmpd="sng" w="9525">
                <a:solidFill>
                  <a:schemeClr val="dk1"/>
                </a:solidFill>
                <a:prstDash val="solid"/>
                <a:miter lim="299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5" name="Google Shape;9085;p358"/>
              <p:cNvSpPr/>
              <p:nvPr/>
            </p:nvSpPr>
            <p:spPr>
              <a:xfrm>
                <a:off x="2382450" y="4364825"/>
                <a:ext cx="748625" cy="215825"/>
              </a:xfrm>
              <a:custGeom>
                <a:rect b="b" l="l" r="r" t="t"/>
                <a:pathLst>
                  <a:path extrusionOk="0" h="8633" w="29945">
                    <a:moveTo>
                      <a:pt x="12830" y="0"/>
                    </a:moveTo>
                    <a:lnTo>
                      <a:pt x="1" y="8633"/>
                    </a:lnTo>
                    <a:lnTo>
                      <a:pt x="21732" y="8633"/>
                    </a:lnTo>
                    <a:lnTo>
                      <a:pt x="29945" y="420"/>
                    </a:lnTo>
                    <a:lnTo>
                      <a:pt x="12830" y="0"/>
                    </a:lnTo>
                    <a:close/>
                  </a:path>
                </a:pathLst>
              </a:custGeom>
              <a:solidFill>
                <a:schemeClr val="lt1"/>
              </a:solid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6" name="Google Shape;9086;p358"/>
              <p:cNvSpPr/>
              <p:nvPr/>
            </p:nvSpPr>
            <p:spPr>
              <a:xfrm>
                <a:off x="2925725" y="4375300"/>
                <a:ext cx="205350" cy="272800"/>
              </a:xfrm>
              <a:custGeom>
                <a:rect b="b" l="l" r="r" t="t"/>
                <a:pathLst>
                  <a:path extrusionOk="0" h="10912" w="8214">
                    <a:moveTo>
                      <a:pt x="8214" y="1"/>
                    </a:moveTo>
                    <a:lnTo>
                      <a:pt x="1" y="8214"/>
                    </a:lnTo>
                    <a:lnTo>
                      <a:pt x="1" y="10911"/>
                    </a:lnTo>
                    <a:lnTo>
                      <a:pt x="8214" y="2669"/>
                    </a:lnTo>
                    <a:lnTo>
                      <a:pt x="8214" y="1"/>
                    </a:lnTo>
                    <a:close/>
                  </a:path>
                </a:pathLst>
              </a:custGeom>
              <a:solidFill>
                <a:schemeClr val="lt1"/>
              </a:solid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7" name="Google Shape;9087;p358"/>
              <p:cNvSpPr/>
              <p:nvPr/>
            </p:nvSpPr>
            <p:spPr>
              <a:xfrm>
                <a:off x="2867275" y="4563400"/>
                <a:ext cx="43500" cy="94450"/>
              </a:xfrm>
              <a:custGeom>
                <a:rect b="b" l="l" r="r" t="t"/>
                <a:pathLst>
                  <a:path extrusionOk="0" fill="none" h="3778" w="1740">
                    <a:moveTo>
                      <a:pt x="1739" y="0"/>
                    </a:moveTo>
                    <a:cubicBezTo>
                      <a:pt x="1739" y="0"/>
                      <a:pt x="1" y="330"/>
                      <a:pt x="1" y="1829"/>
                    </a:cubicBezTo>
                    <a:cubicBezTo>
                      <a:pt x="1" y="3358"/>
                      <a:pt x="1500" y="3777"/>
                      <a:pt x="1500" y="3777"/>
                    </a:cubicBez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8" name="Google Shape;9088;p358"/>
              <p:cNvSpPr/>
              <p:nvPr/>
            </p:nvSpPr>
            <p:spPr>
              <a:xfrm>
                <a:off x="2823825" y="4563400"/>
                <a:ext cx="43475" cy="94450"/>
              </a:xfrm>
              <a:custGeom>
                <a:rect b="b" l="l" r="r" t="t"/>
                <a:pathLst>
                  <a:path extrusionOk="0" fill="none" h="3778" w="1739">
                    <a:moveTo>
                      <a:pt x="1739" y="0"/>
                    </a:moveTo>
                    <a:cubicBezTo>
                      <a:pt x="1739" y="0"/>
                      <a:pt x="0" y="330"/>
                      <a:pt x="0" y="1829"/>
                    </a:cubicBezTo>
                    <a:cubicBezTo>
                      <a:pt x="0" y="3358"/>
                      <a:pt x="1499" y="3777"/>
                      <a:pt x="1499" y="3777"/>
                    </a:cubicBez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9" name="Google Shape;9089;p358"/>
              <p:cNvSpPr/>
              <p:nvPr/>
            </p:nvSpPr>
            <p:spPr>
              <a:xfrm>
                <a:off x="2780350" y="4563400"/>
                <a:ext cx="43500" cy="94450"/>
              </a:xfrm>
              <a:custGeom>
                <a:rect b="b" l="l" r="r" t="t"/>
                <a:pathLst>
                  <a:path extrusionOk="0" fill="none" h="3778" w="1740">
                    <a:moveTo>
                      <a:pt x="1739" y="0"/>
                    </a:moveTo>
                    <a:cubicBezTo>
                      <a:pt x="1739" y="0"/>
                      <a:pt x="1" y="330"/>
                      <a:pt x="1" y="1829"/>
                    </a:cubicBezTo>
                    <a:cubicBezTo>
                      <a:pt x="1" y="3358"/>
                      <a:pt x="1500" y="3777"/>
                      <a:pt x="1500" y="3777"/>
                    </a:cubicBez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0" name="Google Shape;9090;p358"/>
              <p:cNvSpPr/>
              <p:nvPr/>
            </p:nvSpPr>
            <p:spPr>
              <a:xfrm>
                <a:off x="2736900" y="4563400"/>
                <a:ext cx="43475" cy="94450"/>
              </a:xfrm>
              <a:custGeom>
                <a:rect b="b" l="l" r="r" t="t"/>
                <a:pathLst>
                  <a:path extrusionOk="0" fill="none" h="3778" w="1739">
                    <a:moveTo>
                      <a:pt x="1739" y="0"/>
                    </a:moveTo>
                    <a:cubicBezTo>
                      <a:pt x="1739" y="0"/>
                      <a:pt x="0" y="330"/>
                      <a:pt x="0" y="1829"/>
                    </a:cubicBezTo>
                    <a:cubicBezTo>
                      <a:pt x="0" y="3358"/>
                      <a:pt x="1499" y="3777"/>
                      <a:pt x="1499" y="3777"/>
                    </a:cubicBez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1" name="Google Shape;9091;p358"/>
              <p:cNvSpPr/>
              <p:nvPr/>
            </p:nvSpPr>
            <p:spPr>
              <a:xfrm>
                <a:off x="2694175" y="4563400"/>
                <a:ext cx="42750" cy="94450"/>
              </a:xfrm>
              <a:custGeom>
                <a:rect b="b" l="l" r="r" t="t"/>
                <a:pathLst>
                  <a:path extrusionOk="0" fill="none" h="3778" w="1710">
                    <a:moveTo>
                      <a:pt x="1709" y="0"/>
                    </a:moveTo>
                    <a:cubicBezTo>
                      <a:pt x="1709" y="0"/>
                      <a:pt x="1" y="330"/>
                      <a:pt x="1" y="1829"/>
                    </a:cubicBezTo>
                    <a:cubicBezTo>
                      <a:pt x="1" y="3358"/>
                      <a:pt x="1500" y="3777"/>
                      <a:pt x="1500" y="3777"/>
                    </a:cubicBez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2" name="Google Shape;9092;p358"/>
              <p:cNvSpPr/>
              <p:nvPr/>
            </p:nvSpPr>
            <p:spPr>
              <a:xfrm>
                <a:off x="2650725" y="4563400"/>
                <a:ext cx="43475" cy="94450"/>
              </a:xfrm>
              <a:custGeom>
                <a:rect b="b" l="l" r="r" t="t"/>
                <a:pathLst>
                  <a:path extrusionOk="0" fill="none" h="3778" w="1739">
                    <a:moveTo>
                      <a:pt x="1739" y="0"/>
                    </a:moveTo>
                    <a:cubicBezTo>
                      <a:pt x="1739" y="0"/>
                      <a:pt x="0" y="330"/>
                      <a:pt x="0" y="1829"/>
                    </a:cubicBezTo>
                    <a:cubicBezTo>
                      <a:pt x="0" y="3358"/>
                      <a:pt x="1499" y="3777"/>
                      <a:pt x="1499" y="3777"/>
                    </a:cubicBez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3" name="Google Shape;9093;p358"/>
              <p:cNvSpPr/>
              <p:nvPr/>
            </p:nvSpPr>
            <p:spPr>
              <a:xfrm>
                <a:off x="2607250" y="4563400"/>
                <a:ext cx="43500" cy="94450"/>
              </a:xfrm>
              <a:custGeom>
                <a:rect b="b" l="l" r="r" t="t"/>
                <a:pathLst>
                  <a:path extrusionOk="0" fill="none" h="3778" w="1740">
                    <a:moveTo>
                      <a:pt x="1739" y="0"/>
                    </a:moveTo>
                    <a:cubicBezTo>
                      <a:pt x="1739" y="0"/>
                      <a:pt x="1" y="330"/>
                      <a:pt x="1" y="1829"/>
                    </a:cubicBezTo>
                    <a:cubicBezTo>
                      <a:pt x="1" y="3358"/>
                      <a:pt x="1500" y="3777"/>
                      <a:pt x="1500" y="3777"/>
                    </a:cubicBez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4" name="Google Shape;9094;p358"/>
              <p:cNvSpPr/>
              <p:nvPr/>
            </p:nvSpPr>
            <p:spPr>
              <a:xfrm>
                <a:off x="2563800" y="4563400"/>
                <a:ext cx="43475" cy="94450"/>
              </a:xfrm>
              <a:custGeom>
                <a:rect b="b" l="l" r="r" t="t"/>
                <a:pathLst>
                  <a:path extrusionOk="0" fill="none" h="3778" w="1739">
                    <a:moveTo>
                      <a:pt x="1739" y="0"/>
                    </a:moveTo>
                    <a:cubicBezTo>
                      <a:pt x="1739" y="0"/>
                      <a:pt x="0" y="330"/>
                      <a:pt x="0" y="1829"/>
                    </a:cubicBezTo>
                    <a:cubicBezTo>
                      <a:pt x="0" y="3358"/>
                      <a:pt x="1499" y="3777"/>
                      <a:pt x="1499" y="3777"/>
                    </a:cubicBez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5" name="Google Shape;9095;p358"/>
              <p:cNvSpPr/>
              <p:nvPr/>
            </p:nvSpPr>
            <p:spPr>
              <a:xfrm>
                <a:off x="2515100" y="4563400"/>
                <a:ext cx="43475" cy="94450"/>
              </a:xfrm>
              <a:custGeom>
                <a:rect b="b" l="l" r="r" t="t"/>
                <a:pathLst>
                  <a:path extrusionOk="0" fill="none" h="3778" w="1739">
                    <a:moveTo>
                      <a:pt x="1739" y="0"/>
                    </a:moveTo>
                    <a:cubicBezTo>
                      <a:pt x="1739" y="0"/>
                      <a:pt x="0" y="330"/>
                      <a:pt x="0" y="1829"/>
                    </a:cubicBezTo>
                    <a:cubicBezTo>
                      <a:pt x="0" y="3358"/>
                      <a:pt x="1499" y="3777"/>
                      <a:pt x="1499" y="3777"/>
                    </a:cubicBez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6" name="Google Shape;9096;p358"/>
              <p:cNvSpPr/>
              <p:nvPr/>
            </p:nvSpPr>
            <p:spPr>
              <a:xfrm>
                <a:off x="2466375" y="4563400"/>
                <a:ext cx="43500" cy="94450"/>
              </a:xfrm>
              <a:custGeom>
                <a:rect b="b" l="l" r="r" t="t"/>
                <a:pathLst>
                  <a:path extrusionOk="0" fill="none" h="3778" w="1740">
                    <a:moveTo>
                      <a:pt x="1739" y="0"/>
                    </a:moveTo>
                    <a:cubicBezTo>
                      <a:pt x="1739" y="0"/>
                      <a:pt x="1" y="330"/>
                      <a:pt x="1" y="1829"/>
                    </a:cubicBezTo>
                    <a:cubicBezTo>
                      <a:pt x="1" y="3358"/>
                      <a:pt x="1500" y="3777"/>
                      <a:pt x="1500" y="3777"/>
                    </a:cubicBez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7" name="Google Shape;9097;p358"/>
              <p:cNvSpPr/>
              <p:nvPr/>
            </p:nvSpPr>
            <p:spPr>
              <a:xfrm>
                <a:off x="2411675" y="4563400"/>
                <a:ext cx="43500" cy="94450"/>
              </a:xfrm>
              <a:custGeom>
                <a:rect b="b" l="l" r="r" t="t"/>
                <a:pathLst>
                  <a:path extrusionOk="0" fill="none" h="3778" w="1740">
                    <a:moveTo>
                      <a:pt x="1739" y="0"/>
                    </a:moveTo>
                    <a:cubicBezTo>
                      <a:pt x="1739" y="0"/>
                      <a:pt x="1" y="330"/>
                      <a:pt x="1" y="1829"/>
                    </a:cubicBezTo>
                    <a:cubicBezTo>
                      <a:pt x="1" y="3358"/>
                      <a:pt x="1499" y="3777"/>
                      <a:pt x="1499" y="3777"/>
                    </a:cubicBez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8" name="Google Shape;9098;p358"/>
              <p:cNvSpPr/>
              <p:nvPr/>
            </p:nvSpPr>
            <p:spPr>
              <a:xfrm>
                <a:off x="4171175" y="4074075"/>
                <a:ext cx="944200" cy="517825"/>
              </a:xfrm>
              <a:custGeom>
                <a:rect b="b" l="l" r="r" t="t"/>
                <a:pathLst>
                  <a:path extrusionOk="0" h="20713" w="37768">
                    <a:moveTo>
                      <a:pt x="0" y="0"/>
                    </a:moveTo>
                    <a:lnTo>
                      <a:pt x="0" y="20712"/>
                    </a:lnTo>
                    <a:lnTo>
                      <a:pt x="37768" y="20712"/>
                    </a:lnTo>
                    <a:lnTo>
                      <a:pt x="37768" y="0"/>
                    </a:lnTo>
                    <a:close/>
                  </a:path>
                </a:pathLst>
              </a:custGeom>
              <a:solidFill>
                <a:schemeClr val="lt1"/>
              </a:solid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9" name="Google Shape;9099;p358"/>
              <p:cNvSpPr/>
              <p:nvPr/>
            </p:nvSpPr>
            <p:spPr>
              <a:xfrm>
                <a:off x="4015300" y="3929450"/>
                <a:ext cx="152150" cy="662450"/>
              </a:xfrm>
              <a:custGeom>
                <a:rect b="b" l="l" r="r" t="t"/>
                <a:pathLst>
                  <a:path extrusionOk="0" h="26498" w="6086">
                    <a:moveTo>
                      <a:pt x="0" y="0"/>
                    </a:moveTo>
                    <a:lnTo>
                      <a:pt x="0" y="20742"/>
                    </a:lnTo>
                    <a:lnTo>
                      <a:pt x="6085" y="26497"/>
                    </a:lnTo>
                    <a:lnTo>
                      <a:pt x="6085" y="5785"/>
                    </a:lnTo>
                    <a:lnTo>
                      <a:pt x="0" y="0"/>
                    </a:lnTo>
                    <a:close/>
                  </a:path>
                </a:pathLst>
              </a:custGeom>
              <a:solidFill>
                <a:schemeClr val="lt1"/>
              </a:solid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0" name="Google Shape;9100;p358"/>
              <p:cNvSpPr/>
              <p:nvPr/>
            </p:nvSpPr>
            <p:spPr>
              <a:xfrm>
                <a:off x="4019050" y="3929450"/>
                <a:ext cx="1096325" cy="144650"/>
              </a:xfrm>
              <a:custGeom>
                <a:rect b="b" l="l" r="r" t="t"/>
                <a:pathLst>
                  <a:path extrusionOk="0" h="5786" w="43853">
                    <a:moveTo>
                      <a:pt x="0" y="0"/>
                    </a:moveTo>
                    <a:lnTo>
                      <a:pt x="6085" y="5785"/>
                    </a:lnTo>
                    <a:lnTo>
                      <a:pt x="43853" y="5785"/>
                    </a:lnTo>
                    <a:lnTo>
                      <a:pt x="37768" y="0"/>
                    </a:lnTo>
                    <a:close/>
                  </a:path>
                </a:pathLst>
              </a:custGeom>
              <a:solidFill>
                <a:schemeClr val="lt1"/>
              </a:solid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1" name="Google Shape;9101;p358"/>
              <p:cNvSpPr/>
              <p:nvPr/>
            </p:nvSpPr>
            <p:spPr>
              <a:xfrm>
                <a:off x="4476150" y="4181225"/>
                <a:ext cx="291525" cy="291525"/>
              </a:xfrm>
              <a:custGeom>
                <a:rect b="b" l="l" r="r" t="t"/>
                <a:pathLst>
                  <a:path extrusionOk="0" h="11661" w="11661">
                    <a:moveTo>
                      <a:pt x="3627" y="1"/>
                    </a:moveTo>
                    <a:lnTo>
                      <a:pt x="3627" y="3478"/>
                    </a:lnTo>
                    <a:lnTo>
                      <a:pt x="1" y="3478"/>
                    </a:lnTo>
                    <a:lnTo>
                      <a:pt x="1" y="8183"/>
                    </a:lnTo>
                    <a:lnTo>
                      <a:pt x="3627" y="8183"/>
                    </a:lnTo>
                    <a:lnTo>
                      <a:pt x="3627" y="11661"/>
                    </a:lnTo>
                    <a:lnTo>
                      <a:pt x="8333" y="11661"/>
                    </a:lnTo>
                    <a:lnTo>
                      <a:pt x="8333" y="8183"/>
                    </a:lnTo>
                    <a:lnTo>
                      <a:pt x="11661" y="8183"/>
                    </a:lnTo>
                    <a:lnTo>
                      <a:pt x="11661" y="3478"/>
                    </a:lnTo>
                    <a:lnTo>
                      <a:pt x="8333" y="3478"/>
                    </a:lnTo>
                    <a:lnTo>
                      <a:pt x="8333" y="1"/>
                    </a:lnTo>
                    <a:close/>
                  </a:path>
                </a:pathLst>
              </a:custGeom>
              <a:solidFill>
                <a:schemeClr val="lt1"/>
              </a:solidFill>
              <a:ln cap="flat" cmpd="sng" w="9525">
                <a:solidFill>
                  <a:schemeClr val="dk1"/>
                </a:solidFill>
                <a:prstDash val="solid"/>
                <a:miter lim="299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2" name="Google Shape;9102;p358"/>
              <p:cNvSpPr/>
              <p:nvPr/>
            </p:nvSpPr>
            <p:spPr>
              <a:xfrm>
                <a:off x="4482900" y="3929450"/>
                <a:ext cx="152150" cy="144650"/>
              </a:xfrm>
              <a:custGeom>
                <a:rect b="b" l="l" r="r" t="t"/>
                <a:pathLst>
                  <a:path extrusionOk="0" fill="none" h="5786" w="6086">
                    <a:moveTo>
                      <a:pt x="6085" y="5785"/>
                    </a:moveTo>
                    <a:lnTo>
                      <a:pt x="0" y="0"/>
                    </a:ln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3" name="Google Shape;9103;p358"/>
              <p:cNvSpPr/>
              <p:nvPr/>
            </p:nvSpPr>
            <p:spPr>
              <a:xfrm>
                <a:off x="2678450" y="2529650"/>
                <a:ext cx="907500" cy="1746025"/>
              </a:xfrm>
              <a:custGeom>
                <a:rect b="b" l="l" r="r" t="t"/>
                <a:pathLst>
                  <a:path extrusionOk="0" fill="none" h="69841" w="36300">
                    <a:moveTo>
                      <a:pt x="36299" y="65404"/>
                    </a:moveTo>
                    <a:cubicBezTo>
                      <a:pt x="34141" y="69840"/>
                      <a:pt x="31294" y="68851"/>
                      <a:pt x="31294" y="68851"/>
                    </a:cubicBezTo>
                    <a:cubicBezTo>
                      <a:pt x="9233" y="69690"/>
                      <a:pt x="1110" y="61447"/>
                      <a:pt x="1110" y="61447"/>
                    </a:cubicBezTo>
                    <a:cubicBezTo>
                      <a:pt x="1110" y="61447"/>
                      <a:pt x="0" y="49847"/>
                      <a:pt x="4317" y="34231"/>
                    </a:cubicBezTo>
                    <a:cubicBezTo>
                      <a:pt x="8663" y="18584"/>
                      <a:pt x="16786" y="4886"/>
                      <a:pt x="16786" y="4886"/>
                    </a:cubicBezTo>
                    <a:cubicBezTo>
                      <a:pt x="20383" y="2488"/>
                      <a:pt x="28416" y="630"/>
                      <a:pt x="30694" y="120"/>
                    </a:cubicBezTo>
                    <a:lnTo>
                      <a:pt x="31294" y="0"/>
                    </a:ln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4" name="Google Shape;9104;p358"/>
              <p:cNvSpPr/>
              <p:nvPr/>
            </p:nvSpPr>
            <p:spPr>
              <a:xfrm>
                <a:off x="3657850" y="3671675"/>
                <a:ext cx="296775" cy="146125"/>
              </a:xfrm>
              <a:custGeom>
                <a:rect b="b" l="l" r="r" t="t"/>
                <a:pathLst>
                  <a:path extrusionOk="0" fill="none" h="5845" w="11871">
                    <a:moveTo>
                      <a:pt x="1" y="0"/>
                    </a:moveTo>
                    <a:cubicBezTo>
                      <a:pt x="1" y="0"/>
                      <a:pt x="8963" y="1769"/>
                      <a:pt x="11871" y="5845"/>
                    </a:cubicBez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5" name="Google Shape;9105;p358"/>
              <p:cNvSpPr/>
              <p:nvPr/>
            </p:nvSpPr>
            <p:spPr>
              <a:xfrm>
                <a:off x="3431550" y="4053075"/>
                <a:ext cx="29250" cy="197875"/>
              </a:xfrm>
              <a:custGeom>
                <a:rect b="b" l="l" r="r" t="t"/>
                <a:pathLst>
                  <a:path extrusionOk="0" fill="none" h="7915" w="1170">
                    <a:moveTo>
                      <a:pt x="1170" y="7914"/>
                    </a:moveTo>
                    <a:cubicBezTo>
                      <a:pt x="1170" y="7914"/>
                      <a:pt x="1" y="7734"/>
                      <a:pt x="300" y="1"/>
                    </a:cubicBez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106" name="Google Shape;9106;p358"/>
            <p:cNvSpPr/>
            <p:nvPr/>
          </p:nvSpPr>
          <p:spPr>
            <a:xfrm>
              <a:off x="5672827" y="1205288"/>
              <a:ext cx="1051068" cy="336605"/>
            </a:xfrm>
            <a:custGeom>
              <a:rect b="b" l="l" r="r" t="t"/>
              <a:pathLst>
                <a:path extrusionOk="0" fill="none" h="4647" w="14511">
                  <a:moveTo>
                    <a:pt x="13894" y="3805"/>
                  </a:moveTo>
                  <a:cubicBezTo>
                    <a:pt x="13263" y="3459"/>
                    <a:pt x="12977" y="3744"/>
                    <a:pt x="12766" y="3459"/>
                  </a:cubicBezTo>
                  <a:cubicBezTo>
                    <a:pt x="12541" y="3173"/>
                    <a:pt x="13383" y="2436"/>
                    <a:pt x="11684" y="1699"/>
                  </a:cubicBezTo>
                  <a:cubicBezTo>
                    <a:pt x="11684" y="1699"/>
                    <a:pt x="11578" y="121"/>
                    <a:pt x="9248" y="60"/>
                  </a:cubicBezTo>
                  <a:cubicBezTo>
                    <a:pt x="6917" y="0"/>
                    <a:pt x="7549" y="1654"/>
                    <a:pt x="6917" y="2045"/>
                  </a:cubicBezTo>
                  <a:cubicBezTo>
                    <a:pt x="6286" y="2436"/>
                    <a:pt x="6120" y="1820"/>
                    <a:pt x="5504" y="2211"/>
                  </a:cubicBezTo>
                  <a:cubicBezTo>
                    <a:pt x="4872" y="2617"/>
                    <a:pt x="5158" y="3399"/>
                    <a:pt x="4647" y="3519"/>
                  </a:cubicBezTo>
                  <a:cubicBezTo>
                    <a:pt x="4135" y="3624"/>
                    <a:pt x="3459" y="3008"/>
                    <a:pt x="2842" y="3399"/>
                  </a:cubicBezTo>
                  <a:cubicBezTo>
                    <a:pt x="2211" y="3805"/>
                    <a:pt x="2211" y="4135"/>
                    <a:pt x="1925" y="4135"/>
                  </a:cubicBezTo>
                  <a:cubicBezTo>
                    <a:pt x="1654" y="4135"/>
                    <a:pt x="1083" y="3910"/>
                    <a:pt x="737" y="4135"/>
                  </a:cubicBezTo>
                  <a:cubicBezTo>
                    <a:pt x="406" y="4376"/>
                    <a:pt x="0" y="4647"/>
                    <a:pt x="0" y="4647"/>
                  </a:cubicBezTo>
                  <a:lnTo>
                    <a:pt x="14345" y="4647"/>
                  </a:lnTo>
                  <a:cubicBezTo>
                    <a:pt x="14345" y="4647"/>
                    <a:pt x="14511" y="4135"/>
                    <a:pt x="13894" y="3805"/>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7" name="Google Shape;9107;p358"/>
            <p:cNvSpPr/>
            <p:nvPr/>
          </p:nvSpPr>
          <p:spPr>
            <a:xfrm flipH="1">
              <a:off x="7634060" y="539400"/>
              <a:ext cx="991138" cy="317437"/>
            </a:xfrm>
            <a:custGeom>
              <a:rect b="b" l="l" r="r" t="t"/>
              <a:pathLst>
                <a:path extrusionOk="0" fill="none" h="4647" w="14511">
                  <a:moveTo>
                    <a:pt x="13894" y="3805"/>
                  </a:moveTo>
                  <a:cubicBezTo>
                    <a:pt x="13263" y="3459"/>
                    <a:pt x="12977" y="3744"/>
                    <a:pt x="12766" y="3459"/>
                  </a:cubicBezTo>
                  <a:cubicBezTo>
                    <a:pt x="12541" y="3173"/>
                    <a:pt x="13383" y="2436"/>
                    <a:pt x="11684" y="1699"/>
                  </a:cubicBezTo>
                  <a:cubicBezTo>
                    <a:pt x="11684" y="1699"/>
                    <a:pt x="11578" y="121"/>
                    <a:pt x="9248" y="60"/>
                  </a:cubicBezTo>
                  <a:cubicBezTo>
                    <a:pt x="6917" y="0"/>
                    <a:pt x="7549" y="1654"/>
                    <a:pt x="6917" y="2045"/>
                  </a:cubicBezTo>
                  <a:cubicBezTo>
                    <a:pt x="6286" y="2436"/>
                    <a:pt x="6120" y="1820"/>
                    <a:pt x="5504" y="2211"/>
                  </a:cubicBezTo>
                  <a:cubicBezTo>
                    <a:pt x="4872" y="2617"/>
                    <a:pt x="5158" y="3399"/>
                    <a:pt x="4647" y="3519"/>
                  </a:cubicBezTo>
                  <a:cubicBezTo>
                    <a:pt x="4135" y="3624"/>
                    <a:pt x="3459" y="3008"/>
                    <a:pt x="2842" y="3399"/>
                  </a:cubicBezTo>
                  <a:cubicBezTo>
                    <a:pt x="2211" y="3805"/>
                    <a:pt x="2211" y="4135"/>
                    <a:pt x="1925" y="4135"/>
                  </a:cubicBezTo>
                  <a:cubicBezTo>
                    <a:pt x="1654" y="4135"/>
                    <a:pt x="1083" y="3910"/>
                    <a:pt x="737" y="4135"/>
                  </a:cubicBezTo>
                  <a:cubicBezTo>
                    <a:pt x="406" y="4376"/>
                    <a:pt x="0" y="4647"/>
                    <a:pt x="0" y="4647"/>
                  </a:cubicBezTo>
                  <a:lnTo>
                    <a:pt x="14345" y="4647"/>
                  </a:lnTo>
                  <a:cubicBezTo>
                    <a:pt x="14345" y="4647"/>
                    <a:pt x="14511" y="4135"/>
                    <a:pt x="13894" y="3805"/>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108" name="Google Shape;9108;p358"/>
          <p:cNvSpPr txBox="1"/>
          <p:nvPr>
            <p:ph type="title"/>
          </p:nvPr>
        </p:nvSpPr>
        <p:spPr>
          <a:xfrm>
            <a:off x="178550" y="113525"/>
            <a:ext cx="8759100" cy="749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CA"/>
              <a:t>Appendix - Descriptives (continuous)</a:t>
            </a:r>
            <a:endParaRPr/>
          </a:p>
        </p:txBody>
      </p:sp>
      <p:pic>
        <p:nvPicPr>
          <p:cNvPr id="9109" name="Google Shape;9109;p358"/>
          <p:cNvPicPr preferRelativeResize="0"/>
          <p:nvPr/>
        </p:nvPicPr>
        <p:blipFill>
          <a:blip r:embed="rId3">
            <a:alphaModFix/>
          </a:blip>
          <a:stretch>
            <a:fillRect/>
          </a:stretch>
        </p:blipFill>
        <p:spPr>
          <a:xfrm>
            <a:off x="424487" y="862625"/>
            <a:ext cx="6867223" cy="411335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13" name="Shape 9113"/>
        <p:cNvGrpSpPr/>
        <p:nvPr/>
      </p:nvGrpSpPr>
      <p:grpSpPr>
        <a:xfrm>
          <a:off x="0" y="0"/>
          <a:ext cx="0" cy="0"/>
          <a:chOff x="0" y="0"/>
          <a:chExt cx="0" cy="0"/>
        </a:xfrm>
      </p:grpSpPr>
      <p:grpSp>
        <p:nvGrpSpPr>
          <p:cNvPr id="9114" name="Google Shape;9114;p359"/>
          <p:cNvGrpSpPr/>
          <p:nvPr/>
        </p:nvGrpSpPr>
        <p:grpSpPr>
          <a:xfrm>
            <a:off x="6154513" y="1224825"/>
            <a:ext cx="4427750" cy="4713008"/>
            <a:chOff x="5407988" y="539400"/>
            <a:chExt cx="4427750" cy="4713008"/>
          </a:xfrm>
        </p:grpSpPr>
        <p:grpSp>
          <p:nvGrpSpPr>
            <p:cNvPr id="9115" name="Google Shape;9115;p359"/>
            <p:cNvGrpSpPr/>
            <p:nvPr/>
          </p:nvGrpSpPr>
          <p:grpSpPr>
            <a:xfrm>
              <a:off x="5407988" y="1205311"/>
              <a:ext cx="4427750" cy="4047097"/>
              <a:chOff x="1210815" y="637186"/>
              <a:chExt cx="4975000" cy="4547300"/>
            </a:xfrm>
          </p:grpSpPr>
          <p:sp>
            <p:nvSpPr>
              <p:cNvPr id="9116" name="Google Shape;9116;p359"/>
              <p:cNvSpPr/>
              <p:nvPr/>
            </p:nvSpPr>
            <p:spPr>
              <a:xfrm>
                <a:off x="1210815" y="637186"/>
                <a:ext cx="4975000" cy="4547300"/>
              </a:xfrm>
              <a:custGeom>
                <a:rect b="b" l="l" r="r" t="t"/>
                <a:pathLst>
                  <a:path extrusionOk="0" h="181892" w="199000">
                    <a:moveTo>
                      <a:pt x="145095" y="1"/>
                    </a:moveTo>
                    <a:cubicBezTo>
                      <a:pt x="138627" y="1"/>
                      <a:pt x="132133" y="1487"/>
                      <a:pt x="126012" y="4493"/>
                    </a:cubicBezTo>
                    <a:cubicBezTo>
                      <a:pt x="114352" y="10189"/>
                      <a:pt x="105300" y="19870"/>
                      <a:pt x="93640" y="25565"/>
                    </a:cubicBezTo>
                    <a:cubicBezTo>
                      <a:pt x="77694" y="33359"/>
                      <a:pt x="60219" y="37615"/>
                      <a:pt x="44092" y="45079"/>
                    </a:cubicBezTo>
                    <a:cubicBezTo>
                      <a:pt x="27996" y="52542"/>
                      <a:pt x="12590" y="64262"/>
                      <a:pt x="6805" y="81048"/>
                    </a:cubicBezTo>
                    <a:cubicBezTo>
                      <a:pt x="0" y="100891"/>
                      <a:pt x="2398" y="124211"/>
                      <a:pt x="12799" y="142345"/>
                    </a:cubicBezTo>
                    <a:cubicBezTo>
                      <a:pt x="29403" y="171284"/>
                      <a:pt x="62084" y="181892"/>
                      <a:pt x="93858" y="181892"/>
                    </a:cubicBezTo>
                    <a:cubicBezTo>
                      <a:pt x="94435" y="181892"/>
                      <a:pt x="95012" y="181888"/>
                      <a:pt x="95588" y="181881"/>
                    </a:cubicBezTo>
                    <a:cubicBezTo>
                      <a:pt x="163839" y="181102"/>
                      <a:pt x="198999" y="98403"/>
                      <a:pt x="187879" y="38994"/>
                    </a:cubicBezTo>
                    <a:cubicBezTo>
                      <a:pt x="185451" y="26105"/>
                      <a:pt x="179516" y="13756"/>
                      <a:pt x="168156" y="6712"/>
                    </a:cubicBezTo>
                    <a:cubicBezTo>
                      <a:pt x="161006" y="2259"/>
                      <a:pt x="153070" y="1"/>
                      <a:pt x="145095"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7" name="Google Shape;9117;p359"/>
              <p:cNvSpPr/>
              <p:nvPr/>
            </p:nvSpPr>
            <p:spPr>
              <a:xfrm>
                <a:off x="2694175" y="2394750"/>
                <a:ext cx="1923625" cy="2085500"/>
              </a:xfrm>
              <a:custGeom>
                <a:rect b="b" l="l" r="r" t="t"/>
                <a:pathLst>
                  <a:path extrusionOk="0" h="83420" w="76945">
                    <a:moveTo>
                      <a:pt x="49159" y="1"/>
                    </a:moveTo>
                    <a:cubicBezTo>
                      <a:pt x="49159" y="1"/>
                      <a:pt x="40856" y="1170"/>
                      <a:pt x="37948" y="1530"/>
                    </a:cubicBezTo>
                    <a:cubicBezTo>
                      <a:pt x="35071" y="1919"/>
                      <a:pt x="30665" y="5396"/>
                      <a:pt x="30665" y="5396"/>
                    </a:cubicBezTo>
                    <a:cubicBezTo>
                      <a:pt x="23860" y="6595"/>
                      <a:pt x="16157" y="10282"/>
                      <a:pt x="16157" y="10282"/>
                    </a:cubicBezTo>
                    <a:cubicBezTo>
                      <a:pt x="11331" y="16427"/>
                      <a:pt x="4197" y="36569"/>
                      <a:pt x="2099" y="46281"/>
                    </a:cubicBezTo>
                    <a:cubicBezTo>
                      <a:pt x="1" y="55963"/>
                      <a:pt x="481" y="66843"/>
                      <a:pt x="481" y="66843"/>
                    </a:cubicBezTo>
                    <a:cubicBezTo>
                      <a:pt x="5486" y="71220"/>
                      <a:pt x="17476" y="73588"/>
                      <a:pt x="17476" y="73588"/>
                    </a:cubicBezTo>
                    <a:lnTo>
                      <a:pt x="18825" y="83419"/>
                    </a:lnTo>
                    <a:lnTo>
                      <a:pt x="57941" y="83419"/>
                    </a:lnTo>
                    <a:lnTo>
                      <a:pt x="64685" y="54764"/>
                    </a:lnTo>
                    <a:cubicBezTo>
                      <a:pt x="64685" y="54764"/>
                      <a:pt x="68462" y="47780"/>
                      <a:pt x="69991" y="44513"/>
                    </a:cubicBezTo>
                    <a:cubicBezTo>
                      <a:pt x="71519" y="41216"/>
                      <a:pt x="76945" y="26378"/>
                      <a:pt x="76945" y="26378"/>
                    </a:cubicBezTo>
                    <a:cubicBezTo>
                      <a:pt x="76045" y="23561"/>
                      <a:pt x="72419" y="21133"/>
                      <a:pt x="70680" y="19844"/>
                    </a:cubicBezTo>
                    <a:cubicBezTo>
                      <a:pt x="68912" y="18585"/>
                      <a:pt x="66634" y="16157"/>
                      <a:pt x="64715" y="14329"/>
                    </a:cubicBezTo>
                    <a:cubicBezTo>
                      <a:pt x="62797" y="12500"/>
                      <a:pt x="59080" y="10282"/>
                      <a:pt x="59080" y="10282"/>
                    </a:cubicBezTo>
                    <a:cubicBezTo>
                      <a:pt x="58211" y="8184"/>
                      <a:pt x="57132" y="6176"/>
                      <a:pt x="55843" y="4317"/>
                    </a:cubicBezTo>
                    <a:cubicBezTo>
                      <a:pt x="53595" y="1080"/>
                      <a:pt x="49308" y="211"/>
                      <a:pt x="49159" y="1"/>
                    </a:cubicBez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8" name="Google Shape;9118;p359"/>
              <p:cNvSpPr/>
              <p:nvPr/>
            </p:nvSpPr>
            <p:spPr>
              <a:xfrm>
                <a:off x="3364100" y="1427350"/>
                <a:ext cx="771125" cy="1355650"/>
              </a:xfrm>
              <a:custGeom>
                <a:rect b="b" l="l" r="r" t="t"/>
                <a:pathLst>
                  <a:path extrusionOk="0" h="54226" w="30845">
                    <a:moveTo>
                      <a:pt x="17506" y="0"/>
                    </a:moveTo>
                    <a:lnTo>
                      <a:pt x="2339" y="4256"/>
                    </a:lnTo>
                    <a:lnTo>
                      <a:pt x="1" y="13369"/>
                    </a:lnTo>
                    <a:lnTo>
                      <a:pt x="1500" y="17985"/>
                    </a:lnTo>
                    <a:cubicBezTo>
                      <a:pt x="1500" y="17985"/>
                      <a:pt x="1799" y="22271"/>
                      <a:pt x="1859" y="24369"/>
                    </a:cubicBezTo>
                    <a:cubicBezTo>
                      <a:pt x="1919" y="26497"/>
                      <a:pt x="1859" y="28116"/>
                      <a:pt x="3478" y="30694"/>
                    </a:cubicBezTo>
                    <a:cubicBezTo>
                      <a:pt x="5067" y="33272"/>
                      <a:pt x="6565" y="35819"/>
                      <a:pt x="10042" y="38037"/>
                    </a:cubicBezTo>
                    <a:lnTo>
                      <a:pt x="10042" y="43882"/>
                    </a:lnTo>
                    <a:cubicBezTo>
                      <a:pt x="10042" y="43882"/>
                      <a:pt x="7884" y="50147"/>
                      <a:pt x="9083" y="53984"/>
                    </a:cubicBezTo>
                    <a:cubicBezTo>
                      <a:pt x="9083" y="53984"/>
                      <a:pt x="9306" y="54226"/>
                      <a:pt x="9855" y="54226"/>
                    </a:cubicBezTo>
                    <a:cubicBezTo>
                      <a:pt x="10273" y="54226"/>
                      <a:pt x="10879" y="54086"/>
                      <a:pt x="11721" y="53594"/>
                    </a:cubicBezTo>
                    <a:cubicBezTo>
                      <a:pt x="13699" y="52485"/>
                      <a:pt x="22062" y="46880"/>
                      <a:pt x="24969" y="41035"/>
                    </a:cubicBezTo>
                    <a:lnTo>
                      <a:pt x="25869" y="26198"/>
                    </a:lnTo>
                    <a:cubicBezTo>
                      <a:pt x="25869" y="26198"/>
                      <a:pt x="26036" y="26225"/>
                      <a:pt x="26301" y="26225"/>
                    </a:cubicBezTo>
                    <a:cubicBezTo>
                      <a:pt x="27047" y="26225"/>
                      <a:pt x="28564" y="26013"/>
                      <a:pt x="29316" y="24399"/>
                    </a:cubicBezTo>
                    <a:cubicBezTo>
                      <a:pt x="30844" y="22241"/>
                      <a:pt x="30784" y="19723"/>
                      <a:pt x="30215" y="17685"/>
                    </a:cubicBezTo>
                    <a:cubicBezTo>
                      <a:pt x="29954" y="16796"/>
                      <a:pt x="29322" y="16546"/>
                      <a:pt x="28693" y="16546"/>
                    </a:cubicBezTo>
                    <a:cubicBezTo>
                      <a:pt x="27878" y="16546"/>
                      <a:pt x="27068" y="16966"/>
                      <a:pt x="27068" y="16966"/>
                    </a:cubicBezTo>
                    <a:lnTo>
                      <a:pt x="27607" y="15737"/>
                    </a:lnTo>
                    <a:cubicBezTo>
                      <a:pt x="27607" y="15737"/>
                      <a:pt x="28476" y="5845"/>
                      <a:pt x="24190" y="4886"/>
                    </a:cubicBezTo>
                    <a:cubicBezTo>
                      <a:pt x="19904" y="3927"/>
                      <a:pt x="17506" y="0"/>
                      <a:pt x="17506" y="0"/>
                    </a:cubicBezTo>
                    <a:close/>
                  </a:path>
                </a:pathLst>
              </a:custGeom>
              <a:solidFill>
                <a:schemeClr val="lt1"/>
              </a:solid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9" name="Google Shape;9119;p359"/>
              <p:cNvSpPr/>
              <p:nvPr/>
            </p:nvSpPr>
            <p:spPr>
              <a:xfrm>
                <a:off x="3302650" y="1299300"/>
                <a:ext cx="791350" cy="621150"/>
              </a:xfrm>
              <a:custGeom>
                <a:rect b="b" l="l" r="r" t="t"/>
                <a:pathLst>
                  <a:path extrusionOk="0" h="24846" w="31654">
                    <a:moveTo>
                      <a:pt x="16344" y="1"/>
                    </a:moveTo>
                    <a:cubicBezTo>
                      <a:pt x="16006" y="1"/>
                      <a:pt x="15703" y="91"/>
                      <a:pt x="15438" y="296"/>
                    </a:cubicBezTo>
                    <a:cubicBezTo>
                      <a:pt x="13669" y="1675"/>
                      <a:pt x="4827" y="3384"/>
                      <a:pt x="2399" y="6291"/>
                    </a:cubicBezTo>
                    <a:cubicBezTo>
                      <a:pt x="1" y="9199"/>
                      <a:pt x="1829" y="13095"/>
                      <a:pt x="1769" y="16183"/>
                    </a:cubicBezTo>
                    <a:cubicBezTo>
                      <a:pt x="1695" y="18748"/>
                      <a:pt x="3689" y="24147"/>
                      <a:pt x="4039" y="24147"/>
                    </a:cubicBezTo>
                    <a:cubicBezTo>
                      <a:pt x="4111" y="24147"/>
                      <a:pt x="4114" y="23924"/>
                      <a:pt x="4018" y="23406"/>
                    </a:cubicBezTo>
                    <a:cubicBezTo>
                      <a:pt x="3988" y="23317"/>
                      <a:pt x="3958" y="23227"/>
                      <a:pt x="3958" y="23107"/>
                    </a:cubicBezTo>
                    <a:cubicBezTo>
                      <a:pt x="3538" y="20319"/>
                      <a:pt x="3538" y="17472"/>
                      <a:pt x="3928" y="14684"/>
                    </a:cubicBezTo>
                    <a:cubicBezTo>
                      <a:pt x="4227" y="12885"/>
                      <a:pt x="5936" y="9948"/>
                      <a:pt x="5936" y="9948"/>
                    </a:cubicBezTo>
                    <a:cubicBezTo>
                      <a:pt x="6741" y="10016"/>
                      <a:pt x="7507" y="10047"/>
                      <a:pt x="8235" y="10047"/>
                    </a:cubicBezTo>
                    <a:cubicBezTo>
                      <a:pt x="14882" y="10047"/>
                      <a:pt x="18315" y="7490"/>
                      <a:pt x="18315" y="7490"/>
                    </a:cubicBezTo>
                    <a:cubicBezTo>
                      <a:pt x="19604" y="11417"/>
                      <a:pt x="25209" y="10278"/>
                      <a:pt x="25899" y="12526"/>
                    </a:cubicBezTo>
                    <a:cubicBezTo>
                      <a:pt x="26618" y="14774"/>
                      <a:pt x="24700" y="17921"/>
                      <a:pt x="25059" y="21038"/>
                    </a:cubicBezTo>
                    <a:cubicBezTo>
                      <a:pt x="25419" y="24186"/>
                      <a:pt x="27337" y="24845"/>
                      <a:pt x="27337" y="24845"/>
                    </a:cubicBezTo>
                    <a:cubicBezTo>
                      <a:pt x="28862" y="21995"/>
                      <a:pt x="30256" y="21620"/>
                      <a:pt x="30884" y="21620"/>
                    </a:cubicBezTo>
                    <a:cubicBezTo>
                      <a:pt x="31108" y="21620"/>
                      <a:pt x="31234" y="21668"/>
                      <a:pt x="31234" y="21668"/>
                    </a:cubicBezTo>
                    <a:cubicBezTo>
                      <a:pt x="31204" y="18730"/>
                      <a:pt x="30665" y="17981"/>
                      <a:pt x="31174" y="12436"/>
                    </a:cubicBezTo>
                    <a:cubicBezTo>
                      <a:pt x="31654" y="6861"/>
                      <a:pt x="28417" y="5272"/>
                      <a:pt x="24490" y="3923"/>
                    </a:cubicBezTo>
                    <a:cubicBezTo>
                      <a:pt x="21162" y="2780"/>
                      <a:pt x="18222" y="1"/>
                      <a:pt x="1634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0" name="Google Shape;9120;p359"/>
              <p:cNvSpPr/>
              <p:nvPr/>
            </p:nvSpPr>
            <p:spPr>
              <a:xfrm>
                <a:off x="3656350" y="2421000"/>
                <a:ext cx="517825" cy="442125"/>
              </a:xfrm>
              <a:custGeom>
                <a:rect b="b" l="l" r="r" t="t"/>
                <a:pathLst>
                  <a:path extrusionOk="0" fill="none" h="17685" w="20713">
                    <a:moveTo>
                      <a:pt x="1" y="15137"/>
                    </a:moveTo>
                    <a:cubicBezTo>
                      <a:pt x="1829" y="13968"/>
                      <a:pt x="4227" y="14418"/>
                      <a:pt x="6235" y="15227"/>
                    </a:cubicBezTo>
                    <a:cubicBezTo>
                      <a:pt x="7315" y="15677"/>
                      <a:pt x="8364" y="16246"/>
                      <a:pt x="9443" y="16726"/>
                    </a:cubicBezTo>
                    <a:cubicBezTo>
                      <a:pt x="9982" y="16965"/>
                      <a:pt x="10552" y="17175"/>
                      <a:pt x="11121" y="17325"/>
                    </a:cubicBezTo>
                    <a:cubicBezTo>
                      <a:pt x="12470" y="17685"/>
                      <a:pt x="11990" y="15976"/>
                      <a:pt x="11901" y="15227"/>
                    </a:cubicBezTo>
                    <a:cubicBezTo>
                      <a:pt x="11811" y="14148"/>
                      <a:pt x="11721" y="13039"/>
                      <a:pt x="11601" y="11960"/>
                    </a:cubicBezTo>
                    <a:cubicBezTo>
                      <a:pt x="11541" y="11720"/>
                      <a:pt x="11571" y="11510"/>
                      <a:pt x="11661" y="11300"/>
                    </a:cubicBezTo>
                    <a:cubicBezTo>
                      <a:pt x="11811" y="11120"/>
                      <a:pt x="11990" y="11001"/>
                      <a:pt x="12200" y="10971"/>
                    </a:cubicBezTo>
                    <a:cubicBezTo>
                      <a:pt x="14598" y="10221"/>
                      <a:pt x="17176" y="10551"/>
                      <a:pt x="19694" y="10581"/>
                    </a:cubicBezTo>
                    <a:cubicBezTo>
                      <a:pt x="19904" y="10611"/>
                      <a:pt x="20143" y="10581"/>
                      <a:pt x="20353" y="10461"/>
                    </a:cubicBezTo>
                    <a:cubicBezTo>
                      <a:pt x="20713" y="10221"/>
                      <a:pt x="20683" y="9682"/>
                      <a:pt x="20593" y="9232"/>
                    </a:cubicBezTo>
                    <a:cubicBezTo>
                      <a:pt x="19724" y="5545"/>
                      <a:pt x="16666" y="1858"/>
                      <a:pt x="13339" y="0"/>
                    </a:cubicBez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1" name="Google Shape;9121;p359"/>
              <p:cNvSpPr/>
              <p:nvPr/>
            </p:nvSpPr>
            <p:spPr>
              <a:xfrm>
                <a:off x="3445050" y="2435975"/>
                <a:ext cx="170125" cy="340975"/>
              </a:xfrm>
              <a:custGeom>
                <a:rect b="b" l="l" r="r" t="t"/>
                <a:pathLst>
                  <a:path extrusionOk="0" fill="none" h="13639" w="6805">
                    <a:moveTo>
                      <a:pt x="6804" y="0"/>
                    </a:moveTo>
                    <a:cubicBezTo>
                      <a:pt x="5156" y="690"/>
                      <a:pt x="3477" y="1409"/>
                      <a:pt x="2038" y="2458"/>
                    </a:cubicBezTo>
                    <a:cubicBezTo>
                      <a:pt x="1529" y="2848"/>
                      <a:pt x="1049" y="3268"/>
                      <a:pt x="630" y="3747"/>
                    </a:cubicBezTo>
                    <a:cubicBezTo>
                      <a:pt x="270" y="4077"/>
                      <a:pt x="60" y="4527"/>
                      <a:pt x="0" y="4976"/>
                    </a:cubicBezTo>
                    <a:cubicBezTo>
                      <a:pt x="30" y="5426"/>
                      <a:pt x="240" y="5845"/>
                      <a:pt x="600" y="6115"/>
                    </a:cubicBezTo>
                    <a:cubicBezTo>
                      <a:pt x="869" y="6325"/>
                      <a:pt x="1139" y="6505"/>
                      <a:pt x="1439" y="6625"/>
                    </a:cubicBezTo>
                    <a:cubicBezTo>
                      <a:pt x="2128" y="6955"/>
                      <a:pt x="2938" y="7284"/>
                      <a:pt x="3237" y="7974"/>
                    </a:cubicBezTo>
                    <a:cubicBezTo>
                      <a:pt x="3297" y="8124"/>
                      <a:pt x="3327" y="8273"/>
                      <a:pt x="3297" y="8423"/>
                    </a:cubicBezTo>
                    <a:cubicBezTo>
                      <a:pt x="3267" y="8573"/>
                      <a:pt x="3177" y="8693"/>
                      <a:pt x="3087" y="8813"/>
                    </a:cubicBezTo>
                    <a:cubicBezTo>
                      <a:pt x="2518" y="9502"/>
                      <a:pt x="1529" y="10042"/>
                      <a:pt x="1589" y="10941"/>
                    </a:cubicBezTo>
                    <a:cubicBezTo>
                      <a:pt x="1649" y="11630"/>
                      <a:pt x="2338" y="12050"/>
                      <a:pt x="2968" y="12350"/>
                    </a:cubicBezTo>
                    <a:cubicBezTo>
                      <a:pt x="3597" y="12680"/>
                      <a:pt x="4316" y="12979"/>
                      <a:pt x="4526" y="13639"/>
                    </a:cubicBez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2" name="Google Shape;9122;p359"/>
              <p:cNvSpPr/>
              <p:nvPr/>
            </p:nvSpPr>
            <p:spPr>
              <a:xfrm>
                <a:off x="3097350" y="2651800"/>
                <a:ext cx="1520450" cy="1547425"/>
              </a:xfrm>
              <a:custGeom>
                <a:rect b="b" l="l" r="r" t="t"/>
                <a:pathLst>
                  <a:path extrusionOk="0" fill="none" h="61897" w="60818">
                    <a:moveTo>
                      <a:pt x="42953" y="0"/>
                    </a:moveTo>
                    <a:cubicBezTo>
                      <a:pt x="42953" y="0"/>
                      <a:pt x="48588" y="3357"/>
                      <a:pt x="51076" y="6534"/>
                    </a:cubicBezTo>
                    <a:cubicBezTo>
                      <a:pt x="53564" y="9712"/>
                      <a:pt x="59469" y="11810"/>
                      <a:pt x="60818" y="16096"/>
                    </a:cubicBezTo>
                    <a:cubicBezTo>
                      <a:pt x="60818" y="16096"/>
                      <a:pt x="53054" y="40555"/>
                      <a:pt x="44901" y="49428"/>
                    </a:cubicBezTo>
                    <a:cubicBezTo>
                      <a:pt x="36778" y="58270"/>
                      <a:pt x="32282" y="61897"/>
                      <a:pt x="32282" y="61897"/>
                    </a:cubicBezTo>
                    <a:cubicBezTo>
                      <a:pt x="32282" y="61897"/>
                      <a:pt x="12709" y="58480"/>
                      <a:pt x="0" y="47839"/>
                    </a:cubicBezTo>
                    <a:lnTo>
                      <a:pt x="4556" y="37378"/>
                    </a:lnTo>
                    <a:cubicBezTo>
                      <a:pt x="4556" y="37378"/>
                      <a:pt x="17355" y="38997"/>
                      <a:pt x="22421" y="40795"/>
                    </a:cubicBezTo>
                    <a:cubicBezTo>
                      <a:pt x="27486" y="42593"/>
                      <a:pt x="32282" y="53504"/>
                      <a:pt x="32282" y="53504"/>
                    </a:cubicBez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3" name="Google Shape;9123;p359"/>
              <p:cNvSpPr/>
              <p:nvPr/>
            </p:nvSpPr>
            <p:spPr>
              <a:xfrm>
                <a:off x="3131050" y="3776575"/>
                <a:ext cx="1172025" cy="703675"/>
              </a:xfrm>
              <a:custGeom>
                <a:rect b="b" l="l" r="r" t="t"/>
                <a:pathLst>
                  <a:path extrusionOk="0" fill="none" h="28147" w="46881">
                    <a:moveTo>
                      <a:pt x="46881" y="0"/>
                    </a:moveTo>
                    <a:lnTo>
                      <a:pt x="40466" y="28146"/>
                    </a:lnTo>
                    <a:lnTo>
                      <a:pt x="1350" y="28146"/>
                    </a:lnTo>
                    <a:lnTo>
                      <a:pt x="1" y="18315"/>
                    </a:lnTo>
                  </a:path>
                </a:pathLst>
              </a:custGeom>
              <a:noFill/>
              <a:ln cap="rnd" cmpd="sng" w="9750">
                <a:solidFill>
                  <a:srgbClr val="2632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4" name="Google Shape;9124;p359"/>
              <p:cNvSpPr/>
              <p:nvPr/>
            </p:nvSpPr>
            <p:spPr>
              <a:xfrm>
                <a:off x="2951975" y="3633900"/>
                <a:ext cx="239050" cy="222875"/>
              </a:xfrm>
              <a:custGeom>
                <a:rect b="b" l="l" r="r" t="t"/>
                <a:pathLst>
                  <a:path extrusionOk="0" h="8915" w="9562">
                    <a:moveTo>
                      <a:pt x="9345" y="0"/>
                    </a:moveTo>
                    <a:cubicBezTo>
                      <a:pt x="8476" y="0"/>
                      <a:pt x="5045" y="442"/>
                      <a:pt x="0" y="6697"/>
                    </a:cubicBezTo>
                    <a:cubicBezTo>
                      <a:pt x="1828" y="6697"/>
                      <a:pt x="3597" y="7326"/>
                      <a:pt x="5066" y="8435"/>
                    </a:cubicBezTo>
                    <a:lnTo>
                      <a:pt x="5995" y="8915"/>
                    </a:lnTo>
                    <a:lnTo>
                      <a:pt x="9562" y="12"/>
                    </a:lnTo>
                    <a:cubicBezTo>
                      <a:pt x="9562" y="12"/>
                      <a:pt x="9488" y="0"/>
                      <a:pt x="9345" y="0"/>
                    </a:cubicBezTo>
                    <a:close/>
                  </a:path>
                </a:pathLst>
              </a:custGeom>
              <a:solidFill>
                <a:schemeClr val="lt1"/>
              </a:solidFill>
              <a:ln cap="flat" cmpd="sng" w="9525">
                <a:solidFill>
                  <a:schemeClr val="dk1"/>
                </a:solidFill>
                <a:prstDash val="solid"/>
                <a:miter lim="299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5" name="Google Shape;9125;p359"/>
              <p:cNvSpPr/>
              <p:nvPr/>
            </p:nvSpPr>
            <p:spPr>
              <a:xfrm>
                <a:off x="3439050" y="4053075"/>
                <a:ext cx="219575" cy="111625"/>
              </a:xfrm>
              <a:custGeom>
                <a:rect b="b" l="l" r="r" t="t"/>
                <a:pathLst>
                  <a:path extrusionOk="0" h="4465" w="8783">
                    <a:moveTo>
                      <a:pt x="0" y="1"/>
                    </a:moveTo>
                    <a:lnTo>
                      <a:pt x="0" y="3958"/>
                    </a:lnTo>
                    <a:cubicBezTo>
                      <a:pt x="0" y="3958"/>
                      <a:pt x="1702" y="4464"/>
                      <a:pt x="3864" y="4464"/>
                    </a:cubicBezTo>
                    <a:cubicBezTo>
                      <a:pt x="5420" y="4464"/>
                      <a:pt x="7214" y="4202"/>
                      <a:pt x="8783" y="3298"/>
                    </a:cubicBezTo>
                    <a:lnTo>
                      <a:pt x="0" y="1"/>
                    </a:lnTo>
                    <a:close/>
                  </a:path>
                </a:pathLst>
              </a:custGeom>
              <a:solidFill>
                <a:schemeClr val="lt1"/>
              </a:solidFill>
              <a:ln cap="flat" cmpd="sng" w="9525">
                <a:solidFill>
                  <a:schemeClr val="dk1"/>
                </a:solidFill>
                <a:prstDash val="solid"/>
                <a:miter lim="299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6" name="Google Shape;9126;p359"/>
              <p:cNvSpPr/>
              <p:nvPr/>
            </p:nvSpPr>
            <p:spPr>
              <a:xfrm>
                <a:off x="3687075" y="2683250"/>
                <a:ext cx="436150" cy="549325"/>
              </a:xfrm>
              <a:custGeom>
                <a:rect b="b" l="l" r="r" t="t"/>
                <a:pathLst>
                  <a:path extrusionOk="0" h="21973" w="17446">
                    <a:moveTo>
                      <a:pt x="15947" y="1"/>
                    </a:moveTo>
                    <a:cubicBezTo>
                      <a:pt x="15587" y="1230"/>
                      <a:pt x="11631" y="14658"/>
                      <a:pt x="390" y="20563"/>
                    </a:cubicBezTo>
                    <a:cubicBezTo>
                      <a:pt x="151" y="20683"/>
                      <a:pt x="1" y="20953"/>
                      <a:pt x="1" y="21223"/>
                    </a:cubicBezTo>
                    <a:cubicBezTo>
                      <a:pt x="1" y="21642"/>
                      <a:pt x="330" y="21972"/>
                      <a:pt x="750" y="21972"/>
                    </a:cubicBezTo>
                    <a:cubicBezTo>
                      <a:pt x="870" y="21972"/>
                      <a:pt x="990" y="21942"/>
                      <a:pt x="1080" y="21882"/>
                    </a:cubicBezTo>
                    <a:cubicBezTo>
                      <a:pt x="13399" y="15408"/>
                      <a:pt x="17236" y="900"/>
                      <a:pt x="17416" y="271"/>
                    </a:cubicBezTo>
                    <a:cubicBezTo>
                      <a:pt x="17416" y="211"/>
                      <a:pt x="17446" y="121"/>
                      <a:pt x="17416" y="61"/>
                    </a:cubicBezTo>
                    <a:lnTo>
                      <a:pt x="1594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7" name="Google Shape;9127;p359"/>
              <p:cNvSpPr/>
              <p:nvPr/>
            </p:nvSpPr>
            <p:spPr>
              <a:xfrm>
                <a:off x="3345375" y="2529650"/>
                <a:ext cx="115425" cy="458625"/>
              </a:xfrm>
              <a:custGeom>
                <a:rect b="b" l="l" r="r" t="t"/>
                <a:pathLst>
                  <a:path extrusionOk="0" h="18345" w="4617">
                    <a:moveTo>
                      <a:pt x="4617" y="0"/>
                    </a:moveTo>
                    <a:lnTo>
                      <a:pt x="4017" y="150"/>
                    </a:lnTo>
                    <a:cubicBezTo>
                      <a:pt x="2668" y="2608"/>
                      <a:pt x="180" y="8333"/>
                      <a:pt x="1" y="16726"/>
                    </a:cubicBezTo>
                    <a:lnTo>
                      <a:pt x="1" y="18345"/>
                    </a:lnTo>
                    <a:cubicBezTo>
                      <a:pt x="360" y="18165"/>
                      <a:pt x="780" y="18045"/>
                      <a:pt x="1170" y="17985"/>
                    </a:cubicBezTo>
                    <a:cubicBezTo>
                      <a:pt x="1289" y="17955"/>
                      <a:pt x="1379" y="17955"/>
                      <a:pt x="1499" y="17955"/>
                    </a:cubicBezTo>
                    <a:lnTo>
                      <a:pt x="1499" y="17655"/>
                    </a:lnTo>
                    <a:lnTo>
                      <a:pt x="1499" y="16426"/>
                    </a:lnTo>
                    <a:cubicBezTo>
                      <a:pt x="1589" y="11600"/>
                      <a:pt x="2638" y="6804"/>
                      <a:pt x="4587" y="2338"/>
                    </a:cubicBezTo>
                    <a:cubicBezTo>
                      <a:pt x="4257" y="2098"/>
                      <a:pt x="4047" y="1679"/>
                      <a:pt x="4017" y="1259"/>
                    </a:cubicBezTo>
                    <a:cubicBezTo>
                      <a:pt x="4047" y="780"/>
                      <a:pt x="4287" y="330"/>
                      <a:pt x="4617"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8" name="Google Shape;9128;p359"/>
              <p:cNvSpPr/>
              <p:nvPr/>
            </p:nvSpPr>
            <p:spPr>
              <a:xfrm>
                <a:off x="3647375" y="3123775"/>
                <a:ext cx="203850" cy="159850"/>
              </a:xfrm>
              <a:custGeom>
                <a:rect b="b" l="l" r="r" t="t"/>
                <a:pathLst>
                  <a:path extrusionOk="0" h="6394" w="8154">
                    <a:moveTo>
                      <a:pt x="5301" y="0"/>
                    </a:moveTo>
                    <a:cubicBezTo>
                      <a:pt x="4413" y="0"/>
                      <a:pt x="3399" y="330"/>
                      <a:pt x="2488" y="994"/>
                    </a:cubicBezTo>
                    <a:cubicBezTo>
                      <a:pt x="719" y="2253"/>
                      <a:pt x="0" y="4291"/>
                      <a:pt x="869" y="5520"/>
                    </a:cubicBezTo>
                    <a:cubicBezTo>
                      <a:pt x="1291" y="6102"/>
                      <a:pt x="2016" y="6394"/>
                      <a:pt x="2852" y="6394"/>
                    </a:cubicBezTo>
                    <a:cubicBezTo>
                      <a:pt x="3740" y="6394"/>
                      <a:pt x="4754" y="6064"/>
                      <a:pt x="5665" y="5400"/>
                    </a:cubicBezTo>
                    <a:cubicBezTo>
                      <a:pt x="7434" y="4111"/>
                      <a:pt x="8153" y="2103"/>
                      <a:pt x="7284" y="874"/>
                    </a:cubicBezTo>
                    <a:cubicBezTo>
                      <a:pt x="6862" y="293"/>
                      <a:pt x="6138" y="0"/>
                      <a:pt x="5301" y="0"/>
                    </a:cubicBezTo>
                    <a:close/>
                  </a:path>
                </a:pathLst>
              </a:custGeom>
              <a:solidFill>
                <a:schemeClr val="lt1"/>
              </a:solid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9" name="Google Shape;9129;p359"/>
              <p:cNvSpPr/>
              <p:nvPr/>
            </p:nvSpPr>
            <p:spPr>
              <a:xfrm>
                <a:off x="3647375" y="3112425"/>
                <a:ext cx="143150" cy="112750"/>
              </a:xfrm>
              <a:custGeom>
                <a:rect b="b" l="l" r="r" t="t"/>
                <a:pathLst>
                  <a:path extrusionOk="0" h="4510" w="5726">
                    <a:moveTo>
                      <a:pt x="3701" y="1"/>
                    </a:moveTo>
                    <a:cubicBezTo>
                      <a:pt x="3075" y="1"/>
                      <a:pt x="2360" y="234"/>
                      <a:pt x="1709" y="699"/>
                    </a:cubicBezTo>
                    <a:cubicBezTo>
                      <a:pt x="480" y="1598"/>
                      <a:pt x="0" y="3037"/>
                      <a:pt x="600" y="3876"/>
                    </a:cubicBezTo>
                    <a:cubicBezTo>
                      <a:pt x="892" y="4299"/>
                      <a:pt x="1404" y="4510"/>
                      <a:pt x="1996" y="4510"/>
                    </a:cubicBezTo>
                    <a:cubicBezTo>
                      <a:pt x="2618" y="4510"/>
                      <a:pt x="3327" y="4277"/>
                      <a:pt x="3957" y="3816"/>
                    </a:cubicBezTo>
                    <a:cubicBezTo>
                      <a:pt x="5216" y="2917"/>
                      <a:pt x="5725" y="1478"/>
                      <a:pt x="5096" y="609"/>
                    </a:cubicBezTo>
                    <a:cubicBezTo>
                      <a:pt x="4792" y="204"/>
                      <a:pt x="4285" y="1"/>
                      <a:pt x="3701" y="1"/>
                    </a:cubicBezTo>
                    <a:close/>
                  </a:path>
                </a:pathLst>
              </a:custGeom>
              <a:solidFill>
                <a:schemeClr val="lt1"/>
              </a:solid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0" name="Google Shape;9130;p359"/>
              <p:cNvSpPr/>
              <p:nvPr/>
            </p:nvSpPr>
            <p:spPr>
              <a:xfrm>
                <a:off x="3173775" y="2940975"/>
                <a:ext cx="434650" cy="604825"/>
              </a:xfrm>
              <a:custGeom>
                <a:rect b="b" l="l" r="r" t="t"/>
                <a:pathLst>
                  <a:path extrusionOk="0" h="24193" w="17386">
                    <a:moveTo>
                      <a:pt x="8535" y="0"/>
                    </a:moveTo>
                    <a:cubicBezTo>
                      <a:pt x="8478" y="0"/>
                      <a:pt x="8421" y="1"/>
                      <a:pt x="8363" y="3"/>
                    </a:cubicBezTo>
                    <a:cubicBezTo>
                      <a:pt x="8153" y="3"/>
                      <a:pt x="7974" y="33"/>
                      <a:pt x="7794" y="63"/>
                    </a:cubicBezTo>
                    <a:cubicBezTo>
                      <a:pt x="7464" y="93"/>
                      <a:pt x="7164" y="183"/>
                      <a:pt x="6835" y="273"/>
                    </a:cubicBezTo>
                    <a:cubicBezTo>
                      <a:pt x="5066" y="932"/>
                      <a:pt x="3657" y="2371"/>
                      <a:pt x="3058" y="4170"/>
                    </a:cubicBezTo>
                    <a:lnTo>
                      <a:pt x="2938" y="4529"/>
                    </a:lnTo>
                    <a:cubicBezTo>
                      <a:pt x="2009" y="6987"/>
                      <a:pt x="1289" y="9505"/>
                      <a:pt x="750" y="12083"/>
                    </a:cubicBezTo>
                    <a:cubicBezTo>
                      <a:pt x="150" y="15200"/>
                      <a:pt x="0" y="18497"/>
                      <a:pt x="1199" y="20925"/>
                    </a:cubicBezTo>
                    <a:cubicBezTo>
                      <a:pt x="1949" y="22484"/>
                      <a:pt x="3328" y="23653"/>
                      <a:pt x="4976" y="24132"/>
                    </a:cubicBezTo>
                    <a:cubicBezTo>
                      <a:pt x="5036" y="24162"/>
                      <a:pt x="5126" y="24192"/>
                      <a:pt x="5216" y="24192"/>
                    </a:cubicBezTo>
                    <a:cubicBezTo>
                      <a:pt x="5516" y="24192"/>
                      <a:pt x="5815" y="23983"/>
                      <a:pt x="5905" y="23683"/>
                    </a:cubicBezTo>
                    <a:cubicBezTo>
                      <a:pt x="6055" y="23263"/>
                      <a:pt x="5815" y="22844"/>
                      <a:pt x="5426" y="22724"/>
                    </a:cubicBezTo>
                    <a:cubicBezTo>
                      <a:pt x="4167" y="22364"/>
                      <a:pt x="3118" y="21465"/>
                      <a:pt x="2518" y="20266"/>
                    </a:cubicBezTo>
                    <a:cubicBezTo>
                      <a:pt x="1469" y="18108"/>
                      <a:pt x="1679" y="15020"/>
                      <a:pt x="2278" y="12083"/>
                    </a:cubicBezTo>
                    <a:cubicBezTo>
                      <a:pt x="2788" y="9685"/>
                      <a:pt x="3507" y="7347"/>
                      <a:pt x="4347" y="5039"/>
                    </a:cubicBezTo>
                    <a:lnTo>
                      <a:pt x="4467" y="4679"/>
                    </a:lnTo>
                    <a:cubicBezTo>
                      <a:pt x="4886" y="3480"/>
                      <a:pt x="5725" y="2491"/>
                      <a:pt x="6835" y="1892"/>
                    </a:cubicBezTo>
                    <a:cubicBezTo>
                      <a:pt x="7224" y="1712"/>
                      <a:pt x="7614" y="1592"/>
                      <a:pt x="8004" y="1532"/>
                    </a:cubicBezTo>
                    <a:cubicBezTo>
                      <a:pt x="8123" y="1502"/>
                      <a:pt x="8243" y="1502"/>
                      <a:pt x="8333" y="1502"/>
                    </a:cubicBezTo>
                    <a:cubicBezTo>
                      <a:pt x="8391" y="1499"/>
                      <a:pt x="8449" y="1498"/>
                      <a:pt x="8506" y="1498"/>
                    </a:cubicBezTo>
                    <a:cubicBezTo>
                      <a:pt x="9761" y="1498"/>
                      <a:pt x="10943" y="2119"/>
                      <a:pt x="11630" y="3150"/>
                    </a:cubicBezTo>
                    <a:cubicBezTo>
                      <a:pt x="13129" y="5189"/>
                      <a:pt x="13849" y="7946"/>
                      <a:pt x="14328" y="10134"/>
                    </a:cubicBezTo>
                    <a:cubicBezTo>
                      <a:pt x="14508" y="10824"/>
                      <a:pt x="14628" y="11483"/>
                      <a:pt x="14718" y="12083"/>
                    </a:cubicBezTo>
                    <a:cubicBezTo>
                      <a:pt x="15827" y="19277"/>
                      <a:pt x="13309" y="21435"/>
                      <a:pt x="13249" y="21495"/>
                    </a:cubicBezTo>
                    <a:cubicBezTo>
                      <a:pt x="12949" y="21734"/>
                      <a:pt x="12889" y="22154"/>
                      <a:pt x="13099" y="22484"/>
                    </a:cubicBezTo>
                    <a:cubicBezTo>
                      <a:pt x="13233" y="22694"/>
                      <a:pt x="13476" y="22807"/>
                      <a:pt x="13720" y="22807"/>
                    </a:cubicBezTo>
                    <a:cubicBezTo>
                      <a:pt x="13859" y="22807"/>
                      <a:pt x="13999" y="22770"/>
                      <a:pt x="14118" y="22694"/>
                    </a:cubicBezTo>
                    <a:cubicBezTo>
                      <a:pt x="14268" y="22574"/>
                      <a:pt x="17385" y="20176"/>
                      <a:pt x="16216" y="12083"/>
                    </a:cubicBezTo>
                    <a:cubicBezTo>
                      <a:pt x="16127" y="11393"/>
                      <a:pt x="15977" y="10614"/>
                      <a:pt x="15797" y="9835"/>
                    </a:cubicBezTo>
                    <a:cubicBezTo>
                      <a:pt x="15287" y="7497"/>
                      <a:pt x="14508" y="4529"/>
                      <a:pt x="12829" y="2281"/>
                    </a:cubicBezTo>
                    <a:cubicBezTo>
                      <a:pt x="11843" y="860"/>
                      <a:pt x="10240" y="0"/>
                      <a:pt x="8535" y="0"/>
                    </a:cubicBezTo>
                    <a:close/>
                  </a:path>
                </a:pathLst>
              </a:custGeom>
              <a:solidFill>
                <a:schemeClr val="dk1"/>
              </a:solidFill>
              <a:ln cap="flat" cmpd="sng" w="9525">
                <a:solidFill>
                  <a:schemeClr val="dk1"/>
                </a:solidFill>
                <a:prstDash val="solid"/>
                <a:miter lim="299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1" name="Google Shape;9131;p359"/>
              <p:cNvSpPr/>
              <p:nvPr/>
            </p:nvSpPr>
            <p:spPr>
              <a:xfrm>
                <a:off x="3285425" y="3498000"/>
                <a:ext cx="107925" cy="56700"/>
              </a:xfrm>
              <a:custGeom>
                <a:rect b="b" l="l" r="r" t="t"/>
                <a:pathLst>
                  <a:path extrusionOk="0" h="2268" w="4317">
                    <a:moveTo>
                      <a:pt x="1398" y="1"/>
                    </a:moveTo>
                    <a:cubicBezTo>
                      <a:pt x="930" y="1"/>
                      <a:pt x="465" y="8"/>
                      <a:pt x="1" y="23"/>
                    </a:cubicBezTo>
                    <a:lnTo>
                      <a:pt x="210" y="1761"/>
                    </a:lnTo>
                    <a:cubicBezTo>
                      <a:pt x="210" y="1761"/>
                      <a:pt x="1423" y="2268"/>
                      <a:pt x="2435" y="2268"/>
                    </a:cubicBezTo>
                    <a:cubicBezTo>
                      <a:pt x="2941" y="2268"/>
                      <a:pt x="3398" y="2141"/>
                      <a:pt x="3627" y="1761"/>
                    </a:cubicBezTo>
                    <a:cubicBezTo>
                      <a:pt x="4317" y="652"/>
                      <a:pt x="3747" y="113"/>
                      <a:pt x="2818" y="23"/>
                    </a:cubicBezTo>
                    <a:cubicBezTo>
                      <a:pt x="2339" y="8"/>
                      <a:pt x="1866" y="1"/>
                      <a:pt x="1398" y="1"/>
                    </a:cubicBezTo>
                    <a:close/>
                  </a:path>
                </a:pathLst>
              </a:custGeom>
              <a:solidFill>
                <a:schemeClr val="dk1"/>
              </a:solidFill>
              <a:ln cap="flat" cmpd="sng" w="9525">
                <a:solidFill>
                  <a:schemeClr val="dk1"/>
                </a:solidFill>
                <a:prstDash val="solid"/>
                <a:miter lim="299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2" name="Google Shape;9132;p359"/>
              <p:cNvSpPr/>
              <p:nvPr/>
            </p:nvSpPr>
            <p:spPr>
              <a:xfrm>
                <a:off x="3173775" y="3243025"/>
                <a:ext cx="151400" cy="302775"/>
              </a:xfrm>
              <a:custGeom>
                <a:rect b="b" l="l" r="r" t="t"/>
                <a:pathLst>
                  <a:path extrusionOk="0" h="12111" w="6056">
                    <a:moveTo>
                      <a:pt x="750" y="1"/>
                    </a:moveTo>
                    <a:cubicBezTo>
                      <a:pt x="150" y="3118"/>
                      <a:pt x="0" y="6415"/>
                      <a:pt x="1199" y="8843"/>
                    </a:cubicBezTo>
                    <a:cubicBezTo>
                      <a:pt x="1949" y="10402"/>
                      <a:pt x="3328" y="11571"/>
                      <a:pt x="4976" y="12080"/>
                    </a:cubicBezTo>
                    <a:cubicBezTo>
                      <a:pt x="5066" y="12110"/>
                      <a:pt x="5126" y="12110"/>
                      <a:pt x="5216" y="12110"/>
                    </a:cubicBezTo>
                    <a:cubicBezTo>
                      <a:pt x="5546" y="12110"/>
                      <a:pt x="5815" y="11901"/>
                      <a:pt x="5935" y="11601"/>
                    </a:cubicBezTo>
                    <a:cubicBezTo>
                      <a:pt x="6055" y="11181"/>
                      <a:pt x="5815" y="10762"/>
                      <a:pt x="5426" y="10642"/>
                    </a:cubicBezTo>
                    <a:cubicBezTo>
                      <a:pt x="4167" y="10282"/>
                      <a:pt x="3088" y="9383"/>
                      <a:pt x="2518" y="8184"/>
                    </a:cubicBezTo>
                    <a:cubicBezTo>
                      <a:pt x="1469" y="6026"/>
                      <a:pt x="1649" y="2938"/>
                      <a:pt x="2248" y="1"/>
                    </a:cubicBezTo>
                    <a:close/>
                  </a:path>
                </a:pathLst>
              </a:custGeom>
              <a:solidFill>
                <a:schemeClr val="lt1"/>
              </a:solid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3" name="Google Shape;9133;p359"/>
              <p:cNvSpPr/>
              <p:nvPr/>
            </p:nvSpPr>
            <p:spPr>
              <a:xfrm>
                <a:off x="3456275" y="3444850"/>
                <a:ext cx="102450" cy="87625"/>
              </a:xfrm>
              <a:custGeom>
                <a:rect b="b" l="l" r="r" t="t"/>
                <a:pathLst>
                  <a:path extrusionOk="0" h="3505" w="4098">
                    <a:moveTo>
                      <a:pt x="3319" y="1"/>
                    </a:moveTo>
                    <a:cubicBezTo>
                      <a:pt x="3255" y="1"/>
                      <a:pt x="3179" y="17"/>
                      <a:pt x="3088" y="51"/>
                    </a:cubicBezTo>
                    <a:cubicBezTo>
                      <a:pt x="2219" y="381"/>
                      <a:pt x="900" y="950"/>
                      <a:pt x="330" y="1699"/>
                    </a:cubicBezTo>
                    <a:cubicBezTo>
                      <a:pt x="91" y="1999"/>
                      <a:pt x="1" y="2329"/>
                      <a:pt x="61" y="2689"/>
                    </a:cubicBezTo>
                    <a:cubicBezTo>
                      <a:pt x="199" y="3186"/>
                      <a:pt x="642" y="3505"/>
                      <a:pt x="1134" y="3505"/>
                    </a:cubicBezTo>
                    <a:cubicBezTo>
                      <a:pt x="1175" y="3505"/>
                      <a:pt x="1217" y="3503"/>
                      <a:pt x="1260" y="3498"/>
                    </a:cubicBezTo>
                    <a:cubicBezTo>
                      <a:pt x="1799" y="3438"/>
                      <a:pt x="2279" y="3168"/>
                      <a:pt x="2638" y="2748"/>
                    </a:cubicBezTo>
                    <a:cubicBezTo>
                      <a:pt x="2971" y="2361"/>
                      <a:pt x="4097" y="1"/>
                      <a:pt x="3319" y="1"/>
                    </a:cubicBezTo>
                    <a:close/>
                  </a:path>
                </a:pathLst>
              </a:custGeom>
              <a:solidFill>
                <a:schemeClr val="dk1"/>
              </a:solidFill>
              <a:ln cap="flat" cmpd="sng" w="9525">
                <a:solidFill>
                  <a:schemeClr val="dk1"/>
                </a:solidFill>
                <a:prstDash val="solid"/>
                <a:miter lim="299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4" name="Google Shape;9134;p359"/>
              <p:cNvSpPr/>
              <p:nvPr/>
            </p:nvSpPr>
            <p:spPr>
              <a:xfrm>
                <a:off x="3496000" y="3243025"/>
                <a:ext cx="112425" cy="268125"/>
              </a:xfrm>
              <a:custGeom>
                <a:rect b="b" l="l" r="r" t="t"/>
                <a:pathLst>
                  <a:path extrusionOk="0" h="10725" w="4497">
                    <a:moveTo>
                      <a:pt x="1829" y="1"/>
                    </a:moveTo>
                    <a:cubicBezTo>
                      <a:pt x="2938" y="7195"/>
                      <a:pt x="420" y="9353"/>
                      <a:pt x="360" y="9413"/>
                    </a:cubicBezTo>
                    <a:cubicBezTo>
                      <a:pt x="60" y="9652"/>
                      <a:pt x="0" y="10072"/>
                      <a:pt x="210" y="10402"/>
                    </a:cubicBezTo>
                    <a:cubicBezTo>
                      <a:pt x="344" y="10612"/>
                      <a:pt x="587" y="10725"/>
                      <a:pt x="831" y="10725"/>
                    </a:cubicBezTo>
                    <a:cubicBezTo>
                      <a:pt x="970" y="10725"/>
                      <a:pt x="1110" y="10688"/>
                      <a:pt x="1229" y="10612"/>
                    </a:cubicBezTo>
                    <a:cubicBezTo>
                      <a:pt x="1379" y="10492"/>
                      <a:pt x="4496" y="8094"/>
                      <a:pt x="3327" y="1"/>
                    </a:cubicBezTo>
                    <a:close/>
                  </a:path>
                </a:pathLst>
              </a:custGeom>
              <a:solidFill>
                <a:schemeClr val="lt1"/>
              </a:solid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5" name="Google Shape;9135;p359"/>
              <p:cNvSpPr/>
              <p:nvPr/>
            </p:nvSpPr>
            <p:spPr>
              <a:xfrm>
                <a:off x="2035500" y="4401525"/>
                <a:ext cx="3306175" cy="327500"/>
              </a:xfrm>
              <a:custGeom>
                <a:rect b="b" l="l" r="r" t="t"/>
                <a:pathLst>
                  <a:path extrusionOk="0" h="13100" w="132247">
                    <a:moveTo>
                      <a:pt x="13879" y="1"/>
                    </a:moveTo>
                    <a:lnTo>
                      <a:pt x="1" y="13100"/>
                    </a:lnTo>
                    <a:lnTo>
                      <a:pt x="132247" y="13100"/>
                    </a:lnTo>
                    <a:lnTo>
                      <a:pt x="123914" y="1"/>
                    </a:lnTo>
                    <a:close/>
                  </a:path>
                </a:pathLst>
              </a:custGeom>
              <a:solidFill>
                <a:schemeClr val="lt1"/>
              </a:solid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6" name="Google Shape;9136;p359"/>
              <p:cNvSpPr/>
              <p:nvPr/>
            </p:nvSpPr>
            <p:spPr>
              <a:xfrm>
                <a:off x="2035500" y="4729000"/>
                <a:ext cx="3306175" cy="88450"/>
              </a:xfrm>
              <a:custGeom>
                <a:rect b="b" l="l" r="r" t="t"/>
                <a:pathLst>
                  <a:path extrusionOk="0" h="3538" w="132247">
                    <a:moveTo>
                      <a:pt x="1" y="1"/>
                    </a:moveTo>
                    <a:lnTo>
                      <a:pt x="1" y="3538"/>
                    </a:lnTo>
                    <a:lnTo>
                      <a:pt x="132247" y="3538"/>
                    </a:lnTo>
                    <a:lnTo>
                      <a:pt x="132247" y="1"/>
                    </a:lnTo>
                    <a:close/>
                  </a:path>
                </a:pathLst>
              </a:custGeom>
              <a:solidFill>
                <a:schemeClr val="dk1"/>
              </a:solid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7" name="Google Shape;9137;p359"/>
              <p:cNvSpPr/>
              <p:nvPr/>
            </p:nvSpPr>
            <p:spPr>
              <a:xfrm>
                <a:off x="2382450" y="4580625"/>
                <a:ext cx="543300" cy="67475"/>
              </a:xfrm>
              <a:custGeom>
                <a:rect b="b" l="l" r="r" t="t"/>
                <a:pathLst>
                  <a:path extrusionOk="0" h="2699" w="21732">
                    <a:moveTo>
                      <a:pt x="1" y="1"/>
                    </a:moveTo>
                    <a:lnTo>
                      <a:pt x="1" y="2698"/>
                    </a:lnTo>
                    <a:lnTo>
                      <a:pt x="21732" y="2698"/>
                    </a:lnTo>
                    <a:lnTo>
                      <a:pt x="21732" y="1"/>
                    </a:lnTo>
                    <a:close/>
                  </a:path>
                </a:pathLst>
              </a:custGeom>
              <a:solidFill>
                <a:schemeClr val="lt1"/>
              </a:solidFill>
              <a:ln cap="flat" cmpd="sng" w="9525">
                <a:solidFill>
                  <a:schemeClr val="dk1"/>
                </a:solidFill>
                <a:prstDash val="solid"/>
                <a:miter lim="299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8" name="Google Shape;9138;p359"/>
              <p:cNvSpPr/>
              <p:nvPr/>
            </p:nvSpPr>
            <p:spPr>
              <a:xfrm>
                <a:off x="2382450" y="4364825"/>
                <a:ext cx="748625" cy="215825"/>
              </a:xfrm>
              <a:custGeom>
                <a:rect b="b" l="l" r="r" t="t"/>
                <a:pathLst>
                  <a:path extrusionOk="0" h="8633" w="29945">
                    <a:moveTo>
                      <a:pt x="12830" y="0"/>
                    </a:moveTo>
                    <a:lnTo>
                      <a:pt x="1" y="8633"/>
                    </a:lnTo>
                    <a:lnTo>
                      <a:pt x="21732" y="8633"/>
                    </a:lnTo>
                    <a:lnTo>
                      <a:pt x="29945" y="420"/>
                    </a:lnTo>
                    <a:lnTo>
                      <a:pt x="12830" y="0"/>
                    </a:lnTo>
                    <a:close/>
                  </a:path>
                </a:pathLst>
              </a:custGeom>
              <a:solidFill>
                <a:schemeClr val="lt1"/>
              </a:solid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9" name="Google Shape;9139;p359"/>
              <p:cNvSpPr/>
              <p:nvPr/>
            </p:nvSpPr>
            <p:spPr>
              <a:xfrm>
                <a:off x="2925725" y="4375300"/>
                <a:ext cx="205350" cy="272800"/>
              </a:xfrm>
              <a:custGeom>
                <a:rect b="b" l="l" r="r" t="t"/>
                <a:pathLst>
                  <a:path extrusionOk="0" h="10912" w="8214">
                    <a:moveTo>
                      <a:pt x="8214" y="1"/>
                    </a:moveTo>
                    <a:lnTo>
                      <a:pt x="1" y="8214"/>
                    </a:lnTo>
                    <a:lnTo>
                      <a:pt x="1" y="10911"/>
                    </a:lnTo>
                    <a:lnTo>
                      <a:pt x="8214" y="2669"/>
                    </a:lnTo>
                    <a:lnTo>
                      <a:pt x="8214" y="1"/>
                    </a:lnTo>
                    <a:close/>
                  </a:path>
                </a:pathLst>
              </a:custGeom>
              <a:solidFill>
                <a:schemeClr val="lt1"/>
              </a:solid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0" name="Google Shape;9140;p359"/>
              <p:cNvSpPr/>
              <p:nvPr/>
            </p:nvSpPr>
            <p:spPr>
              <a:xfrm>
                <a:off x="2867275" y="4563400"/>
                <a:ext cx="43500" cy="94450"/>
              </a:xfrm>
              <a:custGeom>
                <a:rect b="b" l="l" r="r" t="t"/>
                <a:pathLst>
                  <a:path extrusionOk="0" fill="none" h="3778" w="1740">
                    <a:moveTo>
                      <a:pt x="1739" y="0"/>
                    </a:moveTo>
                    <a:cubicBezTo>
                      <a:pt x="1739" y="0"/>
                      <a:pt x="1" y="330"/>
                      <a:pt x="1" y="1829"/>
                    </a:cubicBezTo>
                    <a:cubicBezTo>
                      <a:pt x="1" y="3358"/>
                      <a:pt x="1500" y="3777"/>
                      <a:pt x="1500" y="3777"/>
                    </a:cubicBez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1" name="Google Shape;9141;p359"/>
              <p:cNvSpPr/>
              <p:nvPr/>
            </p:nvSpPr>
            <p:spPr>
              <a:xfrm>
                <a:off x="2823825" y="4563400"/>
                <a:ext cx="43475" cy="94450"/>
              </a:xfrm>
              <a:custGeom>
                <a:rect b="b" l="l" r="r" t="t"/>
                <a:pathLst>
                  <a:path extrusionOk="0" fill="none" h="3778" w="1739">
                    <a:moveTo>
                      <a:pt x="1739" y="0"/>
                    </a:moveTo>
                    <a:cubicBezTo>
                      <a:pt x="1739" y="0"/>
                      <a:pt x="0" y="330"/>
                      <a:pt x="0" y="1829"/>
                    </a:cubicBezTo>
                    <a:cubicBezTo>
                      <a:pt x="0" y="3358"/>
                      <a:pt x="1499" y="3777"/>
                      <a:pt x="1499" y="3777"/>
                    </a:cubicBez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2" name="Google Shape;9142;p359"/>
              <p:cNvSpPr/>
              <p:nvPr/>
            </p:nvSpPr>
            <p:spPr>
              <a:xfrm>
                <a:off x="2780350" y="4563400"/>
                <a:ext cx="43500" cy="94450"/>
              </a:xfrm>
              <a:custGeom>
                <a:rect b="b" l="l" r="r" t="t"/>
                <a:pathLst>
                  <a:path extrusionOk="0" fill="none" h="3778" w="1740">
                    <a:moveTo>
                      <a:pt x="1739" y="0"/>
                    </a:moveTo>
                    <a:cubicBezTo>
                      <a:pt x="1739" y="0"/>
                      <a:pt x="1" y="330"/>
                      <a:pt x="1" y="1829"/>
                    </a:cubicBezTo>
                    <a:cubicBezTo>
                      <a:pt x="1" y="3358"/>
                      <a:pt x="1500" y="3777"/>
                      <a:pt x="1500" y="3777"/>
                    </a:cubicBez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3" name="Google Shape;9143;p359"/>
              <p:cNvSpPr/>
              <p:nvPr/>
            </p:nvSpPr>
            <p:spPr>
              <a:xfrm>
                <a:off x="2736900" y="4563400"/>
                <a:ext cx="43475" cy="94450"/>
              </a:xfrm>
              <a:custGeom>
                <a:rect b="b" l="l" r="r" t="t"/>
                <a:pathLst>
                  <a:path extrusionOk="0" fill="none" h="3778" w="1739">
                    <a:moveTo>
                      <a:pt x="1739" y="0"/>
                    </a:moveTo>
                    <a:cubicBezTo>
                      <a:pt x="1739" y="0"/>
                      <a:pt x="0" y="330"/>
                      <a:pt x="0" y="1829"/>
                    </a:cubicBezTo>
                    <a:cubicBezTo>
                      <a:pt x="0" y="3358"/>
                      <a:pt x="1499" y="3777"/>
                      <a:pt x="1499" y="3777"/>
                    </a:cubicBez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4" name="Google Shape;9144;p359"/>
              <p:cNvSpPr/>
              <p:nvPr/>
            </p:nvSpPr>
            <p:spPr>
              <a:xfrm>
                <a:off x="2694175" y="4563400"/>
                <a:ext cx="42750" cy="94450"/>
              </a:xfrm>
              <a:custGeom>
                <a:rect b="b" l="l" r="r" t="t"/>
                <a:pathLst>
                  <a:path extrusionOk="0" fill="none" h="3778" w="1710">
                    <a:moveTo>
                      <a:pt x="1709" y="0"/>
                    </a:moveTo>
                    <a:cubicBezTo>
                      <a:pt x="1709" y="0"/>
                      <a:pt x="1" y="330"/>
                      <a:pt x="1" y="1829"/>
                    </a:cubicBezTo>
                    <a:cubicBezTo>
                      <a:pt x="1" y="3358"/>
                      <a:pt x="1500" y="3777"/>
                      <a:pt x="1500" y="3777"/>
                    </a:cubicBez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5" name="Google Shape;9145;p359"/>
              <p:cNvSpPr/>
              <p:nvPr/>
            </p:nvSpPr>
            <p:spPr>
              <a:xfrm>
                <a:off x="2650725" y="4563400"/>
                <a:ext cx="43475" cy="94450"/>
              </a:xfrm>
              <a:custGeom>
                <a:rect b="b" l="l" r="r" t="t"/>
                <a:pathLst>
                  <a:path extrusionOk="0" fill="none" h="3778" w="1739">
                    <a:moveTo>
                      <a:pt x="1739" y="0"/>
                    </a:moveTo>
                    <a:cubicBezTo>
                      <a:pt x="1739" y="0"/>
                      <a:pt x="0" y="330"/>
                      <a:pt x="0" y="1829"/>
                    </a:cubicBezTo>
                    <a:cubicBezTo>
                      <a:pt x="0" y="3358"/>
                      <a:pt x="1499" y="3777"/>
                      <a:pt x="1499" y="3777"/>
                    </a:cubicBez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6" name="Google Shape;9146;p359"/>
              <p:cNvSpPr/>
              <p:nvPr/>
            </p:nvSpPr>
            <p:spPr>
              <a:xfrm>
                <a:off x="2607250" y="4563400"/>
                <a:ext cx="43500" cy="94450"/>
              </a:xfrm>
              <a:custGeom>
                <a:rect b="b" l="l" r="r" t="t"/>
                <a:pathLst>
                  <a:path extrusionOk="0" fill="none" h="3778" w="1740">
                    <a:moveTo>
                      <a:pt x="1739" y="0"/>
                    </a:moveTo>
                    <a:cubicBezTo>
                      <a:pt x="1739" y="0"/>
                      <a:pt x="1" y="330"/>
                      <a:pt x="1" y="1829"/>
                    </a:cubicBezTo>
                    <a:cubicBezTo>
                      <a:pt x="1" y="3358"/>
                      <a:pt x="1500" y="3777"/>
                      <a:pt x="1500" y="3777"/>
                    </a:cubicBez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7" name="Google Shape;9147;p359"/>
              <p:cNvSpPr/>
              <p:nvPr/>
            </p:nvSpPr>
            <p:spPr>
              <a:xfrm>
                <a:off x="2563800" y="4563400"/>
                <a:ext cx="43475" cy="94450"/>
              </a:xfrm>
              <a:custGeom>
                <a:rect b="b" l="l" r="r" t="t"/>
                <a:pathLst>
                  <a:path extrusionOk="0" fill="none" h="3778" w="1739">
                    <a:moveTo>
                      <a:pt x="1739" y="0"/>
                    </a:moveTo>
                    <a:cubicBezTo>
                      <a:pt x="1739" y="0"/>
                      <a:pt x="0" y="330"/>
                      <a:pt x="0" y="1829"/>
                    </a:cubicBezTo>
                    <a:cubicBezTo>
                      <a:pt x="0" y="3358"/>
                      <a:pt x="1499" y="3777"/>
                      <a:pt x="1499" y="3777"/>
                    </a:cubicBez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8" name="Google Shape;9148;p359"/>
              <p:cNvSpPr/>
              <p:nvPr/>
            </p:nvSpPr>
            <p:spPr>
              <a:xfrm>
                <a:off x="2515100" y="4563400"/>
                <a:ext cx="43475" cy="94450"/>
              </a:xfrm>
              <a:custGeom>
                <a:rect b="b" l="l" r="r" t="t"/>
                <a:pathLst>
                  <a:path extrusionOk="0" fill="none" h="3778" w="1739">
                    <a:moveTo>
                      <a:pt x="1739" y="0"/>
                    </a:moveTo>
                    <a:cubicBezTo>
                      <a:pt x="1739" y="0"/>
                      <a:pt x="0" y="330"/>
                      <a:pt x="0" y="1829"/>
                    </a:cubicBezTo>
                    <a:cubicBezTo>
                      <a:pt x="0" y="3358"/>
                      <a:pt x="1499" y="3777"/>
                      <a:pt x="1499" y="3777"/>
                    </a:cubicBez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9" name="Google Shape;9149;p359"/>
              <p:cNvSpPr/>
              <p:nvPr/>
            </p:nvSpPr>
            <p:spPr>
              <a:xfrm>
                <a:off x="2466375" y="4563400"/>
                <a:ext cx="43500" cy="94450"/>
              </a:xfrm>
              <a:custGeom>
                <a:rect b="b" l="l" r="r" t="t"/>
                <a:pathLst>
                  <a:path extrusionOk="0" fill="none" h="3778" w="1740">
                    <a:moveTo>
                      <a:pt x="1739" y="0"/>
                    </a:moveTo>
                    <a:cubicBezTo>
                      <a:pt x="1739" y="0"/>
                      <a:pt x="1" y="330"/>
                      <a:pt x="1" y="1829"/>
                    </a:cubicBezTo>
                    <a:cubicBezTo>
                      <a:pt x="1" y="3358"/>
                      <a:pt x="1500" y="3777"/>
                      <a:pt x="1500" y="3777"/>
                    </a:cubicBez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0" name="Google Shape;9150;p359"/>
              <p:cNvSpPr/>
              <p:nvPr/>
            </p:nvSpPr>
            <p:spPr>
              <a:xfrm>
                <a:off x="2411675" y="4563400"/>
                <a:ext cx="43500" cy="94450"/>
              </a:xfrm>
              <a:custGeom>
                <a:rect b="b" l="l" r="r" t="t"/>
                <a:pathLst>
                  <a:path extrusionOk="0" fill="none" h="3778" w="1740">
                    <a:moveTo>
                      <a:pt x="1739" y="0"/>
                    </a:moveTo>
                    <a:cubicBezTo>
                      <a:pt x="1739" y="0"/>
                      <a:pt x="1" y="330"/>
                      <a:pt x="1" y="1829"/>
                    </a:cubicBezTo>
                    <a:cubicBezTo>
                      <a:pt x="1" y="3358"/>
                      <a:pt x="1499" y="3777"/>
                      <a:pt x="1499" y="3777"/>
                    </a:cubicBez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1" name="Google Shape;9151;p359"/>
              <p:cNvSpPr/>
              <p:nvPr/>
            </p:nvSpPr>
            <p:spPr>
              <a:xfrm>
                <a:off x="4171175" y="4074075"/>
                <a:ext cx="944200" cy="517825"/>
              </a:xfrm>
              <a:custGeom>
                <a:rect b="b" l="l" r="r" t="t"/>
                <a:pathLst>
                  <a:path extrusionOk="0" h="20713" w="37768">
                    <a:moveTo>
                      <a:pt x="0" y="0"/>
                    </a:moveTo>
                    <a:lnTo>
                      <a:pt x="0" y="20712"/>
                    </a:lnTo>
                    <a:lnTo>
                      <a:pt x="37768" y="20712"/>
                    </a:lnTo>
                    <a:lnTo>
                      <a:pt x="37768" y="0"/>
                    </a:lnTo>
                    <a:close/>
                  </a:path>
                </a:pathLst>
              </a:custGeom>
              <a:solidFill>
                <a:schemeClr val="lt1"/>
              </a:solid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2" name="Google Shape;9152;p359"/>
              <p:cNvSpPr/>
              <p:nvPr/>
            </p:nvSpPr>
            <p:spPr>
              <a:xfrm>
                <a:off x="4015300" y="3929450"/>
                <a:ext cx="152150" cy="662450"/>
              </a:xfrm>
              <a:custGeom>
                <a:rect b="b" l="l" r="r" t="t"/>
                <a:pathLst>
                  <a:path extrusionOk="0" h="26498" w="6086">
                    <a:moveTo>
                      <a:pt x="0" y="0"/>
                    </a:moveTo>
                    <a:lnTo>
                      <a:pt x="0" y="20742"/>
                    </a:lnTo>
                    <a:lnTo>
                      <a:pt x="6085" y="26497"/>
                    </a:lnTo>
                    <a:lnTo>
                      <a:pt x="6085" y="5785"/>
                    </a:lnTo>
                    <a:lnTo>
                      <a:pt x="0" y="0"/>
                    </a:lnTo>
                    <a:close/>
                  </a:path>
                </a:pathLst>
              </a:custGeom>
              <a:solidFill>
                <a:schemeClr val="lt1"/>
              </a:solid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3" name="Google Shape;9153;p359"/>
              <p:cNvSpPr/>
              <p:nvPr/>
            </p:nvSpPr>
            <p:spPr>
              <a:xfrm>
                <a:off x="4019050" y="3929450"/>
                <a:ext cx="1096325" cy="144650"/>
              </a:xfrm>
              <a:custGeom>
                <a:rect b="b" l="l" r="r" t="t"/>
                <a:pathLst>
                  <a:path extrusionOk="0" h="5786" w="43853">
                    <a:moveTo>
                      <a:pt x="0" y="0"/>
                    </a:moveTo>
                    <a:lnTo>
                      <a:pt x="6085" y="5785"/>
                    </a:lnTo>
                    <a:lnTo>
                      <a:pt x="43853" y="5785"/>
                    </a:lnTo>
                    <a:lnTo>
                      <a:pt x="37768" y="0"/>
                    </a:lnTo>
                    <a:close/>
                  </a:path>
                </a:pathLst>
              </a:custGeom>
              <a:solidFill>
                <a:schemeClr val="lt1"/>
              </a:solid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4" name="Google Shape;9154;p359"/>
              <p:cNvSpPr/>
              <p:nvPr/>
            </p:nvSpPr>
            <p:spPr>
              <a:xfrm>
                <a:off x="4476150" y="4181225"/>
                <a:ext cx="291525" cy="291525"/>
              </a:xfrm>
              <a:custGeom>
                <a:rect b="b" l="l" r="r" t="t"/>
                <a:pathLst>
                  <a:path extrusionOk="0" h="11661" w="11661">
                    <a:moveTo>
                      <a:pt x="3627" y="1"/>
                    </a:moveTo>
                    <a:lnTo>
                      <a:pt x="3627" y="3478"/>
                    </a:lnTo>
                    <a:lnTo>
                      <a:pt x="1" y="3478"/>
                    </a:lnTo>
                    <a:lnTo>
                      <a:pt x="1" y="8183"/>
                    </a:lnTo>
                    <a:lnTo>
                      <a:pt x="3627" y="8183"/>
                    </a:lnTo>
                    <a:lnTo>
                      <a:pt x="3627" y="11661"/>
                    </a:lnTo>
                    <a:lnTo>
                      <a:pt x="8333" y="11661"/>
                    </a:lnTo>
                    <a:lnTo>
                      <a:pt x="8333" y="8183"/>
                    </a:lnTo>
                    <a:lnTo>
                      <a:pt x="11661" y="8183"/>
                    </a:lnTo>
                    <a:lnTo>
                      <a:pt x="11661" y="3478"/>
                    </a:lnTo>
                    <a:lnTo>
                      <a:pt x="8333" y="3478"/>
                    </a:lnTo>
                    <a:lnTo>
                      <a:pt x="8333" y="1"/>
                    </a:lnTo>
                    <a:close/>
                  </a:path>
                </a:pathLst>
              </a:custGeom>
              <a:solidFill>
                <a:schemeClr val="lt1"/>
              </a:solidFill>
              <a:ln cap="flat" cmpd="sng" w="9525">
                <a:solidFill>
                  <a:schemeClr val="dk1"/>
                </a:solidFill>
                <a:prstDash val="solid"/>
                <a:miter lim="299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5" name="Google Shape;9155;p359"/>
              <p:cNvSpPr/>
              <p:nvPr/>
            </p:nvSpPr>
            <p:spPr>
              <a:xfrm>
                <a:off x="4482900" y="3929450"/>
                <a:ext cx="152150" cy="144650"/>
              </a:xfrm>
              <a:custGeom>
                <a:rect b="b" l="l" r="r" t="t"/>
                <a:pathLst>
                  <a:path extrusionOk="0" fill="none" h="5786" w="6086">
                    <a:moveTo>
                      <a:pt x="6085" y="5785"/>
                    </a:moveTo>
                    <a:lnTo>
                      <a:pt x="0" y="0"/>
                    </a:ln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6" name="Google Shape;9156;p359"/>
              <p:cNvSpPr/>
              <p:nvPr/>
            </p:nvSpPr>
            <p:spPr>
              <a:xfrm>
                <a:off x="2678450" y="2529650"/>
                <a:ext cx="907500" cy="1746025"/>
              </a:xfrm>
              <a:custGeom>
                <a:rect b="b" l="l" r="r" t="t"/>
                <a:pathLst>
                  <a:path extrusionOk="0" fill="none" h="69841" w="36300">
                    <a:moveTo>
                      <a:pt x="36299" y="65404"/>
                    </a:moveTo>
                    <a:cubicBezTo>
                      <a:pt x="34141" y="69840"/>
                      <a:pt x="31294" y="68851"/>
                      <a:pt x="31294" y="68851"/>
                    </a:cubicBezTo>
                    <a:cubicBezTo>
                      <a:pt x="9233" y="69690"/>
                      <a:pt x="1110" y="61447"/>
                      <a:pt x="1110" y="61447"/>
                    </a:cubicBezTo>
                    <a:cubicBezTo>
                      <a:pt x="1110" y="61447"/>
                      <a:pt x="0" y="49847"/>
                      <a:pt x="4317" y="34231"/>
                    </a:cubicBezTo>
                    <a:cubicBezTo>
                      <a:pt x="8663" y="18584"/>
                      <a:pt x="16786" y="4886"/>
                      <a:pt x="16786" y="4886"/>
                    </a:cubicBezTo>
                    <a:cubicBezTo>
                      <a:pt x="20383" y="2488"/>
                      <a:pt x="28416" y="630"/>
                      <a:pt x="30694" y="120"/>
                    </a:cubicBezTo>
                    <a:lnTo>
                      <a:pt x="31294" y="0"/>
                    </a:ln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7" name="Google Shape;9157;p359"/>
              <p:cNvSpPr/>
              <p:nvPr/>
            </p:nvSpPr>
            <p:spPr>
              <a:xfrm>
                <a:off x="3657850" y="3671675"/>
                <a:ext cx="296775" cy="146125"/>
              </a:xfrm>
              <a:custGeom>
                <a:rect b="b" l="l" r="r" t="t"/>
                <a:pathLst>
                  <a:path extrusionOk="0" fill="none" h="5845" w="11871">
                    <a:moveTo>
                      <a:pt x="1" y="0"/>
                    </a:moveTo>
                    <a:cubicBezTo>
                      <a:pt x="1" y="0"/>
                      <a:pt x="8963" y="1769"/>
                      <a:pt x="11871" y="5845"/>
                    </a:cubicBez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8" name="Google Shape;9158;p359"/>
              <p:cNvSpPr/>
              <p:nvPr/>
            </p:nvSpPr>
            <p:spPr>
              <a:xfrm>
                <a:off x="3431550" y="4053075"/>
                <a:ext cx="29250" cy="197875"/>
              </a:xfrm>
              <a:custGeom>
                <a:rect b="b" l="l" r="r" t="t"/>
                <a:pathLst>
                  <a:path extrusionOk="0" fill="none" h="7915" w="1170">
                    <a:moveTo>
                      <a:pt x="1170" y="7914"/>
                    </a:moveTo>
                    <a:cubicBezTo>
                      <a:pt x="1170" y="7914"/>
                      <a:pt x="1" y="7734"/>
                      <a:pt x="300" y="1"/>
                    </a:cubicBez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159" name="Google Shape;9159;p359"/>
            <p:cNvSpPr/>
            <p:nvPr/>
          </p:nvSpPr>
          <p:spPr>
            <a:xfrm>
              <a:off x="5672827" y="1205288"/>
              <a:ext cx="1051068" cy="336605"/>
            </a:xfrm>
            <a:custGeom>
              <a:rect b="b" l="l" r="r" t="t"/>
              <a:pathLst>
                <a:path extrusionOk="0" fill="none" h="4647" w="14511">
                  <a:moveTo>
                    <a:pt x="13894" y="3805"/>
                  </a:moveTo>
                  <a:cubicBezTo>
                    <a:pt x="13263" y="3459"/>
                    <a:pt x="12977" y="3744"/>
                    <a:pt x="12766" y="3459"/>
                  </a:cubicBezTo>
                  <a:cubicBezTo>
                    <a:pt x="12541" y="3173"/>
                    <a:pt x="13383" y="2436"/>
                    <a:pt x="11684" y="1699"/>
                  </a:cubicBezTo>
                  <a:cubicBezTo>
                    <a:pt x="11684" y="1699"/>
                    <a:pt x="11578" y="121"/>
                    <a:pt x="9248" y="60"/>
                  </a:cubicBezTo>
                  <a:cubicBezTo>
                    <a:pt x="6917" y="0"/>
                    <a:pt x="7549" y="1654"/>
                    <a:pt x="6917" y="2045"/>
                  </a:cubicBezTo>
                  <a:cubicBezTo>
                    <a:pt x="6286" y="2436"/>
                    <a:pt x="6120" y="1820"/>
                    <a:pt x="5504" y="2211"/>
                  </a:cubicBezTo>
                  <a:cubicBezTo>
                    <a:pt x="4872" y="2617"/>
                    <a:pt x="5158" y="3399"/>
                    <a:pt x="4647" y="3519"/>
                  </a:cubicBezTo>
                  <a:cubicBezTo>
                    <a:pt x="4135" y="3624"/>
                    <a:pt x="3459" y="3008"/>
                    <a:pt x="2842" y="3399"/>
                  </a:cubicBezTo>
                  <a:cubicBezTo>
                    <a:pt x="2211" y="3805"/>
                    <a:pt x="2211" y="4135"/>
                    <a:pt x="1925" y="4135"/>
                  </a:cubicBezTo>
                  <a:cubicBezTo>
                    <a:pt x="1654" y="4135"/>
                    <a:pt x="1083" y="3910"/>
                    <a:pt x="737" y="4135"/>
                  </a:cubicBezTo>
                  <a:cubicBezTo>
                    <a:pt x="406" y="4376"/>
                    <a:pt x="0" y="4647"/>
                    <a:pt x="0" y="4647"/>
                  </a:cubicBezTo>
                  <a:lnTo>
                    <a:pt x="14345" y="4647"/>
                  </a:lnTo>
                  <a:cubicBezTo>
                    <a:pt x="14345" y="4647"/>
                    <a:pt x="14511" y="4135"/>
                    <a:pt x="13894" y="3805"/>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0" name="Google Shape;9160;p359"/>
            <p:cNvSpPr/>
            <p:nvPr/>
          </p:nvSpPr>
          <p:spPr>
            <a:xfrm flipH="1">
              <a:off x="7634060" y="539400"/>
              <a:ext cx="991138" cy="317437"/>
            </a:xfrm>
            <a:custGeom>
              <a:rect b="b" l="l" r="r" t="t"/>
              <a:pathLst>
                <a:path extrusionOk="0" fill="none" h="4647" w="14511">
                  <a:moveTo>
                    <a:pt x="13894" y="3805"/>
                  </a:moveTo>
                  <a:cubicBezTo>
                    <a:pt x="13263" y="3459"/>
                    <a:pt x="12977" y="3744"/>
                    <a:pt x="12766" y="3459"/>
                  </a:cubicBezTo>
                  <a:cubicBezTo>
                    <a:pt x="12541" y="3173"/>
                    <a:pt x="13383" y="2436"/>
                    <a:pt x="11684" y="1699"/>
                  </a:cubicBezTo>
                  <a:cubicBezTo>
                    <a:pt x="11684" y="1699"/>
                    <a:pt x="11578" y="121"/>
                    <a:pt x="9248" y="60"/>
                  </a:cubicBezTo>
                  <a:cubicBezTo>
                    <a:pt x="6917" y="0"/>
                    <a:pt x="7549" y="1654"/>
                    <a:pt x="6917" y="2045"/>
                  </a:cubicBezTo>
                  <a:cubicBezTo>
                    <a:pt x="6286" y="2436"/>
                    <a:pt x="6120" y="1820"/>
                    <a:pt x="5504" y="2211"/>
                  </a:cubicBezTo>
                  <a:cubicBezTo>
                    <a:pt x="4872" y="2617"/>
                    <a:pt x="5158" y="3399"/>
                    <a:pt x="4647" y="3519"/>
                  </a:cubicBezTo>
                  <a:cubicBezTo>
                    <a:pt x="4135" y="3624"/>
                    <a:pt x="3459" y="3008"/>
                    <a:pt x="2842" y="3399"/>
                  </a:cubicBezTo>
                  <a:cubicBezTo>
                    <a:pt x="2211" y="3805"/>
                    <a:pt x="2211" y="4135"/>
                    <a:pt x="1925" y="4135"/>
                  </a:cubicBezTo>
                  <a:cubicBezTo>
                    <a:pt x="1654" y="4135"/>
                    <a:pt x="1083" y="3910"/>
                    <a:pt x="737" y="4135"/>
                  </a:cubicBezTo>
                  <a:cubicBezTo>
                    <a:pt x="406" y="4376"/>
                    <a:pt x="0" y="4647"/>
                    <a:pt x="0" y="4647"/>
                  </a:cubicBezTo>
                  <a:lnTo>
                    <a:pt x="14345" y="4647"/>
                  </a:lnTo>
                  <a:cubicBezTo>
                    <a:pt x="14345" y="4647"/>
                    <a:pt x="14511" y="4135"/>
                    <a:pt x="13894" y="3805"/>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161" name="Google Shape;9161;p359"/>
          <p:cNvSpPr txBox="1"/>
          <p:nvPr>
            <p:ph type="title"/>
          </p:nvPr>
        </p:nvSpPr>
        <p:spPr>
          <a:xfrm>
            <a:off x="178550" y="113525"/>
            <a:ext cx="8759100" cy="749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CA"/>
              <a:t>Appendix - Descriptives (categorical)</a:t>
            </a:r>
            <a:endParaRPr/>
          </a:p>
        </p:txBody>
      </p:sp>
      <p:pic>
        <p:nvPicPr>
          <p:cNvPr id="9162" name="Google Shape;9162;p359" title="histogram_binary.png"/>
          <p:cNvPicPr preferRelativeResize="0"/>
          <p:nvPr/>
        </p:nvPicPr>
        <p:blipFill rotWithShape="1">
          <a:blip r:embed="rId3">
            <a:alphaModFix/>
          </a:blip>
          <a:srcRect b="66667" l="0" r="0" t="0"/>
          <a:stretch/>
        </p:blipFill>
        <p:spPr>
          <a:xfrm>
            <a:off x="283275" y="862625"/>
            <a:ext cx="7191849" cy="37026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66" name="Shape 9166"/>
        <p:cNvGrpSpPr/>
        <p:nvPr/>
      </p:nvGrpSpPr>
      <p:grpSpPr>
        <a:xfrm>
          <a:off x="0" y="0"/>
          <a:ext cx="0" cy="0"/>
          <a:chOff x="0" y="0"/>
          <a:chExt cx="0" cy="0"/>
        </a:xfrm>
      </p:grpSpPr>
      <p:grpSp>
        <p:nvGrpSpPr>
          <p:cNvPr id="9167" name="Google Shape;9167;p360"/>
          <p:cNvGrpSpPr/>
          <p:nvPr/>
        </p:nvGrpSpPr>
        <p:grpSpPr>
          <a:xfrm>
            <a:off x="6154513" y="1224825"/>
            <a:ext cx="4427750" cy="4713008"/>
            <a:chOff x="5407988" y="539400"/>
            <a:chExt cx="4427750" cy="4713008"/>
          </a:xfrm>
        </p:grpSpPr>
        <p:grpSp>
          <p:nvGrpSpPr>
            <p:cNvPr id="9168" name="Google Shape;9168;p360"/>
            <p:cNvGrpSpPr/>
            <p:nvPr/>
          </p:nvGrpSpPr>
          <p:grpSpPr>
            <a:xfrm>
              <a:off x="5407988" y="1205311"/>
              <a:ext cx="4427750" cy="4047097"/>
              <a:chOff x="1210815" y="637186"/>
              <a:chExt cx="4975000" cy="4547300"/>
            </a:xfrm>
          </p:grpSpPr>
          <p:sp>
            <p:nvSpPr>
              <p:cNvPr id="9169" name="Google Shape;9169;p360"/>
              <p:cNvSpPr/>
              <p:nvPr/>
            </p:nvSpPr>
            <p:spPr>
              <a:xfrm>
                <a:off x="1210815" y="637186"/>
                <a:ext cx="4975000" cy="4547300"/>
              </a:xfrm>
              <a:custGeom>
                <a:rect b="b" l="l" r="r" t="t"/>
                <a:pathLst>
                  <a:path extrusionOk="0" h="181892" w="199000">
                    <a:moveTo>
                      <a:pt x="145095" y="1"/>
                    </a:moveTo>
                    <a:cubicBezTo>
                      <a:pt x="138627" y="1"/>
                      <a:pt x="132133" y="1487"/>
                      <a:pt x="126012" y="4493"/>
                    </a:cubicBezTo>
                    <a:cubicBezTo>
                      <a:pt x="114352" y="10189"/>
                      <a:pt x="105300" y="19870"/>
                      <a:pt x="93640" y="25565"/>
                    </a:cubicBezTo>
                    <a:cubicBezTo>
                      <a:pt x="77694" y="33359"/>
                      <a:pt x="60219" y="37615"/>
                      <a:pt x="44092" y="45079"/>
                    </a:cubicBezTo>
                    <a:cubicBezTo>
                      <a:pt x="27996" y="52542"/>
                      <a:pt x="12590" y="64262"/>
                      <a:pt x="6805" y="81048"/>
                    </a:cubicBezTo>
                    <a:cubicBezTo>
                      <a:pt x="0" y="100891"/>
                      <a:pt x="2398" y="124211"/>
                      <a:pt x="12799" y="142345"/>
                    </a:cubicBezTo>
                    <a:cubicBezTo>
                      <a:pt x="29403" y="171284"/>
                      <a:pt x="62084" y="181892"/>
                      <a:pt x="93858" y="181892"/>
                    </a:cubicBezTo>
                    <a:cubicBezTo>
                      <a:pt x="94435" y="181892"/>
                      <a:pt x="95012" y="181888"/>
                      <a:pt x="95588" y="181881"/>
                    </a:cubicBezTo>
                    <a:cubicBezTo>
                      <a:pt x="163839" y="181102"/>
                      <a:pt x="198999" y="98403"/>
                      <a:pt x="187879" y="38994"/>
                    </a:cubicBezTo>
                    <a:cubicBezTo>
                      <a:pt x="185451" y="26105"/>
                      <a:pt x="179516" y="13756"/>
                      <a:pt x="168156" y="6712"/>
                    </a:cubicBezTo>
                    <a:cubicBezTo>
                      <a:pt x="161006" y="2259"/>
                      <a:pt x="153070" y="1"/>
                      <a:pt x="145095"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0" name="Google Shape;9170;p360"/>
              <p:cNvSpPr/>
              <p:nvPr/>
            </p:nvSpPr>
            <p:spPr>
              <a:xfrm>
                <a:off x="2694175" y="2394750"/>
                <a:ext cx="1923625" cy="2085500"/>
              </a:xfrm>
              <a:custGeom>
                <a:rect b="b" l="l" r="r" t="t"/>
                <a:pathLst>
                  <a:path extrusionOk="0" h="83420" w="76945">
                    <a:moveTo>
                      <a:pt x="49159" y="1"/>
                    </a:moveTo>
                    <a:cubicBezTo>
                      <a:pt x="49159" y="1"/>
                      <a:pt x="40856" y="1170"/>
                      <a:pt x="37948" y="1530"/>
                    </a:cubicBezTo>
                    <a:cubicBezTo>
                      <a:pt x="35071" y="1919"/>
                      <a:pt x="30665" y="5396"/>
                      <a:pt x="30665" y="5396"/>
                    </a:cubicBezTo>
                    <a:cubicBezTo>
                      <a:pt x="23860" y="6595"/>
                      <a:pt x="16157" y="10282"/>
                      <a:pt x="16157" y="10282"/>
                    </a:cubicBezTo>
                    <a:cubicBezTo>
                      <a:pt x="11331" y="16427"/>
                      <a:pt x="4197" y="36569"/>
                      <a:pt x="2099" y="46281"/>
                    </a:cubicBezTo>
                    <a:cubicBezTo>
                      <a:pt x="1" y="55963"/>
                      <a:pt x="481" y="66843"/>
                      <a:pt x="481" y="66843"/>
                    </a:cubicBezTo>
                    <a:cubicBezTo>
                      <a:pt x="5486" y="71220"/>
                      <a:pt x="17476" y="73588"/>
                      <a:pt x="17476" y="73588"/>
                    </a:cubicBezTo>
                    <a:lnTo>
                      <a:pt x="18825" y="83419"/>
                    </a:lnTo>
                    <a:lnTo>
                      <a:pt x="57941" y="83419"/>
                    </a:lnTo>
                    <a:lnTo>
                      <a:pt x="64685" y="54764"/>
                    </a:lnTo>
                    <a:cubicBezTo>
                      <a:pt x="64685" y="54764"/>
                      <a:pt x="68462" y="47780"/>
                      <a:pt x="69991" y="44513"/>
                    </a:cubicBezTo>
                    <a:cubicBezTo>
                      <a:pt x="71519" y="41216"/>
                      <a:pt x="76945" y="26378"/>
                      <a:pt x="76945" y="26378"/>
                    </a:cubicBezTo>
                    <a:cubicBezTo>
                      <a:pt x="76045" y="23561"/>
                      <a:pt x="72419" y="21133"/>
                      <a:pt x="70680" y="19844"/>
                    </a:cubicBezTo>
                    <a:cubicBezTo>
                      <a:pt x="68912" y="18585"/>
                      <a:pt x="66634" y="16157"/>
                      <a:pt x="64715" y="14329"/>
                    </a:cubicBezTo>
                    <a:cubicBezTo>
                      <a:pt x="62797" y="12500"/>
                      <a:pt x="59080" y="10282"/>
                      <a:pt x="59080" y="10282"/>
                    </a:cubicBezTo>
                    <a:cubicBezTo>
                      <a:pt x="58211" y="8184"/>
                      <a:pt x="57132" y="6176"/>
                      <a:pt x="55843" y="4317"/>
                    </a:cubicBezTo>
                    <a:cubicBezTo>
                      <a:pt x="53595" y="1080"/>
                      <a:pt x="49308" y="211"/>
                      <a:pt x="49159" y="1"/>
                    </a:cubicBez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1" name="Google Shape;9171;p360"/>
              <p:cNvSpPr/>
              <p:nvPr/>
            </p:nvSpPr>
            <p:spPr>
              <a:xfrm>
                <a:off x="3364100" y="1427350"/>
                <a:ext cx="771125" cy="1355650"/>
              </a:xfrm>
              <a:custGeom>
                <a:rect b="b" l="l" r="r" t="t"/>
                <a:pathLst>
                  <a:path extrusionOk="0" h="54226" w="30845">
                    <a:moveTo>
                      <a:pt x="17506" y="0"/>
                    </a:moveTo>
                    <a:lnTo>
                      <a:pt x="2339" y="4256"/>
                    </a:lnTo>
                    <a:lnTo>
                      <a:pt x="1" y="13369"/>
                    </a:lnTo>
                    <a:lnTo>
                      <a:pt x="1500" y="17985"/>
                    </a:lnTo>
                    <a:cubicBezTo>
                      <a:pt x="1500" y="17985"/>
                      <a:pt x="1799" y="22271"/>
                      <a:pt x="1859" y="24369"/>
                    </a:cubicBezTo>
                    <a:cubicBezTo>
                      <a:pt x="1919" y="26497"/>
                      <a:pt x="1859" y="28116"/>
                      <a:pt x="3478" y="30694"/>
                    </a:cubicBezTo>
                    <a:cubicBezTo>
                      <a:pt x="5067" y="33272"/>
                      <a:pt x="6565" y="35819"/>
                      <a:pt x="10042" y="38037"/>
                    </a:cubicBezTo>
                    <a:lnTo>
                      <a:pt x="10042" y="43882"/>
                    </a:lnTo>
                    <a:cubicBezTo>
                      <a:pt x="10042" y="43882"/>
                      <a:pt x="7884" y="50147"/>
                      <a:pt x="9083" y="53984"/>
                    </a:cubicBezTo>
                    <a:cubicBezTo>
                      <a:pt x="9083" y="53984"/>
                      <a:pt x="9306" y="54226"/>
                      <a:pt x="9855" y="54226"/>
                    </a:cubicBezTo>
                    <a:cubicBezTo>
                      <a:pt x="10273" y="54226"/>
                      <a:pt x="10879" y="54086"/>
                      <a:pt x="11721" y="53594"/>
                    </a:cubicBezTo>
                    <a:cubicBezTo>
                      <a:pt x="13699" y="52485"/>
                      <a:pt x="22062" y="46880"/>
                      <a:pt x="24969" y="41035"/>
                    </a:cubicBezTo>
                    <a:lnTo>
                      <a:pt x="25869" y="26198"/>
                    </a:lnTo>
                    <a:cubicBezTo>
                      <a:pt x="25869" y="26198"/>
                      <a:pt x="26036" y="26225"/>
                      <a:pt x="26301" y="26225"/>
                    </a:cubicBezTo>
                    <a:cubicBezTo>
                      <a:pt x="27047" y="26225"/>
                      <a:pt x="28564" y="26013"/>
                      <a:pt x="29316" y="24399"/>
                    </a:cubicBezTo>
                    <a:cubicBezTo>
                      <a:pt x="30844" y="22241"/>
                      <a:pt x="30784" y="19723"/>
                      <a:pt x="30215" y="17685"/>
                    </a:cubicBezTo>
                    <a:cubicBezTo>
                      <a:pt x="29954" y="16796"/>
                      <a:pt x="29322" y="16546"/>
                      <a:pt x="28693" y="16546"/>
                    </a:cubicBezTo>
                    <a:cubicBezTo>
                      <a:pt x="27878" y="16546"/>
                      <a:pt x="27068" y="16966"/>
                      <a:pt x="27068" y="16966"/>
                    </a:cubicBezTo>
                    <a:lnTo>
                      <a:pt x="27607" y="15737"/>
                    </a:lnTo>
                    <a:cubicBezTo>
                      <a:pt x="27607" y="15737"/>
                      <a:pt x="28476" y="5845"/>
                      <a:pt x="24190" y="4886"/>
                    </a:cubicBezTo>
                    <a:cubicBezTo>
                      <a:pt x="19904" y="3927"/>
                      <a:pt x="17506" y="0"/>
                      <a:pt x="17506" y="0"/>
                    </a:cubicBezTo>
                    <a:close/>
                  </a:path>
                </a:pathLst>
              </a:custGeom>
              <a:solidFill>
                <a:schemeClr val="lt1"/>
              </a:solid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2" name="Google Shape;9172;p360"/>
              <p:cNvSpPr/>
              <p:nvPr/>
            </p:nvSpPr>
            <p:spPr>
              <a:xfrm>
                <a:off x="3302650" y="1299300"/>
                <a:ext cx="791350" cy="621150"/>
              </a:xfrm>
              <a:custGeom>
                <a:rect b="b" l="l" r="r" t="t"/>
                <a:pathLst>
                  <a:path extrusionOk="0" h="24846" w="31654">
                    <a:moveTo>
                      <a:pt x="16344" y="1"/>
                    </a:moveTo>
                    <a:cubicBezTo>
                      <a:pt x="16006" y="1"/>
                      <a:pt x="15703" y="91"/>
                      <a:pt x="15438" y="296"/>
                    </a:cubicBezTo>
                    <a:cubicBezTo>
                      <a:pt x="13669" y="1675"/>
                      <a:pt x="4827" y="3384"/>
                      <a:pt x="2399" y="6291"/>
                    </a:cubicBezTo>
                    <a:cubicBezTo>
                      <a:pt x="1" y="9199"/>
                      <a:pt x="1829" y="13095"/>
                      <a:pt x="1769" y="16183"/>
                    </a:cubicBezTo>
                    <a:cubicBezTo>
                      <a:pt x="1695" y="18748"/>
                      <a:pt x="3689" y="24147"/>
                      <a:pt x="4039" y="24147"/>
                    </a:cubicBezTo>
                    <a:cubicBezTo>
                      <a:pt x="4111" y="24147"/>
                      <a:pt x="4114" y="23924"/>
                      <a:pt x="4018" y="23406"/>
                    </a:cubicBezTo>
                    <a:cubicBezTo>
                      <a:pt x="3988" y="23317"/>
                      <a:pt x="3958" y="23227"/>
                      <a:pt x="3958" y="23107"/>
                    </a:cubicBezTo>
                    <a:cubicBezTo>
                      <a:pt x="3538" y="20319"/>
                      <a:pt x="3538" y="17472"/>
                      <a:pt x="3928" y="14684"/>
                    </a:cubicBezTo>
                    <a:cubicBezTo>
                      <a:pt x="4227" y="12885"/>
                      <a:pt x="5936" y="9948"/>
                      <a:pt x="5936" y="9948"/>
                    </a:cubicBezTo>
                    <a:cubicBezTo>
                      <a:pt x="6741" y="10016"/>
                      <a:pt x="7507" y="10047"/>
                      <a:pt x="8235" y="10047"/>
                    </a:cubicBezTo>
                    <a:cubicBezTo>
                      <a:pt x="14882" y="10047"/>
                      <a:pt x="18315" y="7490"/>
                      <a:pt x="18315" y="7490"/>
                    </a:cubicBezTo>
                    <a:cubicBezTo>
                      <a:pt x="19604" y="11417"/>
                      <a:pt x="25209" y="10278"/>
                      <a:pt x="25899" y="12526"/>
                    </a:cubicBezTo>
                    <a:cubicBezTo>
                      <a:pt x="26618" y="14774"/>
                      <a:pt x="24700" y="17921"/>
                      <a:pt x="25059" y="21038"/>
                    </a:cubicBezTo>
                    <a:cubicBezTo>
                      <a:pt x="25419" y="24186"/>
                      <a:pt x="27337" y="24845"/>
                      <a:pt x="27337" y="24845"/>
                    </a:cubicBezTo>
                    <a:cubicBezTo>
                      <a:pt x="28862" y="21995"/>
                      <a:pt x="30256" y="21620"/>
                      <a:pt x="30884" y="21620"/>
                    </a:cubicBezTo>
                    <a:cubicBezTo>
                      <a:pt x="31108" y="21620"/>
                      <a:pt x="31234" y="21668"/>
                      <a:pt x="31234" y="21668"/>
                    </a:cubicBezTo>
                    <a:cubicBezTo>
                      <a:pt x="31204" y="18730"/>
                      <a:pt x="30665" y="17981"/>
                      <a:pt x="31174" y="12436"/>
                    </a:cubicBezTo>
                    <a:cubicBezTo>
                      <a:pt x="31654" y="6861"/>
                      <a:pt x="28417" y="5272"/>
                      <a:pt x="24490" y="3923"/>
                    </a:cubicBezTo>
                    <a:cubicBezTo>
                      <a:pt x="21162" y="2780"/>
                      <a:pt x="18222" y="1"/>
                      <a:pt x="1634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3" name="Google Shape;9173;p360"/>
              <p:cNvSpPr/>
              <p:nvPr/>
            </p:nvSpPr>
            <p:spPr>
              <a:xfrm>
                <a:off x="3656350" y="2421000"/>
                <a:ext cx="517825" cy="442125"/>
              </a:xfrm>
              <a:custGeom>
                <a:rect b="b" l="l" r="r" t="t"/>
                <a:pathLst>
                  <a:path extrusionOk="0" fill="none" h="17685" w="20713">
                    <a:moveTo>
                      <a:pt x="1" y="15137"/>
                    </a:moveTo>
                    <a:cubicBezTo>
                      <a:pt x="1829" y="13968"/>
                      <a:pt x="4227" y="14418"/>
                      <a:pt x="6235" y="15227"/>
                    </a:cubicBezTo>
                    <a:cubicBezTo>
                      <a:pt x="7315" y="15677"/>
                      <a:pt x="8364" y="16246"/>
                      <a:pt x="9443" y="16726"/>
                    </a:cubicBezTo>
                    <a:cubicBezTo>
                      <a:pt x="9982" y="16965"/>
                      <a:pt x="10552" y="17175"/>
                      <a:pt x="11121" y="17325"/>
                    </a:cubicBezTo>
                    <a:cubicBezTo>
                      <a:pt x="12470" y="17685"/>
                      <a:pt x="11990" y="15976"/>
                      <a:pt x="11901" y="15227"/>
                    </a:cubicBezTo>
                    <a:cubicBezTo>
                      <a:pt x="11811" y="14148"/>
                      <a:pt x="11721" y="13039"/>
                      <a:pt x="11601" y="11960"/>
                    </a:cubicBezTo>
                    <a:cubicBezTo>
                      <a:pt x="11541" y="11720"/>
                      <a:pt x="11571" y="11510"/>
                      <a:pt x="11661" y="11300"/>
                    </a:cubicBezTo>
                    <a:cubicBezTo>
                      <a:pt x="11811" y="11120"/>
                      <a:pt x="11990" y="11001"/>
                      <a:pt x="12200" y="10971"/>
                    </a:cubicBezTo>
                    <a:cubicBezTo>
                      <a:pt x="14598" y="10221"/>
                      <a:pt x="17176" y="10551"/>
                      <a:pt x="19694" y="10581"/>
                    </a:cubicBezTo>
                    <a:cubicBezTo>
                      <a:pt x="19904" y="10611"/>
                      <a:pt x="20143" y="10581"/>
                      <a:pt x="20353" y="10461"/>
                    </a:cubicBezTo>
                    <a:cubicBezTo>
                      <a:pt x="20713" y="10221"/>
                      <a:pt x="20683" y="9682"/>
                      <a:pt x="20593" y="9232"/>
                    </a:cubicBezTo>
                    <a:cubicBezTo>
                      <a:pt x="19724" y="5545"/>
                      <a:pt x="16666" y="1858"/>
                      <a:pt x="13339" y="0"/>
                    </a:cubicBez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4" name="Google Shape;9174;p360"/>
              <p:cNvSpPr/>
              <p:nvPr/>
            </p:nvSpPr>
            <p:spPr>
              <a:xfrm>
                <a:off x="3445050" y="2435975"/>
                <a:ext cx="170125" cy="340975"/>
              </a:xfrm>
              <a:custGeom>
                <a:rect b="b" l="l" r="r" t="t"/>
                <a:pathLst>
                  <a:path extrusionOk="0" fill="none" h="13639" w="6805">
                    <a:moveTo>
                      <a:pt x="6804" y="0"/>
                    </a:moveTo>
                    <a:cubicBezTo>
                      <a:pt x="5156" y="690"/>
                      <a:pt x="3477" y="1409"/>
                      <a:pt x="2038" y="2458"/>
                    </a:cubicBezTo>
                    <a:cubicBezTo>
                      <a:pt x="1529" y="2848"/>
                      <a:pt x="1049" y="3268"/>
                      <a:pt x="630" y="3747"/>
                    </a:cubicBezTo>
                    <a:cubicBezTo>
                      <a:pt x="270" y="4077"/>
                      <a:pt x="60" y="4527"/>
                      <a:pt x="0" y="4976"/>
                    </a:cubicBezTo>
                    <a:cubicBezTo>
                      <a:pt x="30" y="5426"/>
                      <a:pt x="240" y="5845"/>
                      <a:pt x="600" y="6115"/>
                    </a:cubicBezTo>
                    <a:cubicBezTo>
                      <a:pt x="869" y="6325"/>
                      <a:pt x="1139" y="6505"/>
                      <a:pt x="1439" y="6625"/>
                    </a:cubicBezTo>
                    <a:cubicBezTo>
                      <a:pt x="2128" y="6955"/>
                      <a:pt x="2938" y="7284"/>
                      <a:pt x="3237" y="7974"/>
                    </a:cubicBezTo>
                    <a:cubicBezTo>
                      <a:pt x="3297" y="8124"/>
                      <a:pt x="3327" y="8273"/>
                      <a:pt x="3297" y="8423"/>
                    </a:cubicBezTo>
                    <a:cubicBezTo>
                      <a:pt x="3267" y="8573"/>
                      <a:pt x="3177" y="8693"/>
                      <a:pt x="3087" y="8813"/>
                    </a:cubicBezTo>
                    <a:cubicBezTo>
                      <a:pt x="2518" y="9502"/>
                      <a:pt x="1529" y="10042"/>
                      <a:pt x="1589" y="10941"/>
                    </a:cubicBezTo>
                    <a:cubicBezTo>
                      <a:pt x="1649" y="11630"/>
                      <a:pt x="2338" y="12050"/>
                      <a:pt x="2968" y="12350"/>
                    </a:cubicBezTo>
                    <a:cubicBezTo>
                      <a:pt x="3597" y="12680"/>
                      <a:pt x="4316" y="12979"/>
                      <a:pt x="4526" y="13639"/>
                    </a:cubicBez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5" name="Google Shape;9175;p360"/>
              <p:cNvSpPr/>
              <p:nvPr/>
            </p:nvSpPr>
            <p:spPr>
              <a:xfrm>
                <a:off x="3097350" y="2651800"/>
                <a:ext cx="1520450" cy="1547425"/>
              </a:xfrm>
              <a:custGeom>
                <a:rect b="b" l="l" r="r" t="t"/>
                <a:pathLst>
                  <a:path extrusionOk="0" fill="none" h="61897" w="60818">
                    <a:moveTo>
                      <a:pt x="42953" y="0"/>
                    </a:moveTo>
                    <a:cubicBezTo>
                      <a:pt x="42953" y="0"/>
                      <a:pt x="48588" y="3357"/>
                      <a:pt x="51076" y="6534"/>
                    </a:cubicBezTo>
                    <a:cubicBezTo>
                      <a:pt x="53564" y="9712"/>
                      <a:pt x="59469" y="11810"/>
                      <a:pt x="60818" y="16096"/>
                    </a:cubicBezTo>
                    <a:cubicBezTo>
                      <a:pt x="60818" y="16096"/>
                      <a:pt x="53054" y="40555"/>
                      <a:pt x="44901" y="49428"/>
                    </a:cubicBezTo>
                    <a:cubicBezTo>
                      <a:pt x="36778" y="58270"/>
                      <a:pt x="32282" y="61897"/>
                      <a:pt x="32282" y="61897"/>
                    </a:cubicBezTo>
                    <a:cubicBezTo>
                      <a:pt x="32282" y="61897"/>
                      <a:pt x="12709" y="58480"/>
                      <a:pt x="0" y="47839"/>
                    </a:cubicBezTo>
                    <a:lnTo>
                      <a:pt x="4556" y="37378"/>
                    </a:lnTo>
                    <a:cubicBezTo>
                      <a:pt x="4556" y="37378"/>
                      <a:pt x="17355" y="38997"/>
                      <a:pt x="22421" y="40795"/>
                    </a:cubicBezTo>
                    <a:cubicBezTo>
                      <a:pt x="27486" y="42593"/>
                      <a:pt x="32282" y="53504"/>
                      <a:pt x="32282" y="53504"/>
                    </a:cubicBez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6" name="Google Shape;9176;p360"/>
              <p:cNvSpPr/>
              <p:nvPr/>
            </p:nvSpPr>
            <p:spPr>
              <a:xfrm>
                <a:off x="3131050" y="3776575"/>
                <a:ext cx="1172025" cy="703675"/>
              </a:xfrm>
              <a:custGeom>
                <a:rect b="b" l="l" r="r" t="t"/>
                <a:pathLst>
                  <a:path extrusionOk="0" fill="none" h="28147" w="46881">
                    <a:moveTo>
                      <a:pt x="46881" y="0"/>
                    </a:moveTo>
                    <a:lnTo>
                      <a:pt x="40466" y="28146"/>
                    </a:lnTo>
                    <a:lnTo>
                      <a:pt x="1350" y="28146"/>
                    </a:lnTo>
                    <a:lnTo>
                      <a:pt x="1" y="18315"/>
                    </a:lnTo>
                  </a:path>
                </a:pathLst>
              </a:custGeom>
              <a:noFill/>
              <a:ln cap="rnd" cmpd="sng" w="9750">
                <a:solidFill>
                  <a:srgbClr val="2632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7" name="Google Shape;9177;p360"/>
              <p:cNvSpPr/>
              <p:nvPr/>
            </p:nvSpPr>
            <p:spPr>
              <a:xfrm>
                <a:off x="2951975" y="3633900"/>
                <a:ext cx="239050" cy="222875"/>
              </a:xfrm>
              <a:custGeom>
                <a:rect b="b" l="l" r="r" t="t"/>
                <a:pathLst>
                  <a:path extrusionOk="0" h="8915" w="9562">
                    <a:moveTo>
                      <a:pt x="9345" y="0"/>
                    </a:moveTo>
                    <a:cubicBezTo>
                      <a:pt x="8476" y="0"/>
                      <a:pt x="5045" y="442"/>
                      <a:pt x="0" y="6697"/>
                    </a:cubicBezTo>
                    <a:cubicBezTo>
                      <a:pt x="1828" y="6697"/>
                      <a:pt x="3597" y="7326"/>
                      <a:pt x="5066" y="8435"/>
                    </a:cubicBezTo>
                    <a:lnTo>
                      <a:pt x="5995" y="8915"/>
                    </a:lnTo>
                    <a:lnTo>
                      <a:pt x="9562" y="12"/>
                    </a:lnTo>
                    <a:cubicBezTo>
                      <a:pt x="9562" y="12"/>
                      <a:pt x="9488" y="0"/>
                      <a:pt x="9345" y="0"/>
                    </a:cubicBezTo>
                    <a:close/>
                  </a:path>
                </a:pathLst>
              </a:custGeom>
              <a:solidFill>
                <a:schemeClr val="lt1"/>
              </a:solidFill>
              <a:ln cap="flat" cmpd="sng" w="9525">
                <a:solidFill>
                  <a:schemeClr val="dk1"/>
                </a:solidFill>
                <a:prstDash val="solid"/>
                <a:miter lim="299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8" name="Google Shape;9178;p360"/>
              <p:cNvSpPr/>
              <p:nvPr/>
            </p:nvSpPr>
            <p:spPr>
              <a:xfrm>
                <a:off x="3439050" y="4053075"/>
                <a:ext cx="219575" cy="111625"/>
              </a:xfrm>
              <a:custGeom>
                <a:rect b="b" l="l" r="r" t="t"/>
                <a:pathLst>
                  <a:path extrusionOk="0" h="4465" w="8783">
                    <a:moveTo>
                      <a:pt x="0" y="1"/>
                    </a:moveTo>
                    <a:lnTo>
                      <a:pt x="0" y="3958"/>
                    </a:lnTo>
                    <a:cubicBezTo>
                      <a:pt x="0" y="3958"/>
                      <a:pt x="1702" y="4464"/>
                      <a:pt x="3864" y="4464"/>
                    </a:cubicBezTo>
                    <a:cubicBezTo>
                      <a:pt x="5420" y="4464"/>
                      <a:pt x="7214" y="4202"/>
                      <a:pt x="8783" y="3298"/>
                    </a:cubicBezTo>
                    <a:lnTo>
                      <a:pt x="0" y="1"/>
                    </a:lnTo>
                    <a:close/>
                  </a:path>
                </a:pathLst>
              </a:custGeom>
              <a:solidFill>
                <a:schemeClr val="lt1"/>
              </a:solidFill>
              <a:ln cap="flat" cmpd="sng" w="9525">
                <a:solidFill>
                  <a:schemeClr val="dk1"/>
                </a:solidFill>
                <a:prstDash val="solid"/>
                <a:miter lim="299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9" name="Google Shape;9179;p360"/>
              <p:cNvSpPr/>
              <p:nvPr/>
            </p:nvSpPr>
            <p:spPr>
              <a:xfrm>
                <a:off x="3687075" y="2683250"/>
                <a:ext cx="436150" cy="549325"/>
              </a:xfrm>
              <a:custGeom>
                <a:rect b="b" l="l" r="r" t="t"/>
                <a:pathLst>
                  <a:path extrusionOk="0" h="21973" w="17446">
                    <a:moveTo>
                      <a:pt x="15947" y="1"/>
                    </a:moveTo>
                    <a:cubicBezTo>
                      <a:pt x="15587" y="1230"/>
                      <a:pt x="11631" y="14658"/>
                      <a:pt x="390" y="20563"/>
                    </a:cubicBezTo>
                    <a:cubicBezTo>
                      <a:pt x="151" y="20683"/>
                      <a:pt x="1" y="20953"/>
                      <a:pt x="1" y="21223"/>
                    </a:cubicBezTo>
                    <a:cubicBezTo>
                      <a:pt x="1" y="21642"/>
                      <a:pt x="330" y="21972"/>
                      <a:pt x="750" y="21972"/>
                    </a:cubicBezTo>
                    <a:cubicBezTo>
                      <a:pt x="870" y="21972"/>
                      <a:pt x="990" y="21942"/>
                      <a:pt x="1080" y="21882"/>
                    </a:cubicBezTo>
                    <a:cubicBezTo>
                      <a:pt x="13399" y="15408"/>
                      <a:pt x="17236" y="900"/>
                      <a:pt x="17416" y="271"/>
                    </a:cubicBezTo>
                    <a:cubicBezTo>
                      <a:pt x="17416" y="211"/>
                      <a:pt x="17446" y="121"/>
                      <a:pt x="17416" y="61"/>
                    </a:cubicBezTo>
                    <a:lnTo>
                      <a:pt x="1594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0" name="Google Shape;9180;p360"/>
              <p:cNvSpPr/>
              <p:nvPr/>
            </p:nvSpPr>
            <p:spPr>
              <a:xfrm>
                <a:off x="3345375" y="2529650"/>
                <a:ext cx="115425" cy="458625"/>
              </a:xfrm>
              <a:custGeom>
                <a:rect b="b" l="l" r="r" t="t"/>
                <a:pathLst>
                  <a:path extrusionOk="0" h="18345" w="4617">
                    <a:moveTo>
                      <a:pt x="4617" y="0"/>
                    </a:moveTo>
                    <a:lnTo>
                      <a:pt x="4017" y="150"/>
                    </a:lnTo>
                    <a:cubicBezTo>
                      <a:pt x="2668" y="2608"/>
                      <a:pt x="180" y="8333"/>
                      <a:pt x="1" y="16726"/>
                    </a:cubicBezTo>
                    <a:lnTo>
                      <a:pt x="1" y="18345"/>
                    </a:lnTo>
                    <a:cubicBezTo>
                      <a:pt x="360" y="18165"/>
                      <a:pt x="780" y="18045"/>
                      <a:pt x="1170" y="17985"/>
                    </a:cubicBezTo>
                    <a:cubicBezTo>
                      <a:pt x="1289" y="17955"/>
                      <a:pt x="1379" y="17955"/>
                      <a:pt x="1499" y="17955"/>
                    </a:cubicBezTo>
                    <a:lnTo>
                      <a:pt x="1499" y="17655"/>
                    </a:lnTo>
                    <a:lnTo>
                      <a:pt x="1499" y="16426"/>
                    </a:lnTo>
                    <a:cubicBezTo>
                      <a:pt x="1589" y="11600"/>
                      <a:pt x="2638" y="6804"/>
                      <a:pt x="4587" y="2338"/>
                    </a:cubicBezTo>
                    <a:cubicBezTo>
                      <a:pt x="4257" y="2098"/>
                      <a:pt x="4047" y="1679"/>
                      <a:pt x="4017" y="1259"/>
                    </a:cubicBezTo>
                    <a:cubicBezTo>
                      <a:pt x="4047" y="780"/>
                      <a:pt x="4287" y="330"/>
                      <a:pt x="4617"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1" name="Google Shape;9181;p360"/>
              <p:cNvSpPr/>
              <p:nvPr/>
            </p:nvSpPr>
            <p:spPr>
              <a:xfrm>
                <a:off x="3647375" y="3123775"/>
                <a:ext cx="203850" cy="159850"/>
              </a:xfrm>
              <a:custGeom>
                <a:rect b="b" l="l" r="r" t="t"/>
                <a:pathLst>
                  <a:path extrusionOk="0" h="6394" w="8154">
                    <a:moveTo>
                      <a:pt x="5301" y="0"/>
                    </a:moveTo>
                    <a:cubicBezTo>
                      <a:pt x="4413" y="0"/>
                      <a:pt x="3399" y="330"/>
                      <a:pt x="2488" y="994"/>
                    </a:cubicBezTo>
                    <a:cubicBezTo>
                      <a:pt x="719" y="2253"/>
                      <a:pt x="0" y="4291"/>
                      <a:pt x="869" y="5520"/>
                    </a:cubicBezTo>
                    <a:cubicBezTo>
                      <a:pt x="1291" y="6102"/>
                      <a:pt x="2016" y="6394"/>
                      <a:pt x="2852" y="6394"/>
                    </a:cubicBezTo>
                    <a:cubicBezTo>
                      <a:pt x="3740" y="6394"/>
                      <a:pt x="4754" y="6064"/>
                      <a:pt x="5665" y="5400"/>
                    </a:cubicBezTo>
                    <a:cubicBezTo>
                      <a:pt x="7434" y="4111"/>
                      <a:pt x="8153" y="2103"/>
                      <a:pt x="7284" y="874"/>
                    </a:cubicBezTo>
                    <a:cubicBezTo>
                      <a:pt x="6862" y="293"/>
                      <a:pt x="6138" y="0"/>
                      <a:pt x="5301" y="0"/>
                    </a:cubicBezTo>
                    <a:close/>
                  </a:path>
                </a:pathLst>
              </a:custGeom>
              <a:solidFill>
                <a:schemeClr val="lt1"/>
              </a:solid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2" name="Google Shape;9182;p360"/>
              <p:cNvSpPr/>
              <p:nvPr/>
            </p:nvSpPr>
            <p:spPr>
              <a:xfrm>
                <a:off x="3647375" y="3112425"/>
                <a:ext cx="143150" cy="112750"/>
              </a:xfrm>
              <a:custGeom>
                <a:rect b="b" l="l" r="r" t="t"/>
                <a:pathLst>
                  <a:path extrusionOk="0" h="4510" w="5726">
                    <a:moveTo>
                      <a:pt x="3701" y="1"/>
                    </a:moveTo>
                    <a:cubicBezTo>
                      <a:pt x="3075" y="1"/>
                      <a:pt x="2360" y="234"/>
                      <a:pt x="1709" y="699"/>
                    </a:cubicBezTo>
                    <a:cubicBezTo>
                      <a:pt x="480" y="1598"/>
                      <a:pt x="0" y="3037"/>
                      <a:pt x="600" y="3876"/>
                    </a:cubicBezTo>
                    <a:cubicBezTo>
                      <a:pt x="892" y="4299"/>
                      <a:pt x="1404" y="4510"/>
                      <a:pt x="1996" y="4510"/>
                    </a:cubicBezTo>
                    <a:cubicBezTo>
                      <a:pt x="2618" y="4510"/>
                      <a:pt x="3327" y="4277"/>
                      <a:pt x="3957" y="3816"/>
                    </a:cubicBezTo>
                    <a:cubicBezTo>
                      <a:pt x="5216" y="2917"/>
                      <a:pt x="5725" y="1478"/>
                      <a:pt x="5096" y="609"/>
                    </a:cubicBezTo>
                    <a:cubicBezTo>
                      <a:pt x="4792" y="204"/>
                      <a:pt x="4285" y="1"/>
                      <a:pt x="3701" y="1"/>
                    </a:cubicBezTo>
                    <a:close/>
                  </a:path>
                </a:pathLst>
              </a:custGeom>
              <a:solidFill>
                <a:schemeClr val="lt1"/>
              </a:solid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3" name="Google Shape;9183;p360"/>
              <p:cNvSpPr/>
              <p:nvPr/>
            </p:nvSpPr>
            <p:spPr>
              <a:xfrm>
                <a:off x="3173775" y="2940975"/>
                <a:ext cx="434650" cy="604825"/>
              </a:xfrm>
              <a:custGeom>
                <a:rect b="b" l="l" r="r" t="t"/>
                <a:pathLst>
                  <a:path extrusionOk="0" h="24193" w="17386">
                    <a:moveTo>
                      <a:pt x="8535" y="0"/>
                    </a:moveTo>
                    <a:cubicBezTo>
                      <a:pt x="8478" y="0"/>
                      <a:pt x="8421" y="1"/>
                      <a:pt x="8363" y="3"/>
                    </a:cubicBezTo>
                    <a:cubicBezTo>
                      <a:pt x="8153" y="3"/>
                      <a:pt x="7974" y="33"/>
                      <a:pt x="7794" y="63"/>
                    </a:cubicBezTo>
                    <a:cubicBezTo>
                      <a:pt x="7464" y="93"/>
                      <a:pt x="7164" y="183"/>
                      <a:pt x="6835" y="273"/>
                    </a:cubicBezTo>
                    <a:cubicBezTo>
                      <a:pt x="5066" y="932"/>
                      <a:pt x="3657" y="2371"/>
                      <a:pt x="3058" y="4170"/>
                    </a:cubicBezTo>
                    <a:lnTo>
                      <a:pt x="2938" y="4529"/>
                    </a:lnTo>
                    <a:cubicBezTo>
                      <a:pt x="2009" y="6987"/>
                      <a:pt x="1289" y="9505"/>
                      <a:pt x="750" y="12083"/>
                    </a:cubicBezTo>
                    <a:cubicBezTo>
                      <a:pt x="150" y="15200"/>
                      <a:pt x="0" y="18497"/>
                      <a:pt x="1199" y="20925"/>
                    </a:cubicBezTo>
                    <a:cubicBezTo>
                      <a:pt x="1949" y="22484"/>
                      <a:pt x="3328" y="23653"/>
                      <a:pt x="4976" y="24132"/>
                    </a:cubicBezTo>
                    <a:cubicBezTo>
                      <a:pt x="5036" y="24162"/>
                      <a:pt x="5126" y="24192"/>
                      <a:pt x="5216" y="24192"/>
                    </a:cubicBezTo>
                    <a:cubicBezTo>
                      <a:pt x="5516" y="24192"/>
                      <a:pt x="5815" y="23983"/>
                      <a:pt x="5905" y="23683"/>
                    </a:cubicBezTo>
                    <a:cubicBezTo>
                      <a:pt x="6055" y="23263"/>
                      <a:pt x="5815" y="22844"/>
                      <a:pt x="5426" y="22724"/>
                    </a:cubicBezTo>
                    <a:cubicBezTo>
                      <a:pt x="4167" y="22364"/>
                      <a:pt x="3118" y="21465"/>
                      <a:pt x="2518" y="20266"/>
                    </a:cubicBezTo>
                    <a:cubicBezTo>
                      <a:pt x="1469" y="18108"/>
                      <a:pt x="1679" y="15020"/>
                      <a:pt x="2278" y="12083"/>
                    </a:cubicBezTo>
                    <a:cubicBezTo>
                      <a:pt x="2788" y="9685"/>
                      <a:pt x="3507" y="7347"/>
                      <a:pt x="4347" y="5039"/>
                    </a:cubicBezTo>
                    <a:lnTo>
                      <a:pt x="4467" y="4679"/>
                    </a:lnTo>
                    <a:cubicBezTo>
                      <a:pt x="4886" y="3480"/>
                      <a:pt x="5725" y="2491"/>
                      <a:pt x="6835" y="1892"/>
                    </a:cubicBezTo>
                    <a:cubicBezTo>
                      <a:pt x="7224" y="1712"/>
                      <a:pt x="7614" y="1592"/>
                      <a:pt x="8004" y="1532"/>
                    </a:cubicBezTo>
                    <a:cubicBezTo>
                      <a:pt x="8123" y="1502"/>
                      <a:pt x="8243" y="1502"/>
                      <a:pt x="8333" y="1502"/>
                    </a:cubicBezTo>
                    <a:cubicBezTo>
                      <a:pt x="8391" y="1499"/>
                      <a:pt x="8449" y="1498"/>
                      <a:pt x="8506" y="1498"/>
                    </a:cubicBezTo>
                    <a:cubicBezTo>
                      <a:pt x="9761" y="1498"/>
                      <a:pt x="10943" y="2119"/>
                      <a:pt x="11630" y="3150"/>
                    </a:cubicBezTo>
                    <a:cubicBezTo>
                      <a:pt x="13129" y="5189"/>
                      <a:pt x="13849" y="7946"/>
                      <a:pt x="14328" y="10134"/>
                    </a:cubicBezTo>
                    <a:cubicBezTo>
                      <a:pt x="14508" y="10824"/>
                      <a:pt x="14628" y="11483"/>
                      <a:pt x="14718" y="12083"/>
                    </a:cubicBezTo>
                    <a:cubicBezTo>
                      <a:pt x="15827" y="19277"/>
                      <a:pt x="13309" y="21435"/>
                      <a:pt x="13249" y="21495"/>
                    </a:cubicBezTo>
                    <a:cubicBezTo>
                      <a:pt x="12949" y="21734"/>
                      <a:pt x="12889" y="22154"/>
                      <a:pt x="13099" y="22484"/>
                    </a:cubicBezTo>
                    <a:cubicBezTo>
                      <a:pt x="13233" y="22694"/>
                      <a:pt x="13476" y="22807"/>
                      <a:pt x="13720" y="22807"/>
                    </a:cubicBezTo>
                    <a:cubicBezTo>
                      <a:pt x="13859" y="22807"/>
                      <a:pt x="13999" y="22770"/>
                      <a:pt x="14118" y="22694"/>
                    </a:cubicBezTo>
                    <a:cubicBezTo>
                      <a:pt x="14268" y="22574"/>
                      <a:pt x="17385" y="20176"/>
                      <a:pt x="16216" y="12083"/>
                    </a:cubicBezTo>
                    <a:cubicBezTo>
                      <a:pt x="16127" y="11393"/>
                      <a:pt x="15977" y="10614"/>
                      <a:pt x="15797" y="9835"/>
                    </a:cubicBezTo>
                    <a:cubicBezTo>
                      <a:pt x="15287" y="7497"/>
                      <a:pt x="14508" y="4529"/>
                      <a:pt x="12829" y="2281"/>
                    </a:cubicBezTo>
                    <a:cubicBezTo>
                      <a:pt x="11843" y="860"/>
                      <a:pt x="10240" y="0"/>
                      <a:pt x="8535" y="0"/>
                    </a:cubicBezTo>
                    <a:close/>
                  </a:path>
                </a:pathLst>
              </a:custGeom>
              <a:solidFill>
                <a:schemeClr val="dk1"/>
              </a:solidFill>
              <a:ln cap="flat" cmpd="sng" w="9525">
                <a:solidFill>
                  <a:schemeClr val="dk1"/>
                </a:solidFill>
                <a:prstDash val="solid"/>
                <a:miter lim="299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4" name="Google Shape;9184;p360"/>
              <p:cNvSpPr/>
              <p:nvPr/>
            </p:nvSpPr>
            <p:spPr>
              <a:xfrm>
                <a:off x="3285425" y="3498000"/>
                <a:ext cx="107925" cy="56700"/>
              </a:xfrm>
              <a:custGeom>
                <a:rect b="b" l="l" r="r" t="t"/>
                <a:pathLst>
                  <a:path extrusionOk="0" h="2268" w="4317">
                    <a:moveTo>
                      <a:pt x="1398" y="1"/>
                    </a:moveTo>
                    <a:cubicBezTo>
                      <a:pt x="930" y="1"/>
                      <a:pt x="465" y="8"/>
                      <a:pt x="1" y="23"/>
                    </a:cubicBezTo>
                    <a:lnTo>
                      <a:pt x="210" y="1761"/>
                    </a:lnTo>
                    <a:cubicBezTo>
                      <a:pt x="210" y="1761"/>
                      <a:pt x="1423" y="2268"/>
                      <a:pt x="2435" y="2268"/>
                    </a:cubicBezTo>
                    <a:cubicBezTo>
                      <a:pt x="2941" y="2268"/>
                      <a:pt x="3398" y="2141"/>
                      <a:pt x="3627" y="1761"/>
                    </a:cubicBezTo>
                    <a:cubicBezTo>
                      <a:pt x="4317" y="652"/>
                      <a:pt x="3747" y="113"/>
                      <a:pt x="2818" y="23"/>
                    </a:cubicBezTo>
                    <a:cubicBezTo>
                      <a:pt x="2339" y="8"/>
                      <a:pt x="1866" y="1"/>
                      <a:pt x="1398" y="1"/>
                    </a:cubicBezTo>
                    <a:close/>
                  </a:path>
                </a:pathLst>
              </a:custGeom>
              <a:solidFill>
                <a:schemeClr val="dk1"/>
              </a:solidFill>
              <a:ln cap="flat" cmpd="sng" w="9525">
                <a:solidFill>
                  <a:schemeClr val="dk1"/>
                </a:solidFill>
                <a:prstDash val="solid"/>
                <a:miter lim="299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5" name="Google Shape;9185;p360"/>
              <p:cNvSpPr/>
              <p:nvPr/>
            </p:nvSpPr>
            <p:spPr>
              <a:xfrm>
                <a:off x="3173775" y="3243025"/>
                <a:ext cx="151400" cy="302775"/>
              </a:xfrm>
              <a:custGeom>
                <a:rect b="b" l="l" r="r" t="t"/>
                <a:pathLst>
                  <a:path extrusionOk="0" h="12111" w="6056">
                    <a:moveTo>
                      <a:pt x="750" y="1"/>
                    </a:moveTo>
                    <a:cubicBezTo>
                      <a:pt x="150" y="3118"/>
                      <a:pt x="0" y="6415"/>
                      <a:pt x="1199" y="8843"/>
                    </a:cubicBezTo>
                    <a:cubicBezTo>
                      <a:pt x="1949" y="10402"/>
                      <a:pt x="3328" y="11571"/>
                      <a:pt x="4976" y="12080"/>
                    </a:cubicBezTo>
                    <a:cubicBezTo>
                      <a:pt x="5066" y="12110"/>
                      <a:pt x="5126" y="12110"/>
                      <a:pt x="5216" y="12110"/>
                    </a:cubicBezTo>
                    <a:cubicBezTo>
                      <a:pt x="5546" y="12110"/>
                      <a:pt x="5815" y="11901"/>
                      <a:pt x="5935" y="11601"/>
                    </a:cubicBezTo>
                    <a:cubicBezTo>
                      <a:pt x="6055" y="11181"/>
                      <a:pt x="5815" y="10762"/>
                      <a:pt x="5426" y="10642"/>
                    </a:cubicBezTo>
                    <a:cubicBezTo>
                      <a:pt x="4167" y="10282"/>
                      <a:pt x="3088" y="9383"/>
                      <a:pt x="2518" y="8184"/>
                    </a:cubicBezTo>
                    <a:cubicBezTo>
                      <a:pt x="1469" y="6026"/>
                      <a:pt x="1649" y="2938"/>
                      <a:pt x="2248" y="1"/>
                    </a:cubicBezTo>
                    <a:close/>
                  </a:path>
                </a:pathLst>
              </a:custGeom>
              <a:solidFill>
                <a:schemeClr val="lt1"/>
              </a:solid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6" name="Google Shape;9186;p360"/>
              <p:cNvSpPr/>
              <p:nvPr/>
            </p:nvSpPr>
            <p:spPr>
              <a:xfrm>
                <a:off x="3456275" y="3444850"/>
                <a:ext cx="102450" cy="87625"/>
              </a:xfrm>
              <a:custGeom>
                <a:rect b="b" l="l" r="r" t="t"/>
                <a:pathLst>
                  <a:path extrusionOk="0" h="3505" w="4098">
                    <a:moveTo>
                      <a:pt x="3319" y="1"/>
                    </a:moveTo>
                    <a:cubicBezTo>
                      <a:pt x="3255" y="1"/>
                      <a:pt x="3179" y="17"/>
                      <a:pt x="3088" y="51"/>
                    </a:cubicBezTo>
                    <a:cubicBezTo>
                      <a:pt x="2219" y="381"/>
                      <a:pt x="900" y="950"/>
                      <a:pt x="330" y="1699"/>
                    </a:cubicBezTo>
                    <a:cubicBezTo>
                      <a:pt x="91" y="1999"/>
                      <a:pt x="1" y="2329"/>
                      <a:pt x="61" y="2689"/>
                    </a:cubicBezTo>
                    <a:cubicBezTo>
                      <a:pt x="199" y="3186"/>
                      <a:pt x="642" y="3505"/>
                      <a:pt x="1134" y="3505"/>
                    </a:cubicBezTo>
                    <a:cubicBezTo>
                      <a:pt x="1175" y="3505"/>
                      <a:pt x="1217" y="3503"/>
                      <a:pt x="1260" y="3498"/>
                    </a:cubicBezTo>
                    <a:cubicBezTo>
                      <a:pt x="1799" y="3438"/>
                      <a:pt x="2279" y="3168"/>
                      <a:pt x="2638" y="2748"/>
                    </a:cubicBezTo>
                    <a:cubicBezTo>
                      <a:pt x="2971" y="2361"/>
                      <a:pt x="4097" y="1"/>
                      <a:pt x="3319" y="1"/>
                    </a:cubicBezTo>
                    <a:close/>
                  </a:path>
                </a:pathLst>
              </a:custGeom>
              <a:solidFill>
                <a:schemeClr val="dk1"/>
              </a:solidFill>
              <a:ln cap="flat" cmpd="sng" w="9525">
                <a:solidFill>
                  <a:schemeClr val="dk1"/>
                </a:solidFill>
                <a:prstDash val="solid"/>
                <a:miter lim="299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7" name="Google Shape;9187;p360"/>
              <p:cNvSpPr/>
              <p:nvPr/>
            </p:nvSpPr>
            <p:spPr>
              <a:xfrm>
                <a:off x="3496000" y="3243025"/>
                <a:ext cx="112425" cy="268125"/>
              </a:xfrm>
              <a:custGeom>
                <a:rect b="b" l="l" r="r" t="t"/>
                <a:pathLst>
                  <a:path extrusionOk="0" h="10725" w="4497">
                    <a:moveTo>
                      <a:pt x="1829" y="1"/>
                    </a:moveTo>
                    <a:cubicBezTo>
                      <a:pt x="2938" y="7195"/>
                      <a:pt x="420" y="9353"/>
                      <a:pt x="360" y="9413"/>
                    </a:cubicBezTo>
                    <a:cubicBezTo>
                      <a:pt x="60" y="9652"/>
                      <a:pt x="0" y="10072"/>
                      <a:pt x="210" y="10402"/>
                    </a:cubicBezTo>
                    <a:cubicBezTo>
                      <a:pt x="344" y="10612"/>
                      <a:pt x="587" y="10725"/>
                      <a:pt x="831" y="10725"/>
                    </a:cubicBezTo>
                    <a:cubicBezTo>
                      <a:pt x="970" y="10725"/>
                      <a:pt x="1110" y="10688"/>
                      <a:pt x="1229" y="10612"/>
                    </a:cubicBezTo>
                    <a:cubicBezTo>
                      <a:pt x="1379" y="10492"/>
                      <a:pt x="4496" y="8094"/>
                      <a:pt x="3327" y="1"/>
                    </a:cubicBezTo>
                    <a:close/>
                  </a:path>
                </a:pathLst>
              </a:custGeom>
              <a:solidFill>
                <a:schemeClr val="lt1"/>
              </a:solid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8" name="Google Shape;9188;p360"/>
              <p:cNvSpPr/>
              <p:nvPr/>
            </p:nvSpPr>
            <p:spPr>
              <a:xfrm>
                <a:off x="2035500" y="4401525"/>
                <a:ext cx="3306175" cy="327500"/>
              </a:xfrm>
              <a:custGeom>
                <a:rect b="b" l="l" r="r" t="t"/>
                <a:pathLst>
                  <a:path extrusionOk="0" h="13100" w="132247">
                    <a:moveTo>
                      <a:pt x="13879" y="1"/>
                    </a:moveTo>
                    <a:lnTo>
                      <a:pt x="1" y="13100"/>
                    </a:lnTo>
                    <a:lnTo>
                      <a:pt x="132247" y="13100"/>
                    </a:lnTo>
                    <a:lnTo>
                      <a:pt x="123914" y="1"/>
                    </a:lnTo>
                    <a:close/>
                  </a:path>
                </a:pathLst>
              </a:custGeom>
              <a:solidFill>
                <a:schemeClr val="lt1"/>
              </a:solid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9" name="Google Shape;9189;p360"/>
              <p:cNvSpPr/>
              <p:nvPr/>
            </p:nvSpPr>
            <p:spPr>
              <a:xfrm>
                <a:off x="2035500" y="4729000"/>
                <a:ext cx="3306175" cy="88450"/>
              </a:xfrm>
              <a:custGeom>
                <a:rect b="b" l="l" r="r" t="t"/>
                <a:pathLst>
                  <a:path extrusionOk="0" h="3538" w="132247">
                    <a:moveTo>
                      <a:pt x="1" y="1"/>
                    </a:moveTo>
                    <a:lnTo>
                      <a:pt x="1" y="3538"/>
                    </a:lnTo>
                    <a:lnTo>
                      <a:pt x="132247" y="3538"/>
                    </a:lnTo>
                    <a:lnTo>
                      <a:pt x="132247" y="1"/>
                    </a:lnTo>
                    <a:close/>
                  </a:path>
                </a:pathLst>
              </a:custGeom>
              <a:solidFill>
                <a:schemeClr val="dk1"/>
              </a:solid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0" name="Google Shape;9190;p360"/>
              <p:cNvSpPr/>
              <p:nvPr/>
            </p:nvSpPr>
            <p:spPr>
              <a:xfrm>
                <a:off x="2382450" y="4580625"/>
                <a:ext cx="543300" cy="67475"/>
              </a:xfrm>
              <a:custGeom>
                <a:rect b="b" l="l" r="r" t="t"/>
                <a:pathLst>
                  <a:path extrusionOk="0" h="2699" w="21732">
                    <a:moveTo>
                      <a:pt x="1" y="1"/>
                    </a:moveTo>
                    <a:lnTo>
                      <a:pt x="1" y="2698"/>
                    </a:lnTo>
                    <a:lnTo>
                      <a:pt x="21732" y="2698"/>
                    </a:lnTo>
                    <a:lnTo>
                      <a:pt x="21732" y="1"/>
                    </a:lnTo>
                    <a:close/>
                  </a:path>
                </a:pathLst>
              </a:custGeom>
              <a:solidFill>
                <a:schemeClr val="lt1"/>
              </a:solidFill>
              <a:ln cap="flat" cmpd="sng" w="9525">
                <a:solidFill>
                  <a:schemeClr val="dk1"/>
                </a:solidFill>
                <a:prstDash val="solid"/>
                <a:miter lim="299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1" name="Google Shape;9191;p360"/>
              <p:cNvSpPr/>
              <p:nvPr/>
            </p:nvSpPr>
            <p:spPr>
              <a:xfrm>
                <a:off x="2382450" y="4364825"/>
                <a:ext cx="748625" cy="215825"/>
              </a:xfrm>
              <a:custGeom>
                <a:rect b="b" l="l" r="r" t="t"/>
                <a:pathLst>
                  <a:path extrusionOk="0" h="8633" w="29945">
                    <a:moveTo>
                      <a:pt x="12830" y="0"/>
                    </a:moveTo>
                    <a:lnTo>
                      <a:pt x="1" y="8633"/>
                    </a:lnTo>
                    <a:lnTo>
                      <a:pt x="21732" y="8633"/>
                    </a:lnTo>
                    <a:lnTo>
                      <a:pt x="29945" y="420"/>
                    </a:lnTo>
                    <a:lnTo>
                      <a:pt x="12830" y="0"/>
                    </a:lnTo>
                    <a:close/>
                  </a:path>
                </a:pathLst>
              </a:custGeom>
              <a:solidFill>
                <a:schemeClr val="lt1"/>
              </a:solid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2" name="Google Shape;9192;p360"/>
              <p:cNvSpPr/>
              <p:nvPr/>
            </p:nvSpPr>
            <p:spPr>
              <a:xfrm>
                <a:off x="2925725" y="4375300"/>
                <a:ext cx="205350" cy="272800"/>
              </a:xfrm>
              <a:custGeom>
                <a:rect b="b" l="l" r="r" t="t"/>
                <a:pathLst>
                  <a:path extrusionOk="0" h="10912" w="8214">
                    <a:moveTo>
                      <a:pt x="8214" y="1"/>
                    </a:moveTo>
                    <a:lnTo>
                      <a:pt x="1" y="8214"/>
                    </a:lnTo>
                    <a:lnTo>
                      <a:pt x="1" y="10911"/>
                    </a:lnTo>
                    <a:lnTo>
                      <a:pt x="8214" y="2669"/>
                    </a:lnTo>
                    <a:lnTo>
                      <a:pt x="8214" y="1"/>
                    </a:lnTo>
                    <a:close/>
                  </a:path>
                </a:pathLst>
              </a:custGeom>
              <a:solidFill>
                <a:schemeClr val="lt1"/>
              </a:solid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3" name="Google Shape;9193;p360"/>
              <p:cNvSpPr/>
              <p:nvPr/>
            </p:nvSpPr>
            <p:spPr>
              <a:xfrm>
                <a:off x="2867275" y="4563400"/>
                <a:ext cx="43500" cy="94450"/>
              </a:xfrm>
              <a:custGeom>
                <a:rect b="b" l="l" r="r" t="t"/>
                <a:pathLst>
                  <a:path extrusionOk="0" fill="none" h="3778" w="1740">
                    <a:moveTo>
                      <a:pt x="1739" y="0"/>
                    </a:moveTo>
                    <a:cubicBezTo>
                      <a:pt x="1739" y="0"/>
                      <a:pt x="1" y="330"/>
                      <a:pt x="1" y="1829"/>
                    </a:cubicBezTo>
                    <a:cubicBezTo>
                      <a:pt x="1" y="3358"/>
                      <a:pt x="1500" y="3777"/>
                      <a:pt x="1500" y="3777"/>
                    </a:cubicBez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4" name="Google Shape;9194;p360"/>
              <p:cNvSpPr/>
              <p:nvPr/>
            </p:nvSpPr>
            <p:spPr>
              <a:xfrm>
                <a:off x="2823825" y="4563400"/>
                <a:ext cx="43475" cy="94450"/>
              </a:xfrm>
              <a:custGeom>
                <a:rect b="b" l="l" r="r" t="t"/>
                <a:pathLst>
                  <a:path extrusionOk="0" fill="none" h="3778" w="1739">
                    <a:moveTo>
                      <a:pt x="1739" y="0"/>
                    </a:moveTo>
                    <a:cubicBezTo>
                      <a:pt x="1739" y="0"/>
                      <a:pt x="0" y="330"/>
                      <a:pt x="0" y="1829"/>
                    </a:cubicBezTo>
                    <a:cubicBezTo>
                      <a:pt x="0" y="3358"/>
                      <a:pt x="1499" y="3777"/>
                      <a:pt x="1499" y="3777"/>
                    </a:cubicBez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5" name="Google Shape;9195;p360"/>
              <p:cNvSpPr/>
              <p:nvPr/>
            </p:nvSpPr>
            <p:spPr>
              <a:xfrm>
                <a:off x="2780350" y="4563400"/>
                <a:ext cx="43500" cy="94450"/>
              </a:xfrm>
              <a:custGeom>
                <a:rect b="b" l="l" r="r" t="t"/>
                <a:pathLst>
                  <a:path extrusionOk="0" fill="none" h="3778" w="1740">
                    <a:moveTo>
                      <a:pt x="1739" y="0"/>
                    </a:moveTo>
                    <a:cubicBezTo>
                      <a:pt x="1739" y="0"/>
                      <a:pt x="1" y="330"/>
                      <a:pt x="1" y="1829"/>
                    </a:cubicBezTo>
                    <a:cubicBezTo>
                      <a:pt x="1" y="3358"/>
                      <a:pt x="1500" y="3777"/>
                      <a:pt x="1500" y="3777"/>
                    </a:cubicBez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6" name="Google Shape;9196;p360"/>
              <p:cNvSpPr/>
              <p:nvPr/>
            </p:nvSpPr>
            <p:spPr>
              <a:xfrm>
                <a:off x="2736900" y="4563400"/>
                <a:ext cx="43475" cy="94450"/>
              </a:xfrm>
              <a:custGeom>
                <a:rect b="b" l="l" r="r" t="t"/>
                <a:pathLst>
                  <a:path extrusionOk="0" fill="none" h="3778" w="1739">
                    <a:moveTo>
                      <a:pt x="1739" y="0"/>
                    </a:moveTo>
                    <a:cubicBezTo>
                      <a:pt x="1739" y="0"/>
                      <a:pt x="0" y="330"/>
                      <a:pt x="0" y="1829"/>
                    </a:cubicBezTo>
                    <a:cubicBezTo>
                      <a:pt x="0" y="3358"/>
                      <a:pt x="1499" y="3777"/>
                      <a:pt x="1499" y="3777"/>
                    </a:cubicBez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7" name="Google Shape;9197;p360"/>
              <p:cNvSpPr/>
              <p:nvPr/>
            </p:nvSpPr>
            <p:spPr>
              <a:xfrm>
                <a:off x="2694175" y="4563400"/>
                <a:ext cx="42750" cy="94450"/>
              </a:xfrm>
              <a:custGeom>
                <a:rect b="b" l="l" r="r" t="t"/>
                <a:pathLst>
                  <a:path extrusionOk="0" fill="none" h="3778" w="1710">
                    <a:moveTo>
                      <a:pt x="1709" y="0"/>
                    </a:moveTo>
                    <a:cubicBezTo>
                      <a:pt x="1709" y="0"/>
                      <a:pt x="1" y="330"/>
                      <a:pt x="1" y="1829"/>
                    </a:cubicBezTo>
                    <a:cubicBezTo>
                      <a:pt x="1" y="3358"/>
                      <a:pt x="1500" y="3777"/>
                      <a:pt x="1500" y="3777"/>
                    </a:cubicBez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8" name="Google Shape;9198;p360"/>
              <p:cNvSpPr/>
              <p:nvPr/>
            </p:nvSpPr>
            <p:spPr>
              <a:xfrm>
                <a:off x="2650725" y="4563400"/>
                <a:ext cx="43475" cy="94450"/>
              </a:xfrm>
              <a:custGeom>
                <a:rect b="b" l="l" r="r" t="t"/>
                <a:pathLst>
                  <a:path extrusionOk="0" fill="none" h="3778" w="1739">
                    <a:moveTo>
                      <a:pt x="1739" y="0"/>
                    </a:moveTo>
                    <a:cubicBezTo>
                      <a:pt x="1739" y="0"/>
                      <a:pt x="0" y="330"/>
                      <a:pt x="0" y="1829"/>
                    </a:cubicBezTo>
                    <a:cubicBezTo>
                      <a:pt x="0" y="3358"/>
                      <a:pt x="1499" y="3777"/>
                      <a:pt x="1499" y="3777"/>
                    </a:cubicBez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9" name="Google Shape;9199;p360"/>
              <p:cNvSpPr/>
              <p:nvPr/>
            </p:nvSpPr>
            <p:spPr>
              <a:xfrm>
                <a:off x="2607250" y="4563400"/>
                <a:ext cx="43500" cy="94450"/>
              </a:xfrm>
              <a:custGeom>
                <a:rect b="b" l="l" r="r" t="t"/>
                <a:pathLst>
                  <a:path extrusionOk="0" fill="none" h="3778" w="1740">
                    <a:moveTo>
                      <a:pt x="1739" y="0"/>
                    </a:moveTo>
                    <a:cubicBezTo>
                      <a:pt x="1739" y="0"/>
                      <a:pt x="1" y="330"/>
                      <a:pt x="1" y="1829"/>
                    </a:cubicBezTo>
                    <a:cubicBezTo>
                      <a:pt x="1" y="3358"/>
                      <a:pt x="1500" y="3777"/>
                      <a:pt x="1500" y="3777"/>
                    </a:cubicBez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0" name="Google Shape;9200;p360"/>
              <p:cNvSpPr/>
              <p:nvPr/>
            </p:nvSpPr>
            <p:spPr>
              <a:xfrm>
                <a:off x="2563800" y="4563400"/>
                <a:ext cx="43475" cy="94450"/>
              </a:xfrm>
              <a:custGeom>
                <a:rect b="b" l="l" r="r" t="t"/>
                <a:pathLst>
                  <a:path extrusionOk="0" fill="none" h="3778" w="1739">
                    <a:moveTo>
                      <a:pt x="1739" y="0"/>
                    </a:moveTo>
                    <a:cubicBezTo>
                      <a:pt x="1739" y="0"/>
                      <a:pt x="0" y="330"/>
                      <a:pt x="0" y="1829"/>
                    </a:cubicBezTo>
                    <a:cubicBezTo>
                      <a:pt x="0" y="3358"/>
                      <a:pt x="1499" y="3777"/>
                      <a:pt x="1499" y="3777"/>
                    </a:cubicBez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1" name="Google Shape;9201;p360"/>
              <p:cNvSpPr/>
              <p:nvPr/>
            </p:nvSpPr>
            <p:spPr>
              <a:xfrm>
                <a:off x="2515100" y="4563400"/>
                <a:ext cx="43475" cy="94450"/>
              </a:xfrm>
              <a:custGeom>
                <a:rect b="b" l="l" r="r" t="t"/>
                <a:pathLst>
                  <a:path extrusionOk="0" fill="none" h="3778" w="1739">
                    <a:moveTo>
                      <a:pt x="1739" y="0"/>
                    </a:moveTo>
                    <a:cubicBezTo>
                      <a:pt x="1739" y="0"/>
                      <a:pt x="0" y="330"/>
                      <a:pt x="0" y="1829"/>
                    </a:cubicBezTo>
                    <a:cubicBezTo>
                      <a:pt x="0" y="3358"/>
                      <a:pt x="1499" y="3777"/>
                      <a:pt x="1499" y="3777"/>
                    </a:cubicBez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2" name="Google Shape;9202;p360"/>
              <p:cNvSpPr/>
              <p:nvPr/>
            </p:nvSpPr>
            <p:spPr>
              <a:xfrm>
                <a:off x="2466375" y="4563400"/>
                <a:ext cx="43500" cy="94450"/>
              </a:xfrm>
              <a:custGeom>
                <a:rect b="b" l="l" r="r" t="t"/>
                <a:pathLst>
                  <a:path extrusionOk="0" fill="none" h="3778" w="1740">
                    <a:moveTo>
                      <a:pt x="1739" y="0"/>
                    </a:moveTo>
                    <a:cubicBezTo>
                      <a:pt x="1739" y="0"/>
                      <a:pt x="1" y="330"/>
                      <a:pt x="1" y="1829"/>
                    </a:cubicBezTo>
                    <a:cubicBezTo>
                      <a:pt x="1" y="3358"/>
                      <a:pt x="1500" y="3777"/>
                      <a:pt x="1500" y="3777"/>
                    </a:cubicBez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3" name="Google Shape;9203;p360"/>
              <p:cNvSpPr/>
              <p:nvPr/>
            </p:nvSpPr>
            <p:spPr>
              <a:xfrm>
                <a:off x="2411675" y="4563400"/>
                <a:ext cx="43500" cy="94450"/>
              </a:xfrm>
              <a:custGeom>
                <a:rect b="b" l="l" r="r" t="t"/>
                <a:pathLst>
                  <a:path extrusionOk="0" fill="none" h="3778" w="1740">
                    <a:moveTo>
                      <a:pt x="1739" y="0"/>
                    </a:moveTo>
                    <a:cubicBezTo>
                      <a:pt x="1739" y="0"/>
                      <a:pt x="1" y="330"/>
                      <a:pt x="1" y="1829"/>
                    </a:cubicBezTo>
                    <a:cubicBezTo>
                      <a:pt x="1" y="3358"/>
                      <a:pt x="1499" y="3777"/>
                      <a:pt x="1499" y="3777"/>
                    </a:cubicBez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4" name="Google Shape;9204;p360"/>
              <p:cNvSpPr/>
              <p:nvPr/>
            </p:nvSpPr>
            <p:spPr>
              <a:xfrm>
                <a:off x="4171175" y="4074075"/>
                <a:ext cx="944200" cy="517825"/>
              </a:xfrm>
              <a:custGeom>
                <a:rect b="b" l="l" r="r" t="t"/>
                <a:pathLst>
                  <a:path extrusionOk="0" h="20713" w="37768">
                    <a:moveTo>
                      <a:pt x="0" y="0"/>
                    </a:moveTo>
                    <a:lnTo>
                      <a:pt x="0" y="20712"/>
                    </a:lnTo>
                    <a:lnTo>
                      <a:pt x="37768" y="20712"/>
                    </a:lnTo>
                    <a:lnTo>
                      <a:pt x="37768" y="0"/>
                    </a:lnTo>
                    <a:close/>
                  </a:path>
                </a:pathLst>
              </a:custGeom>
              <a:solidFill>
                <a:schemeClr val="lt1"/>
              </a:solid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5" name="Google Shape;9205;p360"/>
              <p:cNvSpPr/>
              <p:nvPr/>
            </p:nvSpPr>
            <p:spPr>
              <a:xfrm>
                <a:off x="4015300" y="3929450"/>
                <a:ext cx="152150" cy="662450"/>
              </a:xfrm>
              <a:custGeom>
                <a:rect b="b" l="l" r="r" t="t"/>
                <a:pathLst>
                  <a:path extrusionOk="0" h="26498" w="6086">
                    <a:moveTo>
                      <a:pt x="0" y="0"/>
                    </a:moveTo>
                    <a:lnTo>
                      <a:pt x="0" y="20742"/>
                    </a:lnTo>
                    <a:lnTo>
                      <a:pt x="6085" y="26497"/>
                    </a:lnTo>
                    <a:lnTo>
                      <a:pt x="6085" y="5785"/>
                    </a:lnTo>
                    <a:lnTo>
                      <a:pt x="0" y="0"/>
                    </a:lnTo>
                    <a:close/>
                  </a:path>
                </a:pathLst>
              </a:custGeom>
              <a:solidFill>
                <a:schemeClr val="lt1"/>
              </a:solid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6" name="Google Shape;9206;p360"/>
              <p:cNvSpPr/>
              <p:nvPr/>
            </p:nvSpPr>
            <p:spPr>
              <a:xfrm>
                <a:off x="4019050" y="3929450"/>
                <a:ext cx="1096325" cy="144650"/>
              </a:xfrm>
              <a:custGeom>
                <a:rect b="b" l="l" r="r" t="t"/>
                <a:pathLst>
                  <a:path extrusionOk="0" h="5786" w="43853">
                    <a:moveTo>
                      <a:pt x="0" y="0"/>
                    </a:moveTo>
                    <a:lnTo>
                      <a:pt x="6085" y="5785"/>
                    </a:lnTo>
                    <a:lnTo>
                      <a:pt x="43853" y="5785"/>
                    </a:lnTo>
                    <a:lnTo>
                      <a:pt x="37768" y="0"/>
                    </a:lnTo>
                    <a:close/>
                  </a:path>
                </a:pathLst>
              </a:custGeom>
              <a:solidFill>
                <a:schemeClr val="lt1"/>
              </a:solid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7" name="Google Shape;9207;p360"/>
              <p:cNvSpPr/>
              <p:nvPr/>
            </p:nvSpPr>
            <p:spPr>
              <a:xfrm>
                <a:off x="4476150" y="4181225"/>
                <a:ext cx="291525" cy="291525"/>
              </a:xfrm>
              <a:custGeom>
                <a:rect b="b" l="l" r="r" t="t"/>
                <a:pathLst>
                  <a:path extrusionOk="0" h="11661" w="11661">
                    <a:moveTo>
                      <a:pt x="3627" y="1"/>
                    </a:moveTo>
                    <a:lnTo>
                      <a:pt x="3627" y="3478"/>
                    </a:lnTo>
                    <a:lnTo>
                      <a:pt x="1" y="3478"/>
                    </a:lnTo>
                    <a:lnTo>
                      <a:pt x="1" y="8183"/>
                    </a:lnTo>
                    <a:lnTo>
                      <a:pt x="3627" y="8183"/>
                    </a:lnTo>
                    <a:lnTo>
                      <a:pt x="3627" y="11661"/>
                    </a:lnTo>
                    <a:lnTo>
                      <a:pt x="8333" y="11661"/>
                    </a:lnTo>
                    <a:lnTo>
                      <a:pt x="8333" y="8183"/>
                    </a:lnTo>
                    <a:lnTo>
                      <a:pt x="11661" y="8183"/>
                    </a:lnTo>
                    <a:lnTo>
                      <a:pt x="11661" y="3478"/>
                    </a:lnTo>
                    <a:lnTo>
                      <a:pt x="8333" y="3478"/>
                    </a:lnTo>
                    <a:lnTo>
                      <a:pt x="8333" y="1"/>
                    </a:lnTo>
                    <a:close/>
                  </a:path>
                </a:pathLst>
              </a:custGeom>
              <a:solidFill>
                <a:schemeClr val="lt1"/>
              </a:solidFill>
              <a:ln cap="flat" cmpd="sng" w="9525">
                <a:solidFill>
                  <a:schemeClr val="dk1"/>
                </a:solidFill>
                <a:prstDash val="solid"/>
                <a:miter lim="299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8" name="Google Shape;9208;p360"/>
              <p:cNvSpPr/>
              <p:nvPr/>
            </p:nvSpPr>
            <p:spPr>
              <a:xfrm>
                <a:off x="4482900" y="3929450"/>
                <a:ext cx="152150" cy="144650"/>
              </a:xfrm>
              <a:custGeom>
                <a:rect b="b" l="l" r="r" t="t"/>
                <a:pathLst>
                  <a:path extrusionOk="0" fill="none" h="5786" w="6086">
                    <a:moveTo>
                      <a:pt x="6085" y="5785"/>
                    </a:moveTo>
                    <a:lnTo>
                      <a:pt x="0" y="0"/>
                    </a:ln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9" name="Google Shape;9209;p360"/>
              <p:cNvSpPr/>
              <p:nvPr/>
            </p:nvSpPr>
            <p:spPr>
              <a:xfrm>
                <a:off x="2678450" y="2529650"/>
                <a:ext cx="907500" cy="1746025"/>
              </a:xfrm>
              <a:custGeom>
                <a:rect b="b" l="l" r="r" t="t"/>
                <a:pathLst>
                  <a:path extrusionOk="0" fill="none" h="69841" w="36300">
                    <a:moveTo>
                      <a:pt x="36299" y="65404"/>
                    </a:moveTo>
                    <a:cubicBezTo>
                      <a:pt x="34141" y="69840"/>
                      <a:pt x="31294" y="68851"/>
                      <a:pt x="31294" y="68851"/>
                    </a:cubicBezTo>
                    <a:cubicBezTo>
                      <a:pt x="9233" y="69690"/>
                      <a:pt x="1110" y="61447"/>
                      <a:pt x="1110" y="61447"/>
                    </a:cubicBezTo>
                    <a:cubicBezTo>
                      <a:pt x="1110" y="61447"/>
                      <a:pt x="0" y="49847"/>
                      <a:pt x="4317" y="34231"/>
                    </a:cubicBezTo>
                    <a:cubicBezTo>
                      <a:pt x="8663" y="18584"/>
                      <a:pt x="16786" y="4886"/>
                      <a:pt x="16786" y="4886"/>
                    </a:cubicBezTo>
                    <a:cubicBezTo>
                      <a:pt x="20383" y="2488"/>
                      <a:pt x="28416" y="630"/>
                      <a:pt x="30694" y="120"/>
                    </a:cubicBezTo>
                    <a:lnTo>
                      <a:pt x="31294" y="0"/>
                    </a:ln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0" name="Google Shape;9210;p360"/>
              <p:cNvSpPr/>
              <p:nvPr/>
            </p:nvSpPr>
            <p:spPr>
              <a:xfrm>
                <a:off x="3657850" y="3671675"/>
                <a:ext cx="296775" cy="146125"/>
              </a:xfrm>
              <a:custGeom>
                <a:rect b="b" l="l" r="r" t="t"/>
                <a:pathLst>
                  <a:path extrusionOk="0" fill="none" h="5845" w="11871">
                    <a:moveTo>
                      <a:pt x="1" y="0"/>
                    </a:moveTo>
                    <a:cubicBezTo>
                      <a:pt x="1" y="0"/>
                      <a:pt x="8963" y="1769"/>
                      <a:pt x="11871" y="5845"/>
                    </a:cubicBez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1" name="Google Shape;9211;p360"/>
              <p:cNvSpPr/>
              <p:nvPr/>
            </p:nvSpPr>
            <p:spPr>
              <a:xfrm>
                <a:off x="3431550" y="4053075"/>
                <a:ext cx="29250" cy="197875"/>
              </a:xfrm>
              <a:custGeom>
                <a:rect b="b" l="l" r="r" t="t"/>
                <a:pathLst>
                  <a:path extrusionOk="0" fill="none" h="7915" w="1170">
                    <a:moveTo>
                      <a:pt x="1170" y="7914"/>
                    </a:moveTo>
                    <a:cubicBezTo>
                      <a:pt x="1170" y="7914"/>
                      <a:pt x="1" y="7734"/>
                      <a:pt x="300" y="1"/>
                    </a:cubicBez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212" name="Google Shape;9212;p360"/>
            <p:cNvSpPr/>
            <p:nvPr/>
          </p:nvSpPr>
          <p:spPr>
            <a:xfrm>
              <a:off x="5672827" y="1205288"/>
              <a:ext cx="1051068" cy="336605"/>
            </a:xfrm>
            <a:custGeom>
              <a:rect b="b" l="l" r="r" t="t"/>
              <a:pathLst>
                <a:path extrusionOk="0" fill="none" h="4647" w="14511">
                  <a:moveTo>
                    <a:pt x="13894" y="3805"/>
                  </a:moveTo>
                  <a:cubicBezTo>
                    <a:pt x="13263" y="3459"/>
                    <a:pt x="12977" y="3744"/>
                    <a:pt x="12766" y="3459"/>
                  </a:cubicBezTo>
                  <a:cubicBezTo>
                    <a:pt x="12541" y="3173"/>
                    <a:pt x="13383" y="2436"/>
                    <a:pt x="11684" y="1699"/>
                  </a:cubicBezTo>
                  <a:cubicBezTo>
                    <a:pt x="11684" y="1699"/>
                    <a:pt x="11578" y="121"/>
                    <a:pt x="9248" y="60"/>
                  </a:cubicBezTo>
                  <a:cubicBezTo>
                    <a:pt x="6917" y="0"/>
                    <a:pt x="7549" y="1654"/>
                    <a:pt x="6917" y="2045"/>
                  </a:cubicBezTo>
                  <a:cubicBezTo>
                    <a:pt x="6286" y="2436"/>
                    <a:pt x="6120" y="1820"/>
                    <a:pt x="5504" y="2211"/>
                  </a:cubicBezTo>
                  <a:cubicBezTo>
                    <a:pt x="4872" y="2617"/>
                    <a:pt x="5158" y="3399"/>
                    <a:pt x="4647" y="3519"/>
                  </a:cubicBezTo>
                  <a:cubicBezTo>
                    <a:pt x="4135" y="3624"/>
                    <a:pt x="3459" y="3008"/>
                    <a:pt x="2842" y="3399"/>
                  </a:cubicBezTo>
                  <a:cubicBezTo>
                    <a:pt x="2211" y="3805"/>
                    <a:pt x="2211" y="4135"/>
                    <a:pt x="1925" y="4135"/>
                  </a:cubicBezTo>
                  <a:cubicBezTo>
                    <a:pt x="1654" y="4135"/>
                    <a:pt x="1083" y="3910"/>
                    <a:pt x="737" y="4135"/>
                  </a:cubicBezTo>
                  <a:cubicBezTo>
                    <a:pt x="406" y="4376"/>
                    <a:pt x="0" y="4647"/>
                    <a:pt x="0" y="4647"/>
                  </a:cubicBezTo>
                  <a:lnTo>
                    <a:pt x="14345" y="4647"/>
                  </a:lnTo>
                  <a:cubicBezTo>
                    <a:pt x="14345" y="4647"/>
                    <a:pt x="14511" y="4135"/>
                    <a:pt x="13894" y="3805"/>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3" name="Google Shape;9213;p360"/>
            <p:cNvSpPr/>
            <p:nvPr/>
          </p:nvSpPr>
          <p:spPr>
            <a:xfrm flipH="1">
              <a:off x="7634060" y="539400"/>
              <a:ext cx="991138" cy="317437"/>
            </a:xfrm>
            <a:custGeom>
              <a:rect b="b" l="l" r="r" t="t"/>
              <a:pathLst>
                <a:path extrusionOk="0" fill="none" h="4647" w="14511">
                  <a:moveTo>
                    <a:pt x="13894" y="3805"/>
                  </a:moveTo>
                  <a:cubicBezTo>
                    <a:pt x="13263" y="3459"/>
                    <a:pt x="12977" y="3744"/>
                    <a:pt x="12766" y="3459"/>
                  </a:cubicBezTo>
                  <a:cubicBezTo>
                    <a:pt x="12541" y="3173"/>
                    <a:pt x="13383" y="2436"/>
                    <a:pt x="11684" y="1699"/>
                  </a:cubicBezTo>
                  <a:cubicBezTo>
                    <a:pt x="11684" y="1699"/>
                    <a:pt x="11578" y="121"/>
                    <a:pt x="9248" y="60"/>
                  </a:cubicBezTo>
                  <a:cubicBezTo>
                    <a:pt x="6917" y="0"/>
                    <a:pt x="7549" y="1654"/>
                    <a:pt x="6917" y="2045"/>
                  </a:cubicBezTo>
                  <a:cubicBezTo>
                    <a:pt x="6286" y="2436"/>
                    <a:pt x="6120" y="1820"/>
                    <a:pt x="5504" y="2211"/>
                  </a:cubicBezTo>
                  <a:cubicBezTo>
                    <a:pt x="4872" y="2617"/>
                    <a:pt x="5158" y="3399"/>
                    <a:pt x="4647" y="3519"/>
                  </a:cubicBezTo>
                  <a:cubicBezTo>
                    <a:pt x="4135" y="3624"/>
                    <a:pt x="3459" y="3008"/>
                    <a:pt x="2842" y="3399"/>
                  </a:cubicBezTo>
                  <a:cubicBezTo>
                    <a:pt x="2211" y="3805"/>
                    <a:pt x="2211" y="4135"/>
                    <a:pt x="1925" y="4135"/>
                  </a:cubicBezTo>
                  <a:cubicBezTo>
                    <a:pt x="1654" y="4135"/>
                    <a:pt x="1083" y="3910"/>
                    <a:pt x="737" y="4135"/>
                  </a:cubicBezTo>
                  <a:cubicBezTo>
                    <a:pt x="406" y="4376"/>
                    <a:pt x="0" y="4647"/>
                    <a:pt x="0" y="4647"/>
                  </a:cubicBezTo>
                  <a:lnTo>
                    <a:pt x="14345" y="4647"/>
                  </a:lnTo>
                  <a:cubicBezTo>
                    <a:pt x="14345" y="4647"/>
                    <a:pt x="14511" y="4135"/>
                    <a:pt x="13894" y="3805"/>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214" name="Google Shape;9214;p360"/>
          <p:cNvSpPr txBox="1"/>
          <p:nvPr>
            <p:ph type="title"/>
          </p:nvPr>
        </p:nvSpPr>
        <p:spPr>
          <a:xfrm>
            <a:off x="178550" y="113525"/>
            <a:ext cx="8759100" cy="749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CA"/>
              <a:t>Appendix - Descriptives (categorical)</a:t>
            </a:r>
            <a:endParaRPr/>
          </a:p>
        </p:txBody>
      </p:sp>
      <p:pic>
        <p:nvPicPr>
          <p:cNvPr id="9215" name="Google Shape;9215;p360" title="histogram_binary.png"/>
          <p:cNvPicPr preferRelativeResize="0"/>
          <p:nvPr/>
        </p:nvPicPr>
        <p:blipFill rotWithShape="1">
          <a:blip r:embed="rId3">
            <a:alphaModFix/>
          </a:blip>
          <a:srcRect b="33333" l="0" r="0" t="33532"/>
          <a:stretch/>
        </p:blipFill>
        <p:spPr>
          <a:xfrm>
            <a:off x="324650" y="961050"/>
            <a:ext cx="7082000" cy="3624474"/>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19" name="Shape 9219"/>
        <p:cNvGrpSpPr/>
        <p:nvPr/>
      </p:nvGrpSpPr>
      <p:grpSpPr>
        <a:xfrm>
          <a:off x="0" y="0"/>
          <a:ext cx="0" cy="0"/>
          <a:chOff x="0" y="0"/>
          <a:chExt cx="0" cy="0"/>
        </a:xfrm>
      </p:grpSpPr>
      <p:grpSp>
        <p:nvGrpSpPr>
          <p:cNvPr id="9220" name="Google Shape;9220;p361"/>
          <p:cNvGrpSpPr/>
          <p:nvPr/>
        </p:nvGrpSpPr>
        <p:grpSpPr>
          <a:xfrm>
            <a:off x="6154513" y="1224825"/>
            <a:ext cx="4427750" cy="4713008"/>
            <a:chOff x="5407988" y="539400"/>
            <a:chExt cx="4427750" cy="4713008"/>
          </a:xfrm>
        </p:grpSpPr>
        <p:grpSp>
          <p:nvGrpSpPr>
            <p:cNvPr id="9221" name="Google Shape;9221;p361"/>
            <p:cNvGrpSpPr/>
            <p:nvPr/>
          </p:nvGrpSpPr>
          <p:grpSpPr>
            <a:xfrm>
              <a:off x="5407988" y="1205311"/>
              <a:ext cx="4427750" cy="4047097"/>
              <a:chOff x="1210815" y="637186"/>
              <a:chExt cx="4975000" cy="4547300"/>
            </a:xfrm>
          </p:grpSpPr>
          <p:sp>
            <p:nvSpPr>
              <p:cNvPr id="9222" name="Google Shape;9222;p361"/>
              <p:cNvSpPr/>
              <p:nvPr/>
            </p:nvSpPr>
            <p:spPr>
              <a:xfrm>
                <a:off x="1210815" y="637186"/>
                <a:ext cx="4975000" cy="4547300"/>
              </a:xfrm>
              <a:custGeom>
                <a:rect b="b" l="l" r="r" t="t"/>
                <a:pathLst>
                  <a:path extrusionOk="0" h="181892" w="199000">
                    <a:moveTo>
                      <a:pt x="145095" y="1"/>
                    </a:moveTo>
                    <a:cubicBezTo>
                      <a:pt x="138627" y="1"/>
                      <a:pt x="132133" y="1487"/>
                      <a:pt x="126012" y="4493"/>
                    </a:cubicBezTo>
                    <a:cubicBezTo>
                      <a:pt x="114352" y="10189"/>
                      <a:pt x="105300" y="19870"/>
                      <a:pt x="93640" y="25565"/>
                    </a:cubicBezTo>
                    <a:cubicBezTo>
                      <a:pt x="77694" y="33359"/>
                      <a:pt x="60219" y="37615"/>
                      <a:pt x="44092" y="45079"/>
                    </a:cubicBezTo>
                    <a:cubicBezTo>
                      <a:pt x="27996" y="52542"/>
                      <a:pt x="12590" y="64262"/>
                      <a:pt x="6805" y="81048"/>
                    </a:cubicBezTo>
                    <a:cubicBezTo>
                      <a:pt x="0" y="100891"/>
                      <a:pt x="2398" y="124211"/>
                      <a:pt x="12799" y="142345"/>
                    </a:cubicBezTo>
                    <a:cubicBezTo>
                      <a:pt x="29403" y="171284"/>
                      <a:pt x="62084" y="181892"/>
                      <a:pt x="93858" y="181892"/>
                    </a:cubicBezTo>
                    <a:cubicBezTo>
                      <a:pt x="94435" y="181892"/>
                      <a:pt x="95012" y="181888"/>
                      <a:pt x="95588" y="181881"/>
                    </a:cubicBezTo>
                    <a:cubicBezTo>
                      <a:pt x="163839" y="181102"/>
                      <a:pt x="198999" y="98403"/>
                      <a:pt x="187879" y="38994"/>
                    </a:cubicBezTo>
                    <a:cubicBezTo>
                      <a:pt x="185451" y="26105"/>
                      <a:pt x="179516" y="13756"/>
                      <a:pt x="168156" y="6712"/>
                    </a:cubicBezTo>
                    <a:cubicBezTo>
                      <a:pt x="161006" y="2259"/>
                      <a:pt x="153070" y="1"/>
                      <a:pt x="145095"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3" name="Google Shape;9223;p361"/>
              <p:cNvSpPr/>
              <p:nvPr/>
            </p:nvSpPr>
            <p:spPr>
              <a:xfrm>
                <a:off x="2694175" y="2394750"/>
                <a:ext cx="1923625" cy="2085500"/>
              </a:xfrm>
              <a:custGeom>
                <a:rect b="b" l="l" r="r" t="t"/>
                <a:pathLst>
                  <a:path extrusionOk="0" h="83420" w="76945">
                    <a:moveTo>
                      <a:pt x="49159" y="1"/>
                    </a:moveTo>
                    <a:cubicBezTo>
                      <a:pt x="49159" y="1"/>
                      <a:pt x="40856" y="1170"/>
                      <a:pt x="37948" y="1530"/>
                    </a:cubicBezTo>
                    <a:cubicBezTo>
                      <a:pt x="35071" y="1919"/>
                      <a:pt x="30665" y="5396"/>
                      <a:pt x="30665" y="5396"/>
                    </a:cubicBezTo>
                    <a:cubicBezTo>
                      <a:pt x="23860" y="6595"/>
                      <a:pt x="16157" y="10282"/>
                      <a:pt x="16157" y="10282"/>
                    </a:cubicBezTo>
                    <a:cubicBezTo>
                      <a:pt x="11331" y="16427"/>
                      <a:pt x="4197" y="36569"/>
                      <a:pt x="2099" y="46281"/>
                    </a:cubicBezTo>
                    <a:cubicBezTo>
                      <a:pt x="1" y="55963"/>
                      <a:pt x="481" y="66843"/>
                      <a:pt x="481" y="66843"/>
                    </a:cubicBezTo>
                    <a:cubicBezTo>
                      <a:pt x="5486" y="71220"/>
                      <a:pt x="17476" y="73588"/>
                      <a:pt x="17476" y="73588"/>
                    </a:cubicBezTo>
                    <a:lnTo>
                      <a:pt x="18825" y="83419"/>
                    </a:lnTo>
                    <a:lnTo>
                      <a:pt x="57941" y="83419"/>
                    </a:lnTo>
                    <a:lnTo>
                      <a:pt x="64685" y="54764"/>
                    </a:lnTo>
                    <a:cubicBezTo>
                      <a:pt x="64685" y="54764"/>
                      <a:pt x="68462" y="47780"/>
                      <a:pt x="69991" y="44513"/>
                    </a:cubicBezTo>
                    <a:cubicBezTo>
                      <a:pt x="71519" y="41216"/>
                      <a:pt x="76945" y="26378"/>
                      <a:pt x="76945" y="26378"/>
                    </a:cubicBezTo>
                    <a:cubicBezTo>
                      <a:pt x="76045" y="23561"/>
                      <a:pt x="72419" y="21133"/>
                      <a:pt x="70680" y="19844"/>
                    </a:cubicBezTo>
                    <a:cubicBezTo>
                      <a:pt x="68912" y="18585"/>
                      <a:pt x="66634" y="16157"/>
                      <a:pt x="64715" y="14329"/>
                    </a:cubicBezTo>
                    <a:cubicBezTo>
                      <a:pt x="62797" y="12500"/>
                      <a:pt x="59080" y="10282"/>
                      <a:pt x="59080" y="10282"/>
                    </a:cubicBezTo>
                    <a:cubicBezTo>
                      <a:pt x="58211" y="8184"/>
                      <a:pt x="57132" y="6176"/>
                      <a:pt x="55843" y="4317"/>
                    </a:cubicBezTo>
                    <a:cubicBezTo>
                      <a:pt x="53595" y="1080"/>
                      <a:pt x="49308" y="211"/>
                      <a:pt x="49159" y="1"/>
                    </a:cubicBez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4" name="Google Shape;9224;p361"/>
              <p:cNvSpPr/>
              <p:nvPr/>
            </p:nvSpPr>
            <p:spPr>
              <a:xfrm>
                <a:off x="3364100" y="1427350"/>
                <a:ext cx="771125" cy="1355650"/>
              </a:xfrm>
              <a:custGeom>
                <a:rect b="b" l="l" r="r" t="t"/>
                <a:pathLst>
                  <a:path extrusionOk="0" h="54226" w="30845">
                    <a:moveTo>
                      <a:pt x="17506" y="0"/>
                    </a:moveTo>
                    <a:lnTo>
                      <a:pt x="2339" y="4256"/>
                    </a:lnTo>
                    <a:lnTo>
                      <a:pt x="1" y="13369"/>
                    </a:lnTo>
                    <a:lnTo>
                      <a:pt x="1500" y="17985"/>
                    </a:lnTo>
                    <a:cubicBezTo>
                      <a:pt x="1500" y="17985"/>
                      <a:pt x="1799" y="22271"/>
                      <a:pt x="1859" y="24369"/>
                    </a:cubicBezTo>
                    <a:cubicBezTo>
                      <a:pt x="1919" y="26497"/>
                      <a:pt x="1859" y="28116"/>
                      <a:pt x="3478" y="30694"/>
                    </a:cubicBezTo>
                    <a:cubicBezTo>
                      <a:pt x="5067" y="33272"/>
                      <a:pt x="6565" y="35819"/>
                      <a:pt x="10042" y="38037"/>
                    </a:cubicBezTo>
                    <a:lnTo>
                      <a:pt x="10042" y="43882"/>
                    </a:lnTo>
                    <a:cubicBezTo>
                      <a:pt x="10042" y="43882"/>
                      <a:pt x="7884" y="50147"/>
                      <a:pt x="9083" y="53984"/>
                    </a:cubicBezTo>
                    <a:cubicBezTo>
                      <a:pt x="9083" y="53984"/>
                      <a:pt x="9306" y="54226"/>
                      <a:pt x="9855" y="54226"/>
                    </a:cubicBezTo>
                    <a:cubicBezTo>
                      <a:pt x="10273" y="54226"/>
                      <a:pt x="10879" y="54086"/>
                      <a:pt x="11721" y="53594"/>
                    </a:cubicBezTo>
                    <a:cubicBezTo>
                      <a:pt x="13699" y="52485"/>
                      <a:pt x="22062" y="46880"/>
                      <a:pt x="24969" y="41035"/>
                    </a:cubicBezTo>
                    <a:lnTo>
                      <a:pt x="25869" y="26198"/>
                    </a:lnTo>
                    <a:cubicBezTo>
                      <a:pt x="25869" y="26198"/>
                      <a:pt x="26036" y="26225"/>
                      <a:pt x="26301" y="26225"/>
                    </a:cubicBezTo>
                    <a:cubicBezTo>
                      <a:pt x="27047" y="26225"/>
                      <a:pt x="28564" y="26013"/>
                      <a:pt x="29316" y="24399"/>
                    </a:cubicBezTo>
                    <a:cubicBezTo>
                      <a:pt x="30844" y="22241"/>
                      <a:pt x="30784" y="19723"/>
                      <a:pt x="30215" y="17685"/>
                    </a:cubicBezTo>
                    <a:cubicBezTo>
                      <a:pt x="29954" y="16796"/>
                      <a:pt x="29322" y="16546"/>
                      <a:pt x="28693" y="16546"/>
                    </a:cubicBezTo>
                    <a:cubicBezTo>
                      <a:pt x="27878" y="16546"/>
                      <a:pt x="27068" y="16966"/>
                      <a:pt x="27068" y="16966"/>
                    </a:cubicBezTo>
                    <a:lnTo>
                      <a:pt x="27607" y="15737"/>
                    </a:lnTo>
                    <a:cubicBezTo>
                      <a:pt x="27607" y="15737"/>
                      <a:pt x="28476" y="5845"/>
                      <a:pt x="24190" y="4886"/>
                    </a:cubicBezTo>
                    <a:cubicBezTo>
                      <a:pt x="19904" y="3927"/>
                      <a:pt x="17506" y="0"/>
                      <a:pt x="17506" y="0"/>
                    </a:cubicBezTo>
                    <a:close/>
                  </a:path>
                </a:pathLst>
              </a:custGeom>
              <a:solidFill>
                <a:schemeClr val="lt1"/>
              </a:solid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5" name="Google Shape;9225;p361"/>
              <p:cNvSpPr/>
              <p:nvPr/>
            </p:nvSpPr>
            <p:spPr>
              <a:xfrm>
                <a:off x="3302650" y="1299300"/>
                <a:ext cx="791350" cy="621150"/>
              </a:xfrm>
              <a:custGeom>
                <a:rect b="b" l="l" r="r" t="t"/>
                <a:pathLst>
                  <a:path extrusionOk="0" h="24846" w="31654">
                    <a:moveTo>
                      <a:pt x="16344" y="1"/>
                    </a:moveTo>
                    <a:cubicBezTo>
                      <a:pt x="16006" y="1"/>
                      <a:pt x="15703" y="91"/>
                      <a:pt x="15438" y="296"/>
                    </a:cubicBezTo>
                    <a:cubicBezTo>
                      <a:pt x="13669" y="1675"/>
                      <a:pt x="4827" y="3384"/>
                      <a:pt x="2399" y="6291"/>
                    </a:cubicBezTo>
                    <a:cubicBezTo>
                      <a:pt x="1" y="9199"/>
                      <a:pt x="1829" y="13095"/>
                      <a:pt x="1769" y="16183"/>
                    </a:cubicBezTo>
                    <a:cubicBezTo>
                      <a:pt x="1695" y="18748"/>
                      <a:pt x="3689" y="24147"/>
                      <a:pt x="4039" y="24147"/>
                    </a:cubicBezTo>
                    <a:cubicBezTo>
                      <a:pt x="4111" y="24147"/>
                      <a:pt x="4114" y="23924"/>
                      <a:pt x="4018" y="23406"/>
                    </a:cubicBezTo>
                    <a:cubicBezTo>
                      <a:pt x="3988" y="23317"/>
                      <a:pt x="3958" y="23227"/>
                      <a:pt x="3958" y="23107"/>
                    </a:cubicBezTo>
                    <a:cubicBezTo>
                      <a:pt x="3538" y="20319"/>
                      <a:pt x="3538" y="17472"/>
                      <a:pt x="3928" y="14684"/>
                    </a:cubicBezTo>
                    <a:cubicBezTo>
                      <a:pt x="4227" y="12885"/>
                      <a:pt x="5936" y="9948"/>
                      <a:pt x="5936" y="9948"/>
                    </a:cubicBezTo>
                    <a:cubicBezTo>
                      <a:pt x="6741" y="10016"/>
                      <a:pt x="7507" y="10047"/>
                      <a:pt x="8235" y="10047"/>
                    </a:cubicBezTo>
                    <a:cubicBezTo>
                      <a:pt x="14882" y="10047"/>
                      <a:pt x="18315" y="7490"/>
                      <a:pt x="18315" y="7490"/>
                    </a:cubicBezTo>
                    <a:cubicBezTo>
                      <a:pt x="19604" y="11417"/>
                      <a:pt x="25209" y="10278"/>
                      <a:pt x="25899" y="12526"/>
                    </a:cubicBezTo>
                    <a:cubicBezTo>
                      <a:pt x="26618" y="14774"/>
                      <a:pt x="24700" y="17921"/>
                      <a:pt x="25059" y="21038"/>
                    </a:cubicBezTo>
                    <a:cubicBezTo>
                      <a:pt x="25419" y="24186"/>
                      <a:pt x="27337" y="24845"/>
                      <a:pt x="27337" y="24845"/>
                    </a:cubicBezTo>
                    <a:cubicBezTo>
                      <a:pt x="28862" y="21995"/>
                      <a:pt x="30256" y="21620"/>
                      <a:pt x="30884" y="21620"/>
                    </a:cubicBezTo>
                    <a:cubicBezTo>
                      <a:pt x="31108" y="21620"/>
                      <a:pt x="31234" y="21668"/>
                      <a:pt x="31234" y="21668"/>
                    </a:cubicBezTo>
                    <a:cubicBezTo>
                      <a:pt x="31204" y="18730"/>
                      <a:pt x="30665" y="17981"/>
                      <a:pt x="31174" y="12436"/>
                    </a:cubicBezTo>
                    <a:cubicBezTo>
                      <a:pt x="31654" y="6861"/>
                      <a:pt x="28417" y="5272"/>
                      <a:pt x="24490" y="3923"/>
                    </a:cubicBezTo>
                    <a:cubicBezTo>
                      <a:pt x="21162" y="2780"/>
                      <a:pt x="18222" y="1"/>
                      <a:pt x="16344" y="1"/>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6" name="Google Shape;9226;p361"/>
              <p:cNvSpPr/>
              <p:nvPr/>
            </p:nvSpPr>
            <p:spPr>
              <a:xfrm>
                <a:off x="3656350" y="2421000"/>
                <a:ext cx="517825" cy="442125"/>
              </a:xfrm>
              <a:custGeom>
                <a:rect b="b" l="l" r="r" t="t"/>
                <a:pathLst>
                  <a:path extrusionOk="0" fill="none" h="17685" w="20713">
                    <a:moveTo>
                      <a:pt x="1" y="15137"/>
                    </a:moveTo>
                    <a:cubicBezTo>
                      <a:pt x="1829" y="13968"/>
                      <a:pt x="4227" y="14418"/>
                      <a:pt x="6235" y="15227"/>
                    </a:cubicBezTo>
                    <a:cubicBezTo>
                      <a:pt x="7315" y="15677"/>
                      <a:pt x="8364" y="16246"/>
                      <a:pt x="9443" y="16726"/>
                    </a:cubicBezTo>
                    <a:cubicBezTo>
                      <a:pt x="9982" y="16965"/>
                      <a:pt x="10552" y="17175"/>
                      <a:pt x="11121" y="17325"/>
                    </a:cubicBezTo>
                    <a:cubicBezTo>
                      <a:pt x="12470" y="17685"/>
                      <a:pt x="11990" y="15976"/>
                      <a:pt x="11901" y="15227"/>
                    </a:cubicBezTo>
                    <a:cubicBezTo>
                      <a:pt x="11811" y="14148"/>
                      <a:pt x="11721" y="13039"/>
                      <a:pt x="11601" y="11960"/>
                    </a:cubicBezTo>
                    <a:cubicBezTo>
                      <a:pt x="11541" y="11720"/>
                      <a:pt x="11571" y="11510"/>
                      <a:pt x="11661" y="11300"/>
                    </a:cubicBezTo>
                    <a:cubicBezTo>
                      <a:pt x="11811" y="11120"/>
                      <a:pt x="11990" y="11001"/>
                      <a:pt x="12200" y="10971"/>
                    </a:cubicBezTo>
                    <a:cubicBezTo>
                      <a:pt x="14598" y="10221"/>
                      <a:pt x="17176" y="10551"/>
                      <a:pt x="19694" y="10581"/>
                    </a:cubicBezTo>
                    <a:cubicBezTo>
                      <a:pt x="19904" y="10611"/>
                      <a:pt x="20143" y="10581"/>
                      <a:pt x="20353" y="10461"/>
                    </a:cubicBezTo>
                    <a:cubicBezTo>
                      <a:pt x="20713" y="10221"/>
                      <a:pt x="20683" y="9682"/>
                      <a:pt x="20593" y="9232"/>
                    </a:cubicBezTo>
                    <a:cubicBezTo>
                      <a:pt x="19724" y="5545"/>
                      <a:pt x="16666" y="1858"/>
                      <a:pt x="13339" y="0"/>
                    </a:cubicBez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7" name="Google Shape;9227;p361"/>
              <p:cNvSpPr/>
              <p:nvPr/>
            </p:nvSpPr>
            <p:spPr>
              <a:xfrm>
                <a:off x="3445050" y="2435975"/>
                <a:ext cx="170125" cy="340975"/>
              </a:xfrm>
              <a:custGeom>
                <a:rect b="b" l="l" r="r" t="t"/>
                <a:pathLst>
                  <a:path extrusionOk="0" fill="none" h="13639" w="6805">
                    <a:moveTo>
                      <a:pt x="6804" y="0"/>
                    </a:moveTo>
                    <a:cubicBezTo>
                      <a:pt x="5156" y="690"/>
                      <a:pt x="3477" y="1409"/>
                      <a:pt x="2038" y="2458"/>
                    </a:cubicBezTo>
                    <a:cubicBezTo>
                      <a:pt x="1529" y="2848"/>
                      <a:pt x="1049" y="3268"/>
                      <a:pt x="630" y="3747"/>
                    </a:cubicBezTo>
                    <a:cubicBezTo>
                      <a:pt x="270" y="4077"/>
                      <a:pt x="60" y="4527"/>
                      <a:pt x="0" y="4976"/>
                    </a:cubicBezTo>
                    <a:cubicBezTo>
                      <a:pt x="30" y="5426"/>
                      <a:pt x="240" y="5845"/>
                      <a:pt x="600" y="6115"/>
                    </a:cubicBezTo>
                    <a:cubicBezTo>
                      <a:pt x="869" y="6325"/>
                      <a:pt x="1139" y="6505"/>
                      <a:pt x="1439" y="6625"/>
                    </a:cubicBezTo>
                    <a:cubicBezTo>
                      <a:pt x="2128" y="6955"/>
                      <a:pt x="2938" y="7284"/>
                      <a:pt x="3237" y="7974"/>
                    </a:cubicBezTo>
                    <a:cubicBezTo>
                      <a:pt x="3297" y="8124"/>
                      <a:pt x="3327" y="8273"/>
                      <a:pt x="3297" y="8423"/>
                    </a:cubicBezTo>
                    <a:cubicBezTo>
                      <a:pt x="3267" y="8573"/>
                      <a:pt x="3177" y="8693"/>
                      <a:pt x="3087" y="8813"/>
                    </a:cubicBezTo>
                    <a:cubicBezTo>
                      <a:pt x="2518" y="9502"/>
                      <a:pt x="1529" y="10042"/>
                      <a:pt x="1589" y="10941"/>
                    </a:cubicBezTo>
                    <a:cubicBezTo>
                      <a:pt x="1649" y="11630"/>
                      <a:pt x="2338" y="12050"/>
                      <a:pt x="2968" y="12350"/>
                    </a:cubicBezTo>
                    <a:cubicBezTo>
                      <a:pt x="3597" y="12680"/>
                      <a:pt x="4316" y="12979"/>
                      <a:pt x="4526" y="13639"/>
                    </a:cubicBez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8" name="Google Shape;9228;p361"/>
              <p:cNvSpPr/>
              <p:nvPr/>
            </p:nvSpPr>
            <p:spPr>
              <a:xfrm>
                <a:off x="3097350" y="2651800"/>
                <a:ext cx="1520450" cy="1547425"/>
              </a:xfrm>
              <a:custGeom>
                <a:rect b="b" l="l" r="r" t="t"/>
                <a:pathLst>
                  <a:path extrusionOk="0" fill="none" h="61897" w="60818">
                    <a:moveTo>
                      <a:pt x="42953" y="0"/>
                    </a:moveTo>
                    <a:cubicBezTo>
                      <a:pt x="42953" y="0"/>
                      <a:pt x="48588" y="3357"/>
                      <a:pt x="51076" y="6534"/>
                    </a:cubicBezTo>
                    <a:cubicBezTo>
                      <a:pt x="53564" y="9712"/>
                      <a:pt x="59469" y="11810"/>
                      <a:pt x="60818" y="16096"/>
                    </a:cubicBezTo>
                    <a:cubicBezTo>
                      <a:pt x="60818" y="16096"/>
                      <a:pt x="53054" y="40555"/>
                      <a:pt x="44901" y="49428"/>
                    </a:cubicBezTo>
                    <a:cubicBezTo>
                      <a:pt x="36778" y="58270"/>
                      <a:pt x="32282" y="61897"/>
                      <a:pt x="32282" y="61897"/>
                    </a:cubicBezTo>
                    <a:cubicBezTo>
                      <a:pt x="32282" y="61897"/>
                      <a:pt x="12709" y="58480"/>
                      <a:pt x="0" y="47839"/>
                    </a:cubicBezTo>
                    <a:lnTo>
                      <a:pt x="4556" y="37378"/>
                    </a:lnTo>
                    <a:cubicBezTo>
                      <a:pt x="4556" y="37378"/>
                      <a:pt x="17355" y="38997"/>
                      <a:pt x="22421" y="40795"/>
                    </a:cubicBezTo>
                    <a:cubicBezTo>
                      <a:pt x="27486" y="42593"/>
                      <a:pt x="32282" y="53504"/>
                      <a:pt x="32282" y="53504"/>
                    </a:cubicBez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9" name="Google Shape;9229;p361"/>
              <p:cNvSpPr/>
              <p:nvPr/>
            </p:nvSpPr>
            <p:spPr>
              <a:xfrm>
                <a:off x="3131050" y="3776575"/>
                <a:ext cx="1172025" cy="703675"/>
              </a:xfrm>
              <a:custGeom>
                <a:rect b="b" l="l" r="r" t="t"/>
                <a:pathLst>
                  <a:path extrusionOk="0" fill="none" h="28147" w="46881">
                    <a:moveTo>
                      <a:pt x="46881" y="0"/>
                    </a:moveTo>
                    <a:lnTo>
                      <a:pt x="40466" y="28146"/>
                    </a:lnTo>
                    <a:lnTo>
                      <a:pt x="1350" y="28146"/>
                    </a:lnTo>
                    <a:lnTo>
                      <a:pt x="1" y="18315"/>
                    </a:lnTo>
                  </a:path>
                </a:pathLst>
              </a:custGeom>
              <a:noFill/>
              <a:ln cap="rnd" cmpd="sng" w="9750">
                <a:solidFill>
                  <a:srgbClr val="2632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0" name="Google Shape;9230;p361"/>
              <p:cNvSpPr/>
              <p:nvPr/>
            </p:nvSpPr>
            <p:spPr>
              <a:xfrm>
                <a:off x="2951975" y="3633900"/>
                <a:ext cx="239050" cy="222875"/>
              </a:xfrm>
              <a:custGeom>
                <a:rect b="b" l="l" r="r" t="t"/>
                <a:pathLst>
                  <a:path extrusionOk="0" h="8915" w="9562">
                    <a:moveTo>
                      <a:pt x="9345" y="0"/>
                    </a:moveTo>
                    <a:cubicBezTo>
                      <a:pt x="8476" y="0"/>
                      <a:pt x="5045" y="442"/>
                      <a:pt x="0" y="6697"/>
                    </a:cubicBezTo>
                    <a:cubicBezTo>
                      <a:pt x="1828" y="6697"/>
                      <a:pt x="3597" y="7326"/>
                      <a:pt x="5066" y="8435"/>
                    </a:cubicBezTo>
                    <a:lnTo>
                      <a:pt x="5995" y="8915"/>
                    </a:lnTo>
                    <a:lnTo>
                      <a:pt x="9562" y="12"/>
                    </a:lnTo>
                    <a:cubicBezTo>
                      <a:pt x="9562" y="12"/>
                      <a:pt x="9488" y="0"/>
                      <a:pt x="9345" y="0"/>
                    </a:cubicBezTo>
                    <a:close/>
                  </a:path>
                </a:pathLst>
              </a:custGeom>
              <a:solidFill>
                <a:schemeClr val="lt1"/>
              </a:solidFill>
              <a:ln cap="flat" cmpd="sng" w="9525">
                <a:solidFill>
                  <a:schemeClr val="dk1"/>
                </a:solidFill>
                <a:prstDash val="solid"/>
                <a:miter lim="299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1" name="Google Shape;9231;p361"/>
              <p:cNvSpPr/>
              <p:nvPr/>
            </p:nvSpPr>
            <p:spPr>
              <a:xfrm>
                <a:off x="3439050" y="4053075"/>
                <a:ext cx="219575" cy="111625"/>
              </a:xfrm>
              <a:custGeom>
                <a:rect b="b" l="l" r="r" t="t"/>
                <a:pathLst>
                  <a:path extrusionOk="0" h="4465" w="8783">
                    <a:moveTo>
                      <a:pt x="0" y="1"/>
                    </a:moveTo>
                    <a:lnTo>
                      <a:pt x="0" y="3958"/>
                    </a:lnTo>
                    <a:cubicBezTo>
                      <a:pt x="0" y="3958"/>
                      <a:pt x="1702" y="4464"/>
                      <a:pt x="3864" y="4464"/>
                    </a:cubicBezTo>
                    <a:cubicBezTo>
                      <a:pt x="5420" y="4464"/>
                      <a:pt x="7214" y="4202"/>
                      <a:pt x="8783" y="3298"/>
                    </a:cubicBezTo>
                    <a:lnTo>
                      <a:pt x="0" y="1"/>
                    </a:lnTo>
                    <a:close/>
                  </a:path>
                </a:pathLst>
              </a:custGeom>
              <a:solidFill>
                <a:schemeClr val="lt1"/>
              </a:solidFill>
              <a:ln cap="flat" cmpd="sng" w="9525">
                <a:solidFill>
                  <a:schemeClr val="dk1"/>
                </a:solidFill>
                <a:prstDash val="solid"/>
                <a:miter lim="299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2" name="Google Shape;9232;p361"/>
              <p:cNvSpPr/>
              <p:nvPr/>
            </p:nvSpPr>
            <p:spPr>
              <a:xfrm>
                <a:off x="3687075" y="2683250"/>
                <a:ext cx="436150" cy="549325"/>
              </a:xfrm>
              <a:custGeom>
                <a:rect b="b" l="l" r="r" t="t"/>
                <a:pathLst>
                  <a:path extrusionOk="0" h="21973" w="17446">
                    <a:moveTo>
                      <a:pt x="15947" y="1"/>
                    </a:moveTo>
                    <a:cubicBezTo>
                      <a:pt x="15587" y="1230"/>
                      <a:pt x="11631" y="14658"/>
                      <a:pt x="390" y="20563"/>
                    </a:cubicBezTo>
                    <a:cubicBezTo>
                      <a:pt x="151" y="20683"/>
                      <a:pt x="1" y="20953"/>
                      <a:pt x="1" y="21223"/>
                    </a:cubicBezTo>
                    <a:cubicBezTo>
                      <a:pt x="1" y="21642"/>
                      <a:pt x="330" y="21972"/>
                      <a:pt x="750" y="21972"/>
                    </a:cubicBezTo>
                    <a:cubicBezTo>
                      <a:pt x="870" y="21972"/>
                      <a:pt x="990" y="21942"/>
                      <a:pt x="1080" y="21882"/>
                    </a:cubicBezTo>
                    <a:cubicBezTo>
                      <a:pt x="13399" y="15408"/>
                      <a:pt x="17236" y="900"/>
                      <a:pt x="17416" y="271"/>
                    </a:cubicBezTo>
                    <a:cubicBezTo>
                      <a:pt x="17416" y="211"/>
                      <a:pt x="17446" y="121"/>
                      <a:pt x="17416" y="61"/>
                    </a:cubicBezTo>
                    <a:lnTo>
                      <a:pt x="15947"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3" name="Google Shape;9233;p361"/>
              <p:cNvSpPr/>
              <p:nvPr/>
            </p:nvSpPr>
            <p:spPr>
              <a:xfrm>
                <a:off x="3345375" y="2529650"/>
                <a:ext cx="115425" cy="458625"/>
              </a:xfrm>
              <a:custGeom>
                <a:rect b="b" l="l" r="r" t="t"/>
                <a:pathLst>
                  <a:path extrusionOk="0" h="18345" w="4617">
                    <a:moveTo>
                      <a:pt x="4617" y="0"/>
                    </a:moveTo>
                    <a:lnTo>
                      <a:pt x="4017" y="150"/>
                    </a:lnTo>
                    <a:cubicBezTo>
                      <a:pt x="2668" y="2608"/>
                      <a:pt x="180" y="8333"/>
                      <a:pt x="1" y="16726"/>
                    </a:cubicBezTo>
                    <a:lnTo>
                      <a:pt x="1" y="18345"/>
                    </a:lnTo>
                    <a:cubicBezTo>
                      <a:pt x="360" y="18165"/>
                      <a:pt x="780" y="18045"/>
                      <a:pt x="1170" y="17985"/>
                    </a:cubicBezTo>
                    <a:cubicBezTo>
                      <a:pt x="1289" y="17955"/>
                      <a:pt x="1379" y="17955"/>
                      <a:pt x="1499" y="17955"/>
                    </a:cubicBezTo>
                    <a:lnTo>
                      <a:pt x="1499" y="17655"/>
                    </a:lnTo>
                    <a:lnTo>
                      <a:pt x="1499" y="16426"/>
                    </a:lnTo>
                    <a:cubicBezTo>
                      <a:pt x="1589" y="11600"/>
                      <a:pt x="2638" y="6804"/>
                      <a:pt x="4587" y="2338"/>
                    </a:cubicBezTo>
                    <a:cubicBezTo>
                      <a:pt x="4257" y="2098"/>
                      <a:pt x="4047" y="1679"/>
                      <a:pt x="4017" y="1259"/>
                    </a:cubicBezTo>
                    <a:cubicBezTo>
                      <a:pt x="4047" y="780"/>
                      <a:pt x="4287" y="330"/>
                      <a:pt x="4617"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4" name="Google Shape;9234;p361"/>
              <p:cNvSpPr/>
              <p:nvPr/>
            </p:nvSpPr>
            <p:spPr>
              <a:xfrm>
                <a:off x="3647375" y="3123775"/>
                <a:ext cx="203850" cy="159850"/>
              </a:xfrm>
              <a:custGeom>
                <a:rect b="b" l="l" r="r" t="t"/>
                <a:pathLst>
                  <a:path extrusionOk="0" h="6394" w="8154">
                    <a:moveTo>
                      <a:pt x="5301" y="0"/>
                    </a:moveTo>
                    <a:cubicBezTo>
                      <a:pt x="4413" y="0"/>
                      <a:pt x="3399" y="330"/>
                      <a:pt x="2488" y="994"/>
                    </a:cubicBezTo>
                    <a:cubicBezTo>
                      <a:pt x="719" y="2253"/>
                      <a:pt x="0" y="4291"/>
                      <a:pt x="869" y="5520"/>
                    </a:cubicBezTo>
                    <a:cubicBezTo>
                      <a:pt x="1291" y="6102"/>
                      <a:pt x="2016" y="6394"/>
                      <a:pt x="2852" y="6394"/>
                    </a:cubicBezTo>
                    <a:cubicBezTo>
                      <a:pt x="3740" y="6394"/>
                      <a:pt x="4754" y="6064"/>
                      <a:pt x="5665" y="5400"/>
                    </a:cubicBezTo>
                    <a:cubicBezTo>
                      <a:pt x="7434" y="4111"/>
                      <a:pt x="8153" y="2103"/>
                      <a:pt x="7284" y="874"/>
                    </a:cubicBezTo>
                    <a:cubicBezTo>
                      <a:pt x="6862" y="293"/>
                      <a:pt x="6138" y="0"/>
                      <a:pt x="5301" y="0"/>
                    </a:cubicBezTo>
                    <a:close/>
                  </a:path>
                </a:pathLst>
              </a:custGeom>
              <a:solidFill>
                <a:schemeClr val="lt1"/>
              </a:solid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5" name="Google Shape;9235;p361"/>
              <p:cNvSpPr/>
              <p:nvPr/>
            </p:nvSpPr>
            <p:spPr>
              <a:xfrm>
                <a:off x="3647375" y="3112425"/>
                <a:ext cx="143150" cy="112750"/>
              </a:xfrm>
              <a:custGeom>
                <a:rect b="b" l="l" r="r" t="t"/>
                <a:pathLst>
                  <a:path extrusionOk="0" h="4510" w="5726">
                    <a:moveTo>
                      <a:pt x="3701" y="1"/>
                    </a:moveTo>
                    <a:cubicBezTo>
                      <a:pt x="3075" y="1"/>
                      <a:pt x="2360" y="234"/>
                      <a:pt x="1709" y="699"/>
                    </a:cubicBezTo>
                    <a:cubicBezTo>
                      <a:pt x="480" y="1598"/>
                      <a:pt x="0" y="3037"/>
                      <a:pt x="600" y="3876"/>
                    </a:cubicBezTo>
                    <a:cubicBezTo>
                      <a:pt x="892" y="4299"/>
                      <a:pt x="1404" y="4510"/>
                      <a:pt x="1996" y="4510"/>
                    </a:cubicBezTo>
                    <a:cubicBezTo>
                      <a:pt x="2618" y="4510"/>
                      <a:pt x="3327" y="4277"/>
                      <a:pt x="3957" y="3816"/>
                    </a:cubicBezTo>
                    <a:cubicBezTo>
                      <a:pt x="5216" y="2917"/>
                      <a:pt x="5725" y="1478"/>
                      <a:pt x="5096" y="609"/>
                    </a:cubicBezTo>
                    <a:cubicBezTo>
                      <a:pt x="4792" y="204"/>
                      <a:pt x="4285" y="1"/>
                      <a:pt x="3701" y="1"/>
                    </a:cubicBezTo>
                    <a:close/>
                  </a:path>
                </a:pathLst>
              </a:custGeom>
              <a:solidFill>
                <a:schemeClr val="lt1"/>
              </a:solid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6" name="Google Shape;9236;p361"/>
              <p:cNvSpPr/>
              <p:nvPr/>
            </p:nvSpPr>
            <p:spPr>
              <a:xfrm>
                <a:off x="3173775" y="2940975"/>
                <a:ext cx="434650" cy="604825"/>
              </a:xfrm>
              <a:custGeom>
                <a:rect b="b" l="l" r="r" t="t"/>
                <a:pathLst>
                  <a:path extrusionOk="0" h="24193" w="17386">
                    <a:moveTo>
                      <a:pt x="8535" y="0"/>
                    </a:moveTo>
                    <a:cubicBezTo>
                      <a:pt x="8478" y="0"/>
                      <a:pt x="8421" y="1"/>
                      <a:pt x="8363" y="3"/>
                    </a:cubicBezTo>
                    <a:cubicBezTo>
                      <a:pt x="8153" y="3"/>
                      <a:pt x="7974" y="33"/>
                      <a:pt x="7794" y="63"/>
                    </a:cubicBezTo>
                    <a:cubicBezTo>
                      <a:pt x="7464" y="93"/>
                      <a:pt x="7164" y="183"/>
                      <a:pt x="6835" y="273"/>
                    </a:cubicBezTo>
                    <a:cubicBezTo>
                      <a:pt x="5066" y="932"/>
                      <a:pt x="3657" y="2371"/>
                      <a:pt x="3058" y="4170"/>
                    </a:cubicBezTo>
                    <a:lnTo>
                      <a:pt x="2938" y="4529"/>
                    </a:lnTo>
                    <a:cubicBezTo>
                      <a:pt x="2009" y="6987"/>
                      <a:pt x="1289" y="9505"/>
                      <a:pt x="750" y="12083"/>
                    </a:cubicBezTo>
                    <a:cubicBezTo>
                      <a:pt x="150" y="15200"/>
                      <a:pt x="0" y="18497"/>
                      <a:pt x="1199" y="20925"/>
                    </a:cubicBezTo>
                    <a:cubicBezTo>
                      <a:pt x="1949" y="22484"/>
                      <a:pt x="3328" y="23653"/>
                      <a:pt x="4976" y="24132"/>
                    </a:cubicBezTo>
                    <a:cubicBezTo>
                      <a:pt x="5036" y="24162"/>
                      <a:pt x="5126" y="24192"/>
                      <a:pt x="5216" y="24192"/>
                    </a:cubicBezTo>
                    <a:cubicBezTo>
                      <a:pt x="5516" y="24192"/>
                      <a:pt x="5815" y="23983"/>
                      <a:pt x="5905" y="23683"/>
                    </a:cubicBezTo>
                    <a:cubicBezTo>
                      <a:pt x="6055" y="23263"/>
                      <a:pt x="5815" y="22844"/>
                      <a:pt x="5426" y="22724"/>
                    </a:cubicBezTo>
                    <a:cubicBezTo>
                      <a:pt x="4167" y="22364"/>
                      <a:pt x="3118" y="21465"/>
                      <a:pt x="2518" y="20266"/>
                    </a:cubicBezTo>
                    <a:cubicBezTo>
                      <a:pt x="1469" y="18108"/>
                      <a:pt x="1679" y="15020"/>
                      <a:pt x="2278" y="12083"/>
                    </a:cubicBezTo>
                    <a:cubicBezTo>
                      <a:pt x="2788" y="9685"/>
                      <a:pt x="3507" y="7347"/>
                      <a:pt x="4347" y="5039"/>
                    </a:cubicBezTo>
                    <a:lnTo>
                      <a:pt x="4467" y="4679"/>
                    </a:lnTo>
                    <a:cubicBezTo>
                      <a:pt x="4886" y="3480"/>
                      <a:pt x="5725" y="2491"/>
                      <a:pt x="6835" y="1892"/>
                    </a:cubicBezTo>
                    <a:cubicBezTo>
                      <a:pt x="7224" y="1712"/>
                      <a:pt x="7614" y="1592"/>
                      <a:pt x="8004" y="1532"/>
                    </a:cubicBezTo>
                    <a:cubicBezTo>
                      <a:pt x="8123" y="1502"/>
                      <a:pt x="8243" y="1502"/>
                      <a:pt x="8333" y="1502"/>
                    </a:cubicBezTo>
                    <a:cubicBezTo>
                      <a:pt x="8391" y="1499"/>
                      <a:pt x="8449" y="1498"/>
                      <a:pt x="8506" y="1498"/>
                    </a:cubicBezTo>
                    <a:cubicBezTo>
                      <a:pt x="9761" y="1498"/>
                      <a:pt x="10943" y="2119"/>
                      <a:pt x="11630" y="3150"/>
                    </a:cubicBezTo>
                    <a:cubicBezTo>
                      <a:pt x="13129" y="5189"/>
                      <a:pt x="13849" y="7946"/>
                      <a:pt x="14328" y="10134"/>
                    </a:cubicBezTo>
                    <a:cubicBezTo>
                      <a:pt x="14508" y="10824"/>
                      <a:pt x="14628" y="11483"/>
                      <a:pt x="14718" y="12083"/>
                    </a:cubicBezTo>
                    <a:cubicBezTo>
                      <a:pt x="15827" y="19277"/>
                      <a:pt x="13309" y="21435"/>
                      <a:pt x="13249" y="21495"/>
                    </a:cubicBezTo>
                    <a:cubicBezTo>
                      <a:pt x="12949" y="21734"/>
                      <a:pt x="12889" y="22154"/>
                      <a:pt x="13099" y="22484"/>
                    </a:cubicBezTo>
                    <a:cubicBezTo>
                      <a:pt x="13233" y="22694"/>
                      <a:pt x="13476" y="22807"/>
                      <a:pt x="13720" y="22807"/>
                    </a:cubicBezTo>
                    <a:cubicBezTo>
                      <a:pt x="13859" y="22807"/>
                      <a:pt x="13999" y="22770"/>
                      <a:pt x="14118" y="22694"/>
                    </a:cubicBezTo>
                    <a:cubicBezTo>
                      <a:pt x="14268" y="22574"/>
                      <a:pt x="17385" y="20176"/>
                      <a:pt x="16216" y="12083"/>
                    </a:cubicBezTo>
                    <a:cubicBezTo>
                      <a:pt x="16127" y="11393"/>
                      <a:pt x="15977" y="10614"/>
                      <a:pt x="15797" y="9835"/>
                    </a:cubicBezTo>
                    <a:cubicBezTo>
                      <a:pt x="15287" y="7497"/>
                      <a:pt x="14508" y="4529"/>
                      <a:pt x="12829" y="2281"/>
                    </a:cubicBezTo>
                    <a:cubicBezTo>
                      <a:pt x="11843" y="860"/>
                      <a:pt x="10240" y="0"/>
                      <a:pt x="8535" y="0"/>
                    </a:cubicBezTo>
                    <a:close/>
                  </a:path>
                </a:pathLst>
              </a:custGeom>
              <a:solidFill>
                <a:schemeClr val="dk1"/>
              </a:solidFill>
              <a:ln cap="flat" cmpd="sng" w="9525">
                <a:solidFill>
                  <a:schemeClr val="dk1"/>
                </a:solidFill>
                <a:prstDash val="solid"/>
                <a:miter lim="299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7" name="Google Shape;9237;p361"/>
              <p:cNvSpPr/>
              <p:nvPr/>
            </p:nvSpPr>
            <p:spPr>
              <a:xfrm>
                <a:off x="3285425" y="3498000"/>
                <a:ext cx="107925" cy="56700"/>
              </a:xfrm>
              <a:custGeom>
                <a:rect b="b" l="l" r="r" t="t"/>
                <a:pathLst>
                  <a:path extrusionOk="0" h="2268" w="4317">
                    <a:moveTo>
                      <a:pt x="1398" y="1"/>
                    </a:moveTo>
                    <a:cubicBezTo>
                      <a:pt x="930" y="1"/>
                      <a:pt x="465" y="8"/>
                      <a:pt x="1" y="23"/>
                    </a:cubicBezTo>
                    <a:lnTo>
                      <a:pt x="210" y="1761"/>
                    </a:lnTo>
                    <a:cubicBezTo>
                      <a:pt x="210" y="1761"/>
                      <a:pt x="1423" y="2268"/>
                      <a:pt x="2435" y="2268"/>
                    </a:cubicBezTo>
                    <a:cubicBezTo>
                      <a:pt x="2941" y="2268"/>
                      <a:pt x="3398" y="2141"/>
                      <a:pt x="3627" y="1761"/>
                    </a:cubicBezTo>
                    <a:cubicBezTo>
                      <a:pt x="4317" y="652"/>
                      <a:pt x="3747" y="113"/>
                      <a:pt x="2818" y="23"/>
                    </a:cubicBezTo>
                    <a:cubicBezTo>
                      <a:pt x="2339" y="8"/>
                      <a:pt x="1866" y="1"/>
                      <a:pt x="1398" y="1"/>
                    </a:cubicBezTo>
                    <a:close/>
                  </a:path>
                </a:pathLst>
              </a:custGeom>
              <a:solidFill>
                <a:schemeClr val="dk1"/>
              </a:solidFill>
              <a:ln cap="flat" cmpd="sng" w="9525">
                <a:solidFill>
                  <a:schemeClr val="dk1"/>
                </a:solidFill>
                <a:prstDash val="solid"/>
                <a:miter lim="299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8" name="Google Shape;9238;p361"/>
              <p:cNvSpPr/>
              <p:nvPr/>
            </p:nvSpPr>
            <p:spPr>
              <a:xfrm>
                <a:off x="3173775" y="3243025"/>
                <a:ext cx="151400" cy="302775"/>
              </a:xfrm>
              <a:custGeom>
                <a:rect b="b" l="l" r="r" t="t"/>
                <a:pathLst>
                  <a:path extrusionOk="0" h="12111" w="6056">
                    <a:moveTo>
                      <a:pt x="750" y="1"/>
                    </a:moveTo>
                    <a:cubicBezTo>
                      <a:pt x="150" y="3118"/>
                      <a:pt x="0" y="6415"/>
                      <a:pt x="1199" y="8843"/>
                    </a:cubicBezTo>
                    <a:cubicBezTo>
                      <a:pt x="1949" y="10402"/>
                      <a:pt x="3328" y="11571"/>
                      <a:pt x="4976" y="12080"/>
                    </a:cubicBezTo>
                    <a:cubicBezTo>
                      <a:pt x="5066" y="12110"/>
                      <a:pt x="5126" y="12110"/>
                      <a:pt x="5216" y="12110"/>
                    </a:cubicBezTo>
                    <a:cubicBezTo>
                      <a:pt x="5546" y="12110"/>
                      <a:pt x="5815" y="11901"/>
                      <a:pt x="5935" y="11601"/>
                    </a:cubicBezTo>
                    <a:cubicBezTo>
                      <a:pt x="6055" y="11181"/>
                      <a:pt x="5815" y="10762"/>
                      <a:pt x="5426" y="10642"/>
                    </a:cubicBezTo>
                    <a:cubicBezTo>
                      <a:pt x="4167" y="10282"/>
                      <a:pt x="3088" y="9383"/>
                      <a:pt x="2518" y="8184"/>
                    </a:cubicBezTo>
                    <a:cubicBezTo>
                      <a:pt x="1469" y="6026"/>
                      <a:pt x="1649" y="2938"/>
                      <a:pt x="2248" y="1"/>
                    </a:cubicBezTo>
                    <a:close/>
                  </a:path>
                </a:pathLst>
              </a:custGeom>
              <a:solidFill>
                <a:schemeClr val="lt1"/>
              </a:solid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9" name="Google Shape;9239;p361"/>
              <p:cNvSpPr/>
              <p:nvPr/>
            </p:nvSpPr>
            <p:spPr>
              <a:xfrm>
                <a:off x="3456275" y="3444850"/>
                <a:ext cx="102450" cy="87625"/>
              </a:xfrm>
              <a:custGeom>
                <a:rect b="b" l="l" r="r" t="t"/>
                <a:pathLst>
                  <a:path extrusionOk="0" h="3505" w="4098">
                    <a:moveTo>
                      <a:pt x="3319" y="1"/>
                    </a:moveTo>
                    <a:cubicBezTo>
                      <a:pt x="3255" y="1"/>
                      <a:pt x="3179" y="17"/>
                      <a:pt x="3088" y="51"/>
                    </a:cubicBezTo>
                    <a:cubicBezTo>
                      <a:pt x="2219" y="381"/>
                      <a:pt x="900" y="950"/>
                      <a:pt x="330" y="1699"/>
                    </a:cubicBezTo>
                    <a:cubicBezTo>
                      <a:pt x="91" y="1999"/>
                      <a:pt x="1" y="2329"/>
                      <a:pt x="61" y="2689"/>
                    </a:cubicBezTo>
                    <a:cubicBezTo>
                      <a:pt x="199" y="3186"/>
                      <a:pt x="642" y="3505"/>
                      <a:pt x="1134" y="3505"/>
                    </a:cubicBezTo>
                    <a:cubicBezTo>
                      <a:pt x="1175" y="3505"/>
                      <a:pt x="1217" y="3503"/>
                      <a:pt x="1260" y="3498"/>
                    </a:cubicBezTo>
                    <a:cubicBezTo>
                      <a:pt x="1799" y="3438"/>
                      <a:pt x="2279" y="3168"/>
                      <a:pt x="2638" y="2748"/>
                    </a:cubicBezTo>
                    <a:cubicBezTo>
                      <a:pt x="2971" y="2361"/>
                      <a:pt x="4097" y="1"/>
                      <a:pt x="3319" y="1"/>
                    </a:cubicBezTo>
                    <a:close/>
                  </a:path>
                </a:pathLst>
              </a:custGeom>
              <a:solidFill>
                <a:schemeClr val="dk1"/>
              </a:solidFill>
              <a:ln cap="flat" cmpd="sng" w="9525">
                <a:solidFill>
                  <a:schemeClr val="dk1"/>
                </a:solidFill>
                <a:prstDash val="solid"/>
                <a:miter lim="299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0" name="Google Shape;9240;p361"/>
              <p:cNvSpPr/>
              <p:nvPr/>
            </p:nvSpPr>
            <p:spPr>
              <a:xfrm>
                <a:off x="3496000" y="3243025"/>
                <a:ext cx="112425" cy="268125"/>
              </a:xfrm>
              <a:custGeom>
                <a:rect b="b" l="l" r="r" t="t"/>
                <a:pathLst>
                  <a:path extrusionOk="0" h="10725" w="4497">
                    <a:moveTo>
                      <a:pt x="1829" y="1"/>
                    </a:moveTo>
                    <a:cubicBezTo>
                      <a:pt x="2938" y="7195"/>
                      <a:pt x="420" y="9353"/>
                      <a:pt x="360" y="9413"/>
                    </a:cubicBezTo>
                    <a:cubicBezTo>
                      <a:pt x="60" y="9652"/>
                      <a:pt x="0" y="10072"/>
                      <a:pt x="210" y="10402"/>
                    </a:cubicBezTo>
                    <a:cubicBezTo>
                      <a:pt x="344" y="10612"/>
                      <a:pt x="587" y="10725"/>
                      <a:pt x="831" y="10725"/>
                    </a:cubicBezTo>
                    <a:cubicBezTo>
                      <a:pt x="970" y="10725"/>
                      <a:pt x="1110" y="10688"/>
                      <a:pt x="1229" y="10612"/>
                    </a:cubicBezTo>
                    <a:cubicBezTo>
                      <a:pt x="1379" y="10492"/>
                      <a:pt x="4496" y="8094"/>
                      <a:pt x="3327" y="1"/>
                    </a:cubicBezTo>
                    <a:close/>
                  </a:path>
                </a:pathLst>
              </a:custGeom>
              <a:solidFill>
                <a:schemeClr val="lt1"/>
              </a:solid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1" name="Google Shape;9241;p361"/>
              <p:cNvSpPr/>
              <p:nvPr/>
            </p:nvSpPr>
            <p:spPr>
              <a:xfrm>
                <a:off x="2035500" y="4401525"/>
                <a:ext cx="3306175" cy="327500"/>
              </a:xfrm>
              <a:custGeom>
                <a:rect b="b" l="l" r="r" t="t"/>
                <a:pathLst>
                  <a:path extrusionOk="0" h="13100" w="132247">
                    <a:moveTo>
                      <a:pt x="13879" y="1"/>
                    </a:moveTo>
                    <a:lnTo>
                      <a:pt x="1" y="13100"/>
                    </a:lnTo>
                    <a:lnTo>
                      <a:pt x="132247" y="13100"/>
                    </a:lnTo>
                    <a:lnTo>
                      <a:pt x="123914" y="1"/>
                    </a:lnTo>
                    <a:close/>
                  </a:path>
                </a:pathLst>
              </a:custGeom>
              <a:solidFill>
                <a:schemeClr val="lt1"/>
              </a:solid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2" name="Google Shape;9242;p361"/>
              <p:cNvSpPr/>
              <p:nvPr/>
            </p:nvSpPr>
            <p:spPr>
              <a:xfrm>
                <a:off x="2035500" y="4729000"/>
                <a:ext cx="3306175" cy="88450"/>
              </a:xfrm>
              <a:custGeom>
                <a:rect b="b" l="l" r="r" t="t"/>
                <a:pathLst>
                  <a:path extrusionOk="0" h="3538" w="132247">
                    <a:moveTo>
                      <a:pt x="1" y="1"/>
                    </a:moveTo>
                    <a:lnTo>
                      <a:pt x="1" y="3538"/>
                    </a:lnTo>
                    <a:lnTo>
                      <a:pt x="132247" y="3538"/>
                    </a:lnTo>
                    <a:lnTo>
                      <a:pt x="132247" y="1"/>
                    </a:lnTo>
                    <a:close/>
                  </a:path>
                </a:pathLst>
              </a:custGeom>
              <a:solidFill>
                <a:schemeClr val="dk1"/>
              </a:solid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3" name="Google Shape;9243;p361"/>
              <p:cNvSpPr/>
              <p:nvPr/>
            </p:nvSpPr>
            <p:spPr>
              <a:xfrm>
                <a:off x="2382450" y="4580625"/>
                <a:ext cx="543300" cy="67475"/>
              </a:xfrm>
              <a:custGeom>
                <a:rect b="b" l="l" r="r" t="t"/>
                <a:pathLst>
                  <a:path extrusionOk="0" h="2699" w="21732">
                    <a:moveTo>
                      <a:pt x="1" y="1"/>
                    </a:moveTo>
                    <a:lnTo>
                      <a:pt x="1" y="2698"/>
                    </a:lnTo>
                    <a:lnTo>
                      <a:pt x="21732" y="2698"/>
                    </a:lnTo>
                    <a:lnTo>
                      <a:pt x="21732" y="1"/>
                    </a:lnTo>
                    <a:close/>
                  </a:path>
                </a:pathLst>
              </a:custGeom>
              <a:solidFill>
                <a:schemeClr val="lt1"/>
              </a:solidFill>
              <a:ln cap="flat" cmpd="sng" w="9525">
                <a:solidFill>
                  <a:schemeClr val="dk1"/>
                </a:solidFill>
                <a:prstDash val="solid"/>
                <a:miter lim="299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4" name="Google Shape;9244;p361"/>
              <p:cNvSpPr/>
              <p:nvPr/>
            </p:nvSpPr>
            <p:spPr>
              <a:xfrm>
                <a:off x="2382450" y="4364825"/>
                <a:ext cx="748625" cy="215825"/>
              </a:xfrm>
              <a:custGeom>
                <a:rect b="b" l="l" r="r" t="t"/>
                <a:pathLst>
                  <a:path extrusionOk="0" h="8633" w="29945">
                    <a:moveTo>
                      <a:pt x="12830" y="0"/>
                    </a:moveTo>
                    <a:lnTo>
                      <a:pt x="1" y="8633"/>
                    </a:lnTo>
                    <a:lnTo>
                      <a:pt x="21732" y="8633"/>
                    </a:lnTo>
                    <a:lnTo>
                      <a:pt x="29945" y="420"/>
                    </a:lnTo>
                    <a:lnTo>
                      <a:pt x="12830" y="0"/>
                    </a:lnTo>
                    <a:close/>
                  </a:path>
                </a:pathLst>
              </a:custGeom>
              <a:solidFill>
                <a:schemeClr val="lt1"/>
              </a:solid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5" name="Google Shape;9245;p361"/>
              <p:cNvSpPr/>
              <p:nvPr/>
            </p:nvSpPr>
            <p:spPr>
              <a:xfrm>
                <a:off x="2925725" y="4375300"/>
                <a:ext cx="205350" cy="272800"/>
              </a:xfrm>
              <a:custGeom>
                <a:rect b="b" l="l" r="r" t="t"/>
                <a:pathLst>
                  <a:path extrusionOk="0" h="10912" w="8214">
                    <a:moveTo>
                      <a:pt x="8214" y="1"/>
                    </a:moveTo>
                    <a:lnTo>
                      <a:pt x="1" y="8214"/>
                    </a:lnTo>
                    <a:lnTo>
                      <a:pt x="1" y="10911"/>
                    </a:lnTo>
                    <a:lnTo>
                      <a:pt x="8214" y="2669"/>
                    </a:lnTo>
                    <a:lnTo>
                      <a:pt x="8214" y="1"/>
                    </a:lnTo>
                    <a:close/>
                  </a:path>
                </a:pathLst>
              </a:custGeom>
              <a:solidFill>
                <a:schemeClr val="lt1"/>
              </a:solid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6" name="Google Shape;9246;p361"/>
              <p:cNvSpPr/>
              <p:nvPr/>
            </p:nvSpPr>
            <p:spPr>
              <a:xfrm>
                <a:off x="2867275" y="4563400"/>
                <a:ext cx="43500" cy="94450"/>
              </a:xfrm>
              <a:custGeom>
                <a:rect b="b" l="l" r="r" t="t"/>
                <a:pathLst>
                  <a:path extrusionOk="0" fill="none" h="3778" w="1740">
                    <a:moveTo>
                      <a:pt x="1739" y="0"/>
                    </a:moveTo>
                    <a:cubicBezTo>
                      <a:pt x="1739" y="0"/>
                      <a:pt x="1" y="330"/>
                      <a:pt x="1" y="1829"/>
                    </a:cubicBezTo>
                    <a:cubicBezTo>
                      <a:pt x="1" y="3358"/>
                      <a:pt x="1500" y="3777"/>
                      <a:pt x="1500" y="3777"/>
                    </a:cubicBez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7" name="Google Shape;9247;p361"/>
              <p:cNvSpPr/>
              <p:nvPr/>
            </p:nvSpPr>
            <p:spPr>
              <a:xfrm>
                <a:off x="2823825" y="4563400"/>
                <a:ext cx="43475" cy="94450"/>
              </a:xfrm>
              <a:custGeom>
                <a:rect b="b" l="l" r="r" t="t"/>
                <a:pathLst>
                  <a:path extrusionOk="0" fill="none" h="3778" w="1739">
                    <a:moveTo>
                      <a:pt x="1739" y="0"/>
                    </a:moveTo>
                    <a:cubicBezTo>
                      <a:pt x="1739" y="0"/>
                      <a:pt x="0" y="330"/>
                      <a:pt x="0" y="1829"/>
                    </a:cubicBezTo>
                    <a:cubicBezTo>
                      <a:pt x="0" y="3358"/>
                      <a:pt x="1499" y="3777"/>
                      <a:pt x="1499" y="3777"/>
                    </a:cubicBez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8" name="Google Shape;9248;p361"/>
              <p:cNvSpPr/>
              <p:nvPr/>
            </p:nvSpPr>
            <p:spPr>
              <a:xfrm>
                <a:off x="2780350" y="4563400"/>
                <a:ext cx="43500" cy="94450"/>
              </a:xfrm>
              <a:custGeom>
                <a:rect b="b" l="l" r="r" t="t"/>
                <a:pathLst>
                  <a:path extrusionOk="0" fill="none" h="3778" w="1740">
                    <a:moveTo>
                      <a:pt x="1739" y="0"/>
                    </a:moveTo>
                    <a:cubicBezTo>
                      <a:pt x="1739" y="0"/>
                      <a:pt x="1" y="330"/>
                      <a:pt x="1" y="1829"/>
                    </a:cubicBezTo>
                    <a:cubicBezTo>
                      <a:pt x="1" y="3358"/>
                      <a:pt x="1500" y="3777"/>
                      <a:pt x="1500" y="3777"/>
                    </a:cubicBez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9" name="Google Shape;9249;p361"/>
              <p:cNvSpPr/>
              <p:nvPr/>
            </p:nvSpPr>
            <p:spPr>
              <a:xfrm>
                <a:off x="2736900" y="4563400"/>
                <a:ext cx="43475" cy="94450"/>
              </a:xfrm>
              <a:custGeom>
                <a:rect b="b" l="l" r="r" t="t"/>
                <a:pathLst>
                  <a:path extrusionOk="0" fill="none" h="3778" w="1739">
                    <a:moveTo>
                      <a:pt x="1739" y="0"/>
                    </a:moveTo>
                    <a:cubicBezTo>
                      <a:pt x="1739" y="0"/>
                      <a:pt x="0" y="330"/>
                      <a:pt x="0" y="1829"/>
                    </a:cubicBezTo>
                    <a:cubicBezTo>
                      <a:pt x="0" y="3358"/>
                      <a:pt x="1499" y="3777"/>
                      <a:pt x="1499" y="3777"/>
                    </a:cubicBez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0" name="Google Shape;9250;p361"/>
              <p:cNvSpPr/>
              <p:nvPr/>
            </p:nvSpPr>
            <p:spPr>
              <a:xfrm>
                <a:off x="2694175" y="4563400"/>
                <a:ext cx="42750" cy="94450"/>
              </a:xfrm>
              <a:custGeom>
                <a:rect b="b" l="l" r="r" t="t"/>
                <a:pathLst>
                  <a:path extrusionOk="0" fill="none" h="3778" w="1710">
                    <a:moveTo>
                      <a:pt x="1709" y="0"/>
                    </a:moveTo>
                    <a:cubicBezTo>
                      <a:pt x="1709" y="0"/>
                      <a:pt x="1" y="330"/>
                      <a:pt x="1" y="1829"/>
                    </a:cubicBezTo>
                    <a:cubicBezTo>
                      <a:pt x="1" y="3358"/>
                      <a:pt x="1500" y="3777"/>
                      <a:pt x="1500" y="3777"/>
                    </a:cubicBez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1" name="Google Shape;9251;p361"/>
              <p:cNvSpPr/>
              <p:nvPr/>
            </p:nvSpPr>
            <p:spPr>
              <a:xfrm>
                <a:off x="2650725" y="4563400"/>
                <a:ext cx="43475" cy="94450"/>
              </a:xfrm>
              <a:custGeom>
                <a:rect b="b" l="l" r="r" t="t"/>
                <a:pathLst>
                  <a:path extrusionOk="0" fill="none" h="3778" w="1739">
                    <a:moveTo>
                      <a:pt x="1739" y="0"/>
                    </a:moveTo>
                    <a:cubicBezTo>
                      <a:pt x="1739" y="0"/>
                      <a:pt x="0" y="330"/>
                      <a:pt x="0" y="1829"/>
                    </a:cubicBezTo>
                    <a:cubicBezTo>
                      <a:pt x="0" y="3358"/>
                      <a:pt x="1499" y="3777"/>
                      <a:pt x="1499" y="3777"/>
                    </a:cubicBez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2" name="Google Shape;9252;p361"/>
              <p:cNvSpPr/>
              <p:nvPr/>
            </p:nvSpPr>
            <p:spPr>
              <a:xfrm>
                <a:off x="2607250" y="4563400"/>
                <a:ext cx="43500" cy="94450"/>
              </a:xfrm>
              <a:custGeom>
                <a:rect b="b" l="l" r="r" t="t"/>
                <a:pathLst>
                  <a:path extrusionOk="0" fill="none" h="3778" w="1740">
                    <a:moveTo>
                      <a:pt x="1739" y="0"/>
                    </a:moveTo>
                    <a:cubicBezTo>
                      <a:pt x="1739" y="0"/>
                      <a:pt x="1" y="330"/>
                      <a:pt x="1" y="1829"/>
                    </a:cubicBezTo>
                    <a:cubicBezTo>
                      <a:pt x="1" y="3358"/>
                      <a:pt x="1500" y="3777"/>
                      <a:pt x="1500" y="3777"/>
                    </a:cubicBez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3" name="Google Shape;9253;p361"/>
              <p:cNvSpPr/>
              <p:nvPr/>
            </p:nvSpPr>
            <p:spPr>
              <a:xfrm>
                <a:off x="2563800" y="4563400"/>
                <a:ext cx="43475" cy="94450"/>
              </a:xfrm>
              <a:custGeom>
                <a:rect b="b" l="l" r="r" t="t"/>
                <a:pathLst>
                  <a:path extrusionOk="0" fill="none" h="3778" w="1739">
                    <a:moveTo>
                      <a:pt x="1739" y="0"/>
                    </a:moveTo>
                    <a:cubicBezTo>
                      <a:pt x="1739" y="0"/>
                      <a:pt x="0" y="330"/>
                      <a:pt x="0" y="1829"/>
                    </a:cubicBezTo>
                    <a:cubicBezTo>
                      <a:pt x="0" y="3358"/>
                      <a:pt x="1499" y="3777"/>
                      <a:pt x="1499" y="3777"/>
                    </a:cubicBez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4" name="Google Shape;9254;p361"/>
              <p:cNvSpPr/>
              <p:nvPr/>
            </p:nvSpPr>
            <p:spPr>
              <a:xfrm>
                <a:off x="2515100" y="4563400"/>
                <a:ext cx="43475" cy="94450"/>
              </a:xfrm>
              <a:custGeom>
                <a:rect b="b" l="l" r="r" t="t"/>
                <a:pathLst>
                  <a:path extrusionOk="0" fill="none" h="3778" w="1739">
                    <a:moveTo>
                      <a:pt x="1739" y="0"/>
                    </a:moveTo>
                    <a:cubicBezTo>
                      <a:pt x="1739" y="0"/>
                      <a:pt x="0" y="330"/>
                      <a:pt x="0" y="1829"/>
                    </a:cubicBezTo>
                    <a:cubicBezTo>
                      <a:pt x="0" y="3358"/>
                      <a:pt x="1499" y="3777"/>
                      <a:pt x="1499" y="3777"/>
                    </a:cubicBez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5" name="Google Shape;9255;p361"/>
              <p:cNvSpPr/>
              <p:nvPr/>
            </p:nvSpPr>
            <p:spPr>
              <a:xfrm>
                <a:off x="2466375" y="4563400"/>
                <a:ext cx="43500" cy="94450"/>
              </a:xfrm>
              <a:custGeom>
                <a:rect b="b" l="l" r="r" t="t"/>
                <a:pathLst>
                  <a:path extrusionOk="0" fill="none" h="3778" w="1740">
                    <a:moveTo>
                      <a:pt x="1739" y="0"/>
                    </a:moveTo>
                    <a:cubicBezTo>
                      <a:pt x="1739" y="0"/>
                      <a:pt x="1" y="330"/>
                      <a:pt x="1" y="1829"/>
                    </a:cubicBezTo>
                    <a:cubicBezTo>
                      <a:pt x="1" y="3358"/>
                      <a:pt x="1500" y="3777"/>
                      <a:pt x="1500" y="3777"/>
                    </a:cubicBez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6" name="Google Shape;9256;p361"/>
              <p:cNvSpPr/>
              <p:nvPr/>
            </p:nvSpPr>
            <p:spPr>
              <a:xfrm>
                <a:off x="2411675" y="4563400"/>
                <a:ext cx="43500" cy="94450"/>
              </a:xfrm>
              <a:custGeom>
                <a:rect b="b" l="l" r="r" t="t"/>
                <a:pathLst>
                  <a:path extrusionOk="0" fill="none" h="3778" w="1740">
                    <a:moveTo>
                      <a:pt x="1739" y="0"/>
                    </a:moveTo>
                    <a:cubicBezTo>
                      <a:pt x="1739" y="0"/>
                      <a:pt x="1" y="330"/>
                      <a:pt x="1" y="1829"/>
                    </a:cubicBezTo>
                    <a:cubicBezTo>
                      <a:pt x="1" y="3358"/>
                      <a:pt x="1499" y="3777"/>
                      <a:pt x="1499" y="3777"/>
                    </a:cubicBez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7" name="Google Shape;9257;p361"/>
              <p:cNvSpPr/>
              <p:nvPr/>
            </p:nvSpPr>
            <p:spPr>
              <a:xfrm>
                <a:off x="4171175" y="4074075"/>
                <a:ext cx="944200" cy="517825"/>
              </a:xfrm>
              <a:custGeom>
                <a:rect b="b" l="l" r="r" t="t"/>
                <a:pathLst>
                  <a:path extrusionOk="0" h="20713" w="37768">
                    <a:moveTo>
                      <a:pt x="0" y="0"/>
                    </a:moveTo>
                    <a:lnTo>
                      <a:pt x="0" y="20712"/>
                    </a:lnTo>
                    <a:lnTo>
                      <a:pt x="37768" y="20712"/>
                    </a:lnTo>
                    <a:lnTo>
                      <a:pt x="37768" y="0"/>
                    </a:lnTo>
                    <a:close/>
                  </a:path>
                </a:pathLst>
              </a:custGeom>
              <a:solidFill>
                <a:schemeClr val="lt1"/>
              </a:solid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8" name="Google Shape;9258;p361"/>
              <p:cNvSpPr/>
              <p:nvPr/>
            </p:nvSpPr>
            <p:spPr>
              <a:xfrm>
                <a:off x="4015300" y="3929450"/>
                <a:ext cx="152150" cy="662450"/>
              </a:xfrm>
              <a:custGeom>
                <a:rect b="b" l="l" r="r" t="t"/>
                <a:pathLst>
                  <a:path extrusionOk="0" h="26498" w="6086">
                    <a:moveTo>
                      <a:pt x="0" y="0"/>
                    </a:moveTo>
                    <a:lnTo>
                      <a:pt x="0" y="20742"/>
                    </a:lnTo>
                    <a:lnTo>
                      <a:pt x="6085" y="26497"/>
                    </a:lnTo>
                    <a:lnTo>
                      <a:pt x="6085" y="5785"/>
                    </a:lnTo>
                    <a:lnTo>
                      <a:pt x="0" y="0"/>
                    </a:lnTo>
                    <a:close/>
                  </a:path>
                </a:pathLst>
              </a:custGeom>
              <a:solidFill>
                <a:schemeClr val="lt1"/>
              </a:solid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9" name="Google Shape;9259;p361"/>
              <p:cNvSpPr/>
              <p:nvPr/>
            </p:nvSpPr>
            <p:spPr>
              <a:xfrm>
                <a:off x="4019050" y="3929450"/>
                <a:ext cx="1096325" cy="144650"/>
              </a:xfrm>
              <a:custGeom>
                <a:rect b="b" l="l" r="r" t="t"/>
                <a:pathLst>
                  <a:path extrusionOk="0" h="5786" w="43853">
                    <a:moveTo>
                      <a:pt x="0" y="0"/>
                    </a:moveTo>
                    <a:lnTo>
                      <a:pt x="6085" y="5785"/>
                    </a:lnTo>
                    <a:lnTo>
                      <a:pt x="43853" y="5785"/>
                    </a:lnTo>
                    <a:lnTo>
                      <a:pt x="37768" y="0"/>
                    </a:lnTo>
                    <a:close/>
                  </a:path>
                </a:pathLst>
              </a:custGeom>
              <a:solidFill>
                <a:schemeClr val="lt1"/>
              </a:solid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0" name="Google Shape;9260;p361"/>
              <p:cNvSpPr/>
              <p:nvPr/>
            </p:nvSpPr>
            <p:spPr>
              <a:xfrm>
                <a:off x="4476150" y="4181225"/>
                <a:ext cx="291525" cy="291525"/>
              </a:xfrm>
              <a:custGeom>
                <a:rect b="b" l="l" r="r" t="t"/>
                <a:pathLst>
                  <a:path extrusionOk="0" h="11661" w="11661">
                    <a:moveTo>
                      <a:pt x="3627" y="1"/>
                    </a:moveTo>
                    <a:lnTo>
                      <a:pt x="3627" y="3478"/>
                    </a:lnTo>
                    <a:lnTo>
                      <a:pt x="1" y="3478"/>
                    </a:lnTo>
                    <a:lnTo>
                      <a:pt x="1" y="8183"/>
                    </a:lnTo>
                    <a:lnTo>
                      <a:pt x="3627" y="8183"/>
                    </a:lnTo>
                    <a:lnTo>
                      <a:pt x="3627" y="11661"/>
                    </a:lnTo>
                    <a:lnTo>
                      <a:pt x="8333" y="11661"/>
                    </a:lnTo>
                    <a:lnTo>
                      <a:pt x="8333" y="8183"/>
                    </a:lnTo>
                    <a:lnTo>
                      <a:pt x="11661" y="8183"/>
                    </a:lnTo>
                    <a:lnTo>
                      <a:pt x="11661" y="3478"/>
                    </a:lnTo>
                    <a:lnTo>
                      <a:pt x="8333" y="3478"/>
                    </a:lnTo>
                    <a:lnTo>
                      <a:pt x="8333" y="1"/>
                    </a:lnTo>
                    <a:close/>
                  </a:path>
                </a:pathLst>
              </a:custGeom>
              <a:solidFill>
                <a:schemeClr val="lt1"/>
              </a:solidFill>
              <a:ln cap="flat" cmpd="sng" w="9525">
                <a:solidFill>
                  <a:schemeClr val="dk1"/>
                </a:solidFill>
                <a:prstDash val="solid"/>
                <a:miter lim="29974"/>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1" name="Google Shape;9261;p361"/>
              <p:cNvSpPr/>
              <p:nvPr/>
            </p:nvSpPr>
            <p:spPr>
              <a:xfrm>
                <a:off x="4482900" y="3929450"/>
                <a:ext cx="152150" cy="144650"/>
              </a:xfrm>
              <a:custGeom>
                <a:rect b="b" l="l" r="r" t="t"/>
                <a:pathLst>
                  <a:path extrusionOk="0" fill="none" h="5786" w="6086">
                    <a:moveTo>
                      <a:pt x="6085" y="5785"/>
                    </a:moveTo>
                    <a:lnTo>
                      <a:pt x="0" y="0"/>
                    </a:ln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2" name="Google Shape;9262;p361"/>
              <p:cNvSpPr/>
              <p:nvPr/>
            </p:nvSpPr>
            <p:spPr>
              <a:xfrm>
                <a:off x="2678450" y="2529650"/>
                <a:ext cx="907500" cy="1746025"/>
              </a:xfrm>
              <a:custGeom>
                <a:rect b="b" l="l" r="r" t="t"/>
                <a:pathLst>
                  <a:path extrusionOk="0" fill="none" h="69841" w="36300">
                    <a:moveTo>
                      <a:pt x="36299" y="65404"/>
                    </a:moveTo>
                    <a:cubicBezTo>
                      <a:pt x="34141" y="69840"/>
                      <a:pt x="31294" y="68851"/>
                      <a:pt x="31294" y="68851"/>
                    </a:cubicBezTo>
                    <a:cubicBezTo>
                      <a:pt x="9233" y="69690"/>
                      <a:pt x="1110" y="61447"/>
                      <a:pt x="1110" y="61447"/>
                    </a:cubicBezTo>
                    <a:cubicBezTo>
                      <a:pt x="1110" y="61447"/>
                      <a:pt x="0" y="49847"/>
                      <a:pt x="4317" y="34231"/>
                    </a:cubicBezTo>
                    <a:cubicBezTo>
                      <a:pt x="8663" y="18584"/>
                      <a:pt x="16786" y="4886"/>
                      <a:pt x="16786" y="4886"/>
                    </a:cubicBezTo>
                    <a:cubicBezTo>
                      <a:pt x="20383" y="2488"/>
                      <a:pt x="28416" y="630"/>
                      <a:pt x="30694" y="120"/>
                    </a:cubicBezTo>
                    <a:lnTo>
                      <a:pt x="31294" y="0"/>
                    </a:ln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3" name="Google Shape;9263;p361"/>
              <p:cNvSpPr/>
              <p:nvPr/>
            </p:nvSpPr>
            <p:spPr>
              <a:xfrm>
                <a:off x="3657850" y="3671675"/>
                <a:ext cx="296775" cy="146125"/>
              </a:xfrm>
              <a:custGeom>
                <a:rect b="b" l="l" r="r" t="t"/>
                <a:pathLst>
                  <a:path extrusionOk="0" fill="none" h="5845" w="11871">
                    <a:moveTo>
                      <a:pt x="1" y="0"/>
                    </a:moveTo>
                    <a:cubicBezTo>
                      <a:pt x="1" y="0"/>
                      <a:pt x="8963" y="1769"/>
                      <a:pt x="11871" y="5845"/>
                    </a:cubicBez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4" name="Google Shape;9264;p361"/>
              <p:cNvSpPr/>
              <p:nvPr/>
            </p:nvSpPr>
            <p:spPr>
              <a:xfrm>
                <a:off x="3431550" y="4053075"/>
                <a:ext cx="29250" cy="197875"/>
              </a:xfrm>
              <a:custGeom>
                <a:rect b="b" l="l" r="r" t="t"/>
                <a:pathLst>
                  <a:path extrusionOk="0" fill="none" h="7915" w="1170">
                    <a:moveTo>
                      <a:pt x="1170" y="7914"/>
                    </a:moveTo>
                    <a:cubicBezTo>
                      <a:pt x="1170" y="7914"/>
                      <a:pt x="1" y="7734"/>
                      <a:pt x="300" y="1"/>
                    </a:cubicBezTo>
                  </a:path>
                </a:pathLst>
              </a:custGeom>
              <a:noFill/>
              <a:ln cap="rnd"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265" name="Google Shape;9265;p361"/>
            <p:cNvSpPr/>
            <p:nvPr/>
          </p:nvSpPr>
          <p:spPr>
            <a:xfrm>
              <a:off x="5672827" y="1205288"/>
              <a:ext cx="1051068" cy="336605"/>
            </a:xfrm>
            <a:custGeom>
              <a:rect b="b" l="l" r="r" t="t"/>
              <a:pathLst>
                <a:path extrusionOk="0" fill="none" h="4647" w="14511">
                  <a:moveTo>
                    <a:pt x="13894" y="3805"/>
                  </a:moveTo>
                  <a:cubicBezTo>
                    <a:pt x="13263" y="3459"/>
                    <a:pt x="12977" y="3744"/>
                    <a:pt x="12766" y="3459"/>
                  </a:cubicBezTo>
                  <a:cubicBezTo>
                    <a:pt x="12541" y="3173"/>
                    <a:pt x="13383" y="2436"/>
                    <a:pt x="11684" y="1699"/>
                  </a:cubicBezTo>
                  <a:cubicBezTo>
                    <a:pt x="11684" y="1699"/>
                    <a:pt x="11578" y="121"/>
                    <a:pt x="9248" y="60"/>
                  </a:cubicBezTo>
                  <a:cubicBezTo>
                    <a:pt x="6917" y="0"/>
                    <a:pt x="7549" y="1654"/>
                    <a:pt x="6917" y="2045"/>
                  </a:cubicBezTo>
                  <a:cubicBezTo>
                    <a:pt x="6286" y="2436"/>
                    <a:pt x="6120" y="1820"/>
                    <a:pt x="5504" y="2211"/>
                  </a:cubicBezTo>
                  <a:cubicBezTo>
                    <a:pt x="4872" y="2617"/>
                    <a:pt x="5158" y="3399"/>
                    <a:pt x="4647" y="3519"/>
                  </a:cubicBezTo>
                  <a:cubicBezTo>
                    <a:pt x="4135" y="3624"/>
                    <a:pt x="3459" y="3008"/>
                    <a:pt x="2842" y="3399"/>
                  </a:cubicBezTo>
                  <a:cubicBezTo>
                    <a:pt x="2211" y="3805"/>
                    <a:pt x="2211" y="4135"/>
                    <a:pt x="1925" y="4135"/>
                  </a:cubicBezTo>
                  <a:cubicBezTo>
                    <a:pt x="1654" y="4135"/>
                    <a:pt x="1083" y="3910"/>
                    <a:pt x="737" y="4135"/>
                  </a:cubicBezTo>
                  <a:cubicBezTo>
                    <a:pt x="406" y="4376"/>
                    <a:pt x="0" y="4647"/>
                    <a:pt x="0" y="4647"/>
                  </a:cubicBezTo>
                  <a:lnTo>
                    <a:pt x="14345" y="4647"/>
                  </a:lnTo>
                  <a:cubicBezTo>
                    <a:pt x="14345" y="4647"/>
                    <a:pt x="14511" y="4135"/>
                    <a:pt x="13894" y="3805"/>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6" name="Google Shape;9266;p361"/>
            <p:cNvSpPr/>
            <p:nvPr/>
          </p:nvSpPr>
          <p:spPr>
            <a:xfrm flipH="1">
              <a:off x="7634060" y="539400"/>
              <a:ext cx="991138" cy="317437"/>
            </a:xfrm>
            <a:custGeom>
              <a:rect b="b" l="l" r="r" t="t"/>
              <a:pathLst>
                <a:path extrusionOk="0" fill="none" h="4647" w="14511">
                  <a:moveTo>
                    <a:pt x="13894" y="3805"/>
                  </a:moveTo>
                  <a:cubicBezTo>
                    <a:pt x="13263" y="3459"/>
                    <a:pt x="12977" y="3744"/>
                    <a:pt x="12766" y="3459"/>
                  </a:cubicBezTo>
                  <a:cubicBezTo>
                    <a:pt x="12541" y="3173"/>
                    <a:pt x="13383" y="2436"/>
                    <a:pt x="11684" y="1699"/>
                  </a:cubicBezTo>
                  <a:cubicBezTo>
                    <a:pt x="11684" y="1699"/>
                    <a:pt x="11578" y="121"/>
                    <a:pt x="9248" y="60"/>
                  </a:cubicBezTo>
                  <a:cubicBezTo>
                    <a:pt x="6917" y="0"/>
                    <a:pt x="7549" y="1654"/>
                    <a:pt x="6917" y="2045"/>
                  </a:cubicBezTo>
                  <a:cubicBezTo>
                    <a:pt x="6286" y="2436"/>
                    <a:pt x="6120" y="1820"/>
                    <a:pt x="5504" y="2211"/>
                  </a:cubicBezTo>
                  <a:cubicBezTo>
                    <a:pt x="4872" y="2617"/>
                    <a:pt x="5158" y="3399"/>
                    <a:pt x="4647" y="3519"/>
                  </a:cubicBezTo>
                  <a:cubicBezTo>
                    <a:pt x="4135" y="3624"/>
                    <a:pt x="3459" y="3008"/>
                    <a:pt x="2842" y="3399"/>
                  </a:cubicBezTo>
                  <a:cubicBezTo>
                    <a:pt x="2211" y="3805"/>
                    <a:pt x="2211" y="4135"/>
                    <a:pt x="1925" y="4135"/>
                  </a:cubicBezTo>
                  <a:cubicBezTo>
                    <a:pt x="1654" y="4135"/>
                    <a:pt x="1083" y="3910"/>
                    <a:pt x="737" y="4135"/>
                  </a:cubicBezTo>
                  <a:cubicBezTo>
                    <a:pt x="406" y="4376"/>
                    <a:pt x="0" y="4647"/>
                    <a:pt x="0" y="4647"/>
                  </a:cubicBezTo>
                  <a:lnTo>
                    <a:pt x="14345" y="4647"/>
                  </a:lnTo>
                  <a:cubicBezTo>
                    <a:pt x="14345" y="4647"/>
                    <a:pt x="14511" y="4135"/>
                    <a:pt x="13894" y="3805"/>
                  </a:cubicBezTo>
                  <a:close/>
                </a:path>
              </a:pathLst>
            </a:custGeom>
            <a:noFill/>
            <a:ln cap="flat" cmpd="sng" w="9525">
              <a:solidFill>
                <a:schemeClr val="dk1"/>
              </a:solidFill>
              <a:prstDash val="solid"/>
              <a:miter lim="15036"/>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267" name="Google Shape;9267;p361"/>
          <p:cNvSpPr txBox="1"/>
          <p:nvPr>
            <p:ph type="title"/>
          </p:nvPr>
        </p:nvSpPr>
        <p:spPr>
          <a:xfrm>
            <a:off x="178550" y="113525"/>
            <a:ext cx="8759100" cy="749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CA"/>
              <a:t>Appendix - Descriptives (categorical)</a:t>
            </a:r>
            <a:endParaRPr/>
          </a:p>
        </p:txBody>
      </p:sp>
      <p:pic>
        <p:nvPicPr>
          <p:cNvPr id="9268" name="Google Shape;9268;p361" title="histogram_binary.png"/>
          <p:cNvPicPr preferRelativeResize="0"/>
          <p:nvPr/>
        </p:nvPicPr>
        <p:blipFill rotWithShape="1">
          <a:blip r:embed="rId3">
            <a:alphaModFix/>
          </a:blip>
          <a:srcRect b="0" l="0" r="0" t="66469"/>
          <a:stretch/>
        </p:blipFill>
        <p:spPr>
          <a:xfrm>
            <a:off x="249575" y="862625"/>
            <a:ext cx="7130601" cy="36928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World Alzheimer's Day by Slidesgo">
  <a:themeElements>
    <a:clrScheme name="Simple Light">
      <a:dk1>
        <a:srgbClr val="000000"/>
      </a:dk1>
      <a:lt1>
        <a:srgbClr val="FFFFFF"/>
      </a:lt1>
      <a:dk2>
        <a:srgbClr val="FAFAFA"/>
      </a:dk2>
      <a:lt2>
        <a:srgbClr val="F0F0F0"/>
      </a:lt2>
      <a:accent1>
        <a:srgbClr val="71569C"/>
      </a:accent1>
      <a:accent2>
        <a:srgbClr val="9F7CD4"/>
      </a:accent2>
      <a:accent3>
        <a:srgbClr val="B6A1D4"/>
      </a:accent3>
      <a:accent4>
        <a:srgbClr val="8A71D4"/>
      </a:accent4>
      <a:accent5>
        <a:srgbClr val="DED0F3"/>
      </a:accent5>
      <a:accent6>
        <a:srgbClr val="F4EDFF"/>
      </a:accent6>
      <a:hlink>
        <a:srgbClr val="71569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World Alzheimer's Day by Slidesgo">
  <a:themeElements>
    <a:clrScheme name="Simple Light">
      <a:dk1>
        <a:srgbClr val="000000"/>
      </a:dk1>
      <a:lt1>
        <a:srgbClr val="FFFFFF"/>
      </a:lt1>
      <a:dk2>
        <a:srgbClr val="FAFAFA"/>
      </a:dk2>
      <a:lt2>
        <a:srgbClr val="F0F0F0"/>
      </a:lt2>
      <a:accent1>
        <a:srgbClr val="71569C"/>
      </a:accent1>
      <a:accent2>
        <a:srgbClr val="9F7CD4"/>
      </a:accent2>
      <a:accent3>
        <a:srgbClr val="B6A1D4"/>
      </a:accent3>
      <a:accent4>
        <a:srgbClr val="8A71D4"/>
      </a:accent4>
      <a:accent5>
        <a:srgbClr val="DED0F3"/>
      </a:accent5>
      <a:accent6>
        <a:srgbClr val="F4EDFF"/>
      </a:accent6>
      <a:hlink>
        <a:srgbClr val="71569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World Alzheimer's Day by Slidesgo">
  <a:themeElements>
    <a:clrScheme name="Simple Light">
      <a:dk1>
        <a:srgbClr val="000000"/>
      </a:dk1>
      <a:lt1>
        <a:srgbClr val="FFFFFF"/>
      </a:lt1>
      <a:dk2>
        <a:srgbClr val="FAFAFA"/>
      </a:dk2>
      <a:lt2>
        <a:srgbClr val="F0F0F0"/>
      </a:lt2>
      <a:accent1>
        <a:srgbClr val="71569C"/>
      </a:accent1>
      <a:accent2>
        <a:srgbClr val="9F7CD4"/>
      </a:accent2>
      <a:accent3>
        <a:srgbClr val="B6A1D4"/>
      </a:accent3>
      <a:accent4>
        <a:srgbClr val="8A71D4"/>
      </a:accent4>
      <a:accent5>
        <a:srgbClr val="DED0F3"/>
      </a:accent5>
      <a:accent6>
        <a:srgbClr val="F4EDFF"/>
      </a:accent6>
      <a:hlink>
        <a:srgbClr val="71569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World Alzheimer's Day by Slidesgo">
  <a:themeElements>
    <a:clrScheme name="Simple Light">
      <a:dk1>
        <a:srgbClr val="000000"/>
      </a:dk1>
      <a:lt1>
        <a:srgbClr val="FFFFFF"/>
      </a:lt1>
      <a:dk2>
        <a:srgbClr val="FAFAFA"/>
      </a:dk2>
      <a:lt2>
        <a:srgbClr val="F0F0F0"/>
      </a:lt2>
      <a:accent1>
        <a:srgbClr val="71569C"/>
      </a:accent1>
      <a:accent2>
        <a:srgbClr val="9F7CD4"/>
      </a:accent2>
      <a:accent3>
        <a:srgbClr val="B6A1D4"/>
      </a:accent3>
      <a:accent4>
        <a:srgbClr val="8A71D4"/>
      </a:accent4>
      <a:accent5>
        <a:srgbClr val="DED0F3"/>
      </a:accent5>
      <a:accent6>
        <a:srgbClr val="F4EDFF"/>
      </a:accent6>
      <a:hlink>
        <a:srgbClr val="71569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World Alzheimer's Day by Slidesgo">
  <a:themeElements>
    <a:clrScheme name="Simple Light">
      <a:dk1>
        <a:srgbClr val="000000"/>
      </a:dk1>
      <a:lt1>
        <a:srgbClr val="FFFFFF"/>
      </a:lt1>
      <a:dk2>
        <a:srgbClr val="FAFAFA"/>
      </a:dk2>
      <a:lt2>
        <a:srgbClr val="F0F0F0"/>
      </a:lt2>
      <a:accent1>
        <a:srgbClr val="71569C"/>
      </a:accent1>
      <a:accent2>
        <a:srgbClr val="9F7CD4"/>
      </a:accent2>
      <a:accent3>
        <a:srgbClr val="B6A1D4"/>
      </a:accent3>
      <a:accent4>
        <a:srgbClr val="8A71D4"/>
      </a:accent4>
      <a:accent5>
        <a:srgbClr val="DED0F3"/>
      </a:accent5>
      <a:accent6>
        <a:srgbClr val="F4EDFF"/>
      </a:accent6>
      <a:hlink>
        <a:srgbClr val="71569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xmlns:r="http://schemas.openxmlformats.org/officeDocument/2006/relationships" name="World Alzheimer's Day by Slidesgo">
  <a:themeElements>
    <a:clrScheme name="Simple Light">
      <a:dk1>
        <a:srgbClr val="000000"/>
      </a:dk1>
      <a:lt1>
        <a:srgbClr val="FFFFFF"/>
      </a:lt1>
      <a:dk2>
        <a:srgbClr val="FAFAFA"/>
      </a:dk2>
      <a:lt2>
        <a:srgbClr val="F0F0F0"/>
      </a:lt2>
      <a:accent1>
        <a:srgbClr val="71569C"/>
      </a:accent1>
      <a:accent2>
        <a:srgbClr val="9F7CD4"/>
      </a:accent2>
      <a:accent3>
        <a:srgbClr val="B6A1D4"/>
      </a:accent3>
      <a:accent4>
        <a:srgbClr val="8A71D4"/>
      </a:accent4>
      <a:accent5>
        <a:srgbClr val="DED0F3"/>
      </a:accent5>
      <a:accent6>
        <a:srgbClr val="F4EDFF"/>
      </a:accent6>
      <a:hlink>
        <a:srgbClr val="71569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8.xml><?xml version="1.0" encoding="utf-8"?>
<a:theme xmlns:a="http://schemas.openxmlformats.org/drawingml/2006/main" xmlns:r="http://schemas.openxmlformats.org/officeDocument/2006/relationships" name="World Alzheimer's Day by Slidesgo">
  <a:themeElements>
    <a:clrScheme name="Simple Light">
      <a:dk1>
        <a:srgbClr val="000000"/>
      </a:dk1>
      <a:lt1>
        <a:srgbClr val="FFFFFF"/>
      </a:lt1>
      <a:dk2>
        <a:srgbClr val="FAFAFA"/>
      </a:dk2>
      <a:lt2>
        <a:srgbClr val="F0F0F0"/>
      </a:lt2>
      <a:accent1>
        <a:srgbClr val="71569C"/>
      </a:accent1>
      <a:accent2>
        <a:srgbClr val="9F7CD4"/>
      </a:accent2>
      <a:accent3>
        <a:srgbClr val="B6A1D4"/>
      </a:accent3>
      <a:accent4>
        <a:srgbClr val="8A71D4"/>
      </a:accent4>
      <a:accent5>
        <a:srgbClr val="DED0F3"/>
      </a:accent5>
      <a:accent6>
        <a:srgbClr val="F4EDFF"/>
      </a:accent6>
      <a:hlink>
        <a:srgbClr val="71569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9.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0.xml><?xml version="1.0" encoding="utf-8"?>
<a:theme xmlns:a="http://schemas.openxmlformats.org/drawingml/2006/main" xmlns:r="http://schemas.openxmlformats.org/officeDocument/2006/relationships" name="World Alzheimer's Day by Slidesgo">
  <a:themeElements>
    <a:clrScheme name="Simple Light">
      <a:dk1>
        <a:srgbClr val="000000"/>
      </a:dk1>
      <a:lt1>
        <a:srgbClr val="FFFFFF"/>
      </a:lt1>
      <a:dk2>
        <a:srgbClr val="FAFAFA"/>
      </a:dk2>
      <a:lt2>
        <a:srgbClr val="F0F0F0"/>
      </a:lt2>
      <a:accent1>
        <a:srgbClr val="71569C"/>
      </a:accent1>
      <a:accent2>
        <a:srgbClr val="9F7CD4"/>
      </a:accent2>
      <a:accent3>
        <a:srgbClr val="B6A1D4"/>
      </a:accent3>
      <a:accent4>
        <a:srgbClr val="8A71D4"/>
      </a:accent4>
      <a:accent5>
        <a:srgbClr val="DED0F3"/>
      </a:accent5>
      <a:accent6>
        <a:srgbClr val="F4EDFF"/>
      </a:accent6>
      <a:hlink>
        <a:srgbClr val="71569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1.xml><?xml version="1.0" encoding="utf-8"?>
<a:theme xmlns:a="http://schemas.openxmlformats.org/drawingml/2006/main" xmlns:r="http://schemas.openxmlformats.org/officeDocument/2006/relationships" name="World Alzheimer's Day by Slidesgo">
  <a:themeElements>
    <a:clrScheme name="Simple Light">
      <a:dk1>
        <a:srgbClr val="000000"/>
      </a:dk1>
      <a:lt1>
        <a:srgbClr val="FFFFFF"/>
      </a:lt1>
      <a:dk2>
        <a:srgbClr val="FAFAFA"/>
      </a:dk2>
      <a:lt2>
        <a:srgbClr val="F0F0F0"/>
      </a:lt2>
      <a:accent1>
        <a:srgbClr val="71569C"/>
      </a:accent1>
      <a:accent2>
        <a:srgbClr val="9F7CD4"/>
      </a:accent2>
      <a:accent3>
        <a:srgbClr val="B6A1D4"/>
      </a:accent3>
      <a:accent4>
        <a:srgbClr val="8A71D4"/>
      </a:accent4>
      <a:accent5>
        <a:srgbClr val="DED0F3"/>
      </a:accent5>
      <a:accent6>
        <a:srgbClr val="F4EDFF"/>
      </a:accent6>
      <a:hlink>
        <a:srgbClr val="71569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